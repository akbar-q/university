
<file path=[Content_Types].xml><?xml version="1.0" encoding="utf-8"?>
<Types xmlns="http://schemas.openxmlformats.org/package/2006/content-types">
  <Default Extension="1" ContentType="image/jpeg"/>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50"/>
  </p:notesMasterIdLst>
  <p:handoutMasterIdLst>
    <p:handoutMasterId r:id="rId51"/>
  </p:handoutMasterIdLst>
  <p:sldIdLst>
    <p:sldId id="257" r:id="rId5"/>
    <p:sldId id="384" r:id="rId6"/>
    <p:sldId id="392" r:id="rId7"/>
    <p:sldId id="393" r:id="rId8"/>
    <p:sldId id="317" r:id="rId9"/>
    <p:sldId id="394" r:id="rId10"/>
    <p:sldId id="396" r:id="rId11"/>
    <p:sldId id="395" r:id="rId12"/>
    <p:sldId id="400" r:id="rId13"/>
    <p:sldId id="398" r:id="rId14"/>
    <p:sldId id="399" r:id="rId15"/>
    <p:sldId id="401" r:id="rId16"/>
    <p:sldId id="403" r:id="rId17"/>
    <p:sldId id="404" r:id="rId18"/>
    <p:sldId id="405" r:id="rId19"/>
    <p:sldId id="408" r:id="rId20"/>
    <p:sldId id="402" r:id="rId21"/>
    <p:sldId id="406" r:id="rId22"/>
    <p:sldId id="407" r:id="rId23"/>
    <p:sldId id="409" r:id="rId24"/>
    <p:sldId id="413" r:id="rId25"/>
    <p:sldId id="410" r:id="rId26"/>
    <p:sldId id="411" r:id="rId27"/>
    <p:sldId id="412" r:id="rId28"/>
    <p:sldId id="397" r:id="rId29"/>
    <p:sldId id="414" r:id="rId30"/>
    <p:sldId id="415" r:id="rId31"/>
    <p:sldId id="416" r:id="rId32"/>
    <p:sldId id="417" r:id="rId33"/>
    <p:sldId id="418" r:id="rId34"/>
    <p:sldId id="419" r:id="rId35"/>
    <p:sldId id="420" r:id="rId36"/>
    <p:sldId id="421" r:id="rId37"/>
    <p:sldId id="422" r:id="rId38"/>
    <p:sldId id="423" r:id="rId39"/>
    <p:sldId id="424" r:id="rId40"/>
    <p:sldId id="279" r:id="rId41"/>
    <p:sldId id="277" r:id="rId42"/>
    <p:sldId id="278" r:id="rId43"/>
    <p:sldId id="268" r:id="rId44"/>
    <p:sldId id="272" r:id="rId45"/>
    <p:sldId id="270" r:id="rId46"/>
    <p:sldId id="281" r:id="rId47"/>
    <p:sldId id="321" r:id="rId48"/>
    <p:sldId id="391" r:id="rId49"/>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335B"/>
    <a:srgbClr val="CCE8DA"/>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71" autoAdjust="0"/>
    <p:restoredTop sz="93725" autoAdjust="0"/>
  </p:normalViewPr>
  <p:slideViewPr>
    <p:cSldViewPr snapToGrid="0">
      <p:cViewPr>
        <p:scale>
          <a:sx n="50" d="100"/>
          <a:sy n="50" d="100"/>
        </p:scale>
        <p:origin x="271" y="1313"/>
      </p:cViewPr>
      <p:guideLst>
        <p:guide pos="3840"/>
        <p:guide orient="horz" pos="2160"/>
      </p:guideLst>
    </p:cSldViewPr>
  </p:slideViewPr>
  <p:outlineViewPr>
    <p:cViewPr>
      <p:scale>
        <a:sx n="33" d="100"/>
        <a:sy n="33" d="100"/>
      </p:scale>
      <p:origin x="0" y="-2709"/>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114" d="100"/>
          <a:sy n="114" d="100"/>
        </p:scale>
        <p:origin x="2226"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ECE-42EF-9EA5-4148A3E70204}"/>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ECE-42EF-9EA5-4148A3E70204}"/>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ECE-42EF-9EA5-4148A3E70204}"/>
            </c:ext>
          </c:extLst>
        </c:ser>
        <c:dLbls>
          <c:showLegendKey val="0"/>
          <c:showVal val="0"/>
          <c:showCatName val="0"/>
          <c:showSerName val="0"/>
          <c:showPercent val="0"/>
          <c:showBubbleSize val="0"/>
        </c:dLbls>
        <c:gapWidth val="219"/>
        <c:overlap val="-27"/>
        <c:axId val="1287539680"/>
        <c:axId val="1287528448"/>
      </c:barChart>
      <c:catAx>
        <c:axId val="1287539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87528448"/>
        <c:crosses val="autoZero"/>
        <c:auto val="1"/>
        <c:lblAlgn val="ctr"/>
        <c:lblOffset val="100"/>
        <c:noMultiLvlLbl val="0"/>
      </c:catAx>
      <c:valAx>
        <c:axId val="12875284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875396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B2E815-0D19-41DC-B01B-4D608769620A}" type="doc">
      <dgm:prSet loTypeId="urn:microsoft.com/office/officeart/2016/7/layout/RoundedRectangleTimeline" loCatId="other" qsTypeId="urn:microsoft.com/office/officeart/2005/8/quickstyle/simple1" qsCatId="simple" csTypeId="urn:microsoft.com/office/officeart/2005/8/colors/colorful5" csCatId="colorful" phldr="1"/>
      <dgm:spPr/>
      <dgm:t>
        <a:bodyPr rtlCol="0"/>
        <a:lstStyle/>
        <a:p>
          <a:pPr rtl="0"/>
          <a:endParaRPr lang="en-GB"/>
        </a:p>
      </dgm:t>
    </dgm:pt>
    <dgm:pt modelId="{4259F840-24E7-476F-9F30-482E46395856}">
      <dgm:prSet phldrT="[Text]" custT="1"/>
      <dgm:spPr/>
      <dgm:t>
        <a:bodyPr rtlCol="0"/>
        <a:lstStyle/>
        <a:p>
          <a:pPr rtl="0"/>
          <a:r>
            <a:rPr lang="en-GB" sz="1800">
              <a:latin typeface="+mn-lt"/>
            </a:rPr>
            <a:t>Title</a:t>
          </a:r>
        </a:p>
      </dgm:t>
    </dgm:pt>
    <dgm:pt modelId="{FCE8068D-7E50-4749-A8D0-ADEDAC5637B3}" type="parTrans" cxnId="{42EE41D1-3C16-4937-BB38-B076896C09A0}">
      <dgm:prSet/>
      <dgm:spPr/>
      <dgm:t>
        <a:bodyPr rtlCol="0"/>
        <a:lstStyle/>
        <a:p>
          <a:pPr rtl="0"/>
          <a:endParaRPr lang="en-GB" sz="1800">
            <a:latin typeface="+mn-lt"/>
          </a:endParaRPr>
        </a:p>
      </dgm:t>
    </dgm:pt>
    <dgm:pt modelId="{DCC444A4-F20A-48F5-A61E-47BFFF185A57}" type="sibTrans" cxnId="{42EE41D1-3C16-4937-BB38-B076896C09A0}">
      <dgm:prSet/>
      <dgm:spPr/>
      <dgm:t>
        <a:bodyPr rtlCol="0"/>
        <a:lstStyle/>
        <a:p>
          <a:pPr rtl="0"/>
          <a:endParaRPr lang="en-GB" sz="1800">
            <a:latin typeface="+mn-lt"/>
          </a:endParaRPr>
        </a:p>
      </dgm:t>
    </dgm:pt>
    <dgm:pt modelId="{B54C8F6C-BE1E-4EAB-B7A0-48DE01FFAA36}">
      <dgm:prSet phldrT="[Text]" custT="1"/>
      <dgm:spPr/>
      <dgm:t>
        <a:bodyPr rtlCol="0"/>
        <a:lstStyle/>
        <a:p>
          <a:pPr rtl="0">
            <a:buFont typeface="Symbol" panose="05050102010706020507" pitchFamily="18" charset="2"/>
            <a:buChar char=""/>
          </a:pPr>
          <a:r>
            <a:rPr lang="en-GB" sz="1800">
              <a:latin typeface="+mn-lt"/>
            </a:rPr>
            <a:t>To start a presentation, go to the Slide Show tab, and select          From Beginning.</a:t>
          </a:r>
        </a:p>
      </dgm:t>
    </dgm:pt>
    <dgm:pt modelId="{8DE7CD45-B7C0-432E-B819-6A7D97E31315}" type="parTrans" cxnId="{770CA1CC-3DDD-451E-AE83-A71CA570260C}">
      <dgm:prSet/>
      <dgm:spPr/>
      <dgm:t>
        <a:bodyPr rtlCol="0"/>
        <a:lstStyle/>
        <a:p>
          <a:pPr rtl="0"/>
          <a:endParaRPr lang="en-GB" sz="1800">
            <a:latin typeface="+mn-lt"/>
          </a:endParaRPr>
        </a:p>
      </dgm:t>
    </dgm:pt>
    <dgm:pt modelId="{C33B8BEF-A818-4A2F-A99A-E2B29895E184}" type="sibTrans" cxnId="{770CA1CC-3DDD-451E-AE83-A71CA570260C}">
      <dgm:prSet/>
      <dgm:spPr/>
      <dgm:t>
        <a:bodyPr rtlCol="0"/>
        <a:lstStyle/>
        <a:p>
          <a:pPr rtl="0"/>
          <a:endParaRPr lang="en-GB" sz="1800">
            <a:latin typeface="+mn-lt"/>
          </a:endParaRPr>
        </a:p>
      </dgm:t>
    </dgm:pt>
    <dgm:pt modelId="{E4033A39-DCC4-4038-9562-AEDDBBB37A99}">
      <dgm:prSet phldrT="[Text]" custT="1"/>
      <dgm:spPr/>
      <dgm:t>
        <a:bodyPr rtlCol="0"/>
        <a:lstStyle/>
        <a:p>
          <a:pPr rtl="0"/>
          <a:r>
            <a:rPr lang="en-GB" sz="1800">
              <a:latin typeface="+mn-lt"/>
            </a:rPr>
            <a:t>Title</a:t>
          </a:r>
        </a:p>
      </dgm:t>
    </dgm:pt>
    <dgm:pt modelId="{048EEAE6-78BA-4B00-B7BB-9C22DBB1E8F4}" type="parTrans" cxnId="{32EF2862-2950-4DF8-BEA8-CD19460CCA31}">
      <dgm:prSet/>
      <dgm:spPr/>
      <dgm:t>
        <a:bodyPr rtlCol="0"/>
        <a:lstStyle/>
        <a:p>
          <a:pPr rtl="0"/>
          <a:endParaRPr lang="en-GB" sz="1800">
            <a:latin typeface="+mn-lt"/>
          </a:endParaRPr>
        </a:p>
      </dgm:t>
    </dgm:pt>
    <dgm:pt modelId="{80AB0E5B-0C58-465D-A545-5B21133D2849}" type="sibTrans" cxnId="{32EF2862-2950-4DF8-BEA8-CD19460CCA31}">
      <dgm:prSet/>
      <dgm:spPr/>
      <dgm:t>
        <a:bodyPr rtlCol="0"/>
        <a:lstStyle/>
        <a:p>
          <a:pPr rtl="0"/>
          <a:endParaRPr lang="en-GB" sz="1800">
            <a:latin typeface="+mn-lt"/>
          </a:endParaRPr>
        </a:p>
      </dgm:t>
    </dgm:pt>
    <dgm:pt modelId="{A4C0B4E4-70AD-4901-9E3F-7EA25DD6DAA1}">
      <dgm:prSet phldrT="[Text]" custT="1"/>
      <dgm:spPr/>
      <dgm:t>
        <a:bodyPr rtlCol="0"/>
        <a:lstStyle/>
        <a:p>
          <a:pPr rtl="0">
            <a:buFont typeface="Symbol" panose="05050102010706020507" pitchFamily="18" charset="2"/>
            <a:buChar char=""/>
          </a:pPr>
          <a:r>
            <a:rPr lang="en-GB" sz="1800" dirty="0">
              <a:latin typeface="+mn-lt"/>
            </a:rPr>
            <a:t>To display Presenter view, in Slide Show view, on the control bar at the bottom left select the three dots, and then Show Presenter View.</a:t>
          </a:r>
        </a:p>
      </dgm:t>
    </dgm:pt>
    <dgm:pt modelId="{701D9033-BAD3-4299-933F-A47AFDC2ECD0}" type="parTrans" cxnId="{5E74CB62-E52E-4CEE-8AA1-9812BFC0D67E}">
      <dgm:prSet/>
      <dgm:spPr/>
      <dgm:t>
        <a:bodyPr rtlCol="0"/>
        <a:lstStyle/>
        <a:p>
          <a:pPr rtl="0"/>
          <a:endParaRPr lang="en-GB" sz="1800">
            <a:latin typeface="+mn-lt"/>
          </a:endParaRPr>
        </a:p>
      </dgm:t>
    </dgm:pt>
    <dgm:pt modelId="{657DB10D-2517-48AA-B970-6D815DBD4123}" type="sibTrans" cxnId="{5E74CB62-E52E-4CEE-8AA1-9812BFC0D67E}">
      <dgm:prSet/>
      <dgm:spPr/>
      <dgm:t>
        <a:bodyPr rtlCol="0"/>
        <a:lstStyle/>
        <a:p>
          <a:pPr rtl="0"/>
          <a:endParaRPr lang="en-GB" sz="1800">
            <a:latin typeface="+mn-lt"/>
          </a:endParaRPr>
        </a:p>
      </dgm:t>
    </dgm:pt>
    <dgm:pt modelId="{87BF7896-20EA-4E8F-B6F4-A34EC5C9CB50}">
      <dgm:prSet phldrT="[Text]" custT="1"/>
      <dgm:spPr/>
      <dgm:t>
        <a:bodyPr rtlCol="0"/>
        <a:lstStyle/>
        <a:p>
          <a:pPr rtl="0"/>
          <a:r>
            <a:rPr lang="en-GB" sz="1800">
              <a:latin typeface="+mn-lt"/>
            </a:rPr>
            <a:t>Title</a:t>
          </a:r>
        </a:p>
      </dgm:t>
    </dgm:pt>
    <dgm:pt modelId="{05E47BA5-F724-4AEE-9B5B-401F18E028E6}" type="parTrans" cxnId="{92330C11-C197-4512-BDA4-8D8A69AF7D1C}">
      <dgm:prSet/>
      <dgm:spPr/>
      <dgm:t>
        <a:bodyPr rtlCol="0"/>
        <a:lstStyle/>
        <a:p>
          <a:pPr rtl="0"/>
          <a:endParaRPr lang="en-GB" sz="1800">
            <a:latin typeface="+mn-lt"/>
          </a:endParaRPr>
        </a:p>
      </dgm:t>
    </dgm:pt>
    <dgm:pt modelId="{D63CE73E-35DE-48C3-8753-7648BC953C0D}" type="sibTrans" cxnId="{92330C11-C197-4512-BDA4-8D8A69AF7D1C}">
      <dgm:prSet/>
      <dgm:spPr/>
      <dgm:t>
        <a:bodyPr rtlCol="0"/>
        <a:lstStyle/>
        <a:p>
          <a:pPr rtl="0"/>
          <a:endParaRPr lang="en-GB" sz="1800">
            <a:latin typeface="+mn-lt"/>
          </a:endParaRPr>
        </a:p>
      </dgm:t>
    </dgm:pt>
    <dgm:pt modelId="{43CBB0A2-9D75-4264-8A30-3E8974B40658}">
      <dgm:prSet phldrT="[Text]" custT="1"/>
      <dgm:spPr/>
      <dgm:t>
        <a:bodyPr rtlCol="0"/>
        <a:lstStyle/>
        <a:p>
          <a:pPr rtl="0">
            <a:buFont typeface="Symbol" panose="05050102010706020507" pitchFamily="18" charset="2"/>
            <a:buChar char=""/>
          </a:pPr>
          <a:r>
            <a:rPr lang="en-GB" sz="1800"/>
            <a:t>During your presentation, the speaker notes are visible on your monitor, but aren't visible to      the audience.</a:t>
          </a:r>
          <a:endParaRPr lang="en-GB" sz="1800" dirty="0">
            <a:latin typeface="+mn-lt"/>
          </a:endParaRPr>
        </a:p>
      </dgm:t>
    </dgm:pt>
    <dgm:pt modelId="{F806E590-5F8E-48A1-96AC-9E738290D2ED}" type="parTrans" cxnId="{4D2DF581-8128-4440-9E51-29109DC6ED52}">
      <dgm:prSet/>
      <dgm:spPr/>
      <dgm:t>
        <a:bodyPr rtlCol="0"/>
        <a:lstStyle/>
        <a:p>
          <a:pPr rtl="0"/>
          <a:endParaRPr lang="en-GB" sz="1800">
            <a:latin typeface="+mn-lt"/>
          </a:endParaRPr>
        </a:p>
      </dgm:t>
    </dgm:pt>
    <dgm:pt modelId="{20F77EFB-335C-4BC3-AD95-8421EDF343E6}" type="sibTrans" cxnId="{4D2DF581-8128-4440-9E51-29109DC6ED52}">
      <dgm:prSet/>
      <dgm:spPr/>
      <dgm:t>
        <a:bodyPr rtlCol="0"/>
        <a:lstStyle/>
        <a:p>
          <a:pPr rtl="0"/>
          <a:endParaRPr lang="en-GB" sz="1800">
            <a:latin typeface="+mn-lt"/>
          </a:endParaRPr>
        </a:p>
      </dgm:t>
    </dgm:pt>
    <dgm:pt modelId="{3DE6FF16-CA4D-4D34-ABEB-8BE6A40B5E52}">
      <dgm:prSet phldrT="[Text]" custT="1"/>
      <dgm:spPr/>
      <dgm:t>
        <a:bodyPr rtlCol="0"/>
        <a:lstStyle/>
        <a:p>
          <a:pPr rtl="0">
            <a:buFont typeface="Symbol" panose="05050102010706020507" pitchFamily="18" charset="2"/>
            <a:buChar char=""/>
          </a:pPr>
          <a:r>
            <a:rPr lang="en-GB" sz="1800">
              <a:latin typeface="+mn-lt"/>
            </a:rPr>
            <a:t>Title</a:t>
          </a:r>
        </a:p>
      </dgm:t>
    </dgm:pt>
    <dgm:pt modelId="{DA9CCCCB-8206-4757-82C8-F885E9D238B5}" type="parTrans" cxnId="{636DE8C5-F706-4BA5-855F-85FD2239E2BE}">
      <dgm:prSet/>
      <dgm:spPr/>
      <dgm:t>
        <a:bodyPr rtlCol="0"/>
        <a:lstStyle/>
        <a:p>
          <a:pPr rtl="0"/>
          <a:endParaRPr lang="en-GB" sz="1800"/>
        </a:p>
      </dgm:t>
    </dgm:pt>
    <dgm:pt modelId="{986162A7-6F89-4679-B40E-33A17DA21B73}" type="sibTrans" cxnId="{636DE8C5-F706-4BA5-855F-85FD2239E2BE}">
      <dgm:prSet/>
      <dgm:spPr/>
      <dgm:t>
        <a:bodyPr rtlCol="0"/>
        <a:lstStyle/>
        <a:p>
          <a:pPr rtl="0"/>
          <a:endParaRPr lang="en-GB" sz="1800"/>
        </a:p>
      </dgm:t>
    </dgm:pt>
    <dgm:pt modelId="{AC76BE15-3E8A-498B-91BD-CF772C26B6F1}">
      <dgm:prSet phldrT="[Text]" custT="1"/>
      <dgm:spPr/>
      <dgm:t>
        <a:bodyPr rtlCol="0"/>
        <a:lstStyle/>
        <a:p>
          <a:pPr rtl="0">
            <a:buFont typeface="Symbol" panose="05050102010706020507" pitchFamily="18" charset="2"/>
            <a:buChar char=""/>
          </a:pPr>
          <a:r>
            <a:rPr lang="en-GB" sz="1800">
              <a:latin typeface="+mn-lt"/>
            </a:rPr>
            <a:t>Title</a:t>
          </a:r>
        </a:p>
      </dgm:t>
    </dgm:pt>
    <dgm:pt modelId="{00CCB400-064A-4EF5-9806-9534D9AC69AD}" type="parTrans" cxnId="{140A4778-8248-44DE-B78A-23C578A77D7E}">
      <dgm:prSet/>
      <dgm:spPr/>
      <dgm:t>
        <a:bodyPr rtlCol="0"/>
        <a:lstStyle/>
        <a:p>
          <a:pPr rtl="0"/>
          <a:endParaRPr lang="en-GB" sz="1800"/>
        </a:p>
      </dgm:t>
    </dgm:pt>
    <dgm:pt modelId="{662A3D6E-7238-444F-BC0B-C7A4321261DB}" type="sibTrans" cxnId="{140A4778-8248-44DE-B78A-23C578A77D7E}">
      <dgm:prSet/>
      <dgm:spPr/>
      <dgm:t>
        <a:bodyPr rtlCol="0"/>
        <a:lstStyle/>
        <a:p>
          <a:pPr rtl="0"/>
          <a:endParaRPr lang="en-GB" sz="1800"/>
        </a:p>
      </dgm:t>
    </dgm:pt>
    <dgm:pt modelId="{73820394-2159-4075-9E6F-217263B07F8B}">
      <dgm:prSet phldrT="[Text]" custT="1"/>
      <dgm:spPr/>
      <dgm:t>
        <a:bodyPr rtlCol="0"/>
        <a:lstStyle/>
        <a:p>
          <a:pPr rtl="0">
            <a:buFont typeface="Symbol" panose="05050102010706020507" pitchFamily="18" charset="2"/>
            <a:buChar char=""/>
          </a:pPr>
          <a:r>
            <a:rPr lang="en-GB" sz="1800"/>
            <a:t>If you can’t see the Notes pane or it is completely minimised, click Notes on the task bar across the bottom of the PowerPoint window.</a:t>
          </a:r>
          <a:endParaRPr lang="en-GB" sz="1800" dirty="0">
            <a:latin typeface="+mn-lt"/>
          </a:endParaRPr>
        </a:p>
      </dgm:t>
    </dgm:pt>
    <dgm:pt modelId="{A861A835-3A0D-4B09-8870-87D7FDC7B27F}" type="parTrans" cxnId="{19CF03A0-47BE-4ABD-A62C-A27E16D6C5A3}">
      <dgm:prSet/>
      <dgm:spPr/>
      <dgm:t>
        <a:bodyPr rtlCol="0"/>
        <a:lstStyle/>
        <a:p>
          <a:pPr rtl="0"/>
          <a:endParaRPr lang="en-GB" sz="1800"/>
        </a:p>
      </dgm:t>
    </dgm:pt>
    <dgm:pt modelId="{D383A36B-470D-499F-AE13-85A6B2495524}" type="sibTrans" cxnId="{19CF03A0-47BE-4ABD-A62C-A27E16D6C5A3}">
      <dgm:prSet/>
      <dgm:spPr/>
      <dgm:t>
        <a:bodyPr rtlCol="0"/>
        <a:lstStyle/>
        <a:p>
          <a:pPr rtl="0"/>
          <a:endParaRPr lang="en-GB" sz="1800"/>
        </a:p>
      </dgm:t>
    </dgm:pt>
    <dgm:pt modelId="{C032D242-8D23-4EEC-A10A-7B0691E5A409}">
      <dgm:prSet phldrT="[Text]" custT="1"/>
      <dgm:spPr/>
      <dgm:t>
        <a:bodyPr rtlCol="0"/>
        <a:lstStyle/>
        <a:p>
          <a:pPr rtl="0">
            <a:buFont typeface="Symbol" panose="05050102010706020507" pitchFamily="18" charset="2"/>
            <a:buChar char=""/>
          </a:pPr>
          <a:r>
            <a:rPr lang="en-GB" sz="1800"/>
            <a:t>The Notes pane is a box that appears below each slide. Tap it to add notes.</a:t>
          </a:r>
          <a:endParaRPr lang="en-GB" sz="1800" dirty="0">
            <a:latin typeface="+mn-lt"/>
          </a:endParaRPr>
        </a:p>
      </dgm:t>
    </dgm:pt>
    <dgm:pt modelId="{167DA838-BF1F-42A4-81E8-806F40795A14}" type="parTrans" cxnId="{D9403C73-FB83-47D6-85AE-067D49ED63F2}">
      <dgm:prSet/>
      <dgm:spPr/>
      <dgm:t>
        <a:bodyPr rtlCol="0"/>
        <a:lstStyle/>
        <a:p>
          <a:pPr rtl="0"/>
          <a:endParaRPr lang="en-GB" sz="1800"/>
        </a:p>
      </dgm:t>
    </dgm:pt>
    <dgm:pt modelId="{7EFA60CA-572D-434D-B452-A4ACBAEB4D2C}" type="sibTrans" cxnId="{D9403C73-FB83-47D6-85AE-067D49ED63F2}">
      <dgm:prSet/>
      <dgm:spPr/>
      <dgm:t>
        <a:bodyPr rtlCol="0"/>
        <a:lstStyle/>
        <a:p>
          <a:pPr rtl="0"/>
          <a:endParaRPr lang="en-GB" sz="1800"/>
        </a:p>
      </dgm:t>
    </dgm:pt>
    <dgm:pt modelId="{196C9F68-3606-4282-A4C6-4485F1280B5F}" type="pres">
      <dgm:prSet presAssocID="{E5B2E815-0D19-41DC-B01B-4D608769620A}" presName="Name0" presStyleCnt="0">
        <dgm:presLayoutVars>
          <dgm:chMax/>
          <dgm:chPref/>
          <dgm:animLvl val="lvl"/>
        </dgm:presLayoutVars>
      </dgm:prSet>
      <dgm:spPr/>
    </dgm:pt>
    <dgm:pt modelId="{68D8AC18-502F-4825-B069-75605ADB3A40}" type="pres">
      <dgm:prSet presAssocID="{4259F840-24E7-476F-9F30-482E46395856}" presName="composite1" presStyleCnt="0"/>
      <dgm:spPr/>
    </dgm:pt>
    <dgm:pt modelId="{E088D226-49D7-4C30-90DC-CA1755D98829}" type="pres">
      <dgm:prSet presAssocID="{4259F840-24E7-476F-9F30-482E46395856}" presName="parent1" presStyleLbl="alignNode1" presStyleIdx="0" presStyleCnt="5">
        <dgm:presLayoutVars>
          <dgm:chMax val="1"/>
          <dgm:chPref val="1"/>
          <dgm:bulletEnabled val="1"/>
        </dgm:presLayoutVars>
      </dgm:prSet>
      <dgm:spPr/>
    </dgm:pt>
    <dgm:pt modelId="{45A02F84-C6CB-43F5-AEE4-3EA66C2BD25F}" type="pres">
      <dgm:prSet presAssocID="{4259F840-24E7-476F-9F30-482E46395856}" presName="Childtext1" presStyleLbl="revTx" presStyleIdx="0" presStyleCnt="5">
        <dgm:presLayoutVars>
          <dgm:bulletEnabled val="1"/>
        </dgm:presLayoutVars>
      </dgm:prSet>
      <dgm:spPr/>
    </dgm:pt>
    <dgm:pt modelId="{6BA46904-CB7C-4538-BD49-D3891EF19552}" type="pres">
      <dgm:prSet presAssocID="{4259F840-24E7-476F-9F30-482E46395856}" presName="ConnectLine1" presStyleLbl="sibTrans1D1" presStyleIdx="0" presStyleCnt="5"/>
      <dgm:spPr>
        <a:noFill/>
        <a:ln w="6350" cap="flat" cmpd="sng" algn="ctr">
          <a:solidFill>
            <a:schemeClr val="accent5">
              <a:hueOff val="0"/>
              <a:satOff val="0"/>
              <a:lumOff val="0"/>
              <a:alphaOff val="0"/>
            </a:schemeClr>
          </a:solidFill>
          <a:prstDash val="dash"/>
          <a:miter lim="800000"/>
        </a:ln>
        <a:effectLst/>
      </dgm:spPr>
    </dgm:pt>
    <dgm:pt modelId="{049FDBD0-77FE-49D1-A275-A272C8C5E426}" type="pres">
      <dgm:prSet presAssocID="{4259F840-24E7-476F-9F30-482E46395856}" presName="ConnectLineEnd1" presStyleLbl="lnNode1" presStyleIdx="0" presStyleCnt="5"/>
      <dgm:spPr/>
    </dgm:pt>
    <dgm:pt modelId="{CB26EA94-33BB-4F98-9E1E-2237D4831263}" type="pres">
      <dgm:prSet presAssocID="{4259F840-24E7-476F-9F30-482E46395856}" presName="EmptyPane1" presStyleCnt="0"/>
      <dgm:spPr/>
    </dgm:pt>
    <dgm:pt modelId="{606F1DBF-510E-4065-ACCB-3EBDA85CFB92}" type="pres">
      <dgm:prSet presAssocID="{DCC444A4-F20A-48F5-A61E-47BFFF185A57}" presName="spaceBetweenRectangles1" presStyleCnt="0"/>
      <dgm:spPr/>
    </dgm:pt>
    <dgm:pt modelId="{07989479-D1A2-4D15-AA3A-B0CFFB9F91D9}" type="pres">
      <dgm:prSet presAssocID="{E4033A39-DCC4-4038-9562-AEDDBBB37A99}" presName="composite1" presStyleCnt="0"/>
      <dgm:spPr/>
    </dgm:pt>
    <dgm:pt modelId="{539615E2-3277-4D8E-8484-FF5088C8BF01}" type="pres">
      <dgm:prSet presAssocID="{E4033A39-DCC4-4038-9562-AEDDBBB37A99}" presName="parent1" presStyleLbl="alignNode1" presStyleIdx="1" presStyleCnt="5">
        <dgm:presLayoutVars>
          <dgm:chMax val="1"/>
          <dgm:chPref val="1"/>
          <dgm:bulletEnabled val="1"/>
        </dgm:presLayoutVars>
      </dgm:prSet>
      <dgm:spPr/>
    </dgm:pt>
    <dgm:pt modelId="{FEBD3C2A-A340-470A-A475-AE614EA07678}" type="pres">
      <dgm:prSet presAssocID="{E4033A39-DCC4-4038-9562-AEDDBBB37A99}" presName="Childtext1" presStyleLbl="revTx" presStyleIdx="1" presStyleCnt="5">
        <dgm:presLayoutVars>
          <dgm:bulletEnabled val="1"/>
        </dgm:presLayoutVars>
      </dgm:prSet>
      <dgm:spPr/>
    </dgm:pt>
    <dgm:pt modelId="{080474C8-0FEA-4FD1-97F1-0978CFB4A37F}" type="pres">
      <dgm:prSet presAssocID="{E4033A39-DCC4-4038-9562-AEDDBBB37A99}" presName="ConnectLine1" presStyleLbl="sibTrans1D1" presStyleIdx="1" presStyleCnt="5"/>
      <dgm:spPr>
        <a:noFill/>
        <a:ln w="6350" cap="flat" cmpd="sng" algn="ctr">
          <a:solidFill>
            <a:schemeClr val="accent5">
              <a:hueOff val="90002"/>
              <a:satOff val="2173"/>
              <a:lumOff val="-10490"/>
              <a:alphaOff val="0"/>
            </a:schemeClr>
          </a:solidFill>
          <a:prstDash val="dash"/>
          <a:miter lim="800000"/>
        </a:ln>
        <a:effectLst/>
      </dgm:spPr>
    </dgm:pt>
    <dgm:pt modelId="{4797FB61-2602-4A58-81E6-6F133DB1E419}" type="pres">
      <dgm:prSet presAssocID="{E4033A39-DCC4-4038-9562-AEDDBBB37A99}" presName="ConnectLineEnd1" presStyleLbl="lnNode1" presStyleIdx="1" presStyleCnt="5"/>
      <dgm:spPr/>
    </dgm:pt>
    <dgm:pt modelId="{3ADF0AE3-D759-4F4F-8135-572855211847}" type="pres">
      <dgm:prSet presAssocID="{E4033A39-DCC4-4038-9562-AEDDBBB37A99}" presName="EmptyPane1" presStyleCnt="0"/>
      <dgm:spPr/>
    </dgm:pt>
    <dgm:pt modelId="{B0CD7A53-7149-45F2-83E8-36717D7878A1}" type="pres">
      <dgm:prSet presAssocID="{80AB0E5B-0C58-465D-A545-5B21133D2849}" presName="spaceBetweenRectangles1" presStyleCnt="0"/>
      <dgm:spPr/>
    </dgm:pt>
    <dgm:pt modelId="{FB379A6E-C0F9-420B-90FC-2785E757E6AE}" type="pres">
      <dgm:prSet presAssocID="{87BF7896-20EA-4E8F-B6F4-A34EC5C9CB50}" presName="composite1" presStyleCnt="0"/>
      <dgm:spPr/>
    </dgm:pt>
    <dgm:pt modelId="{9D82041D-873A-4600-A9C7-C0A0ADFB138B}" type="pres">
      <dgm:prSet presAssocID="{87BF7896-20EA-4E8F-B6F4-A34EC5C9CB50}" presName="parent1" presStyleLbl="alignNode1" presStyleIdx="2" presStyleCnt="5">
        <dgm:presLayoutVars>
          <dgm:chMax val="1"/>
          <dgm:chPref val="1"/>
          <dgm:bulletEnabled val="1"/>
        </dgm:presLayoutVars>
      </dgm:prSet>
      <dgm:spPr/>
    </dgm:pt>
    <dgm:pt modelId="{80CDBBF8-C6B4-4166-87C1-DC9120CC7586}" type="pres">
      <dgm:prSet presAssocID="{87BF7896-20EA-4E8F-B6F4-A34EC5C9CB50}" presName="Childtext1" presStyleLbl="revTx" presStyleIdx="2" presStyleCnt="5">
        <dgm:presLayoutVars>
          <dgm:bulletEnabled val="1"/>
        </dgm:presLayoutVars>
      </dgm:prSet>
      <dgm:spPr/>
    </dgm:pt>
    <dgm:pt modelId="{89759DE5-9F8A-470E-A6D8-F13BB4DEE93D}" type="pres">
      <dgm:prSet presAssocID="{87BF7896-20EA-4E8F-B6F4-A34EC5C9CB50}" presName="ConnectLine1" presStyleLbl="sibTrans1D1" presStyleIdx="2" presStyleCnt="5"/>
      <dgm:spPr>
        <a:noFill/>
        <a:ln w="6350" cap="flat" cmpd="sng" algn="ctr">
          <a:solidFill>
            <a:schemeClr val="accent5">
              <a:hueOff val="180003"/>
              <a:satOff val="4346"/>
              <a:lumOff val="-20980"/>
              <a:alphaOff val="0"/>
            </a:schemeClr>
          </a:solidFill>
          <a:prstDash val="dash"/>
          <a:miter lim="800000"/>
        </a:ln>
        <a:effectLst/>
      </dgm:spPr>
    </dgm:pt>
    <dgm:pt modelId="{07CCF286-8B46-4A20-ACAC-84BA2D6EFBBC}" type="pres">
      <dgm:prSet presAssocID="{87BF7896-20EA-4E8F-B6F4-A34EC5C9CB50}" presName="ConnectLineEnd1" presStyleLbl="lnNode1" presStyleIdx="2" presStyleCnt="5"/>
      <dgm:spPr/>
    </dgm:pt>
    <dgm:pt modelId="{4624FC32-5405-42B1-B5CC-DF0659852A58}" type="pres">
      <dgm:prSet presAssocID="{87BF7896-20EA-4E8F-B6F4-A34EC5C9CB50}" presName="EmptyPane1" presStyleCnt="0"/>
      <dgm:spPr/>
    </dgm:pt>
    <dgm:pt modelId="{8C327064-3851-4ECF-AAB7-82B51711041E}" type="pres">
      <dgm:prSet presAssocID="{D63CE73E-35DE-48C3-8753-7648BC953C0D}" presName="spaceBetweenRectangles1" presStyleCnt="0"/>
      <dgm:spPr/>
    </dgm:pt>
    <dgm:pt modelId="{3ADEA4DF-6814-494D-9D3D-41947417052B}" type="pres">
      <dgm:prSet presAssocID="{3DE6FF16-CA4D-4D34-ABEB-8BE6A40B5E52}" presName="composite1" presStyleCnt="0"/>
      <dgm:spPr/>
    </dgm:pt>
    <dgm:pt modelId="{74CD3FF2-195B-429B-BC6F-5B5A7FED2BE2}" type="pres">
      <dgm:prSet presAssocID="{3DE6FF16-CA4D-4D34-ABEB-8BE6A40B5E52}" presName="parent1" presStyleLbl="alignNode1" presStyleIdx="3" presStyleCnt="5">
        <dgm:presLayoutVars>
          <dgm:chMax val="1"/>
          <dgm:chPref val="1"/>
          <dgm:bulletEnabled val="1"/>
        </dgm:presLayoutVars>
      </dgm:prSet>
      <dgm:spPr/>
    </dgm:pt>
    <dgm:pt modelId="{1BB5FD64-47F9-47A3-911F-535BFE17A3B9}" type="pres">
      <dgm:prSet presAssocID="{3DE6FF16-CA4D-4D34-ABEB-8BE6A40B5E52}" presName="Childtext1" presStyleLbl="revTx" presStyleIdx="3" presStyleCnt="5">
        <dgm:presLayoutVars>
          <dgm:bulletEnabled val="1"/>
        </dgm:presLayoutVars>
      </dgm:prSet>
      <dgm:spPr/>
    </dgm:pt>
    <dgm:pt modelId="{FE9B27EB-7AC7-485A-9A55-41E8118F9EAF}" type="pres">
      <dgm:prSet presAssocID="{3DE6FF16-CA4D-4D34-ABEB-8BE6A40B5E52}" presName="ConnectLine1" presStyleLbl="sibTrans1D1" presStyleIdx="3" presStyleCnt="5"/>
      <dgm:spPr>
        <a:noFill/>
        <a:ln w="6350" cap="flat" cmpd="sng" algn="ctr">
          <a:solidFill>
            <a:schemeClr val="accent5">
              <a:hueOff val="270005"/>
              <a:satOff val="6519"/>
              <a:lumOff val="-31471"/>
              <a:alphaOff val="0"/>
            </a:schemeClr>
          </a:solidFill>
          <a:prstDash val="dash"/>
          <a:miter lim="800000"/>
        </a:ln>
        <a:effectLst/>
      </dgm:spPr>
    </dgm:pt>
    <dgm:pt modelId="{46BD4721-4664-4AD0-9F11-DBE7E0B207D5}" type="pres">
      <dgm:prSet presAssocID="{3DE6FF16-CA4D-4D34-ABEB-8BE6A40B5E52}" presName="ConnectLineEnd1" presStyleLbl="lnNode1" presStyleIdx="3" presStyleCnt="5"/>
      <dgm:spPr/>
    </dgm:pt>
    <dgm:pt modelId="{69028BD0-349D-4B47-B1F4-B64C6478DE3C}" type="pres">
      <dgm:prSet presAssocID="{3DE6FF16-CA4D-4D34-ABEB-8BE6A40B5E52}" presName="EmptyPane1" presStyleCnt="0"/>
      <dgm:spPr/>
    </dgm:pt>
    <dgm:pt modelId="{619CFBB1-86F5-45A6-80BA-23F97450662F}" type="pres">
      <dgm:prSet presAssocID="{986162A7-6F89-4679-B40E-33A17DA21B73}" presName="spaceBetweenRectangles1" presStyleCnt="0"/>
      <dgm:spPr/>
    </dgm:pt>
    <dgm:pt modelId="{E4E0A96A-AF87-442A-A1A3-64B8F3CFC7FE}" type="pres">
      <dgm:prSet presAssocID="{AC76BE15-3E8A-498B-91BD-CF772C26B6F1}" presName="composite1" presStyleCnt="0"/>
      <dgm:spPr/>
    </dgm:pt>
    <dgm:pt modelId="{483E7832-9872-48C4-8E65-DCB39D4CDBDF}" type="pres">
      <dgm:prSet presAssocID="{AC76BE15-3E8A-498B-91BD-CF772C26B6F1}" presName="parent1" presStyleLbl="alignNode1" presStyleIdx="4" presStyleCnt="5">
        <dgm:presLayoutVars>
          <dgm:chMax val="1"/>
          <dgm:chPref val="1"/>
          <dgm:bulletEnabled val="1"/>
        </dgm:presLayoutVars>
      </dgm:prSet>
      <dgm:spPr/>
    </dgm:pt>
    <dgm:pt modelId="{1FA3C236-5719-4A33-A6BB-80FA85F940E3}" type="pres">
      <dgm:prSet presAssocID="{AC76BE15-3E8A-498B-91BD-CF772C26B6F1}" presName="Childtext1" presStyleLbl="revTx" presStyleIdx="4" presStyleCnt="5">
        <dgm:presLayoutVars>
          <dgm:bulletEnabled val="1"/>
        </dgm:presLayoutVars>
      </dgm:prSet>
      <dgm:spPr/>
    </dgm:pt>
    <dgm:pt modelId="{18F1C823-9ACD-4FCD-8102-F468DCE57A45}" type="pres">
      <dgm:prSet presAssocID="{AC76BE15-3E8A-498B-91BD-CF772C26B6F1}" presName="ConnectLine1" presStyleLbl="sibTrans1D1" presStyleIdx="4" presStyleCnt="5"/>
      <dgm:spPr>
        <a:noFill/>
        <a:ln w="6350" cap="flat" cmpd="sng" algn="ctr">
          <a:solidFill>
            <a:schemeClr val="accent5">
              <a:hueOff val="360006"/>
              <a:satOff val="8692"/>
              <a:lumOff val="-41961"/>
              <a:alphaOff val="0"/>
            </a:schemeClr>
          </a:solidFill>
          <a:prstDash val="dash"/>
          <a:miter lim="800000"/>
        </a:ln>
        <a:effectLst/>
      </dgm:spPr>
    </dgm:pt>
    <dgm:pt modelId="{F8AD0AB8-BBDF-4F0A-A6A0-850E289DD521}" type="pres">
      <dgm:prSet presAssocID="{AC76BE15-3E8A-498B-91BD-CF772C26B6F1}" presName="ConnectLineEnd1" presStyleLbl="lnNode1" presStyleIdx="4" presStyleCnt="5"/>
      <dgm:spPr/>
    </dgm:pt>
    <dgm:pt modelId="{11CAE2E7-2E06-450A-A729-9C2DCEF85421}" type="pres">
      <dgm:prSet presAssocID="{AC76BE15-3E8A-498B-91BD-CF772C26B6F1}" presName="EmptyPane1" presStyleCnt="0"/>
      <dgm:spPr/>
    </dgm:pt>
  </dgm:ptLst>
  <dgm:cxnLst>
    <dgm:cxn modelId="{58AF9605-98E3-490C-9551-60E5D74419A2}" type="presOf" srcId="{3DE6FF16-CA4D-4D34-ABEB-8BE6A40B5E52}" destId="{74CD3FF2-195B-429B-BC6F-5B5A7FED2BE2}" srcOrd="0" destOrd="0" presId="urn:microsoft.com/office/officeart/2016/7/layout/RoundedRectangleTimeline"/>
    <dgm:cxn modelId="{467F290A-9E2A-412E-AF06-428DAA68BEDD}" type="presOf" srcId="{E4033A39-DCC4-4038-9562-AEDDBBB37A99}" destId="{539615E2-3277-4D8E-8484-FF5088C8BF01}" srcOrd="0" destOrd="0" presId="urn:microsoft.com/office/officeart/2016/7/layout/RoundedRectangleTimeline"/>
    <dgm:cxn modelId="{A2A50010-8F67-49E4-9B0A-E0F7FDA9656C}" type="presOf" srcId="{B54C8F6C-BE1E-4EAB-B7A0-48DE01FFAA36}" destId="{45A02F84-C6CB-43F5-AEE4-3EA66C2BD25F}" srcOrd="0" destOrd="0" presId="urn:microsoft.com/office/officeart/2016/7/layout/RoundedRectangleTimeline"/>
    <dgm:cxn modelId="{92330C11-C197-4512-BDA4-8D8A69AF7D1C}" srcId="{E5B2E815-0D19-41DC-B01B-4D608769620A}" destId="{87BF7896-20EA-4E8F-B6F4-A34EC5C9CB50}" srcOrd="2" destOrd="0" parTransId="{05E47BA5-F724-4AEE-9B5B-401F18E028E6}" sibTransId="{D63CE73E-35DE-48C3-8753-7648BC953C0D}"/>
    <dgm:cxn modelId="{D88F5139-A3BF-4F98-ABB0-AEE7243465CB}" type="presOf" srcId="{87BF7896-20EA-4E8F-B6F4-A34EC5C9CB50}" destId="{9D82041D-873A-4600-A9C7-C0A0ADFB138B}" srcOrd="0" destOrd="0" presId="urn:microsoft.com/office/officeart/2016/7/layout/RoundedRectangleTimeline"/>
    <dgm:cxn modelId="{32EF2862-2950-4DF8-BEA8-CD19460CCA31}" srcId="{E5B2E815-0D19-41DC-B01B-4D608769620A}" destId="{E4033A39-DCC4-4038-9562-AEDDBBB37A99}" srcOrd="1" destOrd="0" parTransId="{048EEAE6-78BA-4B00-B7BB-9C22DBB1E8F4}" sibTransId="{80AB0E5B-0C58-465D-A545-5B21133D2849}"/>
    <dgm:cxn modelId="{5E74CB62-E52E-4CEE-8AA1-9812BFC0D67E}" srcId="{E4033A39-DCC4-4038-9562-AEDDBBB37A99}" destId="{A4C0B4E4-70AD-4901-9E3F-7EA25DD6DAA1}" srcOrd="0" destOrd="0" parTransId="{701D9033-BAD3-4299-933F-A47AFDC2ECD0}" sibTransId="{657DB10D-2517-48AA-B970-6D815DBD4123}"/>
    <dgm:cxn modelId="{4653A150-E557-4235-B1A1-18156274D965}" type="presOf" srcId="{4259F840-24E7-476F-9F30-482E46395856}" destId="{E088D226-49D7-4C30-90DC-CA1755D98829}" srcOrd="0" destOrd="0" presId="urn:microsoft.com/office/officeart/2016/7/layout/RoundedRectangleTimeline"/>
    <dgm:cxn modelId="{E6B56652-B46A-4546-9536-64D675143F1B}" type="presOf" srcId="{A4C0B4E4-70AD-4901-9E3F-7EA25DD6DAA1}" destId="{FEBD3C2A-A340-470A-A475-AE614EA07678}" srcOrd="0" destOrd="0" presId="urn:microsoft.com/office/officeart/2016/7/layout/RoundedRectangleTimeline"/>
    <dgm:cxn modelId="{D9403C73-FB83-47D6-85AE-067D49ED63F2}" srcId="{3DE6FF16-CA4D-4D34-ABEB-8BE6A40B5E52}" destId="{C032D242-8D23-4EEC-A10A-7B0691E5A409}" srcOrd="0" destOrd="0" parTransId="{167DA838-BF1F-42A4-81E8-806F40795A14}" sibTransId="{7EFA60CA-572D-434D-B452-A4ACBAEB4D2C}"/>
    <dgm:cxn modelId="{140A4778-8248-44DE-B78A-23C578A77D7E}" srcId="{E5B2E815-0D19-41DC-B01B-4D608769620A}" destId="{AC76BE15-3E8A-498B-91BD-CF772C26B6F1}" srcOrd="4" destOrd="0" parTransId="{00CCB400-064A-4EF5-9806-9534D9AC69AD}" sibTransId="{662A3D6E-7238-444F-BC0B-C7A4321261DB}"/>
    <dgm:cxn modelId="{020D505A-97FA-43DD-A9A1-2501AD46F8AF}" type="presOf" srcId="{43CBB0A2-9D75-4264-8A30-3E8974B40658}" destId="{80CDBBF8-C6B4-4166-87C1-DC9120CC7586}" srcOrd="0" destOrd="0" presId="urn:microsoft.com/office/officeart/2016/7/layout/RoundedRectangleTimeline"/>
    <dgm:cxn modelId="{4D2DF581-8128-4440-9E51-29109DC6ED52}" srcId="{87BF7896-20EA-4E8F-B6F4-A34EC5C9CB50}" destId="{43CBB0A2-9D75-4264-8A30-3E8974B40658}" srcOrd="0" destOrd="0" parTransId="{F806E590-5F8E-48A1-96AC-9E738290D2ED}" sibTransId="{20F77EFB-335C-4BC3-AD95-8421EDF343E6}"/>
    <dgm:cxn modelId="{67A67F8B-14DC-457C-93BE-25105825881F}" type="presOf" srcId="{AC76BE15-3E8A-498B-91BD-CF772C26B6F1}" destId="{483E7832-9872-48C4-8E65-DCB39D4CDBDF}" srcOrd="0" destOrd="0" presId="urn:microsoft.com/office/officeart/2016/7/layout/RoundedRectangleTimeline"/>
    <dgm:cxn modelId="{C8CAF48F-322D-43C3-A68B-40DA904320AC}" type="presOf" srcId="{E5B2E815-0D19-41DC-B01B-4D608769620A}" destId="{196C9F68-3606-4282-A4C6-4485F1280B5F}" srcOrd="0" destOrd="0" presId="urn:microsoft.com/office/officeart/2016/7/layout/RoundedRectangleTimeline"/>
    <dgm:cxn modelId="{19CF03A0-47BE-4ABD-A62C-A27E16D6C5A3}" srcId="{AC76BE15-3E8A-498B-91BD-CF772C26B6F1}" destId="{73820394-2159-4075-9E6F-217263B07F8B}" srcOrd="0" destOrd="0" parTransId="{A861A835-3A0D-4B09-8870-87D7FDC7B27F}" sibTransId="{D383A36B-470D-499F-AE13-85A6B2495524}"/>
    <dgm:cxn modelId="{D473BBA6-FF54-423D-9B9B-875C8AA2545B}" type="presOf" srcId="{73820394-2159-4075-9E6F-217263B07F8B}" destId="{1FA3C236-5719-4A33-A6BB-80FA85F940E3}" srcOrd="0" destOrd="0" presId="urn:microsoft.com/office/officeart/2016/7/layout/RoundedRectangleTimeline"/>
    <dgm:cxn modelId="{636DE8C5-F706-4BA5-855F-85FD2239E2BE}" srcId="{E5B2E815-0D19-41DC-B01B-4D608769620A}" destId="{3DE6FF16-CA4D-4D34-ABEB-8BE6A40B5E52}" srcOrd="3" destOrd="0" parTransId="{DA9CCCCB-8206-4757-82C8-F885E9D238B5}" sibTransId="{986162A7-6F89-4679-B40E-33A17DA21B73}"/>
    <dgm:cxn modelId="{770CA1CC-3DDD-451E-AE83-A71CA570260C}" srcId="{4259F840-24E7-476F-9F30-482E46395856}" destId="{B54C8F6C-BE1E-4EAB-B7A0-48DE01FFAA36}" srcOrd="0" destOrd="0" parTransId="{8DE7CD45-B7C0-432E-B819-6A7D97E31315}" sibTransId="{C33B8BEF-A818-4A2F-A99A-E2B29895E184}"/>
    <dgm:cxn modelId="{42EE41D1-3C16-4937-BB38-B076896C09A0}" srcId="{E5B2E815-0D19-41DC-B01B-4D608769620A}" destId="{4259F840-24E7-476F-9F30-482E46395856}" srcOrd="0" destOrd="0" parTransId="{FCE8068D-7E50-4749-A8D0-ADEDAC5637B3}" sibTransId="{DCC444A4-F20A-48F5-A61E-47BFFF185A57}"/>
    <dgm:cxn modelId="{546179F7-5E1B-4360-8938-B9238DA6DE5D}" type="presOf" srcId="{C032D242-8D23-4EEC-A10A-7B0691E5A409}" destId="{1BB5FD64-47F9-47A3-911F-535BFE17A3B9}" srcOrd="0" destOrd="0" presId="urn:microsoft.com/office/officeart/2016/7/layout/RoundedRectangleTimeline"/>
    <dgm:cxn modelId="{B5EA3CD6-0576-4168-82C9-9ADC0803B31E}" type="presParOf" srcId="{196C9F68-3606-4282-A4C6-4485F1280B5F}" destId="{68D8AC18-502F-4825-B069-75605ADB3A40}" srcOrd="0" destOrd="0" presId="urn:microsoft.com/office/officeart/2016/7/layout/RoundedRectangleTimeline"/>
    <dgm:cxn modelId="{30A197C5-075F-4643-BF26-64BC9FAF532F}" type="presParOf" srcId="{68D8AC18-502F-4825-B069-75605ADB3A40}" destId="{E088D226-49D7-4C30-90DC-CA1755D98829}" srcOrd="0" destOrd="0" presId="urn:microsoft.com/office/officeart/2016/7/layout/RoundedRectangleTimeline"/>
    <dgm:cxn modelId="{DBAA9861-CCB2-4B8A-A3AA-B305A4B5783E}" type="presParOf" srcId="{68D8AC18-502F-4825-B069-75605ADB3A40}" destId="{45A02F84-C6CB-43F5-AEE4-3EA66C2BD25F}" srcOrd="1" destOrd="0" presId="urn:microsoft.com/office/officeart/2016/7/layout/RoundedRectangleTimeline"/>
    <dgm:cxn modelId="{3F249148-C6F7-40D3-8583-B11C276DE023}" type="presParOf" srcId="{68D8AC18-502F-4825-B069-75605ADB3A40}" destId="{6BA46904-CB7C-4538-BD49-D3891EF19552}" srcOrd="2" destOrd="0" presId="urn:microsoft.com/office/officeart/2016/7/layout/RoundedRectangleTimeline"/>
    <dgm:cxn modelId="{337BF8D5-8206-4D0E-857F-BA46391BB745}" type="presParOf" srcId="{68D8AC18-502F-4825-B069-75605ADB3A40}" destId="{049FDBD0-77FE-49D1-A275-A272C8C5E426}" srcOrd="3" destOrd="0" presId="urn:microsoft.com/office/officeart/2016/7/layout/RoundedRectangleTimeline"/>
    <dgm:cxn modelId="{8E042F31-23CC-40C0-92DC-707183B24E81}" type="presParOf" srcId="{68D8AC18-502F-4825-B069-75605ADB3A40}" destId="{CB26EA94-33BB-4F98-9E1E-2237D4831263}" srcOrd="4" destOrd="0" presId="urn:microsoft.com/office/officeart/2016/7/layout/RoundedRectangleTimeline"/>
    <dgm:cxn modelId="{16926BC1-FC34-413E-B35A-2F54A781CCCD}" type="presParOf" srcId="{196C9F68-3606-4282-A4C6-4485F1280B5F}" destId="{606F1DBF-510E-4065-ACCB-3EBDA85CFB92}" srcOrd="1" destOrd="0" presId="urn:microsoft.com/office/officeart/2016/7/layout/RoundedRectangleTimeline"/>
    <dgm:cxn modelId="{42F07C1F-C715-41B1-8356-B99F8CE1AC01}" type="presParOf" srcId="{196C9F68-3606-4282-A4C6-4485F1280B5F}" destId="{07989479-D1A2-4D15-AA3A-B0CFFB9F91D9}" srcOrd="2" destOrd="0" presId="urn:microsoft.com/office/officeart/2016/7/layout/RoundedRectangleTimeline"/>
    <dgm:cxn modelId="{5856EE22-FE01-4788-BBF3-407A68D5A730}" type="presParOf" srcId="{07989479-D1A2-4D15-AA3A-B0CFFB9F91D9}" destId="{539615E2-3277-4D8E-8484-FF5088C8BF01}" srcOrd="0" destOrd="0" presId="urn:microsoft.com/office/officeart/2016/7/layout/RoundedRectangleTimeline"/>
    <dgm:cxn modelId="{3004EE47-5347-4BBA-95CC-D947A73AE485}" type="presParOf" srcId="{07989479-D1A2-4D15-AA3A-B0CFFB9F91D9}" destId="{FEBD3C2A-A340-470A-A475-AE614EA07678}" srcOrd="1" destOrd="0" presId="urn:microsoft.com/office/officeart/2016/7/layout/RoundedRectangleTimeline"/>
    <dgm:cxn modelId="{400A75AC-5289-4270-AC07-416891AF3888}" type="presParOf" srcId="{07989479-D1A2-4D15-AA3A-B0CFFB9F91D9}" destId="{080474C8-0FEA-4FD1-97F1-0978CFB4A37F}" srcOrd="2" destOrd="0" presId="urn:microsoft.com/office/officeart/2016/7/layout/RoundedRectangleTimeline"/>
    <dgm:cxn modelId="{304EB087-DD14-4AA8-8A06-DF9485956226}" type="presParOf" srcId="{07989479-D1A2-4D15-AA3A-B0CFFB9F91D9}" destId="{4797FB61-2602-4A58-81E6-6F133DB1E419}" srcOrd="3" destOrd="0" presId="urn:microsoft.com/office/officeart/2016/7/layout/RoundedRectangleTimeline"/>
    <dgm:cxn modelId="{BC4CC356-31E8-4421-B18C-CB3697E73FAC}" type="presParOf" srcId="{07989479-D1A2-4D15-AA3A-B0CFFB9F91D9}" destId="{3ADF0AE3-D759-4F4F-8135-572855211847}" srcOrd="4" destOrd="0" presId="urn:microsoft.com/office/officeart/2016/7/layout/RoundedRectangleTimeline"/>
    <dgm:cxn modelId="{718BABD9-3B60-482F-B01A-2E414F152777}" type="presParOf" srcId="{196C9F68-3606-4282-A4C6-4485F1280B5F}" destId="{B0CD7A53-7149-45F2-83E8-36717D7878A1}" srcOrd="3" destOrd="0" presId="urn:microsoft.com/office/officeart/2016/7/layout/RoundedRectangleTimeline"/>
    <dgm:cxn modelId="{FD435764-A46B-4635-A943-B6C17FFBD43C}" type="presParOf" srcId="{196C9F68-3606-4282-A4C6-4485F1280B5F}" destId="{FB379A6E-C0F9-420B-90FC-2785E757E6AE}" srcOrd="4" destOrd="0" presId="urn:microsoft.com/office/officeart/2016/7/layout/RoundedRectangleTimeline"/>
    <dgm:cxn modelId="{03D7F2C3-849C-416B-B668-D51C46CA90E6}" type="presParOf" srcId="{FB379A6E-C0F9-420B-90FC-2785E757E6AE}" destId="{9D82041D-873A-4600-A9C7-C0A0ADFB138B}" srcOrd="0" destOrd="0" presId="urn:microsoft.com/office/officeart/2016/7/layout/RoundedRectangleTimeline"/>
    <dgm:cxn modelId="{1DA536D0-EC28-4B9F-A5E9-28EC8F45638C}" type="presParOf" srcId="{FB379A6E-C0F9-420B-90FC-2785E757E6AE}" destId="{80CDBBF8-C6B4-4166-87C1-DC9120CC7586}" srcOrd="1" destOrd="0" presId="urn:microsoft.com/office/officeart/2016/7/layout/RoundedRectangleTimeline"/>
    <dgm:cxn modelId="{A1A8842C-F8BC-40AC-8FFC-6A922D88E333}" type="presParOf" srcId="{FB379A6E-C0F9-420B-90FC-2785E757E6AE}" destId="{89759DE5-9F8A-470E-A6D8-F13BB4DEE93D}" srcOrd="2" destOrd="0" presId="urn:microsoft.com/office/officeart/2016/7/layout/RoundedRectangleTimeline"/>
    <dgm:cxn modelId="{29E74E09-91C9-47DF-AE07-A1527FF00EB2}" type="presParOf" srcId="{FB379A6E-C0F9-420B-90FC-2785E757E6AE}" destId="{07CCF286-8B46-4A20-ACAC-84BA2D6EFBBC}" srcOrd="3" destOrd="0" presId="urn:microsoft.com/office/officeart/2016/7/layout/RoundedRectangleTimeline"/>
    <dgm:cxn modelId="{410C15E7-86BA-42B7-8F67-411E34B11038}" type="presParOf" srcId="{FB379A6E-C0F9-420B-90FC-2785E757E6AE}" destId="{4624FC32-5405-42B1-B5CC-DF0659852A58}" srcOrd="4" destOrd="0" presId="urn:microsoft.com/office/officeart/2016/7/layout/RoundedRectangleTimeline"/>
    <dgm:cxn modelId="{E805D201-407E-43CA-9B74-1CB556699F3D}" type="presParOf" srcId="{196C9F68-3606-4282-A4C6-4485F1280B5F}" destId="{8C327064-3851-4ECF-AAB7-82B51711041E}" srcOrd="5" destOrd="0" presId="urn:microsoft.com/office/officeart/2016/7/layout/RoundedRectangleTimeline"/>
    <dgm:cxn modelId="{43BD8313-2385-4BA0-9145-2022434D3E68}" type="presParOf" srcId="{196C9F68-3606-4282-A4C6-4485F1280B5F}" destId="{3ADEA4DF-6814-494D-9D3D-41947417052B}" srcOrd="6" destOrd="0" presId="urn:microsoft.com/office/officeart/2016/7/layout/RoundedRectangleTimeline"/>
    <dgm:cxn modelId="{77EE5245-99F9-4607-BF5D-14371704AD7C}" type="presParOf" srcId="{3ADEA4DF-6814-494D-9D3D-41947417052B}" destId="{74CD3FF2-195B-429B-BC6F-5B5A7FED2BE2}" srcOrd="0" destOrd="0" presId="urn:microsoft.com/office/officeart/2016/7/layout/RoundedRectangleTimeline"/>
    <dgm:cxn modelId="{4182CE37-4E54-4351-9A5F-1904FF20E71C}" type="presParOf" srcId="{3ADEA4DF-6814-494D-9D3D-41947417052B}" destId="{1BB5FD64-47F9-47A3-911F-535BFE17A3B9}" srcOrd="1" destOrd="0" presId="urn:microsoft.com/office/officeart/2016/7/layout/RoundedRectangleTimeline"/>
    <dgm:cxn modelId="{618B960F-61F5-4357-A407-60CA51E36041}" type="presParOf" srcId="{3ADEA4DF-6814-494D-9D3D-41947417052B}" destId="{FE9B27EB-7AC7-485A-9A55-41E8118F9EAF}" srcOrd="2" destOrd="0" presId="urn:microsoft.com/office/officeart/2016/7/layout/RoundedRectangleTimeline"/>
    <dgm:cxn modelId="{181A4BE4-72AF-463E-880D-D34673D0F9E8}" type="presParOf" srcId="{3ADEA4DF-6814-494D-9D3D-41947417052B}" destId="{46BD4721-4664-4AD0-9F11-DBE7E0B207D5}" srcOrd="3" destOrd="0" presId="urn:microsoft.com/office/officeart/2016/7/layout/RoundedRectangleTimeline"/>
    <dgm:cxn modelId="{AC4EA57A-E4C0-4C2D-8EC9-38BC20FC13B6}" type="presParOf" srcId="{3ADEA4DF-6814-494D-9D3D-41947417052B}" destId="{69028BD0-349D-4B47-B1F4-B64C6478DE3C}" srcOrd="4" destOrd="0" presId="urn:microsoft.com/office/officeart/2016/7/layout/RoundedRectangleTimeline"/>
    <dgm:cxn modelId="{AA8AD3DD-2E80-42F5-B3E4-A5C7AF3802D4}" type="presParOf" srcId="{196C9F68-3606-4282-A4C6-4485F1280B5F}" destId="{619CFBB1-86F5-45A6-80BA-23F97450662F}" srcOrd="7" destOrd="0" presId="urn:microsoft.com/office/officeart/2016/7/layout/RoundedRectangleTimeline"/>
    <dgm:cxn modelId="{FDD0F37D-1C7B-48B3-AC81-ED4C6F1B5BBD}" type="presParOf" srcId="{196C9F68-3606-4282-A4C6-4485F1280B5F}" destId="{E4E0A96A-AF87-442A-A1A3-64B8F3CFC7FE}" srcOrd="8" destOrd="0" presId="urn:microsoft.com/office/officeart/2016/7/layout/RoundedRectangleTimeline"/>
    <dgm:cxn modelId="{CF303A04-9A48-4B41-A7BB-CC3D8C5695D3}" type="presParOf" srcId="{E4E0A96A-AF87-442A-A1A3-64B8F3CFC7FE}" destId="{483E7832-9872-48C4-8E65-DCB39D4CDBDF}" srcOrd="0" destOrd="0" presId="urn:microsoft.com/office/officeart/2016/7/layout/RoundedRectangleTimeline"/>
    <dgm:cxn modelId="{73245F8D-03D3-46C1-81E4-D90E66C49907}" type="presParOf" srcId="{E4E0A96A-AF87-442A-A1A3-64B8F3CFC7FE}" destId="{1FA3C236-5719-4A33-A6BB-80FA85F940E3}" srcOrd="1" destOrd="0" presId="urn:microsoft.com/office/officeart/2016/7/layout/RoundedRectangleTimeline"/>
    <dgm:cxn modelId="{412C5C97-3381-4F16-9B7D-FDFBEDD4E918}" type="presParOf" srcId="{E4E0A96A-AF87-442A-A1A3-64B8F3CFC7FE}" destId="{18F1C823-9ACD-4FCD-8102-F468DCE57A45}" srcOrd="2" destOrd="0" presId="urn:microsoft.com/office/officeart/2016/7/layout/RoundedRectangleTimeline"/>
    <dgm:cxn modelId="{23A8F6FC-DFDA-4E9F-A354-A33937E1BFC9}" type="presParOf" srcId="{E4E0A96A-AF87-442A-A1A3-64B8F3CFC7FE}" destId="{F8AD0AB8-BBDF-4F0A-A6A0-850E289DD521}" srcOrd="3" destOrd="0" presId="urn:microsoft.com/office/officeart/2016/7/layout/RoundedRectangleTimeline"/>
    <dgm:cxn modelId="{C02C06C2-0966-4212-84DD-DA325FCEF64C}" type="presParOf" srcId="{E4E0A96A-AF87-442A-A1A3-64B8F3CFC7FE}" destId="{11CAE2E7-2E06-450A-A729-9C2DCEF85421}" srcOrd="4" destOrd="0" presId="urn:microsoft.com/office/officeart/2016/7/layout/RoundedRectangle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88D226-49D7-4C30-90DC-CA1755D98829}">
      <dsp:nvSpPr>
        <dsp:cNvPr id="0" name=""/>
        <dsp:cNvSpPr/>
      </dsp:nvSpPr>
      <dsp:spPr>
        <a:xfrm rot="16200000">
          <a:off x="1434223" y="1011950"/>
          <a:ext cx="397986" cy="1955960"/>
        </a:xfrm>
        <a:prstGeom prst="round2Same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rtlCol="0" anchor="ctr" anchorCtr="1">
          <a:noAutofit/>
        </a:bodyPr>
        <a:lstStyle/>
        <a:p>
          <a:pPr marL="0" lvl="0" indent="0" algn="ctr" defTabSz="800100" rtl="0">
            <a:lnSpc>
              <a:spcPct val="90000"/>
            </a:lnSpc>
            <a:spcBef>
              <a:spcPct val="0"/>
            </a:spcBef>
            <a:spcAft>
              <a:spcPct val="35000"/>
            </a:spcAft>
            <a:buNone/>
          </a:pPr>
          <a:r>
            <a:rPr lang="en-GB" sz="1800" kern="1200">
              <a:latin typeface="+mn-lt"/>
            </a:rPr>
            <a:t>Title</a:t>
          </a:r>
        </a:p>
      </dsp:txBody>
      <dsp:txXfrm rot="5400000">
        <a:off x="674664" y="1810365"/>
        <a:ext cx="1936532" cy="359130"/>
      </dsp:txXfrm>
    </dsp:sp>
    <dsp:sp modelId="{45A02F84-C6CB-43F5-AEE4-3EA66C2BD25F}">
      <dsp:nvSpPr>
        <dsp:cNvPr id="0" name=""/>
        <dsp:cNvSpPr/>
      </dsp:nvSpPr>
      <dsp:spPr>
        <a:xfrm>
          <a:off x="3249" y="0"/>
          <a:ext cx="3259934" cy="1392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37160" numCol="1" spcCol="1270" rtlCol="0" anchor="b" anchorCtr="1">
          <a:noAutofit/>
        </a:bodyPr>
        <a:lstStyle/>
        <a:p>
          <a:pPr marL="0" lvl="0" indent="0" algn="ctr" defTabSz="800100" rtl="0">
            <a:lnSpc>
              <a:spcPct val="90000"/>
            </a:lnSpc>
            <a:spcBef>
              <a:spcPct val="0"/>
            </a:spcBef>
            <a:spcAft>
              <a:spcPct val="35000"/>
            </a:spcAft>
            <a:buFont typeface="Symbol" panose="05050102010706020507" pitchFamily="18" charset="2"/>
            <a:buNone/>
          </a:pPr>
          <a:r>
            <a:rPr lang="en-GB" sz="1800" kern="1200">
              <a:latin typeface="+mn-lt"/>
            </a:rPr>
            <a:t>To start a presentation, go to the Slide Show tab, and select          From Beginning.</a:t>
          </a:r>
        </a:p>
      </dsp:txBody>
      <dsp:txXfrm>
        <a:off x="3249" y="0"/>
        <a:ext cx="3259934" cy="1392951"/>
      </dsp:txXfrm>
    </dsp:sp>
    <dsp:sp modelId="{6BA46904-CB7C-4538-BD49-D3891EF19552}">
      <dsp:nvSpPr>
        <dsp:cNvPr id="0" name=""/>
        <dsp:cNvSpPr/>
      </dsp:nvSpPr>
      <dsp:spPr>
        <a:xfrm>
          <a:off x="1633216" y="1472548"/>
          <a:ext cx="0" cy="318388"/>
        </a:xfrm>
        <a:prstGeom prst="line">
          <a:avLst/>
        </a:prstGeom>
        <a:noFill/>
        <a:ln w="6350" cap="flat" cmpd="sng" algn="ctr">
          <a:solidFill>
            <a:schemeClr val="accent5">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49FDBD0-77FE-49D1-A275-A272C8C5E426}">
      <dsp:nvSpPr>
        <dsp:cNvPr id="0" name=""/>
        <dsp:cNvSpPr/>
      </dsp:nvSpPr>
      <dsp:spPr>
        <a:xfrm>
          <a:off x="1593417" y="1392951"/>
          <a:ext cx="79597" cy="79597"/>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9615E2-3277-4D8E-8484-FF5088C8BF01}">
      <dsp:nvSpPr>
        <dsp:cNvPr id="0" name=""/>
        <dsp:cNvSpPr/>
      </dsp:nvSpPr>
      <dsp:spPr>
        <a:xfrm>
          <a:off x="2611196" y="1790937"/>
          <a:ext cx="1955960" cy="397986"/>
        </a:xfrm>
        <a:prstGeom prst="rect">
          <a:avLst/>
        </a:prstGeom>
        <a:solidFill>
          <a:schemeClr val="accent5">
            <a:hueOff val="90002"/>
            <a:satOff val="2173"/>
            <a:lumOff val="-10490"/>
            <a:alphaOff val="0"/>
          </a:schemeClr>
        </a:solidFill>
        <a:ln w="12700" cap="flat" cmpd="sng" algn="ctr">
          <a:solidFill>
            <a:schemeClr val="accent5">
              <a:hueOff val="90002"/>
              <a:satOff val="2173"/>
              <a:lumOff val="-1049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rtlCol="0" anchor="ctr" anchorCtr="1">
          <a:noAutofit/>
        </a:bodyPr>
        <a:lstStyle/>
        <a:p>
          <a:pPr marL="0" lvl="0" indent="0" algn="ctr" defTabSz="800100" rtl="0">
            <a:lnSpc>
              <a:spcPct val="90000"/>
            </a:lnSpc>
            <a:spcBef>
              <a:spcPct val="0"/>
            </a:spcBef>
            <a:spcAft>
              <a:spcPct val="35000"/>
            </a:spcAft>
            <a:buNone/>
          </a:pPr>
          <a:r>
            <a:rPr lang="en-GB" sz="1800" kern="1200">
              <a:latin typeface="+mn-lt"/>
            </a:rPr>
            <a:t>Title</a:t>
          </a:r>
        </a:p>
      </dsp:txBody>
      <dsp:txXfrm>
        <a:off x="2611196" y="1790937"/>
        <a:ext cx="1955960" cy="397986"/>
      </dsp:txXfrm>
    </dsp:sp>
    <dsp:sp modelId="{FEBD3C2A-A340-470A-A475-AE614EA07678}">
      <dsp:nvSpPr>
        <dsp:cNvPr id="0" name=""/>
        <dsp:cNvSpPr/>
      </dsp:nvSpPr>
      <dsp:spPr>
        <a:xfrm>
          <a:off x="1959209" y="2586910"/>
          <a:ext cx="3259934" cy="1392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7160" rIns="0" bIns="0" numCol="1" spcCol="1270" rtlCol="0" anchor="t" anchorCtr="1">
          <a:noAutofit/>
        </a:bodyPr>
        <a:lstStyle/>
        <a:p>
          <a:pPr marL="0" lvl="0" indent="0" algn="ctr" defTabSz="800100" rtl="0">
            <a:lnSpc>
              <a:spcPct val="90000"/>
            </a:lnSpc>
            <a:spcBef>
              <a:spcPct val="0"/>
            </a:spcBef>
            <a:spcAft>
              <a:spcPct val="35000"/>
            </a:spcAft>
            <a:buFont typeface="Symbol" panose="05050102010706020507" pitchFamily="18" charset="2"/>
            <a:buNone/>
          </a:pPr>
          <a:r>
            <a:rPr lang="en-GB" sz="1800" kern="1200" dirty="0">
              <a:latin typeface="+mn-lt"/>
            </a:rPr>
            <a:t>To display Presenter view, in Slide Show view, on the control bar at the bottom left select the three dots, and then Show Presenter View.</a:t>
          </a:r>
        </a:p>
      </dsp:txBody>
      <dsp:txXfrm>
        <a:off x="1959209" y="2586910"/>
        <a:ext cx="3259934" cy="1392951"/>
      </dsp:txXfrm>
    </dsp:sp>
    <dsp:sp modelId="{080474C8-0FEA-4FD1-97F1-0978CFB4A37F}">
      <dsp:nvSpPr>
        <dsp:cNvPr id="0" name=""/>
        <dsp:cNvSpPr/>
      </dsp:nvSpPr>
      <dsp:spPr>
        <a:xfrm>
          <a:off x="3589176" y="2188924"/>
          <a:ext cx="0" cy="318388"/>
        </a:xfrm>
        <a:prstGeom prst="line">
          <a:avLst/>
        </a:prstGeom>
        <a:noFill/>
        <a:ln w="6350" cap="flat" cmpd="sng" algn="ctr">
          <a:solidFill>
            <a:schemeClr val="accent5">
              <a:hueOff val="90002"/>
              <a:satOff val="2173"/>
              <a:lumOff val="-10490"/>
              <a:alphaOff val="0"/>
            </a:schemeClr>
          </a:solidFill>
          <a:prstDash val="dash"/>
          <a:miter lim="800000"/>
        </a:ln>
        <a:effectLst/>
      </dsp:spPr>
      <dsp:style>
        <a:lnRef idx="1">
          <a:scrgbClr r="0" g="0" b="0"/>
        </a:lnRef>
        <a:fillRef idx="0">
          <a:scrgbClr r="0" g="0" b="0"/>
        </a:fillRef>
        <a:effectRef idx="0">
          <a:scrgbClr r="0" g="0" b="0"/>
        </a:effectRef>
        <a:fontRef idx="minor"/>
      </dsp:style>
    </dsp:sp>
    <dsp:sp modelId="{4797FB61-2602-4A58-81E6-6F133DB1E419}">
      <dsp:nvSpPr>
        <dsp:cNvPr id="0" name=""/>
        <dsp:cNvSpPr/>
      </dsp:nvSpPr>
      <dsp:spPr>
        <a:xfrm>
          <a:off x="3549378" y="2507313"/>
          <a:ext cx="79597" cy="79597"/>
        </a:xfrm>
        <a:prstGeom prst="ellipse">
          <a:avLst/>
        </a:prstGeom>
        <a:solidFill>
          <a:schemeClr val="accent5">
            <a:hueOff val="90002"/>
            <a:satOff val="2173"/>
            <a:lumOff val="-104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82041D-873A-4600-A9C7-C0A0ADFB138B}">
      <dsp:nvSpPr>
        <dsp:cNvPr id="0" name=""/>
        <dsp:cNvSpPr/>
      </dsp:nvSpPr>
      <dsp:spPr>
        <a:xfrm>
          <a:off x="4567157" y="1790937"/>
          <a:ext cx="1955960" cy="397986"/>
        </a:xfrm>
        <a:prstGeom prst="rect">
          <a:avLst/>
        </a:prstGeom>
        <a:solidFill>
          <a:schemeClr val="accent5">
            <a:hueOff val="180003"/>
            <a:satOff val="4346"/>
            <a:lumOff val="-20980"/>
            <a:alphaOff val="0"/>
          </a:schemeClr>
        </a:solidFill>
        <a:ln w="12700" cap="flat" cmpd="sng" algn="ctr">
          <a:solidFill>
            <a:schemeClr val="accent5">
              <a:hueOff val="180003"/>
              <a:satOff val="4346"/>
              <a:lumOff val="-2098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rtlCol="0" anchor="ctr" anchorCtr="1">
          <a:noAutofit/>
        </a:bodyPr>
        <a:lstStyle/>
        <a:p>
          <a:pPr marL="0" lvl="0" indent="0" algn="ctr" defTabSz="800100" rtl="0">
            <a:lnSpc>
              <a:spcPct val="90000"/>
            </a:lnSpc>
            <a:spcBef>
              <a:spcPct val="0"/>
            </a:spcBef>
            <a:spcAft>
              <a:spcPct val="35000"/>
            </a:spcAft>
            <a:buNone/>
          </a:pPr>
          <a:r>
            <a:rPr lang="en-GB" sz="1800" kern="1200">
              <a:latin typeface="+mn-lt"/>
            </a:rPr>
            <a:t>Title</a:t>
          </a:r>
        </a:p>
      </dsp:txBody>
      <dsp:txXfrm>
        <a:off x="4567157" y="1790937"/>
        <a:ext cx="1955960" cy="397986"/>
      </dsp:txXfrm>
    </dsp:sp>
    <dsp:sp modelId="{80CDBBF8-C6B4-4166-87C1-DC9120CC7586}">
      <dsp:nvSpPr>
        <dsp:cNvPr id="0" name=""/>
        <dsp:cNvSpPr/>
      </dsp:nvSpPr>
      <dsp:spPr>
        <a:xfrm>
          <a:off x="3915170" y="0"/>
          <a:ext cx="3259934" cy="1392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37160" numCol="1" spcCol="1270" rtlCol="0" anchor="b" anchorCtr="1">
          <a:noAutofit/>
        </a:bodyPr>
        <a:lstStyle/>
        <a:p>
          <a:pPr marL="0" lvl="0" indent="0" algn="ctr" defTabSz="800100" rtl="0">
            <a:lnSpc>
              <a:spcPct val="90000"/>
            </a:lnSpc>
            <a:spcBef>
              <a:spcPct val="0"/>
            </a:spcBef>
            <a:spcAft>
              <a:spcPct val="35000"/>
            </a:spcAft>
            <a:buFont typeface="Symbol" panose="05050102010706020507" pitchFamily="18" charset="2"/>
            <a:buNone/>
          </a:pPr>
          <a:r>
            <a:rPr lang="en-GB" sz="1800" kern="1200"/>
            <a:t>During your presentation, the speaker notes are visible on your monitor, but aren't visible to      the audience.</a:t>
          </a:r>
          <a:endParaRPr lang="en-GB" sz="1800" kern="1200" dirty="0">
            <a:latin typeface="+mn-lt"/>
          </a:endParaRPr>
        </a:p>
      </dsp:txBody>
      <dsp:txXfrm>
        <a:off x="3915170" y="0"/>
        <a:ext cx="3259934" cy="1392951"/>
      </dsp:txXfrm>
    </dsp:sp>
    <dsp:sp modelId="{89759DE5-9F8A-470E-A6D8-F13BB4DEE93D}">
      <dsp:nvSpPr>
        <dsp:cNvPr id="0" name=""/>
        <dsp:cNvSpPr/>
      </dsp:nvSpPr>
      <dsp:spPr>
        <a:xfrm>
          <a:off x="5545137" y="1472548"/>
          <a:ext cx="0" cy="318388"/>
        </a:xfrm>
        <a:prstGeom prst="line">
          <a:avLst/>
        </a:prstGeom>
        <a:noFill/>
        <a:ln w="6350" cap="flat" cmpd="sng" algn="ctr">
          <a:solidFill>
            <a:schemeClr val="accent5">
              <a:hueOff val="180003"/>
              <a:satOff val="4346"/>
              <a:lumOff val="-20980"/>
              <a:alphaOff val="0"/>
            </a:schemeClr>
          </a:solidFill>
          <a:prstDash val="dash"/>
          <a:miter lim="800000"/>
        </a:ln>
        <a:effectLst/>
      </dsp:spPr>
      <dsp:style>
        <a:lnRef idx="1">
          <a:scrgbClr r="0" g="0" b="0"/>
        </a:lnRef>
        <a:fillRef idx="0">
          <a:scrgbClr r="0" g="0" b="0"/>
        </a:fillRef>
        <a:effectRef idx="0">
          <a:scrgbClr r="0" g="0" b="0"/>
        </a:effectRef>
        <a:fontRef idx="minor"/>
      </dsp:style>
    </dsp:sp>
    <dsp:sp modelId="{07CCF286-8B46-4A20-ACAC-84BA2D6EFBBC}">
      <dsp:nvSpPr>
        <dsp:cNvPr id="0" name=""/>
        <dsp:cNvSpPr/>
      </dsp:nvSpPr>
      <dsp:spPr>
        <a:xfrm>
          <a:off x="5505338" y="1392951"/>
          <a:ext cx="79597" cy="79597"/>
        </a:xfrm>
        <a:prstGeom prst="ellipse">
          <a:avLst/>
        </a:prstGeom>
        <a:solidFill>
          <a:schemeClr val="accent5">
            <a:hueOff val="180003"/>
            <a:satOff val="4346"/>
            <a:lumOff val="-2098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CD3FF2-195B-429B-BC6F-5B5A7FED2BE2}">
      <dsp:nvSpPr>
        <dsp:cNvPr id="0" name=""/>
        <dsp:cNvSpPr/>
      </dsp:nvSpPr>
      <dsp:spPr>
        <a:xfrm>
          <a:off x="6523117" y="1790937"/>
          <a:ext cx="1955960" cy="397986"/>
        </a:xfrm>
        <a:prstGeom prst="rect">
          <a:avLst/>
        </a:prstGeom>
        <a:solidFill>
          <a:schemeClr val="accent5">
            <a:hueOff val="270005"/>
            <a:satOff val="6519"/>
            <a:lumOff val="-31471"/>
            <a:alphaOff val="0"/>
          </a:schemeClr>
        </a:solidFill>
        <a:ln w="12700" cap="flat" cmpd="sng" algn="ctr">
          <a:solidFill>
            <a:schemeClr val="accent5">
              <a:hueOff val="270005"/>
              <a:satOff val="6519"/>
              <a:lumOff val="-31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rtlCol="0" anchor="ctr" anchorCtr="1">
          <a:noAutofit/>
        </a:bodyPr>
        <a:lstStyle/>
        <a:p>
          <a:pPr marL="0" lvl="0" indent="0" algn="ctr" defTabSz="800100" rtl="0">
            <a:lnSpc>
              <a:spcPct val="90000"/>
            </a:lnSpc>
            <a:spcBef>
              <a:spcPct val="0"/>
            </a:spcBef>
            <a:spcAft>
              <a:spcPct val="35000"/>
            </a:spcAft>
            <a:buFont typeface="Symbol" panose="05050102010706020507" pitchFamily="18" charset="2"/>
            <a:buNone/>
          </a:pPr>
          <a:r>
            <a:rPr lang="en-GB" sz="1800" kern="1200">
              <a:latin typeface="+mn-lt"/>
            </a:rPr>
            <a:t>Title</a:t>
          </a:r>
        </a:p>
      </dsp:txBody>
      <dsp:txXfrm>
        <a:off x="6523117" y="1790937"/>
        <a:ext cx="1955960" cy="397986"/>
      </dsp:txXfrm>
    </dsp:sp>
    <dsp:sp modelId="{1BB5FD64-47F9-47A3-911F-535BFE17A3B9}">
      <dsp:nvSpPr>
        <dsp:cNvPr id="0" name=""/>
        <dsp:cNvSpPr/>
      </dsp:nvSpPr>
      <dsp:spPr>
        <a:xfrm>
          <a:off x="5871130" y="2586910"/>
          <a:ext cx="3259934" cy="1392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7160" rIns="0" bIns="0" numCol="1" spcCol="1270" rtlCol="0" anchor="t" anchorCtr="1">
          <a:noAutofit/>
        </a:bodyPr>
        <a:lstStyle/>
        <a:p>
          <a:pPr marL="0" lvl="0" indent="0" algn="ctr" defTabSz="800100" rtl="0">
            <a:lnSpc>
              <a:spcPct val="90000"/>
            </a:lnSpc>
            <a:spcBef>
              <a:spcPct val="0"/>
            </a:spcBef>
            <a:spcAft>
              <a:spcPct val="35000"/>
            </a:spcAft>
            <a:buFont typeface="Symbol" panose="05050102010706020507" pitchFamily="18" charset="2"/>
            <a:buNone/>
          </a:pPr>
          <a:r>
            <a:rPr lang="en-GB" sz="1800" kern="1200"/>
            <a:t>The Notes pane is a box that appears below each slide. Tap it to add notes.</a:t>
          </a:r>
          <a:endParaRPr lang="en-GB" sz="1800" kern="1200" dirty="0">
            <a:latin typeface="+mn-lt"/>
          </a:endParaRPr>
        </a:p>
      </dsp:txBody>
      <dsp:txXfrm>
        <a:off x="5871130" y="2586910"/>
        <a:ext cx="3259934" cy="1392951"/>
      </dsp:txXfrm>
    </dsp:sp>
    <dsp:sp modelId="{FE9B27EB-7AC7-485A-9A55-41E8118F9EAF}">
      <dsp:nvSpPr>
        <dsp:cNvPr id="0" name=""/>
        <dsp:cNvSpPr/>
      </dsp:nvSpPr>
      <dsp:spPr>
        <a:xfrm>
          <a:off x="7501098" y="2188924"/>
          <a:ext cx="0" cy="318388"/>
        </a:xfrm>
        <a:prstGeom prst="line">
          <a:avLst/>
        </a:prstGeom>
        <a:noFill/>
        <a:ln w="6350" cap="flat" cmpd="sng" algn="ctr">
          <a:solidFill>
            <a:schemeClr val="accent5">
              <a:hueOff val="270005"/>
              <a:satOff val="6519"/>
              <a:lumOff val="-31471"/>
              <a:alphaOff val="0"/>
            </a:schemeClr>
          </a:solidFill>
          <a:prstDash val="dash"/>
          <a:miter lim="800000"/>
        </a:ln>
        <a:effectLst/>
      </dsp:spPr>
      <dsp:style>
        <a:lnRef idx="1">
          <a:scrgbClr r="0" g="0" b="0"/>
        </a:lnRef>
        <a:fillRef idx="0">
          <a:scrgbClr r="0" g="0" b="0"/>
        </a:fillRef>
        <a:effectRef idx="0">
          <a:scrgbClr r="0" g="0" b="0"/>
        </a:effectRef>
        <a:fontRef idx="minor"/>
      </dsp:style>
    </dsp:sp>
    <dsp:sp modelId="{46BD4721-4664-4AD0-9F11-DBE7E0B207D5}">
      <dsp:nvSpPr>
        <dsp:cNvPr id="0" name=""/>
        <dsp:cNvSpPr/>
      </dsp:nvSpPr>
      <dsp:spPr>
        <a:xfrm>
          <a:off x="7461299" y="2507313"/>
          <a:ext cx="79597" cy="79597"/>
        </a:xfrm>
        <a:prstGeom prst="ellipse">
          <a:avLst/>
        </a:prstGeom>
        <a:solidFill>
          <a:schemeClr val="accent5">
            <a:hueOff val="270005"/>
            <a:satOff val="6519"/>
            <a:lumOff val="-31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3E7832-9872-48C4-8E65-DCB39D4CDBDF}">
      <dsp:nvSpPr>
        <dsp:cNvPr id="0" name=""/>
        <dsp:cNvSpPr/>
      </dsp:nvSpPr>
      <dsp:spPr>
        <a:xfrm rot="5400000">
          <a:off x="9258065" y="1011950"/>
          <a:ext cx="397986" cy="1955960"/>
        </a:xfrm>
        <a:prstGeom prst="round2SameRect">
          <a:avLst/>
        </a:prstGeom>
        <a:solidFill>
          <a:schemeClr val="accent5">
            <a:hueOff val="360006"/>
            <a:satOff val="8692"/>
            <a:lumOff val="-41961"/>
            <a:alphaOff val="0"/>
          </a:schemeClr>
        </a:solidFill>
        <a:ln w="12700" cap="flat" cmpd="sng" algn="ctr">
          <a:solidFill>
            <a:schemeClr val="accent5">
              <a:hueOff val="360006"/>
              <a:satOff val="8692"/>
              <a:lumOff val="-4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rtlCol="0" anchor="ctr" anchorCtr="1">
          <a:noAutofit/>
        </a:bodyPr>
        <a:lstStyle/>
        <a:p>
          <a:pPr marL="0" lvl="0" indent="0" algn="ctr" defTabSz="800100" rtl="0">
            <a:lnSpc>
              <a:spcPct val="90000"/>
            </a:lnSpc>
            <a:spcBef>
              <a:spcPct val="0"/>
            </a:spcBef>
            <a:spcAft>
              <a:spcPct val="35000"/>
            </a:spcAft>
            <a:buFont typeface="Symbol" panose="05050102010706020507" pitchFamily="18" charset="2"/>
            <a:buNone/>
          </a:pPr>
          <a:r>
            <a:rPr lang="en-GB" sz="1800" kern="1200">
              <a:latin typeface="+mn-lt"/>
            </a:rPr>
            <a:t>Title</a:t>
          </a:r>
        </a:p>
      </dsp:txBody>
      <dsp:txXfrm rot="-5400000">
        <a:off x="8479078" y="1810365"/>
        <a:ext cx="1936532" cy="359130"/>
      </dsp:txXfrm>
    </dsp:sp>
    <dsp:sp modelId="{1FA3C236-5719-4A33-A6BB-80FA85F940E3}">
      <dsp:nvSpPr>
        <dsp:cNvPr id="0" name=""/>
        <dsp:cNvSpPr/>
      </dsp:nvSpPr>
      <dsp:spPr>
        <a:xfrm>
          <a:off x="7827091" y="0"/>
          <a:ext cx="3259934" cy="1392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37160" numCol="1" spcCol="1270" rtlCol="0" anchor="b" anchorCtr="1">
          <a:noAutofit/>
        </a:bodyPr>
        <a:lstStyle/>
        <a:p>
          <a:pPr marL="0" lvl="0" indent="0" algn="ctr" defTabSz="800100" rtl="0">
            <a:lnSpc>
              <a:spcPct val="90000"/>
            </a:lnSpc>
            <a:spcBef>
              <a:spcPct val="0"/>
            </a:spcBef>
            <a:spcAft>
              <a:spcPct val="35000"/>
            </a:spcAft>
            <a:buFont typeface="Symbol" panose="05050102010706020507" pitchFamily="18" charset="2"/>
            <a:buNone/>
          </a:pPr>
          <a:r>
            <a:rPr lang="en-GB" sz="1800" kern="1200"/>
            <a:t>If you can’t see the Notes pane or it is completely minimised, click Notes on the task bar across the bottom of the PowerPoint window.</a:t>
          </a:r>
          <a:endParaRPr lang="en-GB" sz="1800" kern="1200" dirty="0">
            <a:latin typeface="+mn-lt"/>
          </a:endParaRPr>
        </a:p>
      </dsp:txBody>
      <dsp:txXfrm>
        <a:off x="7827091" y="0"/>
        <a:ext cx="3259934" cy="1392951"/>
      </dsp:txXfrm>
    </dsp:sp>
    <dsp:sp modelId="{18F1C823-9ACD-4FCD-8102-F468DCE57A45}">
      <dsp:nvSpPr>
        <dsp:cNvPr id="0" name=""/>
        <dsp:cNvSpPr/>
      </dsp:nvSpPr>
      <dsp:spPr>
        <a:xfrm>
          <a:off x="9457058" y="1472548"/>
          <a:ext cx="0" cy="318388"/>
        </a:xfrm>
        <a:prstGeom prst="line">
          <a:avLst/>
        </a:prstGeom>
        <a:noFill/>
        <a:ln w="6350" cap="flat" cmpd="sng" algn="ctr">
          <a:solidFill>
            <a:schemeClr val="accent5">
              <a:hueOff val="360006"/>
              <a:satOff val="8692"/>
              <a:lumOff val="-41961"/>
              <a:alphaOff val="0"/>
            </a:schemeClr>
          </a:solidFill>
          <a:prstDash val="dash"/>
          <a:miter lim="800000"/>
        </a:ln>
        <a:effectLst/>
      </dsp:spPr>
      <dsp:style>
        <a:lnRef idx="1">
          <a:scrgbClr r="0" g="0" b="0"/>
        </a:lnRef>
        <a:fillRef idx="0">
          <a:scrgbClr r="0" g="0" b="0"/>
        </a:fillRef>
        <a:effectRef idx="0">
          <a:scrgbClr r="0" g="0" b="0"/>
        </a:effectRef>
        <a:fontRef idx="minor"/>
      </dsp:style>
    </dsp:sp>
    <dsp:sp modelId="{F8AD0AB8-BBDF-4F0A-A6A0-850E289DD521}">
      <dsp:nvSpPr>
        <dsp:cNvPr id="0" name=""/>
        <dsp:cNvSpPr/>
      </dsp:nvSpPr>
      <dsp:spPr>
        <a:xfrm>
          <a:off x="9417260" y="1392951"/>
          <a:ext cx="79597" cy="79597"/>
        </a:xfrm>
        <a:prstGeom prst="ellipse">
          <a:avLst/>
        </a:prstGeom>
        <a:solidFill>
          <a:schemeClr val="accent5">
            <a:hueOff val="360006"/>
            <a:satOff val="8692"/>
            <a:lumOff val="-4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1471C2C-1567-47F4-803E-468024209D9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058F5B09-2954-46C6-97BB-9E10649FE2C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EBE77BE8-C92C-4478-BEC0-BA685856F54D}" type="datetime1">
              <a:rPr lang="en-GB" smtClean="0"/>
              <a:t>05/02/2025</a:t>
            </a:fld>
            <a:endParaRPr lang="en-GB"/>
          </a:p>
        </p:txBody>
      </p:sp>
      <p:sp>
        <p:nvSpPr>
          <p:cNvPr id="4" name="Footer Placeholder 3">
            <a:extLst>
              <a:ext uri="{FF2B5EF4-FFF2-40B4-BE49-F238E27FC236}">
                <a16:creationId xmlns:a16="http://schemas.microsoft.com/office/drawing/2014/main" id="{E39A204B-EBA9-4C6D-BFB2-A104F00C8E2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855F72FC-4D2D-4E5B-A4DD-62E2C822FB1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23CDBB5-5B4A-4483-935D-A73935186B4D}" type="slidenum">
              <a:rPr lang="en-GB" smtClean="0"/>
              <a:t>‹#›</a:t>
            </a:fld>
            <a:endParaRPr lang="en-GB"/>
          </a:p>
        </p:txBody>
      </p:sp>
    </p:spTree>
    <p:extLst>
      <p:ext uri="{BB962C8B-B14F-4D97-AF65-F5344CB8AC3E}">
        <p14:creationId xmlns:p14="http://schemas.microsoft.com/office/powerpoint/2010/main" val="2619237790"/>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F695629-D1D6-472E-AD8D-B841B09640C4}" type="datetime1">
              <a:rPr lang="en-GB" smtClean="0"/>
              <a:t>05/02/2025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7CCE34D-CFF1-4FFE-815B-D050E7ED2DFD}" type="slidenum">
              <a:rPr lang="en-GB" smtClean="0"/>
              <a:t>‹#›</a:t>
            </a:fld>
            <a:endParaRPr lang="en-GB"/>
          </a:p>
        </p:txBody>
      </p:sp>
    </p:spTree>
    <p:extLst>
      <p:ext uri="{BB962C8B-B14F-4D97-AF65-F5344CB8AC3E}">
        <p14:creationId xmlns:p14="http://schemas.microsoft.com/office/powerpoint/2010/main" val="3979362889"/>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1983A999-5E0E-42CA-8400-604AE921FF7C}" type="slidenum">
              <a:rPr lang="en-GB" smtClean="0"/>
              <a:t>1</a:t>
            </a:fld>
            <a:endParaRPr lang="en-GB"/>
          </a:p>
        </p:txBody>
      </p:sp>
      <p:sp>
        <p:nvSpPr>
          <p:cNvPr id="5" name="Date Placeholder 4">
            <a:extLst>
              <a:ext uri="{FF2B5EF4-FFF2-40B4-BE49-F238E27FC236}">
                <a16:creationId xmlns:a16="http://schemas.microsoft.com/office/drawing/2014/main" id="{7B638BEA-13B4-4493-97CD-5DE130591975}"/>
              </a:ext>
            </a:extLst>
          </p:cNvPr>
          <p:cNvSpPr>
            <a:spLocks noGrp="1"/>
          </p:cNvSpPr>
          <p:nvPr>
            <p:ph type="dt" idx="1"/>
          </p:nvPr>
        </p:nvSpPr>
        <p:spPr/>
        <p:txBody>
          <a:bodyPr/>
          <a:lstStyle/>
          <a:p>
            <a:pPr rtl="0"/>
            <a:fld id="{1A5657D3-E8CC-402E-9DD0-BFC4FEBDA829}" type="datetime1">
              <a:rPr lang="en-GB" smtClean="0"/>
              <a:t>05/02/2025</a:t>
            </a:fld>
            <a:endParaRPr lang="en-GB"/>
          </a:p>
        </p:txBody>
      </p:sp>
    </p:spTree>
    <p:extLst>
      <p:ext uri="{BB962C8B-B14F-4D97-AF65-F5344CB8AC3E}">
        <p14:creationId xmlns:p14="http://schemas.microsoft.com/office/powerpoint/2010/main" val="1560835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1983A999-5E0E-42CA-8400-604AE921FF7C}" type="slidenum">
              <a:rPr lang="en-GB" smtClean="0"/>
              <a:t>2</a:t>
            </a:fld>
            <a:endParaRPr lang="en-GB"/>
          </a:p>
        </p:txBody>
      </p:sp>
      <p:sp>
        <p:nvSpPr>
          <p:cNvPr id="5" name="Date Placeholder 4">
            <a:extLst>
              <a:ext uri="{FF2B5EF4-FFF2-40B4-BE49-F238E27FC236}">
                <a16:creationId xmlns:a16="http://schemas.microsoft.com/office/drawing/2014/main" id="{16636479-B33C-4E9E-958F-BBF3C03504C3}"/>
              </a:ext>
            </a:extLst>
          </p:cNvPr>
          <p:cNvSpPr>
            <a:spLocks noGrp="1"/>
          </p:cNvSpPr>
          <p:nvPr>
            <p:ph type="dt" idx="1"/>
          </p:nvPr>
        </p:nvSpPr>
        <p:spPr/>
        <p:txBody>
          <a:bodyPr/>
          <a:lstStyle/>
          <a:p>
            <a:pPr rtl="0"/>
            <a:fld id="{B51B7869-5591-4607-903C-BC169E9BB981}" type="datetime1">
              <a:rPr lang="en-GB" smtClean="0"/>
              <a:t>05/02/2025</a:t>
            </a:fld>
            <a:endParaRPr lang="en-GB"/>
          </a:p>
        </p:txBody>
      </p:sp>
    </p:spTree>
    <p:extLst>
      <p:ext uri="{BB962C8B-B14F-4D97-AF65-F5344CB8AC3E}">
        <p14:creationId xmlns:p14="http://schemas.microsoft.com/office/powerpoint/2010/main" val="2100331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D3AA9-861E-64B5-CAC3-E741FD4ADA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97531-80C3-2724-62FA-B10ED7420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2B213B-18F2-F457-CA8F-1079DF66788C}"/>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2645E15F-471F-A17A-6367-6EDE705FD3E6}"/>
              </a:ext>
            </a:extLst>
          </p:cNvPr>
          <p:cNvSpPr>
            <a:spLocks noGrp="1"/>
          </p:cNvSpPr>
          <p:nvPr>
            <p:ph type="sldNum" sz="quarter" idx="5"/>
          </p:nvPr>
        </p:nvSpPr>
        <p:spPr/>
        <p:txBody>
          <a:bodyPr rtlCol="0"/>
          <a:lstStyle/>
          <a:p>
            <a:pPr rtl="0"/>
            <a:fld id="{1983A999-5E0E-42CA-8400-604AE921FF7C}" type="slidenum">
              <a:rPr lang="en-GB" smtClean="0"/>
              <a:t>4</a:t>
            </a:fld>
            <a:endParaRPr lang="en-GB"/>
          </a:p>
        </p:txBody>
      </p:sp>
      <p:sp>
        <p:nvSpPr>
          <p:cNvPr id="5" name="Date Placeholder 4">
            <a:extLst>
              <a:ext uri="{FF2B5EF4-FFF2-40B4-BE49-F238E27FC236}">
                <a16:creationId xmlns:a16="http://schemas.microsoft.com/office/drawing/2014/main" id="{3664CE07-7DD7-B83F-91AA-F96AB518728F}"/>
              </a:ext>
            </a:extLst>
          </p:cNvPr>
          <p:cNvSpPr>
            <a:spLocks noGrp="1"/>
          </p:cNvSpPr>
          <p:nvPr>
            <p:ph type="dt" idx="1"/>
          </p:nvPr>
        </p:nvSpPr>
        <p:spPr/>
        <p:txBody>
          <a:bodyPr/>
          <a:lstStyle/>
          <a:p>
            <a:pPr rtl="0"/>
            <a:fld id="{B9FA1D35-9279-4503-AA65-44459462ED41}" type="datetime1">
              <a:rPr lang="en-GB" smtClean="0"/>
              <a:t>05/02/2025</a:t>
            </a:fld>
            <a:endParaRPr lang="en-GB"/>
          </a:p>
        </p:txBody>
      </p:sp>
    </p:spTree>
    <p:extLst>
      <p:ext uri="{BB962C8B-B14F-4D97-AF65-F5344CB8AC3E}">
        <p14:creationId xmlns:p14="http://schemas.microsoft.com/office/powerpoint/2010/main" val="952817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1983A999-5E0E-42CA-8400-604AE921FF7C}" type="slidenum">
              <a:rPr lang="en-GB" smtClean="0"/>
              <a:t>5</a:t>
            </a:fld>
            <a:endParaRPr lang="en-GB"/>
          </a:p>
        </p:txBody>
      </p:sp>
      <p:sp>
        <p:nvSpPr>
          <p:cNvPr id="5" name="Date Placeholder 4">
            <a:extLst>
              <a:ext uri="{FF2B5EF4-FFF2-40B4-BE49-F238E27FC236}">
                <a16:creationId xmlns:a16="http://schemas.microsoft.com/office/drawing/2014/main" id="{A2305651-8D30-45CE-BFC9-45372C897153}"/>
              </a:ext>
            </a:extLst>
          </p:cNvPr>
          <p:cNvSpPr>
            <a:spLocks noGrp="1"/>
          </p:cNvSpPr>
          <p:nvPr>
            <p:ph type="dt" idx="1"/>
          </p:nvPr>
        </p:nvSpPr>
        <p:spPr/>
        <p:txBody>
          <a:bodyPr/>
          <a:lstStyle/>
          <a:p>
            <a:pPr rtl="0"/>
            <a:fld id="{8307B592-45D3-43FD-9CAB-CF71C4EA4E88}" type="datetime1">
              <a:rPr lang="en-GB" smtClean="0"/>
              <a:t>05/02/2025</a:t>
            </a:fld>
            <a:endParaRPr lang="en-GB"/>
          </a:p>
        </p:txBody>
      </p:sp>
    </p:spTree>
    <p:extLst>
      <p:ext uri="{BB962C8B-B14F-4D97-AF65-F5344CB8AC3E}">
        <p14:creationId xmlns:p14="http://schemas.microsoft.com/office/powerpoint/2010/main" val="1586550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1EE17-F19D-EA50-24A8-90324043C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F2AA85-C0F4-E364-32C0-C356EB8777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4C6B7E-82F3-87CF-382A-58A2A2C478E5}"/>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F567E55C-EB4C-2F1C-29D4-20101701EA4D}"/>
              </a:ext>
            </a:extLst>
          </p:cNvPr>
          <p:cNvSpPr>
            <a:spLocks noGrp="1"/>
          </p:cNvSpPr>
          <p:nvPr>
            <p:ph type="sldNum" sz="quarter" idx="5"/>
          </p:nvPr>
        </p:nvSpPr>
        <p:spPr/>
        <p:txBody>
          <a:bodyPr rtlCol="0"/>
          <a:lstStyle/>
          <a:p>
            <a:pPr rtl="0"/>
            <a:fld id="{1983A999-5E0E-42CA-8400-604AE921FF7C}" type="slidenum">
              <a:rPr lang="en-GB" smtClean="0"/>
              <a:t>6</a:t>
            </a:fld>
            <a:endParaRPr lang="en-GB"/>
          </a:p>
        </p:txBody>
      </p:sp>
      <p:sp>
        <p:nvSpPr>
          <p:cNvPr id="5" name="Date Placeholder 4">
            <a:extLst>
              <a:ext uri="{FF2B5EF4-FFF2-40B4-BE49-F238E27FC236}">
                <a16:creationId xmlns:a16="http://schemas.microsoft.com/office/drawing/2014/main" id="{4665BE92-EB4B-9D6A-4151-78EE99355B74}"/>
              </a:ext>
            </a:extLst>
          </p:cNvPr>
          <p:cNvSpPr>
            <a:spLocks noGrp="1"/>
          </p:cNvSpPr>
          <p:nvPr>
            <p:ph type="dt" idx="1"/>
          </p:nvPr>
        </p:nvSpPr>
        <p:spPr/>
        <p:txBody>
          <a:bodyPr/>
          <a:lstStyle/>
          <a:p>
            <a:pPr rtl="0"/>
            <a:fld id="{8307B592-45D3-43FD-9CAB-CF71C4EA4E88}" type="datetime1">
              <a:rPr lang="en-GB" smtClean="0"/>
              <a:t>05/02/2025</a:t>
            </a:fld>
            <a:endParaRPr lang="en-GB"/>
          </a:p>
        </p:txBody>
      </p:sp>
    </p:spTree>
    <p:extLst>
      <p:ext uri="{BB962C8B-B14F-4D97-AF65-F5344CB8AC3E}">
        <p14:creationId xmlns:p14="http://schemas.microsoft.com/office/powerpoint/2010/main" val="2525828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7159A-E315-BDE4-4500-34F4492904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F43DCD-2F7C-97E7-EDB9-CDBC190497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233582-9992-2982-D59D-84D004348D5F}"/>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A76E858A-46C5-C08A-7F18-B010DF771A59}"/>
              </a:ext>
            </a:extLst>
          </p:cNvPr>
          <p:cNvSpPr>
            <a:spLocks noGrp="1"/>
          </p:cNvSpPr>
          <p:nvPr>
            <p:ph type="sldNum" sz="quarter" idx="5"/>
          </p:nvPr>
        </p:nvSpPr>
        <p:spPr/>
        <p:txBody>
          <a:bodyPr rtlCol="0"/>
          <a:lstStyle/>
          <a:p>
            <a:pPr rtl="0"/>
            <a:fld id="{1983A999-5E0E-42CA-8400-604AE921FF7C}" type="slidenum">
              <a:rPr lang="en-GB" smtClean="0"/>
              <a:t>8</a:t>
            </a:fld>
            <a:endParaRPr lang="en-GB"/>
          </a:p>
        </p:txBody>
      </p:sp>
      <p:sp>
        <p:nvSpPr>
          <p:cNvPr id="5" name="Date Placeholder 4">
            <a:extLst>
              <a:ext uri="{FF2B5EF4-FFF2-40B4-BE49-F238E27FC236}">
                <a16:creationId xmlns:a16="http://schemas.microsoft.com/office/drawing/2014/main" id="{2AC4CA67-3178-FA30-1DC8-1CBC24785CD5}"/>
              </a:ext>
            </a:extLst>
          </p:cNvPr>
          <p:cNvSpPr>
            <a:spLocks noGrp="1"/>
          </p:cNvSpPr>
          <p:nvPr>
            <p:ph type="dt" idx="1"/>
          </p:nvPr>
        </p:nvSpPr>
        <p:spPr/>
        <p:txBody>
          <a:bodyPr/>
          <a:lstStyle/>
          <a:p>
            <a:pPr rtl="0"/>
            <a:fld id="{B9FA1D35-9279-4503-AA65-44459462ED41}" type="datetime1">
              <a:rPr lang="en-GB" smtClean="0"/>
              <a:t>05/02/2025</a:t>
            </a:fld>
            <a:endParaRPr lang="en-GB"/>
          </a:p>
        </p:txBody>
      </p:sp>
    </p:spTree>
    <p:extLst>
      <p:ext uri="{BB962C8B-B14F-4D97-AF65-F5344CB8AC3E}">
        <p14:creationId xmlns:p14="http://schemas.microsoft.com/office/powerpoint/2010/main" val="1897314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4BE46-E847-C752-95AA-66AFFF0BC2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3F538-9CC3-B702-B3B9-CE0DD1EA35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16ADD2-644F-502D-03DD-FAD14C80A7F0}"/>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DA45BFE-545C-F7D7-6A75-1E7CFD13FBAC}"/>
              </a:ext>
            </a:extLst>
          </p:cNvPr>
          <p:cNvSpPr>
            <a:spLocks noGrp="1"/>
          </p:cNvSpPr>
          <p:nvPr>
            <p:ph type="sldNum" sz="quarter" idx="5"/>
          </p:nvPr>
        </p:nvSpPr>
        <p:spPr/>
        <p:txBody>
          <a:bodyPr rtlCol="0"/>
          <a:lstStyle/>
          <a:p>
            <a:pPr rtl="0"/>
            <a:fld id="{1983A999-5E0E-42CA-8400-604AE921FF7C}" type="slidenum">
              <a:rPr lang="en-GB" smtClean="0"/>
              <a:t>25</a:t>
            </a:fld>
            <a:endParaRPr lang="en-GB"/>
          </a:p>
        </p:txBody>
      </p:sp>
      <p:sp>
        <p:nvSpPr>
          <p:cNvPr id="5" name="Date Placeholder 4">
            <a:extLst>
              <a:ext uri="{FF2B5EF4-FFF2-40B4-BE49-F238E27FC236}">
                <a16:creationId xmlns:a16="http://schemas.microsoft.com/office/drawing/2014/main" id="{5E0D41B4-9DA6-668D-8622-15EAAD001CA2}"/>
              </a:ext>
            </a:extLst>
          </p:cNvPr>
          <p:cNvSpPr>
            <a:spLocks noGrp="1"/>
          </p:cNvSpPr>
          <p:nvPr>
            <p:ph type="dt" idx="1"/>
          </p:nvPr>
        </p:nvSpPr>
        <p:spPr/>
        <p:txBody>
          <a:bodyPr/>
          <a:lstStyle/>
          <a:p>
            <a:pPr rtl="0"/>
            <a:fld id="{B9FA1D35-9279-4503-AA65-44459462ED41}" type="datetime1">
              <a:rPr lang="en-GB" smtClean="0"/>
              <a:t>05/02/2025</a:t>
            </a:fld>
            <a:endParaRPr lang="en-GB"/>
          </a:p>
        </p:txBody>
      </p:sp>
    </p:spTree>
    <p:extLst>
      <p:ext uri="{BB962C8B-B14F-4D97-AF65-F5344CB8AC3E}">
        <p14:creationId xmlns:p14="http://schemas.microsoft.com/office/powerpoint/2010/main" val="30327572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1983A999-5E0E-42CA-8400-604AE921FF7C}" type="slidenum">
              <a:rPr lang="en-GB" smtClean="0"/>
              <a:t>40</a:t>
            </a:fld>
            <a:endParaRPr lang="en-GB"/>
          </a:p>
        </p:txBody>
      </p:sp>
      <p:sp>
        <p:nvSpPr>
          <p:cNvPr id="5" name="Date Placeholder 4">
            <a:extLst>
              <a:ext uri="{FF2B5EF4-FFF2-40B4-BE49-F238E27FC236}">
                <a16:creationId xmlns:a16="http://schemas.microsoft.com/office/drawing/2014/main" id="{A603DCC6-A6C8-450B-8F81-32548BB96E83}"/>
              </a:ext>
            </a:extLst>
          </p:cNvPr>
          <p:cNvSpPr>
            <a:spLocks noGrp="1"/>
          </p:cNvSpPr>
          <p:nvPr>
            <p:ph type="dt" idx="1"/>
          </p:nvPr>
        </p:nvSpPr>
        <p:spPr/>
        <p:txBody>
          <a:bodyPr/>
          <a:lstStyle/>
          <a:p>
            <a:pPr rtl="0"/>
            <a:fld id="{FC28D2C7-AFA1-47CB-8905-CC67B863F75E}" type="datetime1">
              <a:rPr lang="en-GB" smtClean="0"/>
              <a:t>05/02/2025</a:t>
            </a:fld>
            <a:endParaRPr lang="en-GB"/>
          </a:p>
        </p:txBody>
      </p:sp>
    </p:spTree>
    <p:extLst>
      <p:ext uri="{BB962C8B-B14F-4D97-AF65-F5344CB8AC3E}">
        <p14:creationId xmlns:p14="http://schemas.microsoft.com/office/powerpoint/2010/main" val="396330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10"/>
          </p:nvPr>
        </p:nvSpPr>
        <p:spPr/>
        <p:txBody>
          <a:bodyPr rtlCol="0"/>
          <a:lstStyle/>
          <a:p>
            <a:pPr rtl="0"/>
            <a:fld id="{32DC0559-D619-4E56-BF6F-3712370C2150}" type="slidenum">
              <a:rPr lang="en-GB" smtClean="0"/>
              <a:t>41</a:t>
            </a:fld>
            <a:endParaRPr lang="en-GB"/>
          </a:p>
        </p:txBody>
      </p:sp>
      <p:sp>
        <p:nvSpPr>
          <p:cNvPr id="5" name="Date Placeholder 4">
            <a:extLst>
              <a:ext uri="{FF2B5EF4-FFF2-40B4-BE49-F238E27FC236}">
                <a16:creationId xmlns:a16="http://schemas.microsoft.com/office/drawing/2014/main" id="{EEE24CD5-E46F-4F55-8CD9-A59EC2ADFE09}"/>
              </a:ext>
            </a:extLst>
          </p:cNvPr>
          <p:cNvSpPr>
            <a:spLocks noGrp="1"/>
          </p:cNvSpPr>
          <p:nvPr>
            <p:ph type="dt" idx="1"/>
          </p:nvPr>
        </p:nvSpPr>
        <p:spPr/>
        <p:txBody>
          <a:bodyPr/>
          <a:lstStyle/>
          <a:p>
            <a:pPr rtl="0"/>
            <a:fld id="{F72FF6D9-2AE2-456A-9FD7-EB8F37D4F5AE}" type="datetime1">
              <a:rPr lang="en-GB" smtClean="0"/>
              <a:t>05/02/2025</a:t>
            </a:fld>
            <a:endParaRPr lang="en-GB"/>
          </a:p>
        </p:txBody>
      </p:sp>
    </p:spTree>
    <p:extLst>
      <p:ext uri="{BB962C8B-B14F-4D97-AF65-F5344CB8AC3E}">
        <p14:creationId xmlns:p14="http://schemas.microsoft.com/office/powerpoint/2010/main" val="5145412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1983A999-5E0E-42CA-8400-604AE921FF7C}" type="slidenum">
              <a:rPr lang="en-GB" smtClean="0"/>
              <a:t>42</a:t>
            </a:fld>
            <a:endParaRPr lang="en-GB"/>
          </a:p>
        </p:txBody>
      </p:sp>
      <p:sp>
        <p:nvSpPr>
          <p:cNvPr id="5" name="Date Placeholder 4">
            <a:extLst>
              <a:ext uri="{FF2B5EF4-FFF2-40B4-BE49-F238E27FC236}">
                <a16:creationId xmlns:a16="http://schemas.microsoft.com/office/drawing/2014/main" id="{E3366E7A-B1AF-4685-81B6-9A63B08DE42F}"/>
              </a:ext>
            </a:extLst>
          </p:cNvPr>
          <p:cNvSpPr>
            <a:spLocks noGrp="1"/>
          </p:cNvSpPr>
          <p:nvPr>
            <p:ph type="dt" idx="1"/>
          </p:nvPr>
        </p:nvSpPr>
        <p:spPr/>
        <p:txBody>
          <a:bodyPr/>
          <a:lstStyle/>
          <a:p>
            <a:pPr rtl="0"/>
            <a:fld id="{B9FA1D35-9279-4503-AA65-44459462ED41}" type="datetime1">
              <a:rPr lang="en-GB" smtClean="0"/>
              <a:t>05/02/2025</a:t>
            </a:fld>
            <a:endParaRPr lang="en-GB"/>
          </a:p>
        </p:txBody>
      </p:sp>
    </p:spTree>
    <p:extLst>
      <p:ext uri="{BB962C8B-B14F-4D97-AF65-F5344CB8AC3E}">
        <p14:creationId xmlns:p14="http://schemas.microsoft.com/office/powerpoint/2010/main" val="404304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1983A999-5E0E-42CA-8400-604AE921FF7C}" type="slidenum">
              <a:rPr lang="en-GB" smtClean="0"/>
              <a:t>44</a:t>
            </a:fld>
            <a:endParaRPr lang="en-GB"/>
          </a:p>
        </p:txBody>
      </p:sp>
      <p:sp>
        <p:nvSpPr>
          <p:cNvPr id="5" name="Date Placeholder 4">
            <a:extLst>
              <a:ext uri="{FF2B5EF4-FFF2-40B4-BE49-F238E27FC236}">
                <a16:creationId xmlns:a16="http://schemas.microsoft.com/office/drawing/2014/main" id="{2BD0D2D7-C33C-454C-BB95-A55C1C66958D}"/>
              </a:ext>
            </a:extLst>
          </p:cNvPr>
          <p:cNvSpPr>
            <a:spLocks noGrp="1"/>
          </p:cNvSpPr>
          <p:nvPr>
            <p:ph type="dt" idx="1"/>
          </p:nvPr>
        </p:nvSpPr>
        <p:spPr/>
        <p:txBody>
          <a:bodyPr/>
          <a:lstStyle/>
          <a:p>
            <a:pPr rtl="0"/>
            <a:fld id="{7C383082-EA5C-4909-9BC1-11E6110F3D9A}" type="datetime1">
              <a:rPr lang="en-GB" smtClean="0"/>
              <a:t>05/02/2025</a:t>
            </a:fld>
            <a:endParaRPr lang="en-GB"/>
          </a:p>
        </p:txBody>
      </p:sp>
    </p:spTree>
    <p:extLst>
      <p:ext uri="{BB962C8B-B14F-4D97-AF65-F5344CB8AC3E}">
        <p14:creationId xmlns:p14="http://schemas.microsoft.com/office/powerpoint/2010/main" val="4150892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E68F591-F3C7-4872-BBA0-0693794F4F11}"/>
              </a:ext>
            </a:extLst>
          </p:cNvPr>
          <p:cNvSpPr>
            <a:spLocks noGrp="1"/>
          </p:cNvSpPr>
          <p:nvPr>
            <p:ph type="ctrTitle" hasCustomPrompt="1"/>
          </p:nvPr>
        </p:nvSpPr>
        <p:spPr>
          <a:xfrm>
            <a:off x="7999414" y="1051551"/>
            <a:ext cx="3565524" cy="2384898"/>
          </a:xfrm>
        </p:spPr>
        <p:txBody>
          <a:bodyPr rtlCol="0" anchor="b" anchorCtr="0">
            <a:noAutofit/>
          </a:bodyPr>
          <a:lstStyle/>
          <a:p>
            <a:pPr rtl="0"/>
            <a:r>
              <a:rPr lang="en-GB" sz="4800"/>
              <a:t>3DFloat</a:t>
            </a:r>
          </a:p>
        </p:txBody>
      </p:sp>
      <p:sp>
        <p:nvSpPr>
          <p:cNvPr id="14" name="Picture Placeholder 13">
            <a:extLst>
              <a:ext uri="{FF2B5EF4-FFF2-40B4-BE49-F238E27FC236}">
                <a16:creationId xmlns:a16="http://schemas.microsoft.com/office/drawing/2014/main" id="{967766A8-18D5-4391-8DB7-7BFF6427636C}"/>
              </a:ext>
            </a:extLst>
          </p:cNvPr>
          <p:cNvSpPr>
            <a:spLocks noGrp="1"/>
          </p:cNvSpPr>
          <p:nvPr>
            <p:ph type="pic" sz="quarter" idx="13"/>
          </p:nvPr>
        </p:nvSpPr>
        <p:spPr>
          <a:xfrm>
            <a:off x="0" y="0"/>
            <a:ext cx="7452360" cy="6858000"/>
          </a:xfrm>
          <a:solidFill>
            <a:schemeClr val="accent5"/>
          </a:solidFill>
        </p:spPr>
        <p:txBody>
          <a:bodyPr rtlCol="0">
            <a:noAutofit/>
          </a:bodyPr>
          <a:lstStyle/>
          <a:p>
            <a:pPr rtl="0"/>
            <a:r>
              <a:rPr lang="en-US"/>
              <a:t>Click icon to add picture</a:t>
            </a:r>
            <a:endParaRPr lang="en-GB"/>
          </a:p>
        </p:txBody>
      </p:sp>
      <p:sp>
        <p:nvSpPr>
          <p:cNvPr id="8" name="Oval 7">
            <a:extLst>
              <a:ext uri="{FF2B5EF4-FFF2-40B4-BE49-F238E27FC236}">
                <a16:creationId xmlns:a16="http://schemas.microsoft.com/office/drawing/2014/main" id="{938AD48E-7D67-4BE9-97B6-DB64DE5253B9}"/>
              </a:ext>
              <a:ext uri="{C183D7F6-B498-43B3-948B-1728B52AA6E4}">
                <adec:decorative xmlns:adec="http://schemas.microsoft.com/office/drawing/2017/decorative" val="1"/>
              </a:ext>
            </a:extLst>
          </p:cNvPr>
          <p:cNvSpPr>
            <a:spLocks noChangeAspect="1"/>
          </p:cNvSpPr>
          <p:nvPr userDrawn="1"/>
        </p:nvSpPr>
        <p:spPr>
          <a:xfrm>
            <a:off x="7999413" y="445272"/>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grpSp>
        <p:nvGrpSpPr>
          <p:cNvPr id="9" name="Group 8">
            <a:extLst>
              <a:ext uri="{FF2B5EF4-FFF2-40B4-BE49-F238E27FC236}">
                <a16:creationId xmlns:a16="http://schemas.microsoft.com/office/drawing/2014/main" id="{EB6FF8E2-165B-49EB-8120-14190F9491BC}"/>
              </a:ext>
              <a:ext uri="{C183D7F6-B498-43B3-948B-1728B52AA6E4}">
                <adec:decorative xmlns:adec="http://schemas.microsoft.com/office/drawing/2017/decorative" val="1"/>
              </a:ext>
            </a:extLst>
          </p:cNvPr>
          <p:cNvGrpSpPr/>
          <p:nvPr userDrawn="1"/>
        </p:nvGrpSpPr>
        <p:grpSpPr>
          <a:xfrm rot="5400000">
            <a:off x="10915300" y="5534727"/>
            <a:ext cx="667802" cy="631474"/>
            <a:chOff x="10478914" y="1506691"/>
            <a:chExt cx="667802" cy="631474"/>
          </a:xfrm>
        </p:grpSpPr>
        <p:sp>
          <p:nvSpPr>
            <p:cNvPr id="10" name="Freeform: Shape 9">
              <a:extLst>
                <a:ext uri="{FF2B5EF4-FFF2-40B4-BE49-F238E27FC236}">
                  <a16:creationId xmlns:a16="http://schemas.microsoft.com/office/drawing/2014/main" id="{79B763A7-EE7D-4306-8306-01E8C86E6350}"/>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11" name="Oval 10">
              <a:extLst>
                <a:ext uri="{FF2B5EF4-FFF2-40B4-BE49-F238E27FC236}">
                  <a16:creationId xmlns:a16="http://schemas.microsoft.com/office/drawing/2014/main" id="{4B3A935F-6844-4FCE-B0AE-5492715A58F1}"/>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grpSp>
      <p:sp>
        <p:nvSpPr>
          <p:cNvPr id="3" name="Text Placeholder 2">
            <a:extLst>
              <a:ext uri="{FF2B5EF4-FFF2-40B4-BE49-F238E27FC236}">
                <a16:creationId xmlns:a16="http://schemas.microsoft.com/office/drawing/2014/main" id="{5B16EB97-6E8A-4B50-8701-7CB158044DCA}"/>
              </a:ext>
            </a:extLst>
          </p:cNvPr>
          <p:cNvSpPr>
            <a:spLocks noGrp="1"/>
          </p:cNvSpPr>
          <p:nvPr>
            <p:ph type="body" sz="quarter" idx="14"/>
          </p:nvPr>
        </p:nvSpPr>
        <p:spPr>
          <a:xfrm>
            <a:off x="7999413" y="3568700"/>
            <a:ext cx="3565524" cy="1731963"/>
          </a:xfrm>
        </p:spPr>
        <p:txBody>
          <a:bodyPr rtlCol="0">
            <a:noAutofit/>
          </a:bodyPr>
          <a:lstStyle>
            <a:lvl1pPr>
              <a:buNone/>
              <a:defRPr sz="2000"/>
            </a:lvl1pPr>
            <a:lvl2pPr>
              <a:buNone/>
              <a:defRPr sz="2000"/>
            </a:lvl2pPr>
            <a:lvl3pPr>
              <a:buNone/>
              <a:defRPr sz="2000"/>
            </a:lvl3pPr>
            <a:lvl4pPr>
              <a:buNone/>
              <a:defRPr sz="2000"/>
            </a:lvl4pPr>
            <a:lvl5pPr>
              <a:buNone/>
              <a:defRPr sz="2000"/>
            </a:lvl5pPr>
          </a:lstStyle>
          <a:p>
            <a:pPr lvl="0" rtl="0"/>
            <a:r>
              <a:rPr lang="en-US"/>
              <a:t>Click to edit Master text styles</a:t>
            </a:r>
          </a:p>
        </p:txBody>
      </p:sp>
    </p:spTree>
    <p:extLst>
      <p:ext uri="{BB962C8B-B14F-4D97-AF65-F5344CB8AC3E}">
        <p14:creationId xmlns:p14="http://schemas.microsoft.com/office/powerpoint/2010/main" val="600948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923D16-1EC5-4C17-ABA8-B13A1256B36F}"/>
              </a:ext>
            </a:extLst>
          </p:cNvPr>
          <p:cNvSpPr>
            <a:spLocks noGrp="1"/>
          </p:cNvSpPr>
          <p:nvPr>
            <p:ph type="title" hasCustomPrompt="1"/>
          </p:nvPr>
        </p:nvSpPr>
        <p:spPr>
          <a:xfrm>
            <a:off x="550864" y="549275"/>
            <a:ext cx="3565524" cy="1997855"/>
          </a:xfrm>
        </p:spPr>
        <p:txBody>
          <a:bodyPr wrap="square" rtlCol="0" anchor="b" anchorCtr="0">
            <a:noAutofit/>
          </a:bodyPr>
          <a:lstStyle>
            <a:lvl1pPr>
              <a:defRPr/>
            </a:lvl1pPr>
          </a:lstStyle>
          <a:p>
            <a:pPr rtl="0"/>
            <a:r>
              <a:rPr lang="en-GB"/>
              <a:t>Click to add title</a:t>
            </a:r>
          </a:p>
        </p:txBody>
      </p:sp>
      <p:sp>
        <p:nvSpPr>
          <p:cNvPr id="7" name="Content Placeholder 2">
            <a:extLst>
              <a:ext uri="{FF2B5EF4-FFF2-40B4-BE49-F238E27FC236}">
                <a16:creationId xmlns:a16="http://schemas.microsoft.com/office/drawing/2014/main" id="{50294D8B-CF64-4C26-8C78-57A375E7D33B}"/>
              </a:ext>
            </a:extLst>
          </p:cNvPr>
          <p:cNvSpPr>
            <a:spLocks noGrp="1"/>
          </p:cNvSpPr>
          <p:nvPr>
            <p:ph idx="1" hasCustomPrompt="1"/>
          </p:nvPr>
        </p:nvSpPr>
        <p:spPr>
          <a:xfrm>
            <a:off x="550863" y="2677306"/>
            <a:ext cx="3565525" cy="3415519"/>
          </a:xfrm>
        </p:spPr>
        <p:txBody>
          <a:bodyPr rtlCol="0" anchor="t" anchorCtr="0">
            <a:noAutofit/>
          </a:bodyPr>
          <a:lstStyle>
            <a:lvl1pPr>
              <a:buNone/>
              <a:defRPr/>
            </a:lvl1pPr>
          </a:lstStyle>
          <a:p>
            <a:pPr rtl="0">
              <a:lnSpc>
                <a:spcPct val="120000"/>
              </a:lnSpc>
            </a:pPr>
            <a:r>
              <a:rPr lang="en-GB" sz="1600"/>
              <a:t>Click to add text</a:t>
            </a:r>
          </a:p>
        </p:txBody>
      </p:sp>
      <p:sp>
        <p:nvSpPr>
          <p:cNvPr id="17" name="Picture Placeholder 16">
            <a:extLst>
              <a:ext uri="{FF2B5EF4-FFF2-40B4-BE49-F238E27FC236}">
                <a16:creationId xmlns:a16="http://schemas.microsoft.com/office/drawing/2014/main" id="{67BCF456-426F-435B-8DF0-A32A44F5A889}"/>
              </a:ext>
            </a:extLst>
          </p:cNvPr>
          <p:cNvSpPr>
            <a:spLocks noGrp="1"/>
          </p:cNvSpPr>
          <p:nvPr>
            <p:ph type="pic" sz="quarter" idx="13"/>
          </p:nvPr>
        </p:nvSpPr>
        <p:spPr>
          <a:xfrm>
            <a:off x="5208928" y="1596771"/>
            <a:ext cx="3448558" cy="3448558"/>
          </a:xfrm>
          <a:custGeom>
            <a:avLst/>
            <a:gdLst>
              <a:gd name="connsiteX0" fmla="*/ 1724279 w 3448558"/>
              <a:gd name="connsiteY0" fmla="*/ 0 h 3448558"/>
              <a:gd name="connsiteX1" fmla="*/ 3448558 w 3448558"/>
              <a:gd name="connsiteY1" fmla="*/ 1724279 h 3448558"/>
              <a:gd name="connsiteX2" fmla="*/ 1724279 w 3448558"/>
              <a:gd name="connsiteY2" fmla="*/ 3448558 h 3448558"/>
              <a:gd name="connsiteX3" fmla="*/ 0 w 3448558"/>
              <a:gd name="connsiteY3" fmla="*/ 1724279 h 3448558"/>
              <a:gd name="connsiteX4" fmla="*/ 1724279 w 3448558"/>
              <a:gd name="connsiteY4" fmla="*/ 0 h 3448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8558" h="3448558">
                <a:moveTo>
                  <a:pt x="1724279" y="0"/>
                </a:moveTo>
                <a:cubicBezTo>
                  <a:pt x="2676572" y="0"/>
                  <a:pt x="3448558" y="771986"/>
                  <a:pt x="3448558" y="1724279"/>
                </a:cubicBezTo>
                <a:cubicBezTo>
                  <a:pt x="3448558" y="2676572"/>
                  <a:pt x="2676572" y="3448558"/>
                  <a:pt x="1724279" y="3448558"/>
                </a:cubicBezTo>
                <a:cubicBezTo>
                  <a:pt x="771986" y="3448558"/>
                  <a:pt x="0" y="2676572"/>
                  <a:pt x="0" y="1724279"/>
                </a:cubicBezTo>
                <a:cubicBezTo>
                  <a:pt x="0" y="771986"/>
                  <a:pt x="771986" y="0"/>
                  <a:pt x="1724279" y="0"/>
                </a:cubicBezTo>
                <a:close/>
              </a:path>
            </a:pathLst>
          </a:custGeom>
          <a:solidFill>
            <a:schemeClr val="accent5"/>
          </a:solidFill>
        </p:spPr>
        <p:txBody>
          <a:bodyPr wrap="square" rtlCol="0">
            <a:noAutofit/>
          </a:bodyPr>
          <a:lstStyle/>
          <a:p>
            <a:pPr rtl="0"/>
            <a:r>
              <a:rPr lang="en-US"/>
              <a:t>Click icon to add picture</a:t>
            </a:r>
            <a:endParaRPr lang="en-GB"/>
          </a:p>
        </p:txBody>
      </p:sp>
      <p:sp>
        <p:nvSpPr>
          <p:cNvPr id="22" name="Picture Placeholder 21">
            <a:extLst>
              <a:ext uri="{FF2B5EF4-FFF2-40B4-BE49-F238E27FC236}">
                <a16:creationId xmlns:a16="http://schemas.microsoft.com/office/drawing/2014/main" id="{4813A609-7079-46D5-9C1D-52004ABDAC9D}"/>
              </a:ext>
            </a:extLst>
          </p:cNvPr>
          <p:cNvSpPr>
            <a:spLocks noGrp="1"/>
          </p:cNvSpPr>
          <p:nvPr>
            <p:ph type="pic" sz="quarter" idx="14"/>
          </p:nvPr>
        </p:nvSpPr>
        <p:spPr>
          <a:xfrm>
            <a:off x="8918575" y="596392"/>
            <a:ext cx="2263776" cy="2263776"/>
          </a:xfrm>
          <a:custGeom>
            <a:avLst/>
            <a:gdLst>
              <a:gd name="connsiteX0" fmla="*/ 1131888 w 2263776"/>
              <a:gd name="connsiteY0" fmla="*/ 0 h 2263776"/>
              <a:gd name="connsiteX1" fmla="*/ 2263776 w 2263776"/>
              <a:gd name="connsiteY1" fmla="*/ 1131888 h 2263776"/>
              <a:gd name="connsiteX2" fmla="*/ 1131888 w 2263776"/>
              <a:gd name="connsiteY2" fmla="*/ 2263776 h 2263776"/>
              <a:gd name="connsiteX3" fmla="*/ 0 w 2263776"/>
              <a:gd name="connsiteY3" fmla="*/ 1131888 h 2263776"/>
              <a:gd name="connsiteX4" fmla="*/ 1131888 w 2263776"/>
              <a:gd name="connsiteY4" fmla="*/ 0 h 2263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776" h="2263776">
                <a:moveTo>
                  <a:pt x="1131888" y="0"/>
                </a:moveTo>
                <a:cubicBezTo>
                  <a:pt x="1757012" y="0"/>
                  <a:pt x="2263776" y="506764"/>
                  <a:pt x="2263776" y="1131888"/>
                </a:cubicBezTo>
                <a:cubicBezTo>
                  <a:pt x="2263776" y="1757012"/>
                  <a:pt x="1757012" y="2263776"/>
                  <a:pt x="1131888" y="2263776"/>
                </a:cubicBezTo>
                <a:cubicBezTo>
                  <a:pt x="506764" y="2263776"/>
                  <a:pt x="0" y="1757012"/>
                  <a:pt x="0" y="1131888"/>
                </a:cubicBezTo>
                <a:cubicBezTo>
                  <a:pt x="0" y="506764"/>
                  <a:pt x="506764" y="0"/>
                  <a:pt x="1131888" y="0"/>
                </a:cubicBezTo>
                <a:close/>
              </a:path>
            </a:pathLst>
          </a:custGeom>
          <a:solidFill>
            <a:schemeClr val="accent5"/>
          </a:solidFill>
        </p:spPr>
        <p:txBody>
          <a:bodyPr wrap="square" rtlCol="0">
            <a:noAutofit/>
          </a:bodyPr>
          <a:lstStyle/>
          <a:p>
            <a:pPr rtl="0"/>
            <a:r>
              <a:rPr lang="en-US"/>
              <a:t>Click icon to add picture</a:t>
            </a:r>
            <a:endParaRPr lang="en-GB"/>
          </a:p>
        </p:txBody>
      </p:sp>
      <p:sp>
        <p:nvSpPr>
          <p:cNvPr id="25" name="Picture Placeholder 24">
            <a:extLst>
              <a:ext uri="{FF2B5EF4-FFF2-40B4-BE49-F238E27FC236}">
                <a16:creationId xmlns:a16="http://schemas.microsoft.com/office/drawing/2014/main" id="{A14F21DF-D5E0-4C6C-BA2C-D69D65DBB18E}"/>
              </a:ext>
            </a:extLst>
          </p:cNvPr>
          <p:cNvSpPr>
            <a:spLocks noGrp="1"/>
          </p:cNvSpPr>
          <p:nvPr>
            <p:ph type="pic" sz="quarter" idx="15"/>
          </p:nvPr>
        </p:nvSpPr>
        <p:spPr>
          <a:xfrm>
            <a:off x="9091612" y="3324733"/>
            <a:ext cx="2936876" cy="2936876"/>
          </a:xfrm>
          <a:custGeom>
            <a:avLst/>
            <a:gdLst>
              <a:gd name="connsiteX0" fmla="*/ 1468438 w 2936876"/>
              <a:gd name="connsiteY0" fmla="*/ 0 h 2936876"/>
              <a:gd name="connsiteX1" fmla="*/ 2936876 w 2936876"/>
              <a:gd name="connsiteY1" fmla="*/ 1468438 h 2936876"/>
              <a:gd name="connsiteX2" fmla="*/ 1468438 w 2936876"/>
              <a:gd name="connsiteY2" fmla="*/ 2936876 h 2936876"/>
              <a:gd name="connsiteX3" fmla="*/ 0 w 2936876"/>
              <a:gd name="connsiteY3" fmla="*/ 1468438 h 2936876"/>
              <a:gd name="connsiteX4" fmla="*/ 1468438 w 2936876"/>
              <a:gd name="connsiteY4" fmla="*/ 0 h 2936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6876" h="2936876">
                <a:moveTo>
                  <a:pt x="1468438" y="0"/>
                </a:moveTo>
                <a:cubicBezTo>
                  <a:pt x="2279434" y="0"/>
                  <a:pt x="2936876" y="657442"/>
                  <a:pt x="2936876" y="1468438"/>
                </a:cubicBezTo>
                <a:cubicBezTo>
                  <a:pt x="2936876" y="2279434"/>
                  <a:pt x="2279434" y="2936876"/>
                  <a:pt x="1468438" y="2936876"/>
                </a:cubicBezTo>
                <a:cubicBezTo>
                  <a:pt x="657442" y="2936876"/>
                  <a:pt x="0" y="2279434"/>
                  <a:pt x="0" y="1468438"/>
                </a:cubicBezTo>
                <a:cubicBezTo>
                  <a:pt x="0" y="657442"/>
                  <a:pt x="657442" y="0"/>
                  <a:pt x="1468438" y="0"/>
                </a:cubicBezTo>
                <a:close/>
              </a:path>
            </a:pathLst>
          </a:custGeom>
          <a:solidFill>
            <a:schemeClr val="accent5"/>
          </a:solidFill>
        </p:spPr>
        <p:txBody>
          <a:bodyPr wrap="square" rtlCol="0">
            <a:noAutofit/>
          </a:bodyPr>
          <a:lstStyle/>
          <a:p>
            <a:pPr rtl="0"/>
            <a:r>
              <a:rPr lang="en-US"/>
              <a:t>Click icon to add picture</a:t>
            </a:r>
            <a:endParaRPr lang="en-GB"/>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rtlCol="0">
            <a:noAutofit/>
          </a:bodyPr>
          <a:lstStyle/>
          <a:p>
            <a:pPr rtl="0"/>
            <a:r>
              <a:rPr lang="en-GB"/>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rtlCol="0">
            <a:noAutofit/>
          </a:bodyPr>
          <a:lstStyle/>
          <a:p>
            <a:pPr rtl="0"/>
            <a:r>
              <a:rPr lang="en-GB"/>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rtlCol="0">
            <a:noAutofit/>
          </a:bodyPr>
          <a:lstStyle/>
          <a:p>
            <a:pPr rtl="0"/>
            <a:fld id="{DBA1B0FB-D917-4C8C-928F-313BD683BF39}" type="slidenum">
              <a:rPr lang="en-GB" smtClean="0"/>
              <a:t>‹#›</a:t>
            </a:fld>
            <a:endParaRPr lang="en-GB"/>
          </a:p>
        </p:txBody>
      </p:sp>
      <p:sp>
        <p:nvSpPr>
          <p:cNvPr id="6" name="Oval 5">
            <a:extLst>
              <a:ext uri="{FF2B5EF4-FFF2-40B4-BE49-F238E27FC236}">
                <a16:creationId xmlns:a16="http://schemas.microsoft.com/office/drawing/2014/main" id="{92FF63B4-C261-4597-9EE0-811D250B9D21}"/>
              </a:ext>
              <a:ext uri="{C183D7F6-B498-43B3-948B-1728B52AA6E4}">
                <adec:decorative xmlns:adec="http://schemas.microsoft.com/office/drawing/2017/decorative" val="1"/>
              </a:ext>
            </a:extLst>
          </p:cNvPr>
          <p:cNvSpPr>
            <a:spLocks noChangeAspect="1"/>
          </p:cNvSpPr>
          <p:nvPr userDrawn="1"/>
        </p:nvSpPr>
        <p:spPr>
          <a:xfrm>
            <a:off x="6548755" y="850167"/>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grpSp>
        <p:nvGrpSpPr>
          <p:cNvPr id="10" name="Group 9">
            <a:extLst>
              <a:ext uri="{FF2B5EF4-FFF2-40B4-BE49-F238E27FC236}">
                <a16:creationId xmlns:a16="http://schemas.microsoft.com/office/drawing/2014/main" id="{F92CF088-7F97-4A11-8A81-0EF641F6986F}"/>
              </a:ext>
              <a:ext uri="{C183D7F6-B498-43B3-948B-1728B52AA6E4}">
                <adec:decorative xmlns:adec="http://schemas.microsoft.com/office/drawing/2017/decorative" val="1"/>
              </a:ext>
            </a:extLst>
          </p:cNvPr>
          <p:cNvGrpSpPr/>
          <p:nvPr userDrawn="1"/>
        </p:nvGrpSpPr>
        <p:grpSpPr>
          <a:xfrm>
            <a:off x="5602297" y="5691007"/>
            <a:ext cx="667802" cy="631474"/>
            <a:chOff x="3409557" y="4940429"/>
            <a:chExt cx="667802" cy="631474"/>
          </a:xfrm>
        </p:grpSpPr>
        <p:sp>
          <p:nvSpPr>
            <p:cNvPr id="11" name="Freeform: Shape 10">
              <a:extLst>
                <a:ext uri="{FF2B5EF4-FFF2-40B4-BE49-F238E27FC236}">
                  <a16:creationId xmlns:a16="http://schemas.microsoft.com/office/drawing/2014/main" id="{165B23B7-CE74-4974-ABD8-BFA31D583416}"/>
                </a:ext>
              </a:extLst>
            </p:cNvPr>
            <p:cNvSpPr>
              <a:spLocks noChangeAspect="1"/>
            </p:cNvSpPr>
            <p:nvPr/>
          </p:nvSpPr>
          <p:spPr>
            <a:xfrm rot="8100000">
              <a:off x="3537358" y="4940429"/>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12" name="Oval 11">
              <a:extLst>
                <a:ext uri="{FF2B5EF4-FFF2-40B4-BE49-F238E27FC236}">
                  <a16:creationId xmlns:a16="http://schemas.microsoft.com/office/drawing/2014/main" id="{FF99BB1F-6C9D-4972-9EF4-98ACD7BE71E5}"/>
                </a:ext>
              </a:extLst>
            </p:cNvPr>
            <p:cNvSpPr/>
            <p:nvPr/>
          </p:nvSpPr>
          <p:spPr>
            <a:xfrm rot="13500000">
              <a:off x="3544558" y="4858365"/>
              <a:ext cx="270000" cy="540001"/>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dirty="0"/>
            </a:p>
          </p:txBody>
        </p:sp>
      </p:grpSp>
    </p:spTree>
    <p:extLst>
      <p:ext uri="{BB962C8B-B14F-4D97-AF65-F5344CB8AC3E}">
        <p14:creationId xmlns:p14="http://schemas.microsoft.com/office/powerpoint/2010/main" val="4284120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troductio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458B3A1-C77D-4AFC-B2C8-79520B53C452}"/>
              </a:ext>
            </a:extLst>
          </p:cNvPr>
          <p:cNvSpPr>
            <a:spLocks noGrp="1"/>
          </p:cNvSpPr>
          <p:nvPr>
            <p:ph type="title"/>
          </p:nvPr>
        </p:nvSpPr>
        <p:spPr>
          <a:xfrm>
            <a:off x="550863" y="4507200"/>
            <a:ext cx="4500562" cy="1562959"/>
          </a:xfrm>
        </p:spPr>
        <p:txBody>
          <a:bodyPr wrap="square" rtlCol="0" anchor="t" anchorCtr="0">
            <a:noAutofit/>
          </a:bodyPr>
          <a:lstStyle/>
          <a:p>
            <a:pPr rtl="0"/>
            <a:r>
              <a:rPr lang="en-US"/>
              <a:t>Click to edit Master title style</a:t>
            </a:r>
            <a:endParaRPr lang="en-GB" dirty="0"/>
          </a:p>
        </p:txBody>
      </p:sp>
      <p:sp>
        <p:nvSpPr>
          <p:cNvPr id="12" name="Picture Placeholder 11">
            <a:extLst>
              <a:ext uri="{FF2B5EF4-FFF2-40B4-BE49-F238E27FC236}">
                <a16:creationId xmlns:a16="http://schemas.microsoft.com/office/drawing/2014/main" id="{F551DA26-B267-4F28-B4D0-65B3EF6E1112}"/>
              </a:ext>
            </a:extLst>
          </p:cNvPr>
          <p:cNvSpPr>
            <a:spLocks noGrp="1"/>
          </p:cNvSpPr>
          <p:nvPr>
            <p:ph type="pic" sz="quarter" idx="13"/>
          </p:nvPr>
        </p:nvSpPr>
        <p:spPr>
          <a:xfrm>
            <a:off x="0" y="0"/>
            <a:ext cx="3054096" cy="3776472"/>
          </a:xfrm>
          <a:solidFill>
            <a:schemeClr val="accent5"/>
          </a:solidFill>
        </p:spPr>
        <p:txBody>
          <a:bodyPr rtlCol="0">
            <a:noAutofit/>
          </a:bodyPr>
          <a:lstStyle/>
          <a:p>
            <a:pPr rtl="0"/>
            <a:r>
              <a:rPr lang="en-US"/>
              <a:t>Click icon to add picture</a:t>
            </a:r>
            <a:endParaRPr lang="en-GB"/>
          </a:p>
        </p:txBody>
      </p:sp>
      <p:sp>
        <p:nvSpPr>
          <p:cNvPr id="18" name="Picture Placeholder 11">
            <a:extLst>
              <a:ext uri="{FF2B5EF4-FFF2-40B4-BE49-F238E27FC236}">
                <a16:creationId xmlns:a16="http://schemas.microsoft.com/office/drawing/2014/main" id="{95544A62-DA23-4840-99DE-09AFC8F4DC48}"/>
              </a:ext>
            </a:extLst>
          </p:cNvPr>
          <p:cNvSpPr>
            <a:spLocks noGrp="1"/>
          </p:cNvSpPr>
          <p:nvPr>
            <p:ph type="pic" sz="quarter" idx="14"/>
          </p:nvPr>
        </p:nvSpPr>
        <p:spPr>
          <a:xfrm>
            <a:off x="3054096" y="0"/>
            <a:ext cx="3054096" cy="3776472"/>
          </a:xfrm>
          <a:solidFill>
            <a:schemeClr val="accent5"/>
          </a:solidFill>
        </p:spPr>
        <p:txBody>
          <a:bodyPr rtlCol="0">
            <a:noAutofit/>
          </a:bodyPr>
          <a:lstStyle/>
          <a:p>
            <a:pPr rtl="0"/>
            <a:r>
              <a:rPr lang="en-US"/>
              <a:t>Click icon to add picture</a:t>
            </a:r>
            <a:endParaRPr lang="en-GB"/>
          </a:p>
        </p:txBody>
      </p:sp>
      <p:sp>
        <p:nvSpPr>
          <p:cNvPr id="19" name="Picture Placeholder 11">
            <a:extLst>
              <a:ext uri="{FF2B5EF4-FFF2-40B4-BE49-F238E27FC236}">
                <a16:creationId xmlns:a16="http://schemas.microsoft.com/office/drawing/2014/main" id="{0C91AF30-C5BB-4601-BDEB-E60C93A16933}"/>
              </a:ext>
            </a:extLst>
          </p:cNvPr>
          <p:cNvSpPr>
            <a:spLocks noGrp="1"/>
          </p:cNvSpPr>
          <p:nvPr>
            <p:ph type="pic" sz="quarter" idx="15"/>
          </p:nvPr>
        </p:nvSpPr>
        <p:spPr>
          <a:xfrm>
            <a:off x="6083808" y="0"/>
            <a:ext cx="3054096" cy="3776472"/>
          </a:xfrm>
          <a:solidFill>
            <a:schemeClr val="accent5"/>
          </a:solidFill>
        </p:spPr>
        <p:txBody>
          <a:bodyPr rtlCol="0">
            <a:noAutofit/>
          </a:bodyPr>
          <a:lstStyle/>
          <a:p>
            <a:pPr rtl="0"/>
            <a:r>
              <a:rPr lang="en-US"/>
              <a:t>Click icon to add picture</a:t>
            </a:r>
            <a:endParaRPr lang="en-GB"/>
          </a:p>
        </p:txBody>
      </p:sp>
      <p:sp>
        <p:nvSpPr>
          <p:cNvPr id="20" name="Picture Placeholder 11">
            <a:extLst>
              <a:ext uri="{FF2B5EF4-FFF2-40B4-BE49-F238E27FC236}">
                <a16:creationId xmlns:a16="http://schemas.microsoft.com/office/drawing/2014/main" id="{5B625AA5-EA5B-4115-A461-DA2C7087D83E}"/>
              </a:ext>
            </a:extLst>
          </p:cNvPr>
          <p:cNvSpPr>
            <a:spLocks noGrp="1"/>
          </p:cNvSpPr>
          <p:nvPr>
            <p:ph type="pic" sz="quarter" idx="16"/>
          </p:nvPr>
        </p:nvSpPr>
        <p:spPr>
          <a:xfrm>
            <a:off x="9137904" y="0"/>
            <a:ext cx="3054096" cy="3776472"/>
          </a:xfrm>
          <a:solidFill>
            <a:schemeClr val="accent5"/>
          </a:solidFill>
        </p:spPr>
        <p:txBody>
          <a:bodyPr rtlCol="0">
            <a:noAutofit/>
          </a:bodyPr>
          <a:lstStyle/>
          <a:p>
            <a:pPr rtl="0"/>
            <a:r>
              <a:rPr lang="en-US"/>
              <a:t>Click icon to add picture</a:t>
            </a:r>
            <a:endParaRPr lang="en-GB"/>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rtlCol="0">
            <a:noAutofit/>
          </a:bodyPr>
          <a:lstStyle/>
          <a:p>
            <a:pPr rtl="0"/>
            <a:r>
              <a:rPr lang="en-GB"/>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rtlCol="0">
            <a:noAutofit/>
          </a:bodyPr>
          <a:lstStyle/>
          <a:p>
            <a:pPr rtl="0"/>
            <a:r>
              <a:rPr lang="en-GB"/>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rtlCol="0">
            <a:noAutofit/>
          </a:bodyPr>
          <a:lstStyle/>
          <a:p>
            <a:pPr rtl="0"/>
            <a:fld id="{DBA1B0FB-D917-4C8C-928F-313BD683BF39}" type="slidenum">
              <a:rPr lang="en-GB" smtClean="0"/>
              <a:t>‹#›</a:t>
            </a:fld>
            <a:endParaRPr lang="en-GB"/>
          </a:p>
        </p:txBody>
      </p:sp>
      <p:sp>
        <p:nvSpPr>
          <p:cNvPr id="11" name="Content Placeholder 6">
            <a:extLst>
              <a:ext uri="{FF2B5EF4-FFF2-40B4-BE49-F238E27FC236}">
                <a16:creationId xmlns:a16="http://schemas.microsoft.com/office/drawing/2014/main" id="{1B1AE41C-3196-4E6F-A3A8-313A92677FF3}"/>
              </a:ext>
            </a:extLst>
          </p:cNvPr>
          <p:cNvSpPr>
            <a:spLocks noGrp="1"/>
          </p:cNvSpPr>
          <p:nvPr>
            <p:ph sz="quarter" idx="15"/>
          </p:nvPr>
        </p:nvSpPr>
        <p:spPr>
          <a:xfrm>
            <a:off x="5262411" y="4508500"/>
            <a:ext cx="6221412" cy="1563688"/>
          </a:xfrm>
        </p:spPr>
        <p:txBody>
          <a:bodyPr rtlCol="0">
            <a:noAutofit/>
          </a:bodyPr>
          <a:lstStyle>
            <a:lvl1pPr marL="228600" indent="-228600">
              <a:lnSpc>
                <a:spcPct val="100000"/>
              </a:lnSpc>
              <a:buFont typeface="Arial" panose="020B0604020202020204" pitchFamily="34" charset="0"/>
              <a:buChar char="•"/>
              <a:defRPr sz="2000"/>
            </a:lvl1pPr>
            <a:lvl2pPr>
              <a:buNone/>
              <a:defRPr sz="1900"/>
            </a:lvl2pPr>
            <a:lvl3pPr>
              <a:buNone/>
              <a:defRPr sz="1900"/>
            </a:lvl3pPr>
            <a:lvl4pPr>
              <a:buNone/>
              <a:defRPr sz="1900"/>
            </a:lvl4pPr>
            <a:lvl5pPr>
              <a:buNone/>
              <a:defRPr sz="1900"/>
            </a:lvl5pPr>
          </a:lstStyle>
          <a:p>
            <a:pPr lvl="0" rtl="0"/>
            <a:r>
              <a:rPr lang="en-US"/>
              <a:t>Click to edit Master text styles</a:t>
            </a:r>
          </a:p>
        </p:txBody>
      </p:sp>
    </p:spTree>
    <p:extLst>
      <p:ext uri="{BB962C8B-B14F-4D97-AF65-F5344CB8AC3E}">
        <p14:creationId xmlns:p14="http://schemas.microsoft.com/office/powerpoint/2010/main" val="2570260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5B2FBE-0C5C-48AA-8D7F-9D5B7373CC9A}"/>
              </a:ext>
            </a:extLst>
          </p:cNvPr>
          <p:cNvSpPr>
            <a:spLocks noGrp="1"/>
          </p:cNvSpPr>
          <p:nvPr>
            <p:ph type="pic" sz="quarter" idx="13"/>
          </p:nvPr>
        </p:nvSpPr>
        <p:spPr>
          <a:xfrm>
            <a:off x="0" y="0"/>
            <a:ext cx="12192000" cy="6858000"/>
          </a:xfrm>
          <a:solidFill>
            <a:schemeClr val="accent5"/>
          </a:solidFill>
        </p:spPr>
        <p:txBody>
          <a:bodyPr rtlCol="0"/>
          <a:lstStyle/>
          <a:p>
            <a:pPr rtl="0"/>
            <a:r>
              <a:rPr lang="en-US"/>
              <a:t>Click icon to add picture</a:t>
            </a:r>
            <a:endParaRPr lang="en-GB"/>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rtlCol="0"/>
          <a:lstStyle/>
          <a:p>
            <a:pPr rtl="0"/>
            <a:r>
              <a:rPr lang="en-GB"/>
              <a:t>Tuesday, February 2, 20XX</a:t>
            </a:r>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rtlCol="0"/>
          <a:lstStyle/>
          <a:p>
            <a:pPr rtl="0"/>
            <a:r>
              <a:rPr lang="en-GB"/>
              <a:t>Sample Footer Text</a:t>
            </a:r>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rtlCol="0"/>
          <a:lstStyle/>
          <a:p>
            <a:pPr rtl="0"/>
            <a:fld id="{DBA1B0FB-D917-4C8C-928F-313BD683BF39}" type="slidenum">
              <a:rPr lang="en-GB" smtClean="0"/>
              <a:t>‹#›</a:t>
            </a:fld>
            <a:endParaRPr lang="en-GB"/>
          </a:p>
        </p:txBody>
      </p:sp>
      <p:sp>
        <p:nvSpPr>
          <p:cNvPr id="13" name="Rectangle 12">
            <a:extLst>
              <a:ext uri="{FF2B5EF4-FFF2-40B4-BE49-F238E27FC236}">
                <a16:creationId xmlns:a16="http://schemas.microsoft.com/office/drawing/2014/main" id="{80517979-166D-4AAA-ABBC-0C3E5C2ECF37}"/>
              </a:ext>
              <a:ext uri="{C183D7F6-B498-43B3-948B-1728B52AA6E4}">
                <adec:decorative xmlns:adec="http://schemas.microsoft.com/office/drawing/2017/decorative" val="1"/>
              </a:ext>
            </a:extLst>
          </p:cNvPr>
          <p:cNvSpPr/>
          <p:nvPr userDrawn="1"/>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14" name="Rectangle 13">
            <a:extLst>
              <a:ext uri="{FF2B5EF4-FFF2-40B4-BE49-F238E27FC236}">
                <a16:creationId xmlns:a16="http://schemas.microsoft.com/office/drawing/2014/main" id="{4E111559-B769-4E2A-A891-97B3C4AA6BAC}"/>
              </a:ext>
            </a:extLst>
          </p:cNvPr>
          <p:cNvSpPr/>
          <p:nvPr userDrawn="1"/>
        </p:nvSpPr>
        <p:spPr>
          <a:xfrm rot="10800000">
            <a:off x="0" y="-3"/>
            <a:ext cx="9000000"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15" name="Title 1">
            <a:extLst>
              <a:ext uri="{FF2B5EF4-FFF2-40B4-BE49-F238E27FC236}">
                <a16:creationId xmlns:a16="http://schemas.microsoft.com/office/drawing/2014/main" id="{754E1219-253E-4FEF-A576-83857F44BA01}"/>
              </a:ext>
            </a:extLst>
          </p:cNvPr>
          <p:cNvSpPr>
            <a:spLocks noGrp="1"/>
          </p:cNvSpPr>
          <p:nvPr>
            <p:ph type="ctrTitle"/>
          </p:nvPr>
        </p:nvSpPr>
        <p:spPr>
          <a:xfrm>
            <a:off x="550863" y="549275"/>
            <a:ext cx="5437187" cy="2986234"/>
          </a:xfrm>
        </p:spPr>
        <p:txBody>
          <a:bodyPr rtlCol="0" anchor="b" anchorCtr="0">
            <a:noAutofit/>
          </a:bodyPr>
          <a:lstStyle>
            <a:lvl1pPr>
              <a:defRPr sz="6400"/>
            </a:lvl1pPr>
          </a:lstStyle>
          <a:p>
            <a:pPr rtl="0"/>
            <a:r>
              <a:rPr lang="en-US"/>
              <a:t>Click to edit Master title style</a:t>
            </a:r>
            <a:endParaRPr lang="en-GB" dirty="0"/>
          </a:p>
        </p:txBody>
      </p:sp>
      <p:sp>
        <p:nvSpPr>
          <p:cNvPr id="16" name="Subtitle 2">
            <a:extLst>
              <a:ext uri="{FF2B5EF4-FFF2-40B4-BE49-F238E27FC236}">
                <a16:creationId xmlns:a16="http://schemas.microsoft.com/office/drawing/2014/main" id="{93411FC5-0B5A-4566-9984-827485AF9265}"/>
              </a:ext>
            </a:extLst>
          </p:cNvPr>
          <p:cNvSpPr>
            <a:spLocks noGrp="1"/>
          </p:cNvSpPr>
          <p:nvPr>
            <p:ph type="subTitle" idx="1"/>
          </p:nvPr>
        </p:nvSpPr>
        <p:spPr>
          <a:xfrm>
            <a:off x="550863" y="3816724"/>
            <a:ext cx="5437187" cy="2265216"/>
          </a:xfrm>
        </p:spPr>
        <p:txBody>
          <a:bodyPr rtlCol="0">
            <a:noAutofit/>
          </a:bodyPr>
          <a:lstStyle>
            <a:lvl1pPr>
              <a:buNone/>
              <a:defRPr sz="2400"/>
            </a:lvl1pPr>
          </a:lstStyle>
          <a:p>
            <a:pPr rtl="0"/>
            <a:r>
              <a:rPr lang="en-US">
                <a:solidFill>
                  <a:schemeClr val="tx1">
                    <a:alpha val="60000"/>
                  </a:schemeClr>
                </a:solidFill>
              </a:rPr>
              <a:t>Click to edit Master subtitle style</a:t>
            </a:r>
            <a:endParaRPr lang="en-GB" dirty="0">
              <a:solidFill>
                <a:schemeClr val="tx1">
                  <a:alpha val="60000"/>
                </a:schemeClr>
              </a:solidFill>
            </a:endParaRPr>
          </a:p>
        </p:txBody>
      </p:sp>
    </p:spTree>
    <p:extLst>
      <p:ext uri="{BB962C8B-B14F-4D97-AF65-F5344CB8AC3E}">
        <p14:creationId xmlns:p14="http://schemas.microsoft.com/office/powerpoint/2010/main" val="1023429560"/>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5B2FBE-0C5C-48AA-8D7F-9D5B7373CC9A}"/>
              </a:ext>
            </a:extLst>
          </p:cNvPr>
          <p:cNvSpPr>
            <a:spLocks noGrp="1"/>
          </p:cNvSpPr>
          <p:nvPr>
            <p:ph type="pic" sz="quarter" idx="13"/>
          </p:nvPr>
        </p:nvSpPr>
        <p:spPr>
          <a:xfrm>
            <a:off x="0" y="0"/>
            <a:ext cx="12192000" cy="6858000"/>
          </a:xfrm>
          <a:solidFill>
            <a:schemeClr val="bg2"/>
          </a:solidFill>
        </p:spPr>
        <p:txBody>
          <a:bodyPr rtlCol="0"/>
          <a:lstStyle/>
          <a:p>
            <a:pPr rtl="0"/>
            <a:r>
              <a:rPr lang="en-US"/>
              <a:t>Click icon to add picture</a:t>
            </a:r>
            <a:endParaRPr lang="en-GB"/>
          </a:p>
        </p:txBody>
      </p:sp>
      <p:sp>
        <p:nvSpPr>
          <p:cNvPr id="16" name="Subtitle 2">
            <a:extLst>
              <a:ext uri="{FF2B5EF4-FFF2-40B4-BE49-F238E27FC236}">
                <a16:creationId xmlns:a16="http://schemas.microsoft.com/office/drawing/2014/main" id="{93411FC5-0B5A-4566-9984-827485AF9265}"/>
              </a:ext>
            </a:extLst>
          </p:cNvPr>
          <p:cNvSpPr>
            <a:spLocks noGrp="1"/>
          </p:cNvSpPr>
          <p:nvPr>
            <p:ph type="subTitle" idx="1"/>
          </p:nvPr>
        </p:nvSpPr>
        <p:spPr>
          <a:xfrm>
            <a:off x="0" y="3557281"/>
            <a:ext cx="6640285" cy="3300719"/>
          </a:xfrm>
          <a:gradFill>
            <a:gsLst>
              <a:gs pos="0">
                <a:schemeClr val="bg2">
                  <a:alpha val="0"/>
                </a:schemeClr>
              </a:gs>
              <a:gs pos="50000">
                <a:schemeClr val="bg2">
                  <a:alpha val="60000"/>
                </a:schemeClr>
              </a:gs>
            </a:gsLst>
            <a:lin ang="10800000" scaled="1"/>
          </a:gradFill>
        </p:spPr>
        <p:txBody>
          <a:bodyPr rtlCol="0">
            <a:noAutofit/>
          </a:bodyPr>
          <a:lstStyle>
            <a:lvl1pPr marL="548640" indent="0">
              <a:lnSpc>
                <a:spcPct val="200000"/>
              </a:lnSpc>
              <a:buNone/>
              <a:defRPr/>
            </a:lvl1pPr>
          </a:lstStyle>
          <a:p>
            <a:pPr rtl="0"/>
            <a:r>
              <a:rPr lang="en-US">
                <a:solidFill>
                  <a:schemeClr val="tx1">
                    <a:alpha val="60000"/>
                  </a:schemeClr>
                </a:solidFill>
              </a:rPr>
              <a:t>Click to edit Master subtitle style</a:t>
            </a:r>
            <a:endParaRPr lang="en-GB" dirty="0">
              <a:solidFill>
                <a:schemeClr val="tx1">
                  <a:alpha val="60000"/>
                </a:schemeClr>
              </a:solidFill>
            </a:endParaRPr>
          </a:p>
        </p:txBody>
      </p:sp>
      <p:sp>
        <p:nvSpPr>
          <p:cNvPr id="15" name="Title 1">
            <a:extLst>
              <a:ext uri="{FF2B5EF4-FFF2-40B4-BE49-F238E27FC236}">
                <a16:creationId xmlns:a16="http://schemas.microsoft.com/office/drawing/2014/main" id="{754E1219-253E-4FEF-A576-83857F44BA01}"/>
              </a:ext>
            </a:extLst>
          </p:cNvPr>
          <p:cNvSpPr>
            <a:spLocks noGrp="1"/>
          </p:cNvSpPr>
          <p:nvPr>
            <p:ph type="ctrTitle"/>
          </p:nvPr>
        </p:nvSpPr>
        <p:spPr>
          <a:xfrm>
            <a:off x="0" y="0"/>
            <a:ext cx="6640285" cy="3535509"/>
          </a:xfrm>
          <a:gradFill flip="none" rotWithShape="1">
            <a:gsLst>
              <a:gs pos="0">
                <a:schemeClr val="bg2">
                  <a:alpha val="0"/>
                </a:schemeClr>
              </a:gs>
              <a:gs pos="50000">
                <a:schemeClr val="bg2">
                  <a:alpha val="70000"/>
                </a:schemeClr>
              </a:gs>
            </a:gsLst>
            <a:lin ang="10800000" scaled="1"/>
            <a:tileRect/>
          </a:gradFill>
        </p:spPr>
        <p:txBody>
          <a:bodyPr rtlCol="0" anchor="b" anchorCtr="0">
            <a:noAutofit/>
          </a:bodyPr>
          <a:lstStyle>
            <a:lvl1pPr marL="548640">
              <a:spcAft>
                <a:spcPts val="1200"/>
              </a:spcAft>
              <a:defRPr sz="6400"/>
            </a:lvl1pPr>
          </a:lstStyle>
          <a:p>
            <a:pPr rtl="0"/>
            <a:r>
              <a:rPr lang="en-US"/>
              <a:t>Click to edit Master title style</a:t>
            </a:r>
            <a:endParaRPr lang="en-GB" dirty="0"/>
          </a:p>
        </p:txBody>
      </p:sp>
    </p:spTree>
    <p:extLst>
      <p:ext uri="{BB962C8B-B14F-4D97-AF65-F5344CB8AC3E}">
        <p14:creationId xmlns:p14="http://schemas.microsoft.com/office/powerpoint/2010/main" val="2229304515"/>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5_Chart Table Timeline">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n-GB"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n-GB"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Autofit/>
          </a:bodyPr>
          <a:lstStyle>
            <a:lvl1pPr>
              <a:defRPr lang="en-GB" dirty="0"/>
            </a:lvl1pPr>
          </a:lstStyle>
          <a:p>
            <a:pPr lvl="0" rtl="0">
              <a:lnSpc>
                <a:spcPct val="100000"/>
              </a:lnSpc>
            </a:pPr>
            <a:r>
              <a:rPr lang="en-US"/>
              <a:t>Click to edit Master title style</a:t>
            </a:r>
            <a:endParaRPr lang="en-GB"/>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rtlCol="0">
            <a:noAutofit/>
          </a:body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rtlCol="0">
            <a:noAutofit/>
          </a:bodyPr>
          <a:lstStyle/>
          <a:p>
            <a:pPr rtl="0"/>
            <a:r>
              <a:rPr lang="en-GB"/>
              <a:t>Tuesday, February 2, 20XX</a:t>
            </a:r>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rtlCol="0">
            <a:noAutofit/>
          </a:bodyPr>
          <a:lstStyle/>
          <a:p>
            <a:pPr rtl="0"/>
            <a:r>
              <a:rPr lang="en-GB"/>
              <a:t>Sample Footer Text</a:t>
            </a:r>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rtlCol="0">
            <a:noAutofit/>
          </a:bodyPr>
          <a:lstStyle/>
          <a:p>
            <a:pPr rtl="0"/>
            <a:fld id="{DBA1B0FB-D917-4C8C-928F-313BD683BF39}" type="slidenum">
              <a:rPr lang="en-GB" smtClean="0"/>
              <a:t>‹#›</a:t>
            </a:fld>
            <a:endParaRPr lang="en-GB"/>
          </a:p>
        </p:txBody>
      </p:sp>
    </p:spTree>
    <p:extLst>
      <p:ext uri="{BB962C8B-B14F-4D97-AF65-F5344CB8AC3E}">
        <p14:creationId xmlns:p14="http://schemas.microsoft.com/office/powerpoint/2010/main" val="3616071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Quot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062BF5C-3876-4161-B4FF-14CA94D326C6}"/>
              </a:ext>
            </a:extLst>
          </p:cNvPr>
          <p:cNvSpPr>
            <a:spLocks noGrp="1"/>
          </p:cNvSpPr>
          <p:nvPr>
            <p:ph type="title"/>
          </p:nvPr>
        </p:nvSpPr>
        <p:spPr>
          <a:xfrm>
            <a:off x="550864" y="549275"/>
            <a:ext cx="3566160" cy="3384550"/>
          </a:xfrm>
        </p:spPr>
        <p:txBody>
          <a:bodyPr wrap="square" rtlCol="0" anchor="b" anchorCtr="0">
            <a:noAutofit/>
          </a:bodyPr>
          <a:lstStyle>
            <a:lvl1pPr>
              <a:defRPr sz="4000"/>
            </a:lvl1pPr>
          </a:lstStyle>
          <a:p>
            <a:pPr rtl="0"/>
            <a:r>
              <a:rPr lang="en-US"/>
              <a:t>Click to edit Master title style</a:t>
            </a:r>
            <a:endParaRPr lang="en-GB" dirty="0"/>
          </a:p>
        </p:txBody>
      </p:sp>
      <p:grpSp>
        <p:nvGrpSpPr>
          <p:cNvPr id="8" name="Group 7">
            <a:extLst>
              <a:ext uri="{FF2B5EF4-FFF2-40B4-BE49-F238E27FC236}">
                <a16:creationId xmlns:a16="http://schemas.microsoft.com/office/drawing/2014/main" id="{B17C5C60-EC4D-410B-9997-0B73289605FD}"/>
              </a:ext>
              <a:ext uri="{C183D7F6-B498-43B3-948B-1728B52AA6E4}">
                <adec:decorative xmlns:adec="http://schemas.microsoft.com/office/drawing/2017/decorative" val="1"/>
              </a:ext>
            </a:extLst>
          </p:cNvPr>
          <p:cNvGrpSpPr/>
          <p:nvPr userDrawn="1"/>
        </p:nvGrpSpPr>
        <p:grpSpPr>
          <a:xfrm>
            <a:off x="10822156" y="4143453"/>
            <a:ext cx="734257" cy="760506"/>
            <a:chOff x="5243759" y="1363788"/>
            <a:chExt cx="734257" cy="760506"/>
          </a:xfrm>
        </p:grpSpPr>
        <p:sp>
          <p:nvSpPr>
            <p:cNvPr id="9" name="Freeform 5">
              <a:extLst>
                <a:ext uri="{FF2B5EF4-FFF2-40B4-BE49-F238E27FC236}">
                  <a16:creationId xmlns:a16="http://schemas.microsoft.com/office/drawing/2014/main" id="{0573155C-3428-4F4F-AE66-A519D777EAAE}"/>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10" name="Freeform 6">
              <a:extLst>
                <a:ext uri="{FF2B5EF4-FFF2-40B4-BE49-F238E27FC236}">
                  <a16:creationId xmlns:a16="http://schemas.microsoft.com/office/drawing/2014/main" id="{1853496C-159E-4D47-94B5-0835FB6511BA}"/>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11" name="Freeform 8">
              <a:extLst>
                <a:ext uri="{FF2B5EF4-FFF2-40B4-BE49-F238E27FC236}">
                  <a16:creationId xmlns:a16="http://schemas.microsoft.com/office/drawing/2014/main" id="{CE93E330-715B-44E8-84D9-CE166D428DAB}"/>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grpSp>
      <p:sp>
        <p:nvSpPr>
          <p:cNvPr id="12" name="Oval 11">
            <a:extLst>
              <a:ext uri="{FF2B5EF4-FFF2-40B4-BE49-F238E27FC236}">
                <a16:creationId xmlns:a16="http://schemas.microsoft.com/office/drawing/2014/main" id="{80A2FA6F-99B7-4984-A80C-570644889F02}"/>
              </a:ext>
              <a:ext uri="{C183D7F6-B498-43B3-948B-1728B52AA6E4}">
                <adec:decorative xmlns:adec="http://schemas.microsoft.com/office/drawing/2017/decorative" val="1"/>
              </a:ext>
            </a:extLst>
          </p:cNvPr>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17" name="Content Placeholder 16">
            <a:extLst>
              <a:ext uri="{FF2B5EF4-FFF2-40B4-BE49-F238E27FC236}">
                <a16:creationId xmlns:a16="http://schemas.microsoft.com/office/drawing/2014/main" id="{439C8C03-81B3-4DE8-B96A-78258E4467CC}"/>
              </a:ext>
            </a:extLst>
          </p:cNvPr>
          <p:cNvSpPr>
            <a:spLocks noGrp="1"/>
          </p:cNvSpPr>
          <p:nvPr>
            <p:ph sz="quarter" idx="15"/>
          </p:nvPr>
        </p:nvSpPr>
        <p:spPr>
          <a:xfrm>
            <a:off x="550863" y="4097338"/>
            <a:ext cx="3565524" cy="2351087"/>
          </a:xfrm>
        </p:spPr>
        <p:txBody>
          <a:bodyPr rtlCol="0">
            <a:noAutofit/>
          </a:bodyPr>
          <a:lstStyle>
            <a:lvl1pPr>
              <a:buNone/>
              <a:defRPr sz="2400"/>
            </a:lvl1pPr>
            <a:lvl2pPr>
              <a:defRPr sz="2000"/>
            </a:lvl2pPr>
            <a:lvl3pPr>
              <a:defRPr sz="2000"/>
            </a:lvl3pPr>
            <a:lvl4pPr>
              <a:defRPr sz="2000"/>
            </a:lvl4pPr>
            <a:lvl5pPr>
              <a:defRPr sz="2000"/>
            </a:lvl5pPr>
          </a:lstStyle>
          <a:p>
            <a:pPr lvl="0" rtl="0"/>
            <a:r>
              <a:rPr lang="en-US"/>
              <a:t>Click to edit Master text styles</a:t>
            </a:r>
          </a:p>
        </p:txBody>
      </p:sp>
      <p:sp>
        <p:nvSpPr>
          <p:cNvPr id="15" name="Picture Placeholder 14">
            <a:extLst>
              <a:ext uri="{FF2B5EF4-FFF2-40B4-BE49-F238E27FC236}">
                <a16:creationId xmlns:a16="http://schemas.microsoft.com/office/drawing/2014/main" id="{C1FBB56D-C8B1-4ED9-A5DB-72BA636DADF3}"/>
              </a:ext>
            </a:extLst>
          </p:cNvPr>
          <p:cNvSpPr>
            <a:spLocks noGrp="1"/>
          </p:cNvSpPr>
          <p:nvPr>
            <p:ph type="pic" sz="quarter" idx="13"/>
          </p:nvPr>
        </p:nvSpPr>
        <p:spPr>
          <a:xfrm>
            <a:off x="5535809" y="65663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rtlCol="0">
            <a:noAutofit/>
          </a:bodyPr>
          <a:lstStyle/>
          <a:p>
            <a:pPr rtl="0"/>
            <a:r>
              <a:rPr lang="en-US"/>
              <a:t>Click icon to add picture</a:t>
            </a:r>
            <a:endParaRPr lang="en-GB"/>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rtlCol="0">
            <a:noAutofit/>
          </a:bodyPr>
          <a:lstStyle/>
          <a:p>
            <a:pPr rtl="0"/>
            <a:r>
              <a:rPr lang="en-GB"/>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rtlCol="0">
            <a:noAutofit/>
          </a:bodyPr>
          <a:lstStyle/>
          <a:p>
            <a:pPr rtl="0"/>
            <a:r>
              <a:rPr lang="en-GB"/>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rtlCol="0">
            <a:noAutofit/>
          </a:bodyPr>
          <a:lstStyle/>
          <a:p>
            <a:pPr rtl="0"/>
            <a:fld id="{DBA1B0FB-D917-4C8C-928F-313BD683BF39}" type="slidenum">
              <a:rPr lang="en-GB" smtClean="0"/>
              <a:t>‹#›</a:t>
            </a:fld>
            <a:endParaRPr lang="en-GB"/>
          </a:p>
        </p:txBody>
      </p:sp>
    </p:spTree>
    <p:extLst>
      <p:ext uri="{BB962C8B-B14F-4D97-AF65-F5344CB8AC3E}">
        <p14:creationId xmlns:p14="http://schemas.microsoft.com/office/powerpoint/2010/main" val="3063087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eam">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38C6F9E-A74F-4F54-9409-B6B93DF8CE78}"/>
              </a:ext>
              <a:ext uri="{C183D7F6-B498-43B3-948B-1728B52AA6E4}">
                <adec:decorative xmlns:adec="http://schemas.microsoft.com/office/drawing/2017/decorative" val="1"/>
              </a:ext>
            </a:extLst>
          </p:cNvPr>
          <p:cNvSpPr/>
          <p:nvPr userDrawn="1"/>
        </p:nvSpPr>
        <p:spPr>
          <a:xfrm>
            <a:off x="0" y="5773729"/>
            <a:ext cx="12192000"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n-GB"/>
          </a:p>
        </p:txBody>
      </p:sp>
      <p:sp>
        <p:nvSpPr>
          <p:cNvPr id="34" name="Oval 33">
            <a:extLst>
              <a:ext uri="{FF2B5EF4-FFF2-40B4-BE49-F238E27FC236}">
                <a16:creationId xmlns:a16="http://schemas.microsoft.com/office/drawing/2014/main" id="{6F0F71C5-78A4-4793-9BD4-3DF0EE3E3EB7}"/>
              </a:ext>
              <a:ext uri="{C183D7F6-B498-43B3-948B-1728B52AA6E4}">
                <adec:decorative xmlns:adec="http://schemas.microsoft.com/office/drawing/2017/decorative" val="1"/>
              </a:ext>
            </a:extLst>
          </p:cNvPr>
          <p:cNvSpPr>
            <a:spLocks noChangeAspect="1"/>
          </p:cNvSpPr>
          <p:nvPr userDrawn="1"/>
        </p:nvSpPr>
        <p:spPr>
          <a:xfrm>
            <a:off x="10288775" y="7626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40" name="Title 5">
            <a:extLst>
              <a:ext uri="{FF2B5EF4-FFF2-40B4-BE49-F238E27FC236}">
                <a16:creationId xmlns:a16="http://schemas.microsoft.com/office/drawing/2014/main" id="{36F60F77-4CC9-4F86-B70A-85012C6588A0}"/>
              </a:ext>
            </a:extLst>
          </p:cNvPr>
          <p:cNvSpPr>
            <a:spLocks noGrp="1"/>
          </p:cNvSpPr>
          <p:nvPr>
            <p:ph type="ctrTitle" hasCustomPrompt="1"/>
          </p:nvPr>
        </p:nvSpPr>
        <p:spPr>
          <a:xfrm>
            <a:off x="548640" y="548640"/>
            <a:ext cx="8281987" cy="1253041"/>
          </a:xfrm>
        </p:spPr>
        <p:txBody>
          <a:bodyPr rtlCol="0">
            <a:noAutofit/>
          </a:bodyPr>
          <a:lstStyle/>
          <a:p>
            <a:pPr rtl="0"/>
            <a:r>
              <a:rPr lang="en-GB"/>
              <a:t>Team</a:t>
            </a:r>
          </a:p>
        </p:txBody>
      </p:sp>
      <p:grpSp>
        <p:nvGrpSpPr>
          <p:cNvPr id="51" name="Group 50">
            <a:extLst>
              <a:ext uri="{FF2B5EF4-FFF2-40B4-BE49-F238E27FC236}">
                <a16:creationId xmlns:a16="http://schemas.microsoft.com/office/drawing/2014/main" id="{E6093F87-C1F6-4FAB-B891-6F7D7FC20751}"/>
              </a:ext>
              <a:ext uri="{C183D7F6-B498-43B3-948B-1728B52AA6E4}">
                <adec:decorative xmlns:adec="http://schemas.microsoft.com/office/drawing/2017/decorative" val="1"/>
              </a:ext>
            </a:extLst>
          </p:cNvPr>
          <p:cNvGrpSpPr/>
          <p:nvPr userDrawn="1"/>
        </p:nvGrpSpPr>
        <p:grpSpPr>
          <a:xfrm>
            <a:off x="1800565" y="4518946"/>
            <a:ext cx="1980001" cy="1363916"/>
            <a:chOff x="4879602" y="3781429"/>
            <a:chExt cx="1980001" cy="1363916"/>
          </a:xfrm>
        </p:grpSpPr>
        <p:sp>
          <p:nvSpPr>
            <p:cNvPr id="52" name="Freeform: Shape 51">
              <a:extLst>
                <a:ext uri="{FF2B5EF4-FFF2-40B4-BE49-F238E27FC236}">
                  <a16:creationId xmlns:a16="http://schemas.microsoft.com/office/drawing/2014/main" id="{E1A4FD5C-1E5B-46D1-BA9D-99928D19AF04}"/>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n-GB"/>
            </a:p>
          </p:txBody>
        </p:sp>
        <p:sp>
          <p:nvSpPr>
            <p:cNvPr id="53" name="Freeform: Shape 52">
              <a:extLst>
                <a:ext uri="{FF2B5EF4-FFF2-40B4-BE49-F238E27FC236}">
                  <a16:creationId xmlns:a16="http://schemas.microsoft.com/office/drawing/2014/main" id="{B7DF0ED5-A971-408F-A055-C7E5D7A623CD}"/>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n-GB">
                <a:solidFill>
                  <a:schemeClr val="tx1"/>
                </a:solidFill>
              </a:endParaRPr>
            </a:p>
          </p:txBody>
        </p:sp>
        <p:sp>
          <p:nvSpPr>
            <p:cNvPr id="54" name="Oval 53">
              <a:extLst>
                <a:ext uri="{FF2B5EF4-FFF2-40B4-BE49-F238E27FC236}">
                  <a16:creationId xmlns:a16="http://schemas.microsoft.com/office/drawing/2014/main" id="{AA81F353-4C5B-4A37-9846-2C1E2D0FC25F}"/>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55" name="Oval 54">
              <a:extLst>
                <a:ext uri="{FF2B5EF4-FFF2-40B4-BE49-F238E27FC236}">
                  <a16:creationId xmlns:a16="http://schemas.microsoft.com/office/drawing/2014/main" id="{42B74EA3-11CE-4D3F-99AD-162563447653}"/>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grpSp>
      <p:sp>
        <p:nvSpPr>
          <p:cNvPr id="56" name="Picture Placeholder 55">
            <a:extLst>
              <a:ext uri="{FF2B5EF4-FFF2-40B4-BE49-F238E27FC236}">
                <a16:creationId xmlns:a16="http://schemas.microsoft.com/office/drawing/2014/main" id="{8F41896B-6DDA-4F82-9F74-3EBF93A3CD58}"/>
              </a:ext>
            </a:extLst>
          </p:cNvPr>
          <p:cNvSpPr>
            <a:spLocks noGrp="1"/>
          </p:cNvSpPr>
          <p:nvPr>
            <p:ph type="pic" sz="quarter" idx="13"/>
          </p:nvPr>
        </p:nvSpPr>
        <p:spPr>
          <a:xfrm>
            <a:off x="1078992" y="1990724"/>
            <a:ext cx="1691640" cy="1435608"/>
          </a:xfrm>
          <a:solidFill>
            <a:schemeClr val="accent5"/>
          </a:solidFill>
        </p:spPr>
        <p:txBody>
          <a:bodyPr rtlCol="0">
            <a:noAutofit/>
          </a:bodyPr>
          <a:lstStyle/>
          <a:p>
            <a:pPr rtl="0"/>
            <a:r>
              <a:rPr lang="en-US"/>
              <a:t>Click icon to add picture</a:t>
            </a:r>
            <a:endParaRPr lang="en-GB"/>
          </a:p>
        </p:txBody>
      </p:sp>
      <p:sp>
        <p:nvSpPr>
          <p:cNvPr id="57" name="Picture Placeholder 55">
            <a:extLst>
              <a:ext uri="{FF2B5EF4-FFF2-40B4-BE49-F238E27FC236}">
                <a16:creationId xmlns:a16="http://schemas.microsoft.com/office/drawing/2014/main" id="{EF85499B-C29A-4C8B-922C-7CE4771E352C}"/>
              </a:ext>
            </a:extLst>
          </p:cNvPr>
          <p:cNvSpPr>
            <a:spLocks noGrp="1"/>
          </p:cNvSpPr>
          <p:nvPr>
            <p:ph type="pic" sz="quarter" idx="14"/>
          </p:nvPr>
        </p:nvSpPr>
        <p:spPr>
          <a:xfrm>
            <a:off x="3838384" y="1990724"/>
            <a:ext cx="1691640" cy="1435608"/>
          </a:xfrm>
          <a:solidFill>
            <a:schemeClr val="accent5"/>
          </a:solidFill>
        </p:spPr>
        <p:txBody>
          <a:bodyPr rtlCol="0">
            <a:noAutofit/>
          </a:bodyPr>
          <a:lstStyle/>
          <a:p>
            <a:pPr rtl="0"/>
            <a:r>
              <a:rPr lang="en-US"/>
              <a:t>Click icon to add picture</a:t>
            </a:r>
            <a:endParaRPr lang="en-GB"/>
          </a:p>
        </p:txBody>
      </p:sp>
      <p:sp>
        <p:nvSpPr>
          <p:cNvPr id="58" name="Picture Placeholder 55">
            <a:extLst>
              <a:ext uri="{FF2B5EF4-FFF2-40B4-BE49-F238E27FC236}">
                <a16:creationId xmlns:a16="http://schemas.microsoft.com/office/drawing/2014/main" id="{F82A1DB8-0AE7-4E17-B07B-FCF45B85EE17}"/>
              </a:ext>
            </a:extLst>
          </p:cNvPr>
          <p:cNvSpPr>
            <a:spLocks noGrp="1"/>
          </p:cNvSpPr>
          <p:nvPr>
            <p:ph type="pic" sz="quarter" idx="15"/>
          </p:nvPr>
        </p:nvSpPr>
        <p:spPr>
          <a:xfrm>
            <a:off x="6661976" y="1993392"/>
            <a:ext cx="1691640" cy="1435608"/>
          </a:xfrm>
          <a:solidFill>
            <a:schemeClr val="accent5"/>
          </a:solidFill>
        </p:spPr>
        <p:txBody>
          <a:bodyPr rtlCol="0">
            <a:noAutofit/>
          </a:bodyPr>
          <a:lstStyle/>
          <a:p>
            <a:pPr rtl="0"/>
            <a:r>
              <a:rPr lang="en-US"/>
              <a:t>Click icon to add picture</a:t>
            </a:r>
            <a:endParaRPr lang="en-GB" dirty="0"/>
          </a:p>
        </p:txBody>
      </p:sp>
      <p:sp>
        <p:nvSpPr>
          <p:cNvPr id="59" name="Picture Placeholder 55">
            <a:extLst>
              <a:ext uri="{FF2B5EF4-FFF2-40B4-BE49-F238E27FC236}">
                <a16:creationId xmlns:a16="http://schemas.microsoft.com/office/drawing/2014/main" id="{A83EEB6C-83B7-471D-B5A4-4071534048D2}"/>
              </a:ext>
            </a:extLst>
          </p:cNvPr>
          <p:cNvSpPr>
            <a:spLocks noGrp="1"/>
          </p:cNvSpPr>
          <p:nvPr>
            <p:ph type="pic" sz="quarter" idx="16"/>
          </p:nvPr>
        </p:nvSpPr>
        <p:spPr>
          <a:xfrm>
            <a:off x="9485568" y="1990724"/>
            <a:ext cx="1691640" cy="1435608"/>
          </a:xfrm>
          <a:solidFill>
            <a:schemeClr val="accent5"/>
          </a:solidFill>
        </p:spPr>
        <p:txBody>
          <a:bodyPr rtlCol="0">
            <a:noAutofit/>
          </a:bodyPr>
          <a:lstStyle/>
          <a:p>
            <a:pPr rtl="0"/>
            <a:r>
              <a:rPr lang="en-US"/>
              <a:t>Click icon to add picture</a:t>
            </a:r>
            <a:endParaRPr lang="en-GB"/>
          </a:p>
        </p:txBody>
      </p:sp>
      <p:sp>
        <p:nvSpPr>
          <p:cNvPr id="63" name="Text Placeholder 62">
            <a:extLst>
              <a:ext uri="{FF2B5EF4-FFF2-40B4-BE49-F238E27FC236}">
                <a16:creationId xmlns:a16="http://schemas.microsoft.com/office/drawing/2014/main" id="{17A96A8C-F792-485A-9BB9-4DEDCA0CE6B8}"/>
              </a:ext>
            </a:extLst>
          </p:cNvPr>
          <p:cNvSpPr>
            <a:spLocks noGrp="1"/>
          </p:cNvSpPr>
          <p:nvPr>
            <p:ph type="body" sz="quarter" idx="18" hasCustomPrompt="1"/>
          </p:nvPr>
        </p:nvSpPr>
        <p:spPr>
          <a:xfrm>
            <a:off x="1079500" y="3781425"/>
            <a:ext cx="1711325" cy="365760"/>
          </a:xfrm>
        </p:spPr>
        <p:txBody>
          <a:bodyPr rtlCol="0">
            <a:noAutofit/>
          </a:bodyPr>
          <a:lstStyle>
            <a:lvl1pPr>
              <a:buNone/>
              <a:defRPr sz="2000" b="1"/>
            </a:lvl1pPr>
          </a:lstStyle>
          <a:p>
            <a:pPr lvl="0" rtl="0"/>
            <a:r>
              <a:rPr lang="en-GB"/>
              <a:t>Name</a:t>
            </a:r>
          </a:p>
        </p:txBody>
      </p:sp>
      <p:sp>
        <p:nvSpPr>
          <p:cNvPr id="61" name="Text Placeholder 60">
            <a:extLst>
              <a:ext uri="{FF2B5EF4-FFF2-40B4-BE49-F238E27FC236}">
                <a16:creationId xmlns:a16="http://schemas.microsoft.com/office/drawing/2014/main" id="{6C65AE07-519E-4E3B-8521-621C8343914D}"/>
              </a:ext>
            </a:extLst>
          </p:cNvPr>
          <p:cNvSpPr>
            <a:spLocks noGrp="1"/>
          </p:cNvSpPr>
          <p:nvPr>
            <p:ph type="body" sz="quarter" idx="17" hasCustomPrompt="1"/>
          </p:nvPr>
        </p:nvSpPr>
        <p:spPr>
          <a:xfrm>
            <a:off x="1078733" y="4232949"/>
            <a:ext cx="1711572" cy="638175"/>
          </a:xfrm>
        </p:spPr>
        <p:txBody>
          <a:bodyPr rtlCol="0">
            <a:noAutofit/>
          </a:bodyPr>
          <a:lstStyle>
            <a:lvl1pPr>
              <a:buNone/>
              <a:defRPr sz="1800"/>
            </a:lvl1pPr>
          </a:lstStyle>
          <a:p>
            <a:pPr lvl="0" rtl="0"/>
            <a:r>
              <a:rPr lang="en-GB"/>
              <a:t>Title</a:t>
            </a:r>
          </a:p>
        </p:txBody>
      </p:sp>
      <p:sp>
        <p:nvSpPr>
          <p:cNvPr id="65" name="Text Placeholder 62">
            <a:extLst>
              <a:ext uri="{FF2B5EF4-FFF2-40B4-BE49-F238E27FC236}">
                <a16:creationId xmlns:a16="http://schemas.microsoft.com/office/drawing/2014/main" id="{FB878318-C287-428B-8105-429BC4B03F55}"/>
              </a:ext>
            </a:extLst>
          </p:cNvPr>
          <p:cNvSpPr>
            <a:spLocks noGrp="1"/>
          </p:cNvSpPr>
          <p:nvPr>
            <p:ph type="body" sz="quarter" idx="20" hasCustomPrompt="1"/>
          </p:nvPr>
        </p:nvSpPr>
        <p:spPr>
          <a:xfrm>
            <a:off x="3839151" y="3781425"/>
            <a:ext cx="1711325" cy="365760"/>
          </a:xfrm>
        </p:spPr>
        <p:txBody>
          <a:bodyPr rtlCol="0">
            <a:noAutofit/>
          </a:bodyPr>
          <a:lstStyle>
            <a:lvl1pPr>
              <a:buNone/>
              <a:defRPr sz="2000" b="1"/>
            </a:lvl1pPr>
          </a:lstStyle>
          <a:p>
            <a:pPr lvl="0" rtl="0"/>
            <a:r>
              <a:rPr lang="en-GB"/>
              <a:t>Name</a:t>
            </a:r>
          </a:p>
        </p:txBody>
      </p:sp>
      <p:sp>
        <p:nvSpPr>
          <p:cNvPr id="64" name="Text Placeholder 60">
            <a:extLst>
              <a:ext uri="{FF2B5EF4-FFF2-40B4-BE49-F238E27FC236}">
                <a16:creationId xmlns:a16="http://schemas.microsoft.com/office/drawing/2014/main" id="{1465E516-2CEF-4F9E-9375-7D41DCFCBB41}"/>
              </a:ext>
            </a:extLst>
          </p:cNvPr>
          <p:cNvSpPr>
            <a:spLocks noGrp="1"/>
          </p:cNvSpPr>
          <p:nvPr>
            <p:ph type="body" sz="quarter" idx="19" hasCustomPrompt="1"/>
          </p:nvPr>
        </p:nvSpPr>
        <p:spPr>
          <a:xfrm>
            <a:off x="3838384" y="4232949"/>
            <a:ext cx="1711572" cy="638175"/>
          </a:xfrm>
        </p:spPr>
        <p:txBody>
          <a:bodyPr rtlCol="0">
            <a:noAutofit/>
          </a:bodyPr>
          <a:lstStyle>
            <a:lvl1pPr>
              <a:buNone/>
              <a:defRPr sz="1800"/>
            </a:lvl1pPr>
          </a:lstStyle>
          <a:p>
            <a:pPr lvl="0" rtl="0"/>
            <a:r>
              <a:rPr lang="en-GB"/>
              <a:t>Title</a:t>
            </a:r>
          </a:p>
        </p:txBody>
      </p:sp>
      <p:sp>
        <p:nvSpPr>
          <p:cNvPr id="67" name="Text Placeholder 62">
            <a:extLst>
              <a:ext uri="{FF2B5EF4-FFF2-40B4-BE49-F238E27FC236}">
                <a16:creationId xmlns:a16="http://schemas.microsoft.com/office/drawing/2014/main" id="{FE012CE3-36AA-4016-A88E-27BCFFEFD69F}"/>
              </a:ext>
            </a:extLst>
          </p:cNvPr>
          <p:cNvSpPr>
            <a:spLocks noGrp="1"/>
          </p:cNvSpPr>
          <p:nvPr>
            <p:ph type="body" sz="quarter" idx="22" hasCustomPrompt="1"/>
          </p:nvPr>
        </p:nvSpPr>
        <p:spPr>
          <a:xfrm>
            <a:off x="6662743" y="3781425"/>
            <a:ext cx="1711325" cy="365760"/>
          </a:xfrm>
        </p:spPr>
        <p:txBody>
          <a:bodyPr rtlCol="0">
            <a:noAutofit/>
          </a:bodyPr>
          <a:lstStyle>
            <a:lvl1pPr>
              <a:buNone/>
              <a:defRPr sz="2000" b="1"/>
            </a:lvl1pPr>
          </a:lstStyle>
          <a:p>
            <a:pPr lvl="0" rtl="0"/>
            <a:r>
              <a:rPr lang="en-GB"/>
              <a:t>Name</a:t>
            </a:r>
          </a:p>
        </p:txBody>
      </p:sp>
      <p:sp>
        <p:nvSpPr>
          <p:cNvPr id="66" name="Text Placeholder 60">
            <a:extLst>
              <a:ext uri="{FF2B5EF4-FFF2-40B4-BE49-F238E27FC236}">
                <a16:creationId xmlns:a16="http://schemas.microsoft.com/office/drawing/2014/main" id="{8D5671AF-0137-4226-8A84-2784817E519C}"/>
              </a:ext>
            </a:extLst>
          </p:cNvPr>
          <p:cNvSpPr>
            <a:spLocks noGrp="1"/>
          </p:cNvSpPr>
          <p:nvPr>
            <p:ph type="body" sz="quarter" idx="21" hasCustomPrompt="1"/>
          </p:nvPr>
        </p:nvSpPr>
        <p:spPr>
          <a:xfrm>
            <a:off x="6661976" y="4232949"/>
            <a:ext cx="1711572" cy="638175"/>
          </a:xfrm>
        </p:spPr>
        <p:txBody>
          <a:bodyPr rtlCol="0">
            <a:noAutofit/>
          </a:bodyPr>
          <a:lstStyle>
            <a:lvl1pPr>
              <a:buNone/>
              <a:defRPr sz="1800"/>
            </a:lvl1pPr>
          </a:lstStyle>
          <a:p>
            <a:pPr lvl="0" rtl="0"/>
            <a:r>
              <a:rPr lang="en-GB"/>
              <a:t>Title</a:t>
            </a:r>
          </a:p>
        </p:txBody>
      </p:sp>
      <p:sp>
        <p:nvSpPr>
          <p:cNvPr id="69" name="Text Placeholder 62">
            <a:extLst>
              <a:ext uri="{FF2B5EF4-FFF2-40B4-BE49-F238E27FC236}">
                <a16:creationId xmlns:a16="http://schemas.microsoft.com/office/drawing/2014/main" id="{DA1587F0-23BF-4FB8-B06C-2B0AA928E931}"/>
              </a:ext>
            </a:extLst>
          </p:cNvPr>
          <p:cNvSpPr>
            <a:spLocks noGrp="1"/>
          </p:cNvSpPr>
          <p:nvPr>
            <p:ph type="body" sz="quarter" idx="24" hasCustomPrompt="1"/>
          </p:nvPr>
        </p:nvSpPr>
        <p:spPr>
          <a:xfrm>
            <a:off x="9433112" y="3787288"/>
            <a:ext cx="1711325" cy="365760"/>
          </a:xfrm>
        </p:spPr>
        <p:txBody>
          <a:bodyPr rtlCol="0">
            <a:noAutofit/>
          </a:bodyPr>
          <a:lstStyle>
            <a:lvl1pPr>
              <a:buNone/>
              <a:defRPr sz="2000" b="1"/>
            </a:lvl1pPr>
          </a:lstStyle>
          <a:p>
            <a:pPr lvl="0" rtl="0"/>
            <a:r>
              <a:rPr lang="en-GB"/>
              <a:t>Name</a:t>
            </a:r>
          </a:p>
        </p:txBody>
      </p:sp>
      <p:sp>
        <p:nvSpPr>
          <p:cNvPr id="68" name="Text Placeholder 60">
            <a:extLst>
              <a:ext uri="{FF2B5EF4-FFF2-40B4-BE49-F238E27FC236}">
                <a16:creationId xmlns:a16="http://schemas.microsoft.com/office/drawing/2014/main" id="{565C0B22-B5E7-44BB-A17C-7FB5BB5D82BB}"/>
              </a:ext>
            </a:extLst>
          </p:cNvPr>
          <p:cNvSpPr>
            <a:spLocks noGrp="1"/>
          </p:cNvSpPr>
          <p:nvPr>
            <p:ph type="body" sz="quarter" idx="23" hasCustomPrompt="1"/>
          </p:nvPr>
        </p:nvSpPr>
        <p:spPr>
          <a:xfrm>
            <a:off x="9432345" y="4238812"/>
            <a:ext cx="1711572" cy="638175"/>
          </a:xfrm>
        </p:spPr>
        <p:txBody>
          <a:bodyPr rtlCol="0">
            <a:noAutofit/>
          </a:bodyPr>
          <a:lstStyle>
            <a:lvl1pPr>
              <a:buNone/>
              <a:defRPr sz="1800"/>
            </a:lvl1pPr>
          </a:lstStyle>
          <a:p>
            <a:pPr lvl="0" rtl="0"/>
            <a:r>
              <a:rPr lang="en-GB"/>
              <a:t>Title</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rtlCol="0">
            <a:noAutofit/>
          </a:bodyPr>
          <a:lstStyle/>
          <a:p>
            <a:pPr rtl="0"/>
            <a:r>
              <a:rPr lang="en-GB"/>
              <a:t>Tuesday, February 2, 20XX</a:t>
            </a:r>
            <a:endParaRPr lang="en-GB" dirty="0"/>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rtlCol="0">
            <a:noAutofit/>
          </a:bodyPr>
          <a:lstStyle/>
          <a:p>
            <a:pPr rtl="0"/>
            <a:r>
              <a:rPr lang="en-GB"/>
              <a:t>Sample Footer Text</a:t>
            </a:r>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rtlCol="0">
            <a:noAutofit/>
          </a:bodyPr>
          <a:lstStyle/>
          <a:p>
            <a:pPr rtl="0"/>
            <a:fld id="{DBA1B0FB-D917-4C8C-928F-313BD683BF39}" type="slidenum">
              <a:rPr lang="en-GB" smtClean="0"/>
              <a:t>‹#›</a:t>
            </a:fld>
            <a:endParaRPr lang="en-GB"/>
          </a:p>
        </p:txBody>
      </p:sp>
    </p:spTree>
    <p:extLst>
      <p:ext uri="{BB962C8B-B14F-4D97-AF65-F5344CB8AC3E}">
        <p14:creationId xmlns:p14="http://schemas.microsoft.com/office/powerpoint/2010/main" val="3715776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10_Content 2 column (comparison slide)">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n-GB"/>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Autofit/>
          </a:bodyPr>
          <a:lstStyle>
            <a:lvl1pPr>
              <a:defRPr lang="en-GB" sz="4800" dirty="0"/>
            </a:lvl1pPr>
          </a:lstStyle>
          <a:p>
            <a:pPr lvl="0" rtl="0">
              <a:lnSpc>
                <a:spcPct val="100000"/>
              </a:lnSpc>
            </a:pPr>
            <a:r>
              <a:rPr lang="en-US"/>
              <a:t>Click to edit Master title style</a:t>
            </a:r>
            <a:endParaRPr lang="en-GB"/>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731375"/>
            <a:ext cx="5437186" cy="535354"/>
          </a:xfrm>
        </p:spPr>
        <p:txBody>
          <a:bodyPr rtlCol="0" anchor="b">
            <a:no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427370"/>
            <a:ext cx="5429114" cy="3515555"/>
          </a:xfrm>
        </p:spPr>
        <p:txBody>
          <a:bodyPr rtlCol="0">
            <a:noAutofit/>
          </a:bodyPr>
          <a:lstStyle>
            <a:lvl1pPr>
              <a:defRPr sz="2400"/>
            </a:lvl1pPr>
            <a:lvl2pPr>
              <a:defRPr sz="1600"/>
            </a:lvl2pPr>
            <a:lvl3pPr>
              <a:defRPr sz="1600"/>
            </a:lvl3pPr>
            <a:lvl4pPr>
              <a:defRPr sz="1600"/>
            </a:lvl4pPr>
            <a:lvl5pPr>
              <a:defRPr sz="1600"/>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731375"/>
            <a:ext cx="5436392" cy="535354"/>
          </a:xfrm>
        </p:spPr>
        <p:txBody>
          <a:bodyPr vert="horz" wrap="square" lIns="0" tIns="0" rIns="0" bIns="0" rtlCol="0" anchor="b">
            <a:noAutofit/>
          </a:bodyPr>
          <a:lstStyle>
            <a:lvl1pPr>
              <a:buNone/>
              <a:defRPr lang="en-GB" sz="1400" b="0" cap="all" spc="200" baseline="0" dirty="0">
                <a:solidFill>
                  <a:schemeClr val="tx1"/>
                </a:solidFill>
              </a:defRPr>
            </a:lvl1pPr>
          </a:lstStyle>
          <a:p>
            <a:pPr marL="228600" lvl="0" indent="-228600" rtl="0"/>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427370"/>
            <a:ext cx="5436391" cy="3515555"/>
          </a:xfrm>
        </p:spPr>
        <p:txBody>
          <a:bodyPr rtlCol="0">
            <a:noAutofit/>
          </a:bodyPr>
          <a:lstStyle>
            <a:lvl1pPr>
              <a:defRPr sz="2400"/>
            </a:lvl1pPr>
            <a:lvl2pPr>
              <a:defRPr sz="1600"/>
            </a:lvl2pPr>
            <a:lvl3pPr>
              <a:defRPr sz="1600"/>
            </a:lvl3pPr>
            <a:lvl4pPr>
              <a:defRPr sz="1600"/>
            </a:lvl4pPr>
            <a:lvl5pPr>
              <a:defRPr sz="1600"/>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rtlCol="0">
            <a:noAutofit/>
          </a:bodyPr>
          <a:lstStyle/>
          <a:p>
            <a:pPr rtl="0"/>
            <a:r>
              <a:rPr lang="en-GB"/>
              <a:t>Tuesday, February 2, 20XX</a:t>
            </a:r>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rtlCol="0">
            <a:noAutofit/>
          </a:bodyPr>
          <a:lstStyle/>
          <a:p>
            <a:pPr rtl="0"/>
            <a:r>
              <a:rPr lang="en-GB"/>
              <a:t>Sample Footer Text</a:t>
            </a:r>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rtlCol="0">
            <a:noAutofit/>
          </a:bodyPr>
          <a:lstStyle/>
          <a:p>
            <a:pPr rtl="0"/>
            <a:fld id="{DBA1B0FB-D917-4C8C-928F-313BD683BF39}" type="slidenum">
              <a:rPr lang="en-GB" smtClean="0"/>
              <a:t>‹#›</a:t>
            </a:fld>
            <a:endParaRPr lang="en-GB"/>
          </a:p>
        </p:txBody>
      </p:sp>
    </p:spTree>
    <p:extLst>
      <p:ext uri="{BB962C8B-B14F-4D97-AF65-F5344CB8AC3E}">
        <p14:creationId xmlns:p14="http://schemas.microsoft.com/office/powerpoint/2010/main" val="670392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_Content 3 column">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p:nvPr/>
        </p:nvGrpSpPr>
        <p:grpSpPr>
          <a:xfrm>
            <a:off x="137931" y="5260967"/>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n-GB"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n-GB"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grpSp>
      <p:sp>
        <p:nvSpPr>
          <p:cNvPr id="19" name="Freeform: Shape 18">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ChangeAspect="1"/>
          </p:cNvSpPr>
          <p:nvPr/>
        </p:nvSpPr>
        <p:spPr>
          <a:xfrm rot="2700000">
            <a:off x="10834944" y="17126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20" name="Oval 19">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p:nvPr/>
        </p:nvSpPr>
        <p:spPr>
          <a:xfrm rot="8100000">
            <a:off x="10849344" y="51834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25" name="Oval 24">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15" name="Title 1">
            <a:extLst>
              <a:ext uri="{FF2B5EF4-FFF2-40B4-BE49-F238E27FC236}">
                <a16:creationId xmlns:a16="http://schemas.microsoft.com/office/drawing/2014/main" id="{EBCCE83C-72C8-4181-8D03-7CFB23A6FF2D}"/>
              </a:ext>
            </a:extLst>
          </p:cNvPr>
          <p:cNvSpPr>
            <a:spLocks noGrp="1"/>
          </p:cNvSpPr>
          <p:nvPr>
            <p:ph type="title"/>
          </p:nvPr>
        </p:nvSpPr>
        <p:spPr>
          <a:xfrm>
            <a:off x="550862" y="549275"/>
            <a:ext cx="11097551" cy="1332000"/>
          </a:xfrm>
        </p:spPr>
        <p:txBody>
          <a:bodyPr vert="horz" wrap="square" lIns="0" tIns="0" rIns="0" bIns="0" rtlCol="0" anchor="t" anchorCtr="0">
            <a:noAutofit/>
          </a:bodyPr>
          <a:lstStyle>
            <a:lvl1pPr>
              <a:defRPr lang="en-GB" sz="4800" dirty="0"/>
            </a:lvl1pPr>
          </a:lstStyle>
          <a:p>
            <a:pPr lvl="0" rtl="0">
              <a:lnSpc>
                <a:spcPct val="100000"/>
              </a:lnSpc>
            </a:pPr>
            <a:r>
              <a:rPr lang="en-US"/>
              <a:t>Click to edit Master title style</a:t>
            </a:r>
            <a:endParaRPr lang="en-GB"/>
          </a:p>
        </p:txBody>
      </p:sp>
      <p:sp>
        <p:nvSpPr>
          <p:cNvPr id="16" name="Text Placeholder 2">
            <a:extLst>
              <a:ext uri="{FF2B5EF4-FFF2-40B4-BE49-F238E27FC236}">
                <a16:creationId xmlns:a16="http://schemas.microsoft.com/office/drawing/2014/main" id="{C6FCDFCC-38D1-43A4-918F-491DBA6B2CF6}"/>
              </a:ext>
            </a:extLst>
          </p:cNvPr>
          <p:cNvSpPr>
            <a:spLocks noGrp="1"/>
          </p:cNvSpPr>
          <p:nvPr>
            <p:ph type="body" idx="1"/>
          </p:nvPr>
        </p:nvSpPr>
        <p:spPr>
          <a:xfrm>
            <a:off x="550864" y="1731375"/>
            <a:ext cx="3563936" cy="535354"/>
          </a:xfrm>
        </p:spPr>
        <p:txBody>
          <a:bodyPr rtlCol="0" anchor="b">
            <a:noAutofit/>
          </a:bodyPr>
          <a:lstStyle>
            <a:lvl1pPr marL="0" indent="0">
              <a:buNone/>
              <a:defRPr sz="20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t>Click to edit Master text styles</a:t>
            </a:r>
          </a:p>
        </p:txBody>
      </p:sp>
      <p:sp>
        <p:nvSpPr>
          <p:cNvPr id="17" name="Content Placeholder 3">
            <a:extLst>
              <a:ext uri="{FF2B5EF4-FFF2-40B4-BE49-F238E27FC236}">
                <a16:creationId xmlns:a16="http://schemas.microsoft.com/office/drawing/2014/main" id="{8A9CB740-8581-4D62-8481-7ECBBEDA7219}"/>
              </a:ext>
            </a:extLst>
          </p:cNvPr>
          <p:cNvSpPr>
            <a:spLocks noGrp="1"/>
          </p:cNvSpPr>
          <p:nvPr>
            <p:ph sz="half" idx="2"/>
          </p:nvPr>
        </p:nvSpPr>
        <p:spPr>
          <a:xfrm>
            <a:off x="559476" y="2432304"/>
            <a:ext cx="3563936" cy="3515555"/>
          </a:xfrm>
        </p:spPr>
        <p:txBody>
          <a:bodyPr rtlCol="0">
            <a:noAutofit/>
          </a:bodyPr>
          <a:lstStyle>
            <a:lvl1pPr>
              <a:defRPr sz="1800"/>
            </a:lvl1pPr>
            <a:lvl2pPr>
              <a:defRPr sz="1800"/>
            </a:lvl2pPr>
            <a:lvl3pPr>
              <a:defRPr sz="1800"/>
            </a:lvl3pPr>
            <a:lvl4pPr>
              <a:defRPr sz="1800"/>
            </a:lvl4pPr>
            <a:lvl5pPr>
              <a:defRPr sz="1800"/>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22" name="Text Placeholder 4">
            <a:extLst>
              <a:ext uri="{FF2B5EF4-FFF2-40B4-BE49-F238E27FC236}">
                <a16:creationId xmlns:a16="http://schemas.microsoft.com/office/drawing/2014/main" id="{AB16E493-D962-46EC-BBB8-D7E68A640438}"/>
              </a:ext>
            </a:extLst>
          </p:cNvPr>
          <p:cNvSpPr>
            <a:spLocks noGrp="1"/>
          </p:cNvSpPr>
          <p:nvPr>
            <p:ph type="body" sz="quarter" idx="13"/>
          </p:nvPr>
        </p:nvSpPr>
        <p:spPr>
          <a:xfrm>
            <a:off x="4341573" y="1731375"/>
            <a:ext cx="3566160" cy="535354"/>
          </a:xfrm>
        </p:spPr>
        <p:txBody>
          <a:bodyPr vert="horz" wrap="square" lIns="0" tIns="0" rIns="0" bIns="0" rtlCol="0" anchor="b">
            <a:noAutofit/>
          </a:bodyPr>
          <a:lstStyle>
            <a:lvl1pPr>
              <a:buNone/>
              <a:defRPr lang="en-GB" sz="2000" b="0" cap="all" spc="200" baseline="0" dirty="0">
                <a:solidFill>
                  <a:schemeClr val="tx1"/>
                </a:solidFill>
              </a:defRPr>
            </a:lvl1pPr>
          </a:lstStyle>
          <a:p>
            <a:pPr marL="228600" lvl="0" indent="-228600" rtl="0"/>
            <a:r>
              <a:rPr lang="en-US"/>
              <a:t>Click to edit Master text styles</a:t>
            </a:r>
          </a:p>
        </p:txBody>
      </p:sp>
      <p:sp>
        <p:nvSpPr>
          <p:cNvPr id="23" name="Content Placeholder 5">
            <a:extLst>
              <a:ext uri="{FF2B5EF4-FFF2-40B4-BE49-F238E27FC236}">
                <a16:creationId xmlns:a16="http://schemas.microsoft.com/office/drawing/2014/main" id="{88CC7C67-1BA6-42A6-B9D3-8EDF70A3DB38}"/>
              </a:ext>
            </a:extLst>
          </p:cNvPr>
          <p:cNvSpPr>
            <a:spLocks noGrp="1"/>
          </p:cNvSpPr>
          <p:nvPr>
            <p:ph sz="quarter" idx="14"/>
          </p:nvPr>
        </p:nvSpPr>
        <p:spPr>
          <a:xfrm>
            <a:off x="4341573" y="2427370"/>
            <a:ext cx="3508755" cy="3515555"/>
          </a:xfrm>
        </p:spPr>
        <p:txBody>
          <a:bodyPr rtlCol="0">
            <a:noAutofit/>
          </a:bodyPr>
          <a:lstStyle>
            <a:lvl1pPr>
              <a:defRPr sz="1700"/>
            </a:lvl1pPr>
            <a:lvl2pPr>
              <a:defRPr sz="1700"/>
            </a:lvl2pPr>
            <a:lvl3pPr>
              <a:defRPr sz="1700"/>
            </a:lvl3pPr>
            <a:lvl4pPr>
              <a:defRPr sz="1700"/>
            </a:lvl4pPr>
            <a:lvl5pPr>
              <a:defRPr sz="1700"/>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18" name="Text Placeholder 4">
            <a:extLst>
              <a:ext uri="{FF2B5EF4-FFF2-40B4-BE49-F238E27FC236}">
                <a16:creationId xmlns:a16="http://schemas.microsoft.com/office/drawing/2014/main" id="{C17092A6-D0E6-4EF2-B3B8-AE35438D4D77}"/>
              </a:ext>
            </a:extLst>
          </p:cNvPr>
          <p:cNvSpPr>
            <a:spLocks noGrp="1"/>
          </p:cNvSpPr>
          <p:nvPr>
            <p:ph type="body" sz="quarter" idx="3" hasCustomPrompt="1"/>
          </p:nvPr>
        </p:nvSpPr>
        <p:spPr>
          <a:xfrm>
            <a:off x="8139659" y="1731375"/>
            <a:ext cx="3566160" cy="535354"/>
          </a:xfrm>
        </p:spPr>
        <p:txBody>
          <a:bodyPr vert="horz" wrap="square" lIns="0" tIns="0" rIns="0" bIns="0" rtlCol="0" anchor="b">
            <a:noAutofit/>
          </a:bodyPr>
          <a:lstStyle>
            <a:lvl1pPr>
              <a:buNone/>
              <a:defRPr lang="en-GB" sz="2000" b="0" cap="all" spc="200" baseline="0" dirty="0">
                <a:solidFill>
                  <a:schemeClr val="tx1"/>
                </a:solidFill>
              </a:defRPr>
            </a:lvl1pPr>
          </a:lstStyle>
          <a:p>
            <a:pPr marL="228600" lvl="0" indent="-228600" rtl="0"/>
            <a:r>
              <a:rPr lang="en-GB"/>
              <a:t>Click to EDIT</a:t>
            </a:r>
          </a:p>
        </p:txBody>
      </p:sp>
      <p:sp>
        <p:nvSpPr>
          <p:cNvPr id="21" name="Content Placeholder 5">
            <a:extLst>
              <a:ext uri="{FF2B5EF4-FFF2-40B4-BE49-F238E27FC236}">
                <a16:creationId xmlns:a16="http://schemas.microsoft.com/office/drawing/2014/main" id="{4534254A-2561-400F-87CB-18A8D3538124}"/>
              </a:ext>
            </a:extLst>
          </p:cNvPr>
          <p:cNvSpPr>
            <a:spLocks noGrp="1"/>
          </p:cNvSpPr>
          <p:nvPr>
            <p:ph sz="quarter" idx="4"/>
          </p:nvPr>
        </p:nvSpPr>
        <p:spPr>
          <a:xfrm>
            <a:off x="8139659" y="2427370"/>
            <a:ext cx="3508755" cy="3515555"/>
          </a:xfrm>
        </p:spPr>
        <p:txBody>
          <a:bodyPr rtlCol="0">
            <a:noAutofit/>
          </a:bodyPr>
          <a:lstStyle>
            <a:lvl1pPr>
              <a:defRPr sz="1700"/>
            </a:lvl1pPr>
            <a:lvl2pPr>
              <a:defRPr sz="1700"/>
            </a:lvl2pPr>
            <a:lvl3pPr>
              <a:defRPr sz="1700"/>
            </a:lvl3pPr>
            <a:lvl4pPr>
              <a:defRPr sz="1700"/>
            </a:lvl4pPr>
            <a:lvl5pPr>
              <a:defRPr sz="1700"/>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rtlCol="0">
            <a:noAutofit/>
          </a:bodyPr>
          <a:lstStyle/>
          <a:p>
            <a:pPr rtl="0"/>
            <a:r>
              <a:rPr lang="en-GB"/>
              <a:t>Tuesday, February 2, 20XX</a:t>
            </a:r>
            <a:endParaRPr lang="en-GB"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rtlCol="0">
            <a:noAutofit/>
          </a:bodyPr>
          <a:lstStyle/>
          <a:p>
            <a:pPr rtl="0"/>
            <a:r>
              <a:rPr lang="en-GB"/>
              <a:t>Sample Footer Text</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rtlCol="0">
            <a:noAutofit/>
          </a:bodyPr>
          <a:lstStyle/>
          <a:p>
            <a:pPr rtl="0"/>
            <a:fld id="{DBA1B0FB-D917-4C8C-928F-313BD683BF39}" type="slidenum">
              <a:rPr lang="en-GB" smtClean="0"/>
              <a:t>‹#›</a:t>
            </a:fld>
            <a:endParaRPr lang="en-GB"/>
          </a:p>
        </p:txBody>
      </p:sp>
    </p:spTree>
    <p:extLst>
      <p:ext uri="{BB962C8B-B14F-4D97-AF65-F5344CB8AC3E}">
        <p14:creationId xmlns:p14="http://schemas.microsoft.com/office/powerpoint/2010/main" val="22852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Summary">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949202B-67AE-417A-A336-DF5257FFDCF0}"/>
              </a:ext>
            </a:extLst>
          </p:cNvPr>
          <p:cNvSpPr>
            <a:spLocks noGrp="1"/>
          </p:cNvSpPr>
          <p:nvPr>
            <p:ph type="title"/>
          </p:nvPr>
        </p:nvSpPr>
        <p:spPr>
          <a:xfrm>
            <a:off x="550863" y="4508500"/>
            <a:ext cx="4500562" cy="1562959"/>
          </a:xfrm>
        </p:spPr>
        <p:txBody>
          <a:bodyPr wrap="square" rtlCol="0" anchor="t" anchorCtr="0">
            <a:noAutofit/>
          </a:bodyPr>
          <a:lstStyle/>
          <a:p>
            <a:pPr rtl="0"/>
            <a:r>
              <a:rPr lang="en-US"/>
              <a:t>Click to edit Master title style</a:t>
            </a:r>
            <a:endParaRPr lang="en-GB"/>
          </a:p>
        </p:txBody>
      </p:sp>
      <p:sp>
        <p:nvSpPr>
          <p:cNvPr id="10" name="Picture Placeholder 9">
            <a:extLst>
              <a:ext uri="{FF2B5EF4-FFF2-40B4-BE49-F238E27FC236}">
                <a16:creationId xmlns:a16="http://schemas.microsoft.com/office/drawing/2014/main" id="{1786D546-2834-435F-950F-DCEFE654B3B1}"/>
              </a:ext>
            </a:extLst>
          </p:cNvPr>
          <p:cNvSpPr>
            <a:spLocks noGrp="1"/>
          </p:cNvSpPr>
          <p:nvPr>
            <p:ph type="pic" sz="quarter" idx="13"/>
          </p:nvPr>
        </p:nvSpPr>
        <p:spPr>
          <a:xfrm>
            <a:off x="0" y="0"/>
            <a:ext cx="12192000" cy="3776472"/>
          </a:xfrm>
          <a:solidFill>
            <a:schemeClr val="accent5"/>
          </a:solidFill>
        </p:spPr>
        <p:txBody>
          <a:bodyPr rtlCol="0">
            <a:noAutofit/>
          </a:bodyPr>
          <a:lstStyle/>
          <a:p>
            <a:pPr rtl="0"/>
            <a:r>
              <a:rPr lang="en-US"/>
              <a:t>Click icon to add picture</a:t>
            </a:r>
            <a:endParaRPr lang="en-GB"/>
          </a:p>
        </p:txBody>
      </p:sp>
      <p:sp>
        <p:nvSpPr>
          <p:cNvPr id="7" name="Content Placeholder 6">
            <a:extLst>
              <a:ext uri="{FF2B5EF4-FFF2-40B4-BE49-F238E27FC236}">
                <a16:creationId xmlns:a16="http://schemas.microsoft.com/office/drawing/2014/main" id="{3BD763BD-EAC5-4DB8-81AF-9743BB6A9576}"/>
              </a:ext>
            </a:extLst>
          </p:cNvPr>
          <p:cNvSpPr>
            <a:spLocks noGrp="1"/>
          </p:cNvSpPr>
          <p:nvPr>
            <p:ph sz="quarter" idx="15"/>
          </p:nvPr>
        </p:nvSpPr>
        <p:spPr>
          <a:xfrm>
            <a:off x="5262411" y="4508500"/>
            <a:ext cx="6221412" cy="1563688"/>
          </a:xfrm>
        </p:spPr>
        <p:txBody>
          <a:bodyPr rtlCol="0">
            <a:noAutofit/>
          </a:bodyPr>
          <a:lstStyle>
            <a:lvl1pPr marL="0" indent="0">
              <a:buNone/>
              <a:defRPr sz="2000"/>
            </a:lvl1pPr>
            <a:lvl2pPr>
              <a:buNone/>
              <a:defRPr sz="1900"/>
            </a:lvl2pPr>
            <a:lvl3pPr>
              <a:buNone/>
              <a:defRPr sz="1900"/>
            </a:lvl3pPr>
            <a:lvl4pPr>
              <a:buNone/>
              <a:defRPr sz="1900"/>
            </a:lvl4pPr>
            <a:lvl5pPr>
              <a:buNone/>
              <a:defRPr sz="1900"/>
            </a:lvl5pPr>
          </a:lstStyle>
          <a:p>
            <a:pPr lvl="0" rtl="0"/>
            <a:r>
              <a:rPr lang="en-US"/>
              <a:t>Click to edit Master text styles</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rtlCol="0">
            <a:noAutofit/>
          </a:bodyPr>
          <a:lstStyle/>
          <a:p>
            <a:pPr rtl="0"/>
            <a:r>
              <a:rPr lang="en-GB"/>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rtlCol="0">
            <a:noAutofit/>
          </a:bodyPr>
          <a:lstStyle/>
          <a:p>
            <a:pPr rtl="0"/>
            <a:r>
              <a:rPr lang="en-GB"/>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rtlCol="0">
            <a:noAutofit/>
          </a:bodyPr>
          <a:lstStyle/>
          <a:p>
            <a:pPr rtl="0"/>
            <a:fld id="{DBA1B0FB-D917-4C8C-928F-313BD683BF39}" type="slidenum">
              <a:rPr lang="en-GB" smtClean="0"/>
              <a:t>‹#›</a:t>
            </a:fld>
            <a:endParaRPr lang="en-GB"/>
          </a:p>
        </p:txBody>
      </p:sp>
      <p:sp>
        <p:nvSpPr>
          <p:cNvPr id="8" name="Oval 7">
            <a:extLst>
              <a:ext uri="{FF2B5EF4-FFF2-40B4-BE49-F238E27FC236}">
                <a16:creationId xmlns:a16="http://schemas.microsoft.com/office/drawing/2014/main" id="{446AF837-10C6-44A5-B8D6-960A57487B43}"/>
              </a:ext>
              <a:ext uri="{C183D7F6-B498-43B3-948B-1728B52AA6E4}">
                <adec:decorative xmlns:adec="http://schemas.microsoft.com/office/drawing/2017/decorative" val="1"/>
              </a:ext>
            </a:extLst>
          </p:cNvPr>
          <p:cNvSpPr>
            <a:spLocks noChangeAspect="1"/>
          </p:cNvSpPr>
          <p:nvPr userDrawn="1"/>
        </p:nvSpPr>
        <p:spPr>
          <a:xfrm>
            <a:off x="1225773" y="385222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Tree>
    <p:extLst>
      <p:ext uri="{BB962C8B-B14F-4D97-AF65-F5344CB8AC3E}">
        <p14:creationId xmlns:p14="http://schemas.microsoft.com/office/powerpoint/2010/main" val="14254770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3_Closing">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97246E34-E6EE-4BF3-A0D3-A20868B5A594}"/>
              </a:ext>
            </a:extLst>
          </p:cNvPr>
          <p:cNvSpPr>
            <a:spLocks noGrp="1"/>
          </p:cNvSpPr>
          <p:nvPr>
            <p:ph type="ctrTitle"/>
          </p:nvPr>
        </p:nvSpPr>
        <p:spPr>
          <a:xfrm>
            <a:off x="550863" y="549275"/>
            <a:ext cx="5437187" cy="2986234"/>
          </a:xfrm>
        </p:spPr>
        <p:txBody>
          <a:bodyPr rtlCol="0" anchor="b" anchorCtr="0">
            <a:noAutofit/>
          </a:bodyPr>
          <a:lstStyle/>
          <a:p>
            <a:pPr rtl="0"/>
            <a:r>
              <a:rPr lang="en-US"/>
              <a:t>Click to edit Master title style</a:t>
            </a:r>
            <a:endParaRPr lang="en-GB" dirty="0"/>
          </a:p>
        </p:txBody>
      </p:sp>
      <p:sp>
        <p:nvSpPr>
          <p:cNvPr id="31" name="Subtitle 2">
            <a:extLst>
              <a:ext uri="{FF2B5EF4-FFF2-40B4-BE49-F238E27FC236}">
                <a16:creationId xmlns:a16="http://schemas.microsoft.com/office/drawing/2014/main" id="{45BE5FFB-47D1-4474-B6CA-C3C936DF285E}"/>
              </a:ext>
            </a:extLst>
          </p:cNvPr>
          <p:cNvSpPr>
            <a:spLocks noGrp="1"/>
          </p:cNvSpPr>
          <p:nvPr>
            <p:ph type="subTitle" idx="1"/>
          </p:nvPr>
        </p:nvSpPr>
        <p:spPr>
          <a:xfrm>
            <a:off x="550863" y="3827610"/>
            <a:ext cx="5437187" cy="2265216"/>
          </a:xfrm>
        </p:spPr>
        <p:txBody>
          <a:bodyPr rtlCol="0">
            <a:noAutofit/>
          </a:bodyPr>
          <a:lstStyle>
            <a:lvl1pPr>
              <a:buNone/>
              <a:defRPr sz="2400"/>
            </a:lvl1pPr>
          </a:lstStyle>
          <a:p>
            <a:pPr rtl="0"/>
            <a:r>
              <a:rPr lang="en-US">
                <a:solidFill>
                  <a:schemeClr val="tx1">
                    <a:alpha val="60000"/>
                  </a:schemeClr>
                </a:solidFill>
              </a:rPr>
              <a:t>Click to edit Master subtitle style</a:t>
            </a:r>
            <a:endParaRPr lang="en-GB" dirty="0">
              <a:solidFill>
                <a:schemeClr val="tx1">
                  <a:alpha val="60000"/>
                </a:schemeClr>
              </a:solidFill>
            </a:endParaRPr>
          </a:p>
        </p:txBody>
      </p:sp>
      <p:sp>
        <p:nvSpPr>
          <p:cNvPr id="40" name="Picture Placeholder 39">
            <a:extLst>
              <a:ext uri="{FF2B5EF4-FFF2-40B4-BE49-F238E27FC236}">
                <a16:creationId xmlns:a16="http://schemas.microsoft.com/office/drawing/2014/main" id="{008D9209-1A62-4AC3-BF92-94348A9BC06B}"/>
              </a:ext>
            </a:extLst>
          </p:cNvPr>
          <p:cNvSpPr>
            <a:spLocks noGrp="1"/>
          </p:cNvSpPr>
          <p:nvPr>
            <p:ph type="pic" sz="quarter" idx="15"/>
          </p:nvPr>
        </p:nvSpPr>
        <p:spPr>
          <a:xfrm>
            <a:off x="6556248" y="548640"/>
            <a:ext cx="5084064" cy="2880360"/>
          </a:xfrm>
          <a:solidFill>
            <a:schemeClr val="accent5"/>
          </a:solidFill>
        </p:spPr>
        <p:txBody>
          <a:bodyPr rtlCol="0">
            <a:noAutofit/>
          </a:bodyPr>
          <a:lstStyle/>
          <a:p>
            <a:pPr rtl="0"/>
            <a:r>
              <a:rPr lang="en-US"/>
              <a:t>Click icon to add picture</a:t>
            </a:r>
            <a:endParaRPr lang="en-GB" dirty="0"/>
          </a:p>
        </p:txBody>
      </p:sp>
      <p:sp>
        <p:nvSpPr>
          <p:cNvPr id="42" name="Picture Placeholder 41">
            <a:extLst>
              <a:ext uri="{FF2B5EF4-FFF2-40B4-BE49-F238E27FC236}">
                <a16:creationId xmlns:a16="http://schemas.microsoft.com/office/drawing/2014/main" id="{FADBFB6B-1787-4549-91B6-D748C66B13C6}"/>
              </a:ext>
            </a:extLst>
          </p:cNvPr>
          <p:cNvSpPr>
            <a:spLocks noGrp="1"/>
          </p:cNvSpPr>
          <p:nvPr>
            <p:ph type="pic" sz="quarter" idx="16"/>
          </p:nvPr>
        </p:nvSpPr>
        <p:spPr>
          <a:xfrm>
            <a:off x="6556248" y="3429000"/>
            <a:ext cx="5084064" cy="2880360"/>
          </a:xfrm>
          <a:solidFill>
            <a:schemeClr val="accent5"/>
          </a:solidFill>
        </p:spPr>
        <p:txBody>
          <a:bodyPr rtlCol="0">
            <a:noAutofit/>
          </a:bodyPr>
          <a:lstStyle/>
          <a:p>
            <a:pPr rtl="0"/>
            <a:r>
              <a:rPr lang="en-US"/>
              <a:t>Click icon to add picture</a:t>
            </a:r>
            <a:endParaRPr lang="en-GB"/>
          </a:p>
        </p:txBody>
      </p:sp>
      <p:grpSp>
        <p:nvGrpSpPr>
          <p:cNvPr id="43" name="Group 42">
            <a:extLst>
              <a:ext uri="{FF2B5EF4-FFF2-40B4-BE49-F238E27FC236}">
                <a16:creationId xmlns:a16="http://schemas.microsoft.com/office/drawing/2014/main" id="{06966E3E-9B30-4375-AC9A-23256CC87D25}"/>
              </a:ext>
              <a:ext uri="{C183D7F6-B498-43B3-948B-1728B52AA6E4}">
                <adec:decorative xmlns:adec="http://schemas.microsoft.com/office/drawing/2017/decorative" val="1"/>
              </a:ext>
            </a:extLst>
          </p:cNvPr>
          <p:cNvGrpSpPr/>
          <p:nvPr userDrawn="1"/>
        </p:nvGrpSpPr>
        <p:grpSpPr>
          <a:xfrm>
            <a:off x="11161347" y="125399"/>
            <a:ext cx="1404698" cy="1155641"/>
            <a:chOff x="11161347" y="125399"/>
            <a:chExt cx="1404698" cy="1155641"/>
          </a:xfrm>
        </p:grpSpPr>
        <p:sp>
          <p:nvSpPr>
            <p:cNvPr id="44" name="Freeform: Shape 43">
              <a:extLst>
                <a:ext uri="{FF2B5EF4-FFF2-40B4-BE49-F238E27FC236}">
                  <a16:creationId xmlns:a16="http://schemas.microsoft.com/office/drawing/2014/main" id="{4EBBC5A2-A37E-47DF-9230-9A75067F1883}"/>
                </a:ext>
              </a:extLst>
            </p:cNvPr>
            <p:cNvSpPr>
              <a:spLocks noChangeAspect="1"/>
            </p:cNvSpPr>
            <p:nvPr/>
          </p:nvSpPr>
          <p:spPr>
            <a:xfrm rot="18900000">
              <a:off x="11161347" y="125399"/>
              <a:ext cx="1341675" cy="926985"/>
            </a:xfrm>
            <a:custGeom>
              <a:avLst/>
              <a:gdLst>
                <a:gd name="connsiteX0" fmla="*/ 1049126 w 1341675"/>
                <a:gd name="connsiteY0" fmla="*/ 8962 h 926985"/>
                <a:gd name="connsiteX1" fmla="*/ 1341675 w 1341675"/>
                <a:gd name="connsiteY1" fmla="*/ 301511 h 926985"/>
                <a:gd name="connsiteX2" fmla="*/ 1130649 w 1341675"/>
                <a:gd name="connsiteY2" fmla="*/ 512537 h 926985"/>
                <a:gd name="connsiteX3" fmla="*/ 1107397 w 1341675"/>
                <a:gd name="connsiteY3" fmla="*/ 499917 h 926985"/>
                <a:gd name="connsiteX4" fmla="*/ 926985 w 1341675"/>
                <a:gd name="connsiteY4" fmla="*/ 463493 h 926985"/>
                <a:gd name="connsiteX5" fmla="*/ 463493 w 1341675"/>
                <a:gd name="connsiteY5" fmla="*/ 926985 h 926985"/>
                <a:gd name="connsiteX6" fmla="*/ 0 w 1341675"/>
                <a:gd name="connsiteY6" fmla="*/ 926985 h 926985"/>
                <a:gd name="connsiteX7" fmla="*/ 926985 w 1341675"/>
                <a:gd name="connsiteY7" fmla="*/ 0 h 926985"/>
                <a:gd name="connsiteX8" fmla="*/ 1021763 w 1341675"/>
                <a:gd name="connsiteY8" fmla="*/ 4786 h 92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1675" h="926985">
                  <a:moveTo>
                    <a:pt x="1049126" y="8962"/>
                  </a:moveTo>
                  <a:lnTo>
                    <a:pt x="1341675" y="301511"/>
                  </a:lnTo>
                  <a:lnTo>
                    <a:pt x="1130649" y="512537"/>
                  </a:lnTo>
                  <a:lnTo>
                    <a:pt x="1107397" y="499917"/>
                  </a:lnTo>
                  <a:cubicBezTo>
                    <a:pt x="1051945" y="476462"/>
                    <a:pt x="990979" y="463493"/>
                    <a:pt x="926985" y="463493"/>
                  </a:cubicBezTo>
                  <a:cubicBezTo>
                    <a:pt x="671005" y="463493"/>
                    <a:pt x="463493" y="671005"/>
                    <a:pt x="463493" y="926985"/>
                  </a:cubicBezTo>
                  <a:lnTo>
                    <a:pt x="0" y="926985"/>
                  </a:lnTo>
                  <a:cubicBezTo>
                    <a:pt x="0" y="415026"/>
                    <a:pt x="415025" y="0"/>
                    <a:pt x="926985" y="0"/>
                  </a:cubicBezTo>
                  <a:cubicBezTo>
                    <a:pt x="958982" y="0"/>
                    <a:pt x="990601" y="1621"/>
                    <a:pt x="1021763" y="4786"/>
                  </a:cubicBezTo>
                  <a:close/>
                </a:path>
              </a:pathLst>
            </a:custGeom>
            <a:solidFill>
              <a:schemeClr val="bg2"/>
            </a:solidFill>
            <a:ln>
              <a:noFill/>
            </a:ln>
            <a:effectLst>
              <a:innerShdw blurRad="254000" dist="50800" dir="54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a:solidFill>
                  <a:schemeClr val="tx1"/>
                </a:solidFill>
              </a:endParaRPr>
            </a:p>
          </p:txBody>
        </p:sp>
        <p:sp>
          <p:nvSpPr>
            <p:cNvPr id="45" name="Oval 44">
              <a:extLst>
                <a:ext uri="{FF2B5EF4-FFF2-40B4-BE49-F238E27FC236}">
                  <a16:creationId xmlns:a16="http://schemas.microsoft.com/office/drawing/2014/main" id="{11781B9A-C230-4FFC-90A8-E0571B1DEDA7}"/>
                </a:ext>
              </a:extLst>
            </p:cNvPr>
            <p:cNvSpPr/>
            <p:nvPr/>
          </p:nvSpPr>
          <p:spPr>
            <a:xfrm rot="2700000">
              <a:off x="11798454" y="994196"/>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46" name="Freeform: Shape 45">
              <a:extLst>
                <a:ext uri="{FF2B5EF4-FFF2-40B4-BE49-F238E27FC236}">
                  <a16:creationId xmlns:a16="http://schemas.microsoft.com/office/drawing/2014/main" id="{3295925C-3570-40F1-B3CE-07D947ED4643}"/>
                </a:ext>
              </a:extLst>
            </p:cNvPr>
            <p:cNvSpPr>
              <a:spLocks noChangeAspect="1"/>
            </p:cNvSpPr>
            <p:nvPr/>
          </p:nvSpPr>
          <p:spPr>
            <a:xfrm rot="18900000">
              <a:off x="11228590" y="129580"/>
              <a:ext cx="1337455" cy="1042921"/>
            </a:xfrm>
            <a:custGeom>
              <a:avLst/>
              <a:gdLst>
                <a:gd name="connsiteX0" fmla="*/ 1084058 w 1337455"/>
                <a:gd name="connsiteY0" fmla="*/ 16081 h 1042921"/>
                <a:gd name="connsiteX1" fmla="*/ 1337455 w 1337455"/>
                <a:gd name="connsiteY1" fmla="*/ 269477 h 1042921"/>
                <a:gd name="connsiteX2" fmla="*/ 1060775 w 1337455"/>
                <a:gd name="connsiteY2" fmla="*/ 546158 h 1042921"/>
                <a:gd name="connsiteX3" fmla="*/ 1020394 w 1337455"/>
                <a:gd name="connsiteY3" fmla="*/ 532055 h 1042921"/>
                <a:gd name="connsiteX4" fmla="*/ 926985 w 1337455"/>
                <a:gd name="connsiteY4" fmla="*/ 521461 h 1042921"/>
                <a:gd name="connsiteX5" fmla="*/ 463492 w 1337455"/>
                <a:gd name="connsiteY5" fmla="*/ 1042921 h 1042921"/>
                <a:gd name="connsiteX6" fmla="*/ 0 w 1337455"/>
                <a:gd name="connsiteY6" fmla="*/ 1042921 h 1042921"/>
                <a:gd name="connsiteX7" fmla="*/ 926984 w 1337455"/>
                <a:gd name="connsiteY7" fmla="*/ 0 h 1042921"/>
                <a:gd name="connsiteX8" fmla="*/ 1021763 w 1337455"/>
                <a:gd name="connsiteY8" fmla="*/ 5384 h 104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7455" h="1042921">
                  <a:moveTo>
                    <a:pt x="1084058" y="16081"/>
                  </a:moveTo>
                  <a:lnTo>
                    <a:pt x="1337455" y="269477"/>
                  </a:lnTo>
                  <a:lnTo>
                    <a:pt x="1060775" y="546158"/>
                  </a:lnTo>
                  <a:lnTo>
                    <a:pt x="1020394" y="532055"/>
                  </a:lnTo>
                  <a:cubicBezTo>
                    <a:pt x="990222" y="525109"/>
                    <a:pt x="958982" y="521461"/>
                    <a:pt x="926985" y="521461"/>
                  </a:cubicBezTo>
                  <a:cubicBezTo>
                    <a:pt x="671005" y="521461"/>
                    <a:pt x="463493" y="754927"/>
                    <a:pt x="463492" y="1042921"/>
                  </a:cubicBezTo>
                  <a:lnTo>
                    <a:pt x="0" y="1042921"/>
                  </a:lnTo>
                  <a:cubicBezTo>
                    <a:pt x="0" y="466932"/>
                    <a:pt x="415025" y="0"/>
                    <a:pt x="926984" y="0"/>
                  </a:cubicBezTo>
                  <a:cubicBezTo>
                    <a:pt x="958982" y="0"/>
                    <a:pt x="990600" y="1824"/>
                    <a:pt x="1021763" y="5384"/>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a:solidFill>
                  <a:schemeClr val="tx1"/>
                </a:solidFill>
              </a:endParaRPr>
            </a:p>
          </p:txBody>
        </p:sp>
      </p:grpSp>
      <p:grpSp>
        <p:nvGrpSpPr>
          <p:cNvPr id="15" name="Group 14">
            <a:extLst>
              <a:ext uri="{FF2B5EF4-FFF2-40B4-BE49-F238E27FC236}">
                <a16:creationId xmlns:a16="http://schemas.microsoft.com/office/drawing/2014/main" id="{394664AE-6DC5-428F-9AC4-5A8F67571F72}"/>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6" name="Freeform: Shape 15">
              <a:extLst>
                <a:ext uri="{FF2B5EF4-FFF2-40B4-BE49-F238E27FC236}">
                  <a16:creationId xmlns:a16="http://schemas.microsoft.com/office/drawing/2014/main" id="{8288F304-7DF7-42FB-BD6F-D575128A1DDE}"/>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21" name="Oval 20">
              <a:extLst>
                <a:ext uri="{FF2B5EF4-FFF2-40B4-BE49-F238E27FC236}">
                  <a16:creationId xmlns:a16="http://schemas.microsoft.com/office/drawing/2014/main" id="{104835D9-7DE9-4DDD-A6C2-1C526822700A}"/>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gr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rtlCol="0">
            <a:noAutofit/>
          </a:bodyPr>
          <a:lstStyle/>
          <a:p>
            <a:pPr rtl="0"/>
            <a:r>
              <a:rPr lang="en-GB"/>
              <a:t>Tuesday, February 2, 20XX</a:t>
            </a:r>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rtlCol="0">
            <a:noAutofit/>
          </a:bodyPr>
          <a:lstStyle/>
          <a:p>
            <a:pPr rtl="0"/>
            <a:r>
              <a:rPr lang="en-GB"/>
              <a:t>Sample Footer Text</a:t>
            </a:r>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rtlCol="0">
            <a:noAutofit/>
          </a:bodyPr>
          <a:lstStyle/>
          <a:p>
            <a:pPr rtl="0"/>
            <a:fld id="{DBA1B0FB-D917-4C8C-928F-313BD683BF39}" type="slidenum">
              <a:rPr lang="en-GB" smtClean="0"/>
              <a:t>‹#›</a:t>
            </a:fld>
            <a:endParaRPr lang="en-GB"/>
          </a:p>
        </p:txBody>
      </p:sp>
      <p:sp>
        <p:nvSpPr>
          <p:cNvPr id="17" name="Oval 16">
            <a:extLst>
              <a:ext uri="{FF2B5EF4-FFF2-40B4-BE49-F238E27FC236}">
                <a16:creationId xmlns:a16="http://schemas.microsoft.com/office/drawing/2014/main" id="{83C43C1C-00B3-40E0-B073-B8C56206D07D}"/>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Tree>
    <p:extLst>
      <p:ext uri="{BB962C8B-B14F-4D97-AF65-F5344CB8AC3E}">
        <p14:creationId xmlns:p14="http://schemas.microsoft.com/office/powerpoint/2010/main" val="7273191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rtlCol="0" anchor="t" anchorCtr="0">
            <a:noAutofit/>
          </a:bodyPr>
          <a:lstStyle>
            <a:lvl1pPr algn="l">
              <a:lnSpc>
                <a:spcPct val="100000"/>
              </a:lnSpc>
              <a:defRPr sz="6400"/>
            </a:lvl1pPr>
          </a:lstStyle>
          <a:p>
            <a:pPr rtl="0"/>
            <a:r>
              <a:rPr lang="en-US"/>
              <a:t>Click to edit Master title style</a:t>
            </a:r>
            <a:endParaRPr lang="en-GB"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rtlCol="0">
            <a:no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a:t>Click to edit Master subtitle style</a:t>
            </a:r>
            <a:endParaRPr lang="en-GB"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rtlCol="0">
            <a:noAutofit/>
          </a:bodyPr>
          <a:lstStyle/>
          <a:p>
            <a:pPr rtl="0"/>
            <a:r>
              <a:rPr lang="en-GB"/>
              <a:t>Tuesday, February 2, 20XX</a:t>
            </a:r>
            <a:endParaRPr lang="en-GB"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rtlCol="0">
            <a:noAutofit/>
          </a:bodyPr>
          <a:lstStyle/>
          <a:p>
            <a:pPr rtl="0"/>
            <a:r>
              <a:rPr lang="en-GB"/>
              <a:t>Sample Footer Text</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rtlCol="0">
            <a:noAutofit/>
          </a:bodyPr>
          <a:lstStyle/>
          <a:p>
            <a:pPr rtl="0"/>
            <a:fld id="{DBA1B0FB-D917-4C8C-928F-313BD683BF39}" type="slidenum">
              <a:rPr lang="en-GB" smtClean="0"/>
              <a:t>‹#›</a:t>
            </a:fld>
            <a:endParaRPr lang="en-GB"/>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n-GB"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n-GB"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grpSp>
    </p:spTree>
    <p:extLst>
      <p:ext uri="{BB962C8B-B14F-4D97-AF65-F5344CB8AC3E}">
        <p14:creationId xmlns:p14="http://schemas.microsoft.com/office/powerpoint/2010/main" val="3412362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rtlCol="0">
            <a:noAutofit/>
          </a:bodyPr>
          <a:lstStyle>
            <a:lvl1pPr>
              <a:lnSpc>
                <a:spcPct val="100000"/>
              </a:lnSpc>
              <a:defRPr/>
            </a:lvl1pPr>
          </a:lstStyle>
          <a:p>
            <a:pPr rtl="0"/>
            <a:r>
              <a:rPr lang="en-US"/>
              <a:t>Click to edit Master title style</a:t>
            </a:r>
            <a:endParaRPr lang="en-GB"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rtlCol="0">
            <a:noAutofit/>
          </a:body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rtlCol="0">
            <a:noAutofit/>
          </a:body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rtlCol="0">
            <a:noAutofit/>
          </a:bodyPr>
          <a:lstStyle/>
          <a:p>
            <a:pPr rtl="0"/>
            <a:r>
              <a:rPr lang="en-GB"/>
              <a:t>Tuesday, February 2, 20XX</a:t>
            </a:r>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rtlCol="0">
            <a:noAutofit/>
          </a:bodyPr>
          <a:lstStyle/>
          <a:p>
            <a:pPr rtl="0"/>
            <a:r>
              <a:rPr lang="en-GB"/>
              <a:t>Sample Footer Text</a:t>
            </a:r>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rtlCol="0">
            <a:noAutofit/>
          </a:bodyPr>
          <a:lstStyle/>
          <a:p>
            <a:pPr rtl="0"/>
            <a:fld id="{DBA1B0FB-D917-4C8C-928F-313BD683BF39}" type="slidenum">
              <a:rPr lang="en-GB" smtClean="0"/>
              <a:t>‹#›</a:t>
            </a:fld>
            <a:endParaRPr lang="en-GB"/>
          </a:p>
        </p:txBody>
      </p:sp>
    </p:spTree>
    <p:extLst>
      <p:ext uri="{BB962C8B-B14F-4D97-AF65-F5344CB8AC3E}">
        <p14:creationId xmlns:p14="http://schemas.microsoft.com/office/powerpoint/2010/main" val="3617165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rtlCol="0">
            <a:noAutofit/>
          </a:bodyPr>
          <a:lstStyle/>
          <a:p>
            <a:pPr rtl="0"/>
            <a:r>
              <a:rPr lang="en-GB"/>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rtlCol="0">
            <a:noAutofit/>
          </a:bodyPr>
          <a:lstStyle/>
          <a:p>
            <a:pPr rtl="0"/>
            <a:r>
              <a:rPr lang="en-GB"/>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rtlCol="0">
            <a:noAutofit/>
          </a:bodyPr>
          <a:lstStyle/>
          <a:p>
            <a:pPr rtl="0"/>
            <a:fld id="{DBA1B0FB-D917-4C8C-928F-313BD683BF39}" type="slidenum">
              <a:rPr lang="en-GB" smtClean="0"/>
              <a:t>‹#›</a:t>
            </a:fld>
            <a:endParaRPr lang="en-GB"/>
          </a:p>
        </p:txBody>
      </p:sp>
    </p:spTree>
    <p:extLst>
      <p:ext uri="{BB962C8B-B14F-4D97-AF65-F5344CB8AC3E}">
        <p14:creationId xmlns:p14="http://schemas.microsoft.com/office/powerpoint/2010/main" val="3858332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rtlCol="0" anchor="t">
            <a:noAutofit/>
          </a:bodyPr>
          <a:lstStyle>
            <a:lvl1pPr>
              <a:lnSpc>
                <a:spcPct val="100000"/>
              </a:lnSpc>
              <a:defRPr sz="3200"/>
            </a:lvl1pPr>
          </a:lstStyle>
          <a:p>
            <a:pPr rtl="0"/>
            <a:r>
              <a:rPr lang="en-US"/>
              <a:t>Click to edit Master title style</a:t>
            </a:r>
            <a:endParaRPr lang="en-GB"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rtlCol="0">
            <a:no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rtlCol="0">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rtlCol="0">
            <a:noAutofit/>
          </a:bodyPr>
          <a:lstStyle/>
          <a:p>
            <a:pPr rtl="0"/>
            <a:r>
              <a:rPr lang="en-GB"/>
              <a:t>Tuesday, February 2, 20XX</a:t>
            </a:r>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rtlCol="0">
            <a:noAutofit/>
          </a:bodyPr>
          <a:lstStyle/>
          <a:p>
            <a:pPr rtl="0"/>
            <a:r>
              <a:rPr lang="en-GB"/>
              <a:t>Sample Footer Text</a:t>
            </a:r>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rtlCol="0">
            <a:noAutofit/>
          </a:bodyPr>
          <a:lstStyle/>
          <a:p>
            <a:pPr rtl="0"/>
            <a:fld id="{DBA1B0FB-D917-4C8C-928F-313BD683BF39}" type="slidenum">
              <a:rPr lang="en-GB" smtClean="0"/>
              <a:t>‹#›</a:t>
            </a:fld>
            <a:endParaRPr lang="en-GB"/>
          </a:p>
        </p:txBody>
      </p:sp>
    </p:spTree>
    <p:extLst>
      <p:ext uri="{BB962C8B-B14F-4D97-AF65-F5344CB8AC3E}">
        <p14:creationId xmlns:p14="http://schemas.microsoft.com/office/powerpoint/2010/main" val="983562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Autofit/>
          </a:bodyPr>
          <a:lstStyle/>
          <a:p>
            <a:pPr lvl="0" rtl="0">
              <a:lnSpc>
                <a:spcPct val="100000"/>
              </a:lnSpc>
            </a:pPr>
            <a:r>
              <a:rPr lang="en-US"/>
              <a:t>Click to edit Master title style</a:t>
            </a:r>
            <a:endParaRPr lang="en-GB"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Autofit/>
          </a:body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lumMod val="65000"/>
                    <a:alpha val="80000"/>
                  </a:schemeClr>
                </a:solidFill>
              </a:defRPr>
            </a:lvl1pPr>
          </a:lstStyle>
          <a:p>
            <a:pPr rtl="0"/>
            <a:r>
              <a:rPr lang="en-GB"/>
              <a:t>Tuesday, February 2, 20XX</a:t>
            </a:r>
            <a:endParaRPr lang="en-GB"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lumMod val="65000"/>
                    <a:alpha val="80000"/>
                  </a:schemeClr>
                </a:solidFill>
              </a:defRPr>
            </a:lvl1pPr>
          </a:lstStyle>
          <a:p>
            <a:pPr rtl="0"/>
            <a:r>
              <a:rPr lang="en-GB"/>
              <a:t>Sample Footer Text</a:t>
            </a:r>
            <a:endParaRPr lang="en-GB"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lumMod val="65000"/>
                    <a:alpha val="80000"/>
                  </a:schemeClr>
                </a:solidFill>
              </a:defRPr>
            </a:lvl1pPr>
          </a:lstStyle>
          <a:p>
            <a:pPr rtl="0"/>
            <a:fld id="{DBA1B0FB-D917-4C8C-928F-313BD683BF39}" type="slidenum">
              <a:rPr lang="en-GB" smtClean="0"/>
              <a:pPr/>
              <a:t>‹#›</a:t>
            </a:fld>
            <a:endParaRPr lang="en-GB"/>
          </a:p>
        </p:txBody>
      </p:sp>
    </p:spTree>
    <p:extLst>
      <p:ext uri="{BB962C8B-B14F-4D97-AF65-F5344CB8AC3E}">
        <p14:creationId xmlns:p14="http://schemas.microsoft.com/office/powerpoint/2010/main" val="2521255718"/>
      </p:ext>
    </p:extLst>
  </p:cSld>
  <p:clrMap bg1="dk1" tx1="lt1" bg2="dk2" tx2="lt2" accent1="accent1" accent2="accent2" accent3="accent3" accent4="accent4" accent5="accent5" accent6="accent6" hlink="hlink" folHlink="folHlink"/>
  <p:sldLayoutIdLst>
    <p:sldLayoutId id="2147483699" r:id="rId1"/>
    <p:sldLayoutId id="2147483700" r:id="rId2"/>
    <p:sldLayoutId id="2147483733" r:id="rId3"/>
    <p:sldLayoutId id="2147483687" r:id="rId4"/>
    <p:sldLayoutId id="2147483734" r:id="rId5"/>
    <p:sldLayoutId id="2147483686" r:id="rId6"/>
    <p:sldLayoutId id="2147483696" r:id="rId7"/>
    <p:sldLayoutId id="2147483707" r:id="rId8"/>
    <p:sldLayoutId id="2147483689" r:id="rId9"/>
    <p:sldLayoutId id="2147483697" r:id="rId10"/>
    <p:sldLayoutId id="2147483731" r:id="rId11"/>
    <p:sldLayoutId id="2147483693" r:id="rId12"/>
    <p:sldLayoutId id="2147483685" r:id="rId13"/>
    <p:sldLayoutId id="2147483688" r:id="rId14"/>
    <p:sldLayoutId id="2147483691" r:id="rId15"/>
    <p:sldLayoutId id="2147483692" r:id="rId16"/>
  </p:sldLayoutIdLst>
  <p:hf hdr="0"/>
  <p:txStyles>
    <p:titleStyle>
      <a:lvl1pPr algn="l" defTabSz="914400" rtl="0" eaLnBrk="1" latinLnBrk="0" hangingPunct="1">
        <a:lnSpc>
          <a:spcPct val="90000"/>
        </a:lnSpc>
        <a:spcBef>
          <a:spcPct val="0"/>
        </a:spcBef>
        <a:buNone/>
        <a:defRPr lang="en-GB"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zettelkasten.de/posts/kinds-of-ties/" TargetMode="External"/><Relationship Id="rId3" Type="http://schemas.openxmlformats.org/officeDocument/2006/relationships/image" Target="../media/image2.jpg"/><Relationship Id="rId7"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hyperlink" Target="https://aiimpacts.org/2015/05/" TargetMode="External"/><Relationship Id="rId5" Type="http://schemas.openxmlformats.org/officeDocument/2006/relationships/image" Target="../media/image3.png"/><Relationship Id="rId10" Type="http://schemas.openxmlformats.org/officeDocument/2006/relationships/hyperlink" Target="https://geobrava.wordpress.com/2017/04/17/china-leads-the-growth-of-global-robotics-adoption/" TargetMode="External"/><Relationship Id="rId4" Type="http://schemas.openxmlformats.org/officeDocument/2006/relationships/hyperlink" Target="https://pixabay.com/en/matrix-technology-tech-data-3109378/" TargetMode="External"/><Relationship Id="rId9"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gif"/><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9.1"/><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hyperlink" Target="https://www.rawpixel.com/search/sound%20wave"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electronics.stackexchange.com/questions/99185/measuring-average-current-with-uc-and-current-shunt" TargetMode="External"/><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938C-9D94-4B05-979A-D39FFC457291}"/>
              </a:ext>
            </a:extLst>
          </p:cNvPr>
          <p:cNvSpPr>
            <a:spLocks noGrp="1"/>
          </p:cNvSpPr>
          <p:nvPr>
            <p:ph type="ctrTitle"/>
          </p:nvPr>
        </p:nvSpPr>
        <p:spPr>
          <a:xfrm>
            <a:off x="7999413" y="1051551"/>
            <a:ext cx="3714531" cy="2952558"/>
          </a:xfrm>
        </p:spPr>
        <p:txBody>
          <a:bodyPr rtlCol="0" anchor="b" anchorCtr="0">
            <a:normAutofit/>
          </a:bodyPr>
          <a:lstStyle/>
          <a:p>
            <a:pPr rtl="0"/>
            <a:r>
              <a:rPr lang="en-GB" dirty="0"/>
              <a:t>Introduction to Signals in Mechatronics</a:t>
            </a:r>
          </a:p>
        </p:txBody>
      </p:sp>
      <p:pic>
        <p:nvPicPr>
          <p:cNvPr id="14" name="Picture Placeholder 13">
            <a:extLst>
              <a:ext uri="{FF2B5EF4-FFF2-40B4-BE49-F238E27FC236}">
                <a16:creationId xmlns:a16="http://schemas.microsoft.com/office/drawing/2014/main" id="{9A8AD548-922D-4E1D-B19C-5F6E808B8160}"/>
              </a:ext>
            </a:extLst>
          </p:cNvPr>
          <p:cNvPicPr>
            <a:picLocks noGrp="1" noChangeAspect="1"/>
          </p:cNvPicPr>
          <p:nvPr>
            <p:ph type="pic" sz="quarter" idx="13"/>
          </p:nvPr>
        </p:nvPicPr>
        <p:blipFill rotWithShape="1">
          <a:blip r:embed="rId3"/>
          <a:srcRect/>
          <a:stretch/>
        </p:blipFill>
        <p:spPr>
          <a:xfrm>
            <a:off x="0" y="0"/>
            <a:ext cx="7452360" cy="6858000"/>
          </a:xfrm>
        </p:spPr>
      </p:pic>
      <p:sp>
        <p:nvSpPr>
          <p:cNvPr id="3" name="Subtitle 2">
            <a:extLst>
              <a:ext uri="{FF2B5EF4-FFF2-40B4-BE49-F238E27FC236}">
                <a16:creationId xmlns:a16="http://schemas.microsoft.com/office/drawing/2014/main" id="{D9A11267-FC52-4990-8D98-010AFABA5544}"/>
              </a:ext>
            </a:extLst>
          </p:cNvPr>
          <p:cNvSpPr>
            <a:spLocks noGrp="1"/>
          </p:cNvSpPr>
          <p:nvPr>
            <p:ph type="body" sz="quarter" idx="14"/>
          </p:nvPr>
        </p:nvSpPr>
        <p:spPr>
          <a:xfrm>
            <a:off x="7999414" y="4196615"/>
            <a:ext cx="3565524" cy="1609834"/>
          </a:xfrm>
        </p:spPr>
        <p:txBody>
          <a:bodyPr rtlCol="0">
            <a:normAutofit/>
          </a:bodyPr>
          <a:lstStyle/>
          <a:p>
            <a:pPr rtl="0"/>
            <a:r>
              <a:rPr lang="en-GB" dirty="0"/>
              <a:t>Akbar Q</a:t>
            </a:r>
          </a:p>
        </p:txBody>
      </p:sp>
      <p:cxnSp>
        <p:nvCxnSpPr>
          <p:cNvPr id="5" name="Straight Connector 4">
            <a:extLst>
              <a:ext uri="{FF2B5EF4-FFF2-40B4-BE49-F238E27FC236}">
                <a16:creationId xmlns:a16="http://schemas.microsoft.com/office/drawing/2014/main" id="{6B57340C-E989-0342-41E0-142C42BDD88D}"/>
              </a:ext>
            </a:extLst>
          </p:cNvPr>
          <p:cNvCxnSpPr/>
          <p:nvPr/>
        </p:nvCxnSpPr>
        <p:spPr>
          <a:xfrm>
            <a:off x="7999413" y="4071486"/>
            <a:ext cx="356552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2814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3418ADF-358F-4647-A511-FCFFEDA83429}"/>
              </a:ext>
            </a:extLst>
          </p:cNvPr>
          <p:cNvSpPr>
            <a:spLocks noGrp="1"/>
          </p:cNvSpPr>
          <p:nvPr>
            <p:ph type="title"/>
          </p:nvPr>
        </p:nvSpPr>
        <p:spPr>
          <a:xfrm>
            <a:off x="288216" y="4283464"/>
            <a:ext cx="4500562" cy="1562959"/>
          </a:xfrm>
        </p:spPr>
        <p:txBody>
          <a:bodyPr rtlCol="0"/>
          <a:lstStyle/>
          <a:p>
            <a:pPr rtl="0"/>
            <a:r>
              <a:rPr lang="en-GB" dirty="0"/>
              <a:t>Introduction</a:t>
            </a:r>
          </a:p>
        </p:txBody>
      </p:sp>
      <p:pic>
        <p:nvPicPr>
          <p:cNvPr id="18" name="Picture Placeholder 17">
            <a:extLst>
              <a:ext uri="{FF2B5EF4-FFF2-40B4-BE49-F238E27FC236}">
                <a16:creationId xmlns:a16="http://schemas.microsoft.com/office/drawing/2014/main" id="{E2536017-F539-430C-A901-70AB81CA612A}"/>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22158" r="22158"/>
          <a:stretch/>
        </p:blipFill>
        <p:spPr>
          <a:xfrm>
            <a:off x="0" y="0"/>
            <a:ext cx="3054096" cy="3776472"/>
          </a:xfrm>
        </p:spPr>
      </p:pic>
      <p:pic>
        <p:nvPicPr>
          <p:cNvPr id="20" name="Picture Placeholder 19">
            <a:extLst>
              <a:ext uri="{FF2B5EF4-FFF2-40B4-BE49-F238E27FC236}">
                <a16:creationId xmlns:a16="http://schemas.microsoft.com/office/drawing/2014/main" id="{528A7D8D-1AB5-46C4-93FA-D92C2FD51692}"/>
              </a:ext>
            </a:extLst>
          </p:cNvPr>
          <p:cNvPicPr>
            <a:picLocks noGrp="1" noChangeAspect="1"/>
          </p:cNvPicPr>
          <p:nvPr>
            <p:ph type="pic" sz="quarter" idx="14"/>
          </p:nvPr>
        </p:nvPicPr>
        <p:blipFill>
          <a:blip r:embed="rId5">
            <a:extLst>
              <a:ext uri="{837473B0-CC2E-450A-ABE3-18F120FF3D39}">
                <a1611:picAttrSrcUrl xmlns:a1611="http://schemas.microsoft.com/office/drawing/2016/11/main" r:id="rId6"/>
              </a:ext>
            </a:extLst>
          </a:blip>
          <a:srcRect l="19869" r="19869"/>
          <a:stretch/>
        </p:blipFill>
        <p:spPr>
          <a:xfrm>
            <a:off x="3054096" y="0"/>
            <a:ext cx="3054096" cy="3776472"/>
          </a:xfrm>
        </p:spPr>
      </p:pic>
      <p:pic>
        <p:nvPicPr>
          <p:cNvPr id="25" name="Picture Placeholder 24">
            <a:extLst>
              <a:ext uri="{FF2B5EF4-FFF2-40B4-BE49-F238E27FC236}">
                <a16:creationId xmlns:a16="http://schemas.microsoft.com/office/drawing/2014/main" id="{B7353C46-ACC1-4078-85C2-26B57B0E58B7}"/>
              </a:ext>
            </a:extLst>
          </p:cNvPr>
          <p:cNvPicPr>
            <a:picLocks noGrp="1" noChangeAspect="1"/>
          </p:cNvPicPr>
          <p:nvPr>
            <p:ph type="pic" sz="quarter" idx="16"/>
          </p:nvPr>
        </p:nvPicPr>
        <p:blipFill>
          <a:blip r:embed="rId7">
            <a:extLst>
              <a:ext uri="{837473B0-CC2E-450A-ABE3-18F120FF3D39}">
                <a1611:picAttrSrcUrl xmlns:a1611="http://schemas.microsoft.com/office/drawing/2016/11/main" r:id="rId8"/>
              </a:ext>
            </a:extLst>
          </a:blip>
          <a:srcRect l="27255" r="27255"/>
          <a:stretch/>
        </p:blipFill>
        <p:spPr>
          <a:xfrm>
            <a:off x="9137904" y="0"/>
            <a:ext cx="3054096" cy="3776472"/>
          </a:xfrm>
        </p:spPr>
      </p:pic>
      <p:sp>
        <p:nvSpPr>
          <p:cNvPr id="6" name="Slide Number Placeholder 5">
            <a:extLst>
              <a:ext uri="{FF2B5EF4-FFF2-40B4-BE49-F238E27FC236}">
                <a16:creationId xmlns:a16="http://schemas.microsoft.com/office/drawing/2014/main" id="{9ED907F8-C614-4D59-A03F-BF9CD5E35703}"/>
              </a:ext>
            </a:extLst>
          </p:cNvPr>
          <p:cNvSpPr>
            <a:spLocks noGrp="1"/>
          </p:cNvSpPr>
          <p:nvPr>
            <p:ph type="sldNum" sz="quarter" idx="12"/>
          </p:nvPr>
        </p:nvSpPr>
        <p:spPr>
          <a:xfrm>
            <a:off x="9948863" y="6507212"/>
            <a:ext cx="1692274" cy="153888"/>
          </a:xfrm>
        </p:spPr>
        <p:txBody>
          <a:bodyPr rtlCol="0"/>
          <a:lstStyle/>
          <a:p>
            <a:pPr rtl="0"/>
            <a:fld id="{DBA1B0FB-D917-4C8C-928F-313BD683BF39}" type="slidenum">
              <a:rPr lang="en-GB" smtClean="0"/>
              <a:pPr rtl="0"/>
              <a:t>2</a:t>
            </a:fld>
            <a:endParaRPr lang="en-GB"/>
          </a:p>
        </p:txBody>
      </p:sp>
      <p:pic>
        <p:nvPicPr>
          <p:cNvPr id="23" name="Picture Placeholder 22">
            <a:extLst>
              <a:ext uri="{FF2B5EF4-FFF2-40B4-BE49-F238E27FC236}">
                <a16:creationId xmlns:a16="http://schemas.microsoft.com/office/drawing/2014/main" id="{2B3C4F95-A0FA-45D9-BF43-1C398F65B891}"/>
              </a:ext>
            </a:extLst>
          </p:cNvPr>
          <p:cNvPicPr>
            <a:picLocks noGrp="1" noChangeAspect="1"/>
          </p:cNvPicPr>
          <p:nvPr>
            <p:ph type="pic" sz="quarter" idx="15"/>
          </p:nvPr>
        </p:nvPicPr>
        <p:blipFill>
          <a:blip r:embed="rId9">
            <a:extLst>
              <a:ext uri="{837473B0-CC2E-450A-ABE3-18F120FF3D39}">
                <a1611:picAttrSrcUrl xmlns:a1611="http://schemas.microsoft.com/office/drawing/2016/11/main" r:id="rId10"/>
              </a:ext>
            </a:extLst>
          </a:blip>
          <a:srcRect l="45127" r="9383"/>
          <a:stretch/>
        </p:blipFill>
        <p:spPr>
          <a:xfrm>
            <a:off x="6083808" y="0"/>
            <a:ext cx="3054096" cy="3776472"/>
          </a:xfrm>
        </p:spPr>
      </p:pic>
      <p:sp>
        <p:nvSpPr>
          <p:cNvPr id="12" name="Content Placeholder 11">
            <a:extLst>
              <a:ext uri="{FF2B5EF4-FFF2-40B4-BE49-F238E27FC236}">
                <a16:creationId xmlns:a16="http://schemas.microsoft.com/office/drawing/2014/main" id="{E5127060-CDBF-435F-9009-A5451CCE305D}"/>
              </a:ext>
            </a:extLst>
          </p:cNvPr>
          <p:cNvSpPr>
            <a:spLocks noGrp="1"/>
          </p:cNvSpPr>
          <p:nvPr>
            <p:ph sz="quarter" idx="15"/>
          </p:nvPr>
        </p:nvSpPr>
        <p:spPr>
          <a:xfrm>
            <a:off x="4581144" y="4360480"/>
            <a:ext cx="7159558" cy="1928205"/>
          </a:xfrm>
          <a:noFill/>
        </p:spPr>
        <p:txBody>
          <a:bodyPr rtlCol="0">
            <a:noAutofit/>
          </a:bodyPr>
          <a:lstStyle/>
          <a:p>
            <a:pPr marL="0" indent="0" algn="just" rtl="0">
              <a:buNone/>
            </a:pPr>
            <a:r>
              <a:rPr lang="en-US" sz="2400" dirty="0"/>
              <a:t>Signals are the backbone of mechatronic systems. They facilitate communication between components such as sensors, actuators, and controllers. Understanding signals is crucial for designing and troubleshooting these systems.</a:t>
            </a:r>
          </a:p>
        </p:txBody>
      </p:sp>
    </p:spTree>
    <p:extLst>
      <p:ext uri="{BB962C8B-B14F-4D97-AF65-F5344CB8AC3E}">
        <p14:creationId xmlns:p14="http://schemas.microsoft.com/office/powerpoint/2010/main" val="2158886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1B26C08-5AF8-39CE-27D2-D3A13E511040}"/>
              </a:ext>
            </a:extLst>
          </p:cNvPr>
          <p:cNvSpPr>
            <a:spLocks noGrp="1"/>
          </p:cNvSpPr>
          <p:nvPr>
            <p:ph type="ctrTitle"/>
          </p:nvPr>
        </p:nvSpPr>
        <p:spPr>
          <a:xfrm>
            <a:off x="550863" y="549275"/>
            <a:ext cx="5437187" cy="2986234"/>
          </a:xfrm>
        </p:spPr>
        <p:txBody>
          <a:bodyPr wrap="square" rtlCol="0" anchor="b">
            <a:normAutofit/>
          </a:bodyPr>
          <a:lstStyle/>
          <a:p>
            <a:pPr rtl="0"/>
            <a:r>
              <a:rPr lang="en-GB" sz="6000" dirty="0"/>
              <a:t>Basic Types</a:t>
            </a:r>
          </a:p>
        </p:txBody>
      </p:sp>
      <p:sp>
        <p:nvSpPr>
          <p:cNvPr id="17" name="Content Placeholder 2">
            <a:extLst>
              <a:ext uri="{FF2B5EF4-FFF2-40B4-BE49-F238E27FC236}">
                <a16:creationId xmlns:a16="http://schemas.microsoft.com/office/drawing/2014/main" id="{3162D578-3C46-C3E3-90B9-94ED62D42FCF}"/>
              </a:ext>
            </a:extLst>
          </p:cNvPr>
          <p:cNvSpPr>
            <a:spLocks noGrp="1"/>
          </p:cNvSpPr>
          <p:nvPr>
            <p:ph type="subTitle" idx="1"/>
          </p:nvPr>
        </p:nvSpPr>
        <p:spPr>
          <a:xfrm>
            <a:off x="550863" y="3827610"/>
            <a:ext cx="5437187" cy="2265216"/>
          </a:xfrm>
        </p:spPr>
        <p:txBody>
          <a:bodyPr wrap="square" rtlCol="0">
            <a:normAutofit/>
          </a:bodyPr>
          <a:lstStyle/>
          <a:p>
            <a:pPr rtl="0"/>
            <a:r>
              <a:rPr lang="en-GB" sz="3600" dirty="0"/>
              <a:t>Analog Signals</a:t>
            </a:r>
          </a:p>
          <a:p>
            <a:pPr rtl="0"/>
            <a:r>
              <a:rPr lang="en-GB" sz="3600" dirty="0"/>
              <a:t>Digital Signals</a:t>
            </a:r>
          </a:p>
        </p:txBody>
      </p:sp>
      <p:pic>
        <p:nvPicPr>
          <p:cNvPr id="13" name="Picture Placeholder 12" descr="A screen shot of a computer&#10;&#10;Description automatically generated">
            <a:extLst>
              <a:ext uri="{FF2B5EF4-FFF2-40B4-BE49-F238E27FC236}">
                <a16:creationId xmlns:a16="http://schemas.microsoft.com/office/drawing/2014/main" id="{2224BA55-B446-8F72-F012-F2BD3011DD72}"/>
              </a:ext>
            </a:extLst>
          </p:cNvPr>
          <p:cNvPicPr>
            <a:picLocks noGrp="1" noChangeAspect="1"/>
          </p:cNvPicPr>
          <p:nvPr>
            <p:ph type="pic" sz="quarter" idx="15"/>
          </p:nvPr>
        </p:nvPicPr>
        <p:blipFill>
          <a:blip r:embed="rId2"/>
          <a:srcRect t="2790" b="2790"/>
          <a:stretch/>
        </p:blipFill>
        <p:spPr>
          <a:xfrm>
            <a:off x="6556248" y="350923"/>
            <a:ext cx="5084064" cy="2880224"/>
          </a:xfrm>
          <a:noFill/>
        </p:spPr>
      </p:pic>
      <p:pic>
        <p:nvPicPr>
          <p:cNvPr id="19" name="Picture Placeholder 18" descr="A line of orange lines&#10;&#10;Description automatically generated with medium confidence">
            <a:extLst>
              <a:ext uri="{FF2B5EF4-FFF2-40B4-BE49-F238E27FC236}">
                <a16:creationId xmlns:a16="http://schemas.microsoft.com/office/drawing/2014/main" id="{2680DFAA-CA9B-7194-B34F-374DF3CEDEA1}"/>
              </a:ext>
            </a:extLst>
          </p:cNvPr>
          <p:cNvPicPr>
            <a:picLocks noGrp="1" noChangeAspect="1"/>
          </p:cNvPicPr>
          <p:nvPr>
            <p:ph type="pic" sz="quarter" idx="16"/>
          </p:nvPr>
        </p:nvPicPr>
        <p:blipFill>
          <a:blip r:embed="rId3"/>
          <a:srcRect l="27274" r="27274"/>
          <a:stretch/>
        </p:blipFill>
        <p:spPr>
          <a:xfrm>
            <a:off x="6556248" y="3429038"/>
            <a:ext cx="5084064" cy="2880283"/>
          </a:xfrm>
          <a:noFill/>
        </p:spPr>
      </p:pic>
      <p:sp>
        <p:nvSpPr>
          <p:cNvPr id="9" name="Slide Number Placeholder 8">
            <a:extLst>
              <a:ext uri="{FF2B5EF4-FFF2-40B4-BE49-F238E27FC236}">
                <a16:creationId xmlns:a16="http://schemas.microsoft.com/office/drawing/2014/main" id="{FDE4BFD2-7C8E-040E-B7F4-21CA2E75229D}"/>
              </a:ext>
            </a:extLst>
          </p:cNvPr>
          <p:cNvSpPr>
            <a:spLocks noGrp="1"/>
          </p:cNvSpPr>
          <p:nvPr>
            <p:ph type="sldNum" sz="quarter" idx="12"/>
          </p:nvPr>
        </p:nvSpPr>
        <p:spPr>
          <a:xfrm>
            <a:off x="9948863" y="6507212"/>
            <a:ext cx="1692274" cy="153888"/>
          </a:xfrm>
        </p:spPr>
        <p:txBody>
          <a:bodyPr wrap="square" anchor="ctr">
            <a:normAutofit/>
          </a:bodyPr>
          <a:lstStyle/>
          <a:p>
            <a:pPr rtl="0">
              <a:spcAft>
                <a:spcPts val="600"/>
              </a:spcAft>
            </a:pPr>
            <a:fld id="{DBA1B0FB-D917-4C8C-928F-313BD683BF39}" type="slidenum">
              <a:rPr lang="en-GB" smtClean="0"/>
              <a:pPr rtl="0">
                <a:spcAft>
                  <a:spcPts val="600"/>
                </a:spcAft>
              </a:pPr>
              <a:t>3</a:t>
            </a:fld>
            <a:endParaRPr lang="en-GB"/>
          </a:p>
        </p:txBody>
      </p:sp>
    </p:spTree>
    <p:extLst>
      <p:ext uri="{BB962C8B-B14F-4D97-AF65-F5344CB8AC3E}">
        <p14:creationId xmlns:p14="http://schemas.microsoft.com/office/powerpoint/2010/main" val="2653166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CD83A-B3BD-B229-ED25-48AD951539AF}"/>
            </a:ext>
          </a:extLst>
        </p:cNvPr>
        <p:cNvGrpSpPr/>
        <p:nvPr/>
      </p:nvGrpSpPr>
      <p:grpSpPr>
        <a:xfrm>
          <a:off x="0" y="0"/>
          <a:ext cx="0" cy="0"/>
          <a:chOff x="0" y="0"/>
          <a:chExt cx="0" cy="0"/>
        </a:xfrm>
      </p:grpSpPr>
      <p:grpSp>
        <p:nvGrpSpPr>
          <p:cNvPr id="25" name="Group 24">
            <a:extLst>
              <a:ext uri="{FF2B5EF4-FFF2-40B4-BE49-F238E27FC236}">
                <a16:creationId xmlns:a16="http://schemas.microsoft.com/office/drawing/2014/main" id="{CFA99C48-C610-2B9F-240F-AB5B896954AC}"/>
              </a:ext>
              <a:ext uri="{C183D7F6-B498-43B3-948B-1728B52AA6E4}">
                <adec:decorative xmlns:adec="http://schemas.microsoft.com/office/drawing/2017/decorative" val="1"/>
              </a:ext>
            </a:extLst>
          </p:cNvPr>
          <p:cNvGrpSpPr/>
          <p:nvPr/>
        </p:nvGrpSpPr>
        <p:grpSpPr>
          <a:xfrm>
            <a:off x="10379261" y="2030035"/>
            <a:ext cx="1335600" cy="1262947"/>
            <a:chOff x="10145015" y="2343978"/>
            <a:chExt cx="1335600" cy="1262947"/>
          </a:xfrm>
        </p:grpSpPr>
        <p:sp>
          <p:nvSpPr>
            <p:cNvPr id="26" name="Freeform: Shape 25">
              <a:extLst>
                <a:ext uri="{FF2B5EF4-FFF2-40B4-BE49-F238E27FC236}">
                  <a16:creationId xmlns:a16="http://schemas.microsoft.com/office/drawing/2014/main" id="{591DB599-9663-F851-9753-B50157940E40}"/>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27" name="Oval 26">
              <a:extLst>
                <a:ext uri="{FF2B5EF4-FFF2-40B4-BE49-F238E27FC236}">
                  <a16:creationId xmlns:a16="http://schemas.microsoft.com/office/drawing/2014/main" id="{697D3186-4C0F-40D4-62B9-CC36FC8CE339}"/>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grpSp>
      <p:sp>
        <p:nvSpPr>
          <p:cNvPr id="7" name="Title 6">
            <a:extLst>
              <a:ext uri="{FF2B5EF4-FFF2-40B4-BE49-F238E27FC236}">
                <a16:creationId xmlns:a16="http://schemas.microsoft.com/office/drawing/2014/main" id="{BEC64FA1-F8EA-8829-6D8E-5457C4214D1B}"/>
              </a:ext>
            </a:extLst>
          </p:cNvPr>
          <p:cNvSpPr>
            <a:spLocks noGrp="1"/>
          </p:cNvSpPr>
          <p:nvPr>
            <p:ph type="title"/>
          </p:nvPr>
        </p:nvSpPr>
        <p:spPr>
          <a:xfrm>
            <a:off x="550862" y="549275"/>
            <a:ext cx="11097551" cy="1332000"/>
          </a:xfrm>
        </p:spPr>
        <p:txBody>
          <a:bodyPr rtlCol="0">
            <a:normAutofit/>
          </a:bodyPr>
          <a:lstStyle/>
          <a:p>
            <a:pPr rtl="0"/>
            <a:r>
              <a:rPr lang="en-GB" dirty="0"/>
              <a:t>Primary Classification </a:t>
            </a:r>
          </a:p>
        </p:txBody>
      </p:sp>
      <p:sp>
        <p:nvSpPr>
          <p:cNvPr id="9" name="Text Placeholder 8">
            <a:extLst>
              <a:ext uri="{FF2B5EF4-FFF2-40B4-BE49-F238E27FC236}">
                <a16:creationId xmlns:a16="http://schemas.microsoft.com/office/drawing/2014/main" id="{B0A97868-F86F-97A8-A843-8E2B898606E3}"/>
              </a:ext>
            </a:extLst>
          </p:cNvPr>
          <p:cNvSpPr>
            <a:spLocks noGrp="1"/>
          </p:cNvSpPr>
          <p:nvPr>
            <p:ph type="body" idx="1"/>
          </p:nvPr>
        </p:nvSpPr>
        <p:spPr>
          <a:xfrm>
            <a:off x="558936" y="1731375"/>
            <a:ext cx="5429113" cy="535354"/>
          </a:xfrm>
        </p:spPr>
        <p:txBody>
          <a:bodyPr rtlCol="0"/>
          <a:lstStyle/>
          <a:p>
            <a:pPr rtl="0"/>
            <a:r>
              <a:rPr lang="en-US" sz="2800" dirty="0"/>
              <a:t>ANALOG </a:t>
            </a:r>
            <a:endParaRPr lang="en-GB" sz="2800" dirty="0"/>
          </a:p>
        </p:txBody>
      </p:sp>
      <p:sp>
        <p:nvSpPr>
          <p:cNvPr id="10" name="Content Placeholder 9">
            <a:extLst>
              <a:ext uri="{FF2B5EF4-FFF2-40B4-BE49-F238E27FC236}">
                <a16:creationId xmlns:a16="http://schemas.microsoft.com/office/drawing/2014/main" id="{C0AE00D4-9852-4CD0-C21C-46D15AE6E29A}"/>
              </a:ext>
            </a:extLst>
          </p:cNvPr>
          <p:cNvSpPr>
            <a:spLocks noGrp="1"/>
          </p:cNvSpPr>
          <p:nvPr>
            <p:ph sz="half" idx="2"/>
          </p:nvPr>
        </p:nvSpPr>
        <p:spPr>
          <a:xfrm>
            <a:off x="550863" y="2427370"/>
            <a:ext cx="5429114" cy="3515555"/>
          </a:xfrm>
        </p:spPr>
        <p:txBody>
          <a:bodyPr rtlCol="0"/>
          <a:lstStyle/>
          <a:p>
            <a:pPr marL="0" indent="0" rtl="0">
              <a:buNone/>
            </a:pPr>
            <a:r>
              <a:rPr lang="en-US" dirty="0"/>
              <a:t>- Continuous in nature.</a:t>
            </a:r>
          </a:p>
          <a:p>
            <a:pPr marL="0" indent="0" rtl="0">
              <a:buNone/>
            </a:pPr>
            <a:r>
              <a:rPr lang="en-US" dirty="0"/>
              <a:t>- Represented by varying values over time (e.g., temperature readings).</a:t>
            </a:r>
          </a:p>
          <a:p>
            <a:pPr marL="0" indent="0" rtl="0">
              <a:buNone/>
            </a:pPr>
            <a:r>
              <a:rPr lang="en-US" dirty="0"/>
              <a:t>- Examples: Voltage, current, pressure.</a:t>
            </a:r>
            <a:endParaRPr lang="en-GB" dirty="0"/>
          </a:p>
        </p:txBody>
      </p:sp>
      <p:sp>
        <p:nvSpPr>
          <p:cNvPr id="11" name="Text Placeholder 10">
            <a:extLst>
              <a:ext uri="{FF2B5EF4-FFF2-40B4-BE49-F238E27FC236}">
                <a16:creationId xmlns:a16="http://schemas.microsoft.com/office/drawing/2014/main" id="{C7BEF4FC-4F64-C6B4-DDA4-D6F15540099C}"/>
              </a:ext>
            </a:extLst>
          </p:cNvPr>
          <p:cNvSpPr>
            <a:spLocks noGrp="1"/>
          </p:cNvSpPr>
          <p:nvPr>
            <p:ph type="body" sz="quarter" idx="3"/>
          </p:nvPr>
        </p:nvSpPr>
        <p:spPr>
          <a:xfrm>
            <a:off x="6203954" y="1731375"/>
            <a:ext cx="5444462" cy="535354"/>
          </a:xfrm>
        </p:spPr>
        <p:txBody>
          <a:bodyPr rtlCol="0"/>
          <a:lstStyle/>
          <a:p>
            <a:pPr rtl="0"/>
            <a:r>
              <a:rPr lang="en-GB" sz="3200" dirty="0"/>
              <a:t>DIGITAL</a:t>
            </a:r>
          </a:p>
        </p:txBody>
      </p:sp>
      <p:sp>
        <p:nvSpPr>
          <p:cNvPr id="12" name="Content Placeholder 11">
            <a:extLst>
              <a:ext uri="{FF2B5EF4-FFF2-40B4-BE49-F238E27FC236}">
                <a16:creationId xmlns:a16="http://schemas.microsoft.com/office/drawing/2014/main" id="{76B2C05F-1CC2-A395-3426-F4921D688379}"/>
              </a:ext>
            </a:extLst>
          </p:cNvPr>
          <p:cNvSpPr>
            <a:spLocks noGrp="1"/>
          </p:cNvSpPr>
          <p:nvPr>
            <p:ph sz="quarter" idx="4"/>
          </p:nvPr>
        </p:nvSpPr>
        <p:spPr>
          <a:xfrm>
            <a:off x="6212023" y="2427370"/>
            <a:ext cx="5436391" cy="3515555"/>
          </a:xfrm>
        </p:spPr>
        <p:txBody>
          <a:bodyPr rtlCol="0"/>
          <a:lstStyle/>
          <a:p>
            <a:pPr marL="0" indent="0" rtl="0">
              <a:buNone/>
            </a:pPr>
            <a:r>
              <a:rPr lang="en-US" dirty="0"/>
              <a:t>- Discrete and binary in nature (0s and 1s).</a:t>
            </a:r>
          </a:p>
          <a:p>
            <a:pPr marL="0" indent="0" rtl="0">
              <a:buNone/>
            </a:pPr>
            <a:r>
              <a:rPr lang="en-US" dirty="0"/>
              <a:t>- Used for precise control and communication.</a:t>
            </a:r>
          </a:p>
          <a:p>
            <a:pPr marL="0" indent="0" rtl="0">
              <a:buNone/>
            </a:pPr>
            <a:r>
              <a:rPr lang="en-US" dirty="0"/>
              <a:t>- Examples: Data transmission, microcontroller inputs/outputs.</a:t>
            </a:r>
          </a:p>
        </p:txBody>
      </p:sp>
      <p:sp>
        <p:nvSpPr>
          <p:cNvPr id="4" name="Date Placeholder 3">
            <a:extLst>
              <a:ext uri="{FF2B5EF4-FFF2-40B4-BE49-F238E27FC236}">
                <a16:creationId xmlns:a16="http://schemas.microsoft.com/office/drawing/2014/main" id="{CC457429-DAED-7197-D614-F4AB44531D9B}"/>
              </a:ext>
            </a:extLst>
          </p:cNvPr>
          <p:cNvSpPr>
            <a:spLocks noGrp="1"/>
          </p:cNvSpPr>
          <p:nvPr>
            <p:ph type="dt" sz="half" idx="10"/>
          </p:nvPr>
        </p:nvSpPr>
        <p:spPr>
          <a:xfrm>
            <a:off x="550863" y="6507212"/>
            <a:ext cx="2628900" cy="153888"/>
          </a:xfrm>
        </p:spPr>
        <p:txBody>
          <a:bodyPr rtlCol="0"/>
          <a:lstStyle/>
          <a:p>
            <a:pPr rtl="0"/>
            <a:r>
              <a:rPr lang="en-GB"/>
              <a:t>Tuesday, February 2, 20XX</a:t>
            </a:r>
            <a:endParaRPr lang="en-GB" dirty="0"/>
          </a:p>
        </p:txBody>
      </p:sp>
      <p:sp>
        <p:nvSpPr>
          <p:cNvPr id="5" name="Footer Placeholder 4">
            <a:extLst>
              <a:ext uri="{FF2B5EF4-FFF2-40B4-BE49-F238E27FC236}">
                <a16:creationId xmlns:a16="http://schemas.microsoft.com/office/drawing/2014/main" id="{317B7AA5-7725-CB65-35BE-55F6F4FC8572}"/>
              </a:ext>
            </a:extLst>
          </p:cNvPr>
          <p:cNvSpPr>
            <a:spLocks noGrp="1"/>
          </p:cNvSpPr>
          <p:nvPr>
            <p:ph type="ftr" sz="quarter" idx="11"/>
          </p:nvPr>
        </p:nvSpPr>
        <p:spPr>
          <a:xfrm>
            <a:off x="3359150" y="6507212"/>
            <a:ext cx="6379210" cy="153888"/>
          </a:xfrm>
        </p:spPr>
        <p:txBody>
          <a:bodyPr rtlCol="0"/>
          <a:lstStyle/>
          <a:p>
            <a:pPr rtl="0"/>
            <a:r>
              <a:rPr lang="en-GB"/>
              <a:t>Sample Footer Text</a:t>
            </a:r>
          </a:p>
        </p:txBody>
      </p:sp>
      <p:sp>
        <p:nvSpPr>
          <p:cNvPr id="6" name="Slide Number Placeholder 5">
            <a:extLst>
              <a:ext uri="{FF2B5EF4-FFF2-40B4-BE49-F238E27FC236}">
                <a16:creationId xmlns:a16="http://schemas.microsoft.com/office/drawing/2014/main" id="{05A06314-3D41-F5DB-4968-7FDBB040AB1B}"/>
              </a:ext>
            </a:extLst>
          </p:cNvPr>
          <p:cNvSpPr>
            <a:spLocks noGrp="1"/>
          </p:cNvSpPr>
          <p:nvPr>
            <p:ph type="sldNum" sz="quarter" idx="12"/>
          </p:nvPr>
        </p:nvSpPr>
        <p:spPr>
          <a:xfrm>
            <a:off x="9948863" y="6507212"/>
            <a:ext cx="1692274" cy="153888"/>
          </a:xfrm>
        </p:spPr>
        <p:txBody>
          <a:bodyPr rtlCol="0"/>
          <a:lstStyle/>
          <a:p>
            <a:pPr rtl="0"/>
            <a:fld id="{DBA1B0FB-D917-4C8C-928F-313BD683BF39}" type="slidenum">
              <a:rPr lang="en-GB" smtClean="0"/>
              <a:pPr rtl="0"/>
              <a:t>4</a:t>
            </a:fld>
            <a:endParaRPr lang="en-GB"/>
          </a:p>
        </p:txBody>
      </p:sp>
      <p:sp>
        <p:nvSpPr>
          <p:cNvPr id="22" name="Freeform: Shape 21">
            <a:extLst>
              <a:ext uri="{FF2B5EF4-FFF2-40B4-BE49-F238E27FC236}">
                <a16:creationId xmlns:a16="http://schemas.microsoft.com/office/drawing/2014/main" id="{A7568032-54FE-4D95-377F-99083620EB85}"/>
              </a:ext>
              <a:ext uri="{C183D7F6-B498-43B3-948B-1728B52AA6E4}">
                <adec:decorative xmlns:adec="http://schemas.microsoft.com/office/drawing/2017/decorative" val="1"/>
              </a:ext>
            </a:extLst>
          </p:cNvPr>
          <p:cNvSpPr>
            <a:spLocks noChangeAspect="1"/>
          </p:cNvSpPr>
          <p:nvPr/>
        </p:nvSpPr>
        <p:spPr>
          <a:xfrm>
            <a:off x="4295775" y="0"/>
            <a:ext cx="360000" cy="274638"/>
          </a:xfrm>
          <a:custGeom>
            <a:avLst/>
            <a:gdLst>
              <a:gd name="connsiteX0" fmla="*/ 30714 w 360000"/>
              <a:gd name="connsiteY0" fmla="*/ 0 h 274638"/>
              <a:gd name="connsiteX1" fmla="*/ 329286 w 360000"/>
              <a:gd name="connsiteY1" fmla="*/ 0 h 274638"/>
              <a:gd name="connsiteX2" fmla="*/ 345855 w 360000"/>
              <a:gd name="connsiteY2" fmla="*/ 24574 h 274638"/>
              <a:gd name="connsiteX3" fmla="*/ 360000 w 360000"/>
              <a:gd name="connsiteY3" fmla="*/ 94638 h 274638"/>
              <a:gd name="connsiteX4" fmla="*/ 180000 w 360000"/>
              <a:gd name="connsiteY4" fmla="*/ 274638 h 274638"/>
              <a:gd name="connsiteX5" fmla="*/ 0 w 360000"/>
              <a:gd name="connsiteY5" fmla="*/ 94638 h 274638"/>
              <a:gd name="connsiteX6" fmla="*/ 14145 w 360000"/>
              <a:gd name="connsiteY6" fmla="*/ 24574 h 27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0" h="274638">
                <a:moveTo>
                  <a:pt x="30714" y="0"/>
                </a:moveTo>
                <a:lnTo>
                  <a:pt x="329286" y="0"/>
                </a:lnTo>
                <a:lnTo>
                  <a:pt x="345855" y="24574"/>
                </a:lnTo>
                <a:cubicBezTo>
                  <a:pt x="354963" y="46109"/>
                  <a:pt x="360000" y="69785"/>
                  <a:pt x="360000" y="94638"/>
                </a:cubicBezTo>
                <a:cubicBezTo>
                  <a:pt x="360000" y="194049"/>
                  <a:pt x="279411" y="274638"/>
                  <a:pt x="180000" y="274638"/>
                </a:cubicBezTo>
                <a:cubicBezTo>
                  <a:pt x="80589" y="274638"/>
                  <a:pt x="0" y="194049"/>
                  <a:pt x="0" y="94638"/>
                </a:cubicBezTo>
                <a:cubicBezTo>
                  <a:pt x="0" y="69785"/>
                  <a:pt x="5037" y="46109"/>
                  <a:pt x="14145" y="24574"/>
                </a:cubicBezTo>
                <a:close/>
              </a:path>
            </a:pathLst>
          </a:cu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cxnSp>
        <p:nvCxnSpPr>
          <p:cNvPr id="2" name="Straight Connector 1">
            <a:extLst>
              <a:ext uri="{FF2B5EF4-FFF2-40B4-BE49-F238E27FC236}">
                <a16:creationId xmlns:a16="http://schemas.microsoft.com/office/drawing/2014/main" id="{05A41BCD-AD4E-1F48-A047-8988AD1A5040}"/>
              </a:ext>
            </a:extLst>
          </p:cNvPr>
          <p:cNvCxnSpPr>
            <a:cxnSpLocks/>
          </p:cNvCxnSpPr>
          <p:nvPr/>
        </p:nvCxnSpPr>
        <p:spPr>
          <a:xfrm>
            <a:off x="558936" y="2354872"/>
            <a:ext cx="978756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089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40F1DF5B-353A-4270-8C10-6A1509441174}"/>
              </a:ext>
            </a:extLst>
          </p:cNvPr>
          <p:cNvSpPr>
            <a:spLocks noGrp="1"/>
          </p:cNvSpPr>
          <p:nvPr>
            <p:ph type="title"/>
          </p:nvPr>
        </p:nvSpPr>
        <p:spPr>
          <a:xfrm>
            <a:off x="377436" y="4311600"/>
            <a:ext cx="4500562" cy="1562959"/>
          </a:xfrm>
        </p:spPr>
        <p:txBody>
          <a:bodyPr vert="horz" wrap="square" lIns="0" tIns="0" rIns="0" bIns="0" rtlCol="0" anchor="t" anchorCtr="0">
            <a:normAutofit/>
          </a:bodyPr>
          <a:lstStyle/>
          <a:p>
            <a:pPr rtl="0"/>
            <a:r>
              <a:rPr lang="en-GB" sz="4400" dirty="0"/>
              <a:t>Digital Does NOT Mean 2 Levels</a:t>
            </a:r>
            <a:endParaRPr lang="en-GB" sz="4400" kern="1200" dirty="0"/>
          </a:p>
        </p:txBody>
      </p:sp>
      <p:pic>
        <p:nvPicPr>
          <p:cNvPr id="8" name="Picture Placeholder 7" descr="A graph of a graph&#10;&#10;Description automatically generated with medium confidence">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srcRect t="10738" b="38064"/>
          <a:stretch/>
        </p:blipFill>
        <p:spPr>
          <a:xfrm>
            <a:off x="20" y="10"/>
            <a:ext cx="12191980" cy="3776462"/>
          </a:xfrm>
          <a:noFill/>
        </p:spPr>
      </p:pic>
      <p:sp>
        <p:nvSpPr>
          <p:cNvPr id="16" name="Subtitle 15">
            <a:extLst>
              <a:ext uri="{FF2B5EF4-FFF2-40B4-BE49-F238E27FC236}">
                <a16:creationId xmlns:a16="http://schemas.microsoft.com/office/drawing/2014/main" id="{4BDCF583-1D5D-4235-97C2-39272B80A0B1}"/>
              </a:ext>
            </a:extLst>
          </p:cNvPr>
          <p:cNvSpPr>
            <a:spLocks noGrp="1"/>
          </p:cNvSpPr>
          <p:nvPr>
            <p:ph sz="quarter" idx="15"/>
          </p:nvPr>
        </p:nvSpPr>
        <p:spPr>
          <a:xfrm>
            <a:off x="8103141" y="4311600"/>
            <a:ext cx="3468231" cy="2349500"/>
          </a:xfrm>
        </p:spPr>
        <p:txBody>
          <a:bodyPr vert="horz" wrap="square" lIns="0" tIns="0" rIns="0" bIns="0" rtlCol="0">
            <a:normAutofit/>
          </a:bodyPr>
          <a:lstStyle/>
          <a:p>
            <a:pPr marL="0" indent="0" algn="r" rtl="0">
              <a:buNone/>
            </a:pPr>
            <a:r>
              <a:rPr lang="en-GB" sz="3600" kern="1200" dirty="0"/>
              <a:t>It can have more levels, just have to be discrete levels</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5</a:t>
            </a:fld>
            <a:endParaRPr lang="en-GB"/>
          </a:p>
        </p:txBody>
      </p:sp>
    </p:spTree>
    <p:extLst>
      <p:ext uri="{BB962C8B-B14F-4D97-AF65-F5344CB8AC3E}">
        <p14:creationId xmlns:p14="http://schemas.microsoft.com/office/powerpoint/2010/main" val="560021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0E81645-C0F8-D91B-9FDA-0D8AB4653A9C}"/>
            </a:ext>
          </a:extLst>
        </p:cNvPr>
        <p:cNvGrpSpPr/>
        <p:nvPr/>
      </p:nvGrpSpPr>
      <p:grpSpPr>
        <a:xfrm>
          <a:off x="0" y="0"/>
          <a:ext cx="0" cy="0"/>
          <a:chOff x="0" y="0"/>
          <a:chExt cx="0" cy="0"/>
        </a:xfrm>
      </p:grpSpPr>
      <p:sp>
        <p:nvSpPr>
          <p:cNvPr id="34" name="Freeform: Shape 33">
            <a:extLst>
              <a:ext uri="{FF2B5EF4-FFF2-40B4-BE49-F238E27FC236}">
                <a16:creationId xmlns:a16="http://schemas.microsoft.com/office/drawing/2014/main" id="{AF6D6D1B-BF0D-9802-ECC4-B5936336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36" name="Oval 35">
            <a:extLst>
              <a:ext uri="{FF2B5EF4-FFF2-40B4-BE49-F238E27FC236}">
                <a16:creationId xmlns:a16="http://schemas.microsoft.com/office/drawing/2014/main" id="{410952ED-135A-008E-08E0-CEB194AC3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38" name="Oval 37">
            <a:extLst>
              <a:ext uri="{FF2B5EF4-FFF2-40B4-BE49-F238E27FC236}">
                <a16:creationId xmlns:a16="http://schemas.microsoft.com/office/drawing/2014/main" id="{60B7AE8A-FE47-3950-7DAB-CC41DCABC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grpSp>
        <p:nvGrpSpPr>
          <p:cNvPr id="40" name="Group 39">
            <a:extLst>
              <a:ext uri="{FF2B5EF4-FFF2-40B4-BE49-F238E27FC236}">
                <a16:creationId xmlns:a16="http://schemas.microsoft.com/office/drawing/2014/main" id="{8FA720A4-1688-4E32-6E5E-F59453DC13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41" name="Freeform: Shape 40">
              <a:extLst>
                <a:ext uri="{FF2B5EF4-FFF2-40B4-BE49-F238E27FC236}">
                  <a16:creationId xmlns:a16="http://schemas.microsoft.com/office/drawing/2014/main" id="{B29B3AC2-053C-5AD5-BCFB-28A92EF663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42" name="Freeform: Shape 41">
              <a:extLst>
                <a:ext uri="{FF2B5EF4-FFF2-40B4-BE49-F238E27FC236}">
                  <a16:creationId xmlns:a16="http://schemas.microsoft.com/office/drawing/2014/main" id="{53F68F33-A36C-9156-F3D1-89F251D2F6D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solidFill>
                  <a:schemeClr val="tx1"/>
                </a:solidFill>
              </a:endParaRPr>
            </a:p>
          </p:txBody>
        </p:sp>
        <p:sp>
          <p:nvSpPr>
            <p:cNvPr id="43" name="Oval 42">
              <a:extLst>
                <a:ext uri="{FF2B5EF4-FFF2-40B4-BE49-F238E27FC236}">
                  <a16:creationId xmlns:a16="http://schemas.microsoft.com/office/drawing/2014/main" id="{3EF68F5F-9021-0BB2-EF98-5D3ECC36A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44" name="Oval 43">
              <a:extLst>
                <a:ext uri="{FF2B5EF4-FFF2-40B4-BE49-F238E27FC236}">
                  <a16:creationId xmlns:a16="http://schemas.microsoft.com/office/drawing/2014/main" id="{E311A286-879E-5229-1057-F8A2B0CFD3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grpSp>
      <p:sp useBgFill="1">
        <p:nvSpPr>
          <p:cNvPr id="46" name="Rectangle 45">
            <a:extLst>
              <a:ext uri="{FF2B5EF4-FFF2-40B4-BE49-F238E27FC236}">
                <a16:creationId xmlns:a16="http://schemas.microsoft.com/office/drawing/2014/main" id="{60C9B535-7CAB-CE7E-6A15-0BE701E28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8" name="Picture Placeholder 7">
            <a:extLst>
              <a:ext uri="{FF2B5EF4-FFF2-40B4-BE49-F238E27FC236}">
                <a16:creationId xmlns:a16="http://schemas.microsoft.com/office/drawing/2014/main" id="{1D9BA5AD-FDD2-7E53-B1A4-7A6898257889}"/>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a:stretch/>
        </p:blipFill>
        <p:spPr>
          <a:xfrm rot="10800000">
            <a:off x="0" y="0"/>
            <a:ext cx="12192000" cy="6858000"/>
          </a:xfrm>
        </p:spPr>
      </p:pic>
      <p:sp>
        <p:nvSpPr>
          <p:cNvPr id="48" name="Rectangle 47">
            <a:extLst>
              <a:ext uri="{FF2B5EF4-FFF2-40B4-BE49-F238E27FC236}">
                <a16:creationId xmlns:a16="http://schemas.microsoft.com/office/drawing/2014/main" id="{7F2C5237-A4F4-1B79-923B-C8AAA7292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50" name="Rectangle 49">
            <a:extLst>
              <a:ext uri="{FF2B5EF4-FFF2-40B4-BE49-F238E27FC236}">
                <a16:creationId xmlns:a16="http://schemas.microsoft.com/office/drawing/2014/main" id="{7FABAC7F-E526-ACC4-2980-B34BA67C1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3"/>
            <a:ext cx="9000000"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15" name="Title 14">
            <a:extLst>
              <a:ext uri="{FF2B5EF4-FFF2-40B4-BE49-F238E27FC236}">
                <a16:creationId xmlns:a16="http://schemas.microsoft.com/office/drawing/2014/main" id="{236BA9CA-BE9A-DE2A-56C4-7F07A445F0C2}"/>
              </a:ext>
            </a:extLst>
          </p:cNvPr>
          <p:cNvSpPr>
            <a:spLocks noGrp="1"/>
          </p:cNvSpPr>
          <p:nvPr>
            <p:ph type="ctrTitle"/>
          </p:nvPr>
        </p:nvSpPr>
        <p:spPr>
          <a:xfrm>
            <a:off x="424591" y="450786"/>
            <a:ext cx="5597017" cy="1145513"/>
          </a:xfrm>
        </p:spPr>
        <p:txBody>
          <a:bodyPr vert="horz" wrap="square" lIns="0" tIns="0" rIns="0" bIns="0" rtlCol="0" anchor="b" anchorCtr="0">
            <a:normAutofit/>
          </a:bodyPr>
          <a:lstStyle/>
          <a:p>
            <a:pPr rtl="0">
              <a:lnSpc>
                <a:spcPct val="100000"/>
              </a:lnSpc>
            </a:pPr>
            <a:r>
              <a:rPr lang="en-GB" sz="6400" kern="1200" dirty="0">
                <a:solidFill>
                  <a:schemeClr val="tx1"/>
                </a:solidFill>
                <a:latin typeface="+mj-lt"/>
                <a:ea typeface="+mj-ea"/>
                <a:cs typeface="+mj-cs"/>
              </a:rPr>
              <a:t>Discrete Levels</a:t>
            </a:r>
          </a:p>
        </p:txBody>
      </p:sp>
      <p:sp>
        <p:nvSpPr>
          <p:cNvPr id="4" name="Slide Number Placeholder 3">
            <a:extLst>
              <a:ext uri="{FF2B5EF4-FFF2-40B4-BE49-F238E27FC236}">
                <a16:creationId xmlns:a16="http://schemas.microsoft.com/office/drawing/2014/main" id="{8C95CC49-A9ED-FB5D-59FB-8A533EFDB4A2}"/>
              </a:ext>
            </a:extLst>
          </p:cNvPr>
          <p:cNvSpPr>
            <a:spLocks noGrp="1"/>
          </p:cNvSpPr>
          <p:nvPr>
            <p:ph type="sldNum" sz="quarter" idx="12"/>
          </p:nvPr>
        </p:nvSpPr>
        <p:spPr/>
        <p:txBody>
          <a:bodyPr rtlCol="0"/>
          <a:lstStyle/>
          <a:p>
            <a:pPr rtl="0"/>
            <a:fld id="{DBA1B0FB-D917-4C8C-928F-313BD683BF39}" type="slidenum">
              <a:rPr lang="en-GB" smtClean="0"/>
              <a:t>6</a:t>
            </a:fld>
            <a:endParaRPr lang="en-GB"/>
          </a:p>
        </p:txBody>
      </p:sp>
      <p:pic>
        <p:nvPicPr>
          <p:cNvPr id="9" name="Picture 8" descr="A diagram of a signal&#10;&#10;Description automatically generated with medium confidence">
            <a:extLst>
              <a:ext uri="{FF2B5EF4-FFF2-40B4-BE49-F238E27FC236}">
                <a16:creationId xmlns:a16="http://schemas.microsoft.com/office/drawing/2014/main" id="{B76BBCE6-0373-0574-2986-0313CC60D4DA}"/>
              </a:ext>
            </a:extLst>
          </p:cNvPr>
          <p:cNvPicPr>
            <a:picLocks noChangeAspect="1"/>
          </p:cNvPicPr>
          <p:nvPr/>
        </p:nvPicPr>
        <p:blipFill>
          <a:blip r:embed="rId5"/>
          <a:srcRect l="6537" t="8653" r="466" b="46383"/>
          <a:stretch/>
        </p:blipFill>
        <p:spPr>
          <a:xfrm>
            <a:off x="0" y="1877922"/>
            <a:ext cx="12192000" cy="3949642"/>
          </a:xfrm>
          <a:prstGeom prst="rect">
            <a:avLst/>
          </a:prstGeom>
        </p:spPr>
      </p:pic>
    </p:spTree>
    <p:extLst>
      <p:ext uri="{BB962C8B-B14F-4D97-AF65-F5344CB8AC3E}">
        <p14:creationId xmlns:p14="http://schemas.microsoft.com/office/powerpoint/2010/main" val="2406026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A1539-F023-453B-7B24-314E63C6E399}"/>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BB1E0C7C-96CE-7D3E-1F6D-A5D6B71BF643}"/>
              </a:ext>
            </a:extLst>
          </p:cNvPr>
          <p:cNvSpPr>
            <a:spLocks noGrp="1"/>
          </p:cNvSpPr>
          <p:nvPr>
            <p:ph type="title"/>
          </p:nvPr>
        </p:nvSpPr>
        <p:spPr>
          <a:xfrm>
            <a:off x="550863" y="4508500"/>
            <a:ext cx="4500562" cy="1562959"/>
          </a:xfrm>
        </p:spPr>
        <p:txBody>
          <a:bodyPr wrap="square" rtlCol="0" anchor="t">
            <a:normAutofit/>
          </a:bodyPr>
          <a:lstStyle/>
          <a:p>
            <a:pPr rtl="0"/>
            <a:r>
              <a:rPr lang="en-GB" sz="5400" dirty="0"/>
              <a:t>Week 1</a:t>
            </a:r>
            <a:br>
              <a:rPr lang="en-GB" sz="5400" dirty="0"/>
            </a:br>
            <a:r>
              <a:rPr lang="en-GB" sz="5400" dirty="0"/>
              <a:t>Activity 1</a:t>
            </a:r>
          </a:p>
        </p:txBody>
      </p:sp>
      <p:pic>
        <p:nvPicPr>
          <p:cNvPr id="18" name="Picture Placeholder 17" descr="A group of graphs with different colored lines&#10;&#10;Description automatically generated">
            <a:extLst>
              <a:ext uri="{FF2B5EF4-FFF2-40B4-BE49-F238E27FC236}">
                <a16:creationId xmlns:a16="http://schemas.microsoft.com/office/drawing/2014/main" id="{FA98599E-1AF8-C384-142F-482D687C08FE}"/>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t="-1045" b="64604"/>
          <a:stretch/>
        </p:blipFill>
        <p:spPr>
          <a:xfrm>
            <a:off x="20" y="-119732"/>
            <a:ext cx="12191980" cy="3776462"/>
          </a:xfrm>
          <a:noFill/>
        </p:spPr>
      </p:pic>
      <p:sp>
        <p:nvSpPr>
          <p:cNvPr id="15" name="Content Placeholder 14">
            <a:extLst>
              <a:ext uri="{FF2B5EF4-FFF2-40B4-BE49-F238E27FC236}">
                <a16:creationId xmlns:a16="http://schemas.microsoft.com/office/drawing/2014/main" id="{DFB1FEBB-E058-63D4-3ED5-DE13F49008BB}"/>
              </a:ext>
            </a:extLst>
          </p:cNvPr>
          <p:cNvSpPr>
            <a:spLocks noGrp="1"/>
          </p:cNvSpPr>
          <p:nvPr>
            <p:ph sz="quarter" idx="15"/>
          </p:nvPr>
        </p:nvSpPr>
        <p:spPr>
          <a:xfrm>
            <a:off x="5615283" y="4508500"/>
            <a:ext cx="6008309" cy="1563688"/>
          </a:xfrm>
        </p:spPr>
        <p:txBody>
          <a:bodyPr wrap="square" rtlCol="0">
            <a:normAutofit fontScale="92500"/>
          </a:bodyPr>
          <a:lstStyle/>
          <a:p>
            <a:pPr rtl="0"/>
            <a:r>
              <a:rPr lang="en-GB" sz="4000" dirty="0"/>
              <a:t>Find Out 5 Signals and Identify if they are Digital or Analog</a:t>
            </a:r>
          </a:p>
        </p:txBody>
      </p:sp>
      <p:sp>
        <p:nvSpPr>
          <p:cNvPr id="21" name="Slide Number Placeholder 20">
            <a:extLst>
              <a:ext uri="{FF2B5EF4-FFF2-40B4-BE49-F238E27FC236}">
                <a16:creationId xmlns:a16="http://schemas.microsoft.com/office/drawing/2014/main" id="{C42FB654-C294-2E4A-2D6E-E026F159CA72}"/>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7</a:t>
            </a:fld>
            <a:endParaRPr lang="en-GB"/>
          </a:p>
        </p:txBody>
      </p:sp>
    </p:spTree>
    <p:extLst>
      <p:ext uri="{BB962C8B-B14F-4D97-AF65-F5344CB8AC3E}">
        <p14:creationId xmlns:p14="http://schemas.microsoft.com/office/powerpoint/2010/main" val="3199275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303FE-9183-C095-A2EE-2371AA018DD6}"/>
            </a:ext>
          </a:extLst>
        </p:cNvPr>
        <p:cNvGrpSpPr/>
        <p:nvPr/>
      </p:nvGrpSpPr>
      <p:grpSpPr>
        <a:xfrm>
          <a:off x="0" y="0"/>
          <a:ext cx="0" cy="0"/>
          <a:chOff x="0" y="0"/>
          <a:chExt cx="0" cy="0"/>
        </a:xfrm>
      </p:grpSpPr>
      <p:grpSp>
        <p:nvGrpSpPr>
          <p:cNvPr id="25" name="Group 24">
            <a:extLst>
              <a:ext uri="{FF2B5EF4-FFF2-40B4-BE49-F238E27FC236}">
                <a16:creationId xmlns:a16="http://schemas.microsoft.com/office/drawing/2014/main" id="{EF8FD9E9-AA20-8FFA-C39C-CB83E6C13E08}"/>
              </a:ext>
              <a:ext uri="{C183D7F6-B498-43B3-948B-1728B52AA6E4}">
                <adec:decorative xmlns:adec="http://schemas.microsoft.com/office/drawing/2017/decorative" val="1"/>
              </a:ext>
            </a:extLst>
          </p:cNvPr>
          <p:cNvGrpSpPr/>
          <p:nvPr/>
        </p:nvGrpSpPr>
        <p:grpSpPr>
          <a:xfrm>
            <a:off x="10379258" y="1677660"/>
            <a:ext cx="1335600" cy="1262947"/>
            <a:chOff x="10145015" y="2343978"/>
            <a:chExt cx="1335600" cy="1262947"/>
          </a:xfrm>
        </p:grpSpPr>
        <p:sp>
          <p:nvSpPr>
            <p:cNvPr id="26" name="Freeform: Shape 25">
              <a:extLst>
                <a:ext uri="{FF2B5EF4-FFF2-40B4-BE49-F238E27FC236}">
                  <a16:creationId xmlns:a16="http://schemas.microsoft.com/office/drawing/2014/main" id="{AAA573EC-4697-EE46-7412-62FB29010AE5}"/>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27" name="Oval 26">
              <a:extLst>
                <a:ext uri="{FF2B5EF4-FFF2-40B4-BE49-F238E27FC236}">
                  <a16:creationId xmlns:a16="http://schemas.microsoft.com/office/drawing/2014/main" id="{247D9B1A-28E6-6938-6721-CA624ECA633F}"/>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grpSp>
      <p:sp>
        <p:nvSpPr>
          <p:cNvPr id="7" name="Title 6">
            <a:extLst>
              <a:ext uri="{FF2B5EF4-FFF2-40B4-BE49-F238E27FC236}">
                <a16:creationId xmlns:a16="http://schemas.microsoft.com/office/drawing/2014/main" id="{C28D4A4F-1423-1F26-AF46-11F1A1DA856B}"/>
              </a:ext>
            </a:extLst>
          </p:cNvPr>
          <p:cNvSpPr>
            <a:spLocks noGrp="1"/>
          </p:cNvSpPr>
          <p:nvPr>
            <p:ph type="title"/>
          </p:nvPr>
        </p:nvSpPr>
        <p:spPr>
          <a:xfrm>
            <a:off x="550862" y="549275"/>
            <a:ext cx="11097551" cy="1332000"/>
          </a:xfrm>
        </p:spPr>
        <p:txBody>
          <a:bodyPr rtlCol="0">
            <a:normAutofit/>
          </a:bodyPr>
          <a:lstStyle/>
          <a:p>
            <a:pPr rtl="0"/>
            <a:r>
              <a:rPr lang="en-GB" dirty="0"/>
              <a:t>Analog Signals</a:t>
            </a:r>
          </a:p>
        </p:txBody>
      </p:sp>
      <p:sp>
        <p:nvSpPr>
          <p:cNvPr id="9" name="Text Placeholder 8">
            <a:extLst>
              <a:ext uri="{FF2B5EF4-FFF2-40B4-BE49-F238E27FC236}">
                <a16:creationId xmlns:a16="http://schemas.microsoft.com/office/drawing/2014/main" id="{B0BD2098-FF89-9F09-8DCC-724FFFA3BBB1}"/>
              </a:ext>
            </a:extLst>
          </p:cNvPr>
          <p:cNvSpPr>
            <a:spLocks noGrp="1"/>
          </p:cNvSpPr>
          <p:nvPr>
            <p:ph type="body" idx="1"/>
          </p:nvPr>
        </p:nvSpPr>
        <p:spPr>
          <a:xfrm>
            <a:off x="558933" y="1379000"/>
            <a:ext cx="5429113" cy="535354"/>
          </a:xfrm>
        </p:spPr>
        <p:txBody>
          <a:bodyPr rtlCol="0"/>
          <a:lstStyle/>
          <a:p>
            <a:pPr rtl="0"/>
            <a:r>
              <a:rPr lang="en-US" sz="2800" dirty="0"/>
              <a:t>Advantages </a:t>
            </a:r>
            <a:endParaRPr lang="en-GB" sz="2800" dirty="0"/>
          </a:p>
        </p:txBody>
      </p:sp>
      <p:sp>
        <p:nvSpPr>
          <p:cNvPr id="10" name="Content Placeholder 9">
            <a:extLst>
              <a:ext uri="{FF2B5EF4-FFF2-40B4-BE49-F238E27FC236}">
                <a16:creationId xmlns:a16="http://schemas.microsoft.com/office/drawing/2014/main" id="{9289F0CA-5289-4A60-9D4B-D8C74235F990}"/>
              </a:ext>
            </a:extLst>
          </p:cNvPr>
          <p:cNvSpPr>
            <a:spLocks noGrp="1"/>
          </p:cNvSpPr>
          <p:nvPr>
            <p:ph sz="half" idx="2"/>
          </p:nvPr>
        </p:nvSpPr>
        <p:spPr>
          <a:xfrm>
            <a:off x="435426" y="2114649"/>
            <a:ext cx="5306356" cy="3515555"/>
          </a:xfrm>
        </p:spPr>
        <p:txBody>
          <a:bodyPr rtlCol="0"/>
          <a:lstStyle/>
          <a:p>
            <a:pPr marL="0" indent="0" rtl="0">
              <a:buNone/>
            </a:pPr>
            <a:r>
              <a:rPr lang="en-US" dirty="0"/>
              <a:t>- </a:t>
            </a:r>
            <a:r>
              <a:rPr lang="en-US" b="1" dirty="0"/>
              <a:t>Simplicity:</a:t>
            </a:r>
            <a:r>
              <a:rPr lang="en-US" dirty="0"/>
              <a:t> Easy to generate and detect.</a:t>
            </a:r>
          </a:p>
          <a:p>
            <a:pPr marL="0" indent="0" rtl="0">
              <a:buNone/>
            </a:pPr>
            <a:r>
              <a:rPr lang="en-US" dirty="0"/>
              <a:t>- </a:t>
            </a:r>
            <a:r>
              <a:rPr lang="en-US" b="1" dirty="0"/>
              <a:t>Precision:</a:t>
            </a:r>
            <a:r>
              <a:rPr lang="en-US" dirty="0"/>
              <a:t> Can represent a wide range of values with high resolution.</a:t>
            </a:r>
          </a:p>
          <a:p>
            <a:pPr marL="0" indent="0" rtl="0">
              <a:buNone/>
            </a:pPr>
            <a:r>
              <a:rPr lang="en-US" dirty="0"/>
              <a:t>- </a:t>
            </a:r>
            <a:r>
              <a:rPr lang="en-US" b="1" dirty="0"/>
              <a:t>Existing Infrastructure:  </a:t>
            </a:r>
            <a:r>
              <a:rPr lang="en-US" dirty="0"/>
              <a:t>Widespread use in legacy systems.</a:t>
            </a:r>
          </a:p>
          <a:p>
            <a:pPr marL="0" indent="0" rtl="0">
              <a:buNone/>
            </a:pPr>
            <a:r>
              <a:rPr lang="en-US" dirty="0"/>
              <a:t>  </a:t>
            </a:r>
          </a:p>
          <a:p>
            <a:pPr marL="0" indent="0" rtl="0">
              <a:buNone/>
            </a:pPr>
            <a:endParaRPr lang="en-GB" dirty="0"/>
          </a:p>
        </p:txBody>
      </p:sp>
      <p:sp>
        <p:nvSpPr>
          <p:cNvPr id="11" name="Text Placeholder 10">
            <a:extLst>
              <a:ext uri="{FF2B5EF4-FFF2-40B4-BE49-F238E27FC236}">
                <a16:creationId xmlns:a16="http://schemas.microsoft.com/office/drawing/2014/main" id="{49CDF8F9-ED81-F869-40F3-C747842495AA}"/>
              </a:ext>
            </a:extLst>
          </p:cNvPr>
          <p:cNvSpPr>
            <a:spLocks noGrp="1"/>
          </p:cNvSpPr>
          <p:nvPr>
            <p:ph type="body" sz="quarter" idx="3"/>
          </p:nvPr>
        </p:nvSpPr>
        <p:spPr>
          <a:xfrm>
            <a:off x="6203951" y="1379000"/>
            <a:ext cx="5444462" cy="535354"/>
          </a:xfrm>
        </p:spPr>
        <p:txBody>
          <a:bodyPr rtlCol="0"/>
          <a:lstStyle/>
          <a:p>
            <a:pPr rtl="0"/>
            <a:r>
              <a:rPr lang="en-GB" sz="3200" dirty="0"/>
              <a:t>Disadvantages</a:t>
            </a:r>
          </a:p>
        </p:txBody>
      </p:sp>
      <p:sp>
        <p:nvSpPr>
          <p:cNvPr id="12" name="Content Placeholder 11">
            <a:extLst>
              <a:ext uri="{FF2B5EF4-FFF2-40B4-BE49-F238E27FC236}">
                <a16:creationId xmlns:a16="http://schemas.microsoft.com/office/drawing/2014/main" id="{004A7EDD-4E84-5BEE-13CB-DFD224E7BA3E}"/>
              </a:ext>
            </a:extLst>
          </p:cNvPr>
          <p:cNvSpPr>
            <a:spLocks noGrp="1"/>
          </p:cNvSpPr>
          <p:nvPr>
            <p:ph sz="quarter" idx="4"/>
          </p:nvPr>
        </p:nvSpPr>
        <p:spPr>
          <a:xfrm>
            <a:off x="6095997" y="2114649"/>
            <a:ext cx="5907218" cy="4026755"/>
          </a:xfrm>
        </p:spPr>
        <p:txBody>
          <a:bodyPr rtlCol="0"/>
          <a:lstStyle/>
          <a:p>
            <a:pPr marL="0" indent="0" rtl="0">
              <a:buNone/>
            </a:pPr>
            <a:r>
              <a:rPr lang="en-US" dirty="0"/>
              <a:t>- </a:t>
            </a:r>
            <a:r>
              <a:rPr lang="en-US" b="1" dirty="0"/>
              <a:t>Noise Susceptibility:  </a:t>
            </a:r>
            <a:r>
              <a:rPr lang="en-US" dirty="0"/>
              <a:t>Vulnerable to electromagnetic interference (EMI).</a:t>
            </a:r>
          </a:p>
          <a:p>
            <a:pPr marL="0" indent="0" rtl="0">
              <a:buNone/>
            </a:pPr>
            <a:r>
              <a:rPr lang="en-US" dirty="0"/>
              <a:t>- </a:t>
            </a:r>
            <a:r>
              <a:rPr lang="en-US" b="1" dirty="0"/>
              <a:t>Drift and Offset: </a:t>
            </a:r>
            <a:r>
              <a:rPr lang="en-US" dirty="0"/>
              <a:t>Signal degradation over time or distance.</a:t>
            </a:r>
          </a:p>
          <a:p>
            <a:pPr rtl="0">
              <a:buFontTx/>
              <a:buChar char="-"/>
            </a:pPr>
            <a:r>
              <a:rPr lang="en-US" b="1" dirty="0"/>
              <a:t>Complexity in Processing: </a:t>
            </a:r>
            <a:r>
              <a:rPr lang="en-US" dirty="0"/>
              <a:t>Requires additional circuitry for accurate measurement.</a:t>
            </a:r>
          </a:p>
          <a:p>
            <a:pPr>
              <a:buFontTx/>
              <a:buChar char="-"/>
            </a:pPr>
            <a:r>
              <a:rPr lang="en-US" sz="2400" b="1" dirty="0"/>
              <a:t>Complexity in Generation: </a:t>
            </a:r>
            <a:r>
              <a:rPr lang="en-US" sz="2400" dirty="0"/>
              <a:t>Requires additional circuitry for accurate timing.</a:t>
            </a:r>
          </a:p>
          <a:p>
            <a:pPr rtl="0">
              <a:buFontTx/>
              <a:buChar char="-"/>
            </a:pPr>
            <a:endParaRPr lang="en-US" dirty="0"/>
          </a:p>
          <a:p>
            <a:pPr marL="0" indent="0" rtl="0">
              <a:buNone/>
            </a:pPr>
            <a:r>
              <a:rPr lang="en-US" dirty="0"/>
              <a:t>  </a:t>
            </a:r>
          </a:p>
        </p:txBody>
      </p:sp>
      <p:sp>
        <p:nvSpPr>
          <p:cNvPr id="6" name="Slide Number Placeholder 5">
            <a:extLst>
              <a:ext uri="{FF2B5EF4-FFF2-40B4-BE49-F238E27FC236}">
                <a16:creationId xmlns:a16="http://schemas.microsoft.com/office/drawing/2014/main" id="{0681D3A1-7F12-EB30-D1E6-707CB96490E3}"/>
              </a:ext>
            </a:extLst>
          </p:cNvPr>
          <p:cNvSpPr>
            <a:spLocks noGrp="1"/>
          </p:cNvSpPr>
          <p:nvPr>
            <p:ph type="sldNum" sz="quarter" idx="12"/>
          </p:nvPr>
        </p:nvSpPr>
        <p:spPr>
          <a:xfrm>
            <a:off x="9948860" y="6154837"/>
            <a:ext cx="1692274" cy="153888"/>
          </a:xfrm>
        </p:spPr>
        <p:txBody>
          <a:bodyPr rtlCol="0"/>
          <a:lstStyle/>
          <a:p>
            <a:pPr rtl="0"/>
            <a:fld id="{DBA1B0FB-D917-4C8C-928F-313BD683BF39}" type="slidenum">
              <a:rPr lang="en-GB" smtClean="0"/>
              <a:pPr rtl="0"/>
              <a:t>8</a:t>
            </a:fld>
            <a:endParaRPr lang="en-GB"/>
          </a:p>
        </p:txBody>
      </p:sp>
      <p:sp>
        <p:nvSpPr>
          <p:cNvPr id="22" name="Freeform: Shape 21">
            <a:extLst>
              <a:ext uri="{FF2B5EF4-FFF2-40B4-BE49-F238E27FC236}">
                <a16:creationId xmlns:a16="http://schemas.microsoft.com/office/drawing/2014/main" id="{5CB34D09-609D-138B-26E5-0A2C82C3CD0B}"/>
              </a:ext>
              <a:ext uri="{C183D7F6-B498-43B3-948B-1728B52AA6E4}">
                <adec:decorative xmlns:adec="http://schemas.microsoft.com/office/drawing/2017/decorative" val="1"/>
              </a:ext>
            </a:extLst>
          </p:cNvPr>
          <p:cNvSpPr>
            <a:spLocks noChangeAspect="1"/>
          </p:cNvSpPr>
          <p:nvPr/>
        </p:nvSpPr>
        <p:spPr>
          <a:xfrm>
            <a:off x="4295775" y="0"/>
            <a:ext cx="360000" cy="274638"/>
          </a:xfrm>
          <a:custGeom>
            <a:avLst/>
            <a:gdLst>
              <a:gd name="connsiteX0" fmla="*/ 30714 w 360000"/>
              <a:gd name="connsiteY0" fmla="*/ 0 h 274638"/>
              <a:gd name="connsiteX1" fmla="*/ 329286 w 360000"/>
              <a:gd name="connsiteY1" fmla="*/ 0 h 274638"/>
              <a:gd name="connsiteX2" fmla="*/ 345855 w 360000"/>
              <a:gd name="connsiteY2" fmla="*/ 24574 h 274638"/>
              <a:gd name="connsiteX3" fmla="*/ 360000 w 360000"/>
              <a:gd name="connsiteY3" fmla="*/ 94638 h 274638"/>
              <a:gd name="connsiteX4" fmla="*/ 180000 w 360000"/>
              <a:gd name="connsiteY4" fmla="*/ 274638 h 274638"/>
              <a:gd name="connsiteX5" fmla="*/ 0 w 360000"/>
              <a:gd name="connsiteY5" fmla="*/ 94638 h 274638"/>
              <a:gd name="connsiteX6" fmla="*/ 14145 w 360000"/>
              <a:gd name="connsiteY6" fmla="*/ 24574 h 27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0" h="274638">
                <a:moveTo>
                  <a:pt x="30714" y="0"/>
                </a:moveTo>
                <a:lnTo>
                  <a:pt x="329286" y="0"/>
                </a:lnTo>
                <a:lnTo>
                  <a:pt x="345855" y="24574"/>
                </a:lnTo>
                <a:cubicBezTo>
                  <a:pt x="354963" y="46109"/>
                  <a:pt x="360000" y="69785"/>
                  <a:pt x="360000" y="94638"/>
                </a:cubicBezTo>
                <a:cubicBezTo>
                  <a:pt x="360000" y="194049"/>
                  <a:pt x="279411" y="274638"/>
                  <a:pt x="180000" y="274638"/>
                </a:cubicBezTo>
                <a:cubicBezTo>
                  <a:pt x="80589" y="274638"/>
                  <a:pt x="0" y="194049"/>
                  <a:pt x="0" y="94638"/>
                </a:cubicBezTo>
                <a:cubicBezTo>
                  <a:pt x="0" y="69785"/>
                  <a:pt x="5037" y="46109"/>
                  <a:pt x="14145" y="24574"/>
                </a:cubicBezTo>
                <a:close/>
              </a:path>
            </a:pathLst>
          </a:cu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cxnSp>
        <p:nvCxnSpPr>
          <p:cNvPr id="2" name="Straight Connector 1">
            <a:extLst>
              <a:ext uri="{FF2B5EF4-FFF2-40B4-BE49-F238E27FC236}">
                <a16:creationId xmlns:a16="http://schemas.microsoft.com/office/drawing/2014/main" id="{75802A16-1870-DE09-D572-82D6DC9B8ED5}"/>
              </a:ext>
            </a:extLst>
          </p:cNvPr>
          <p:cNvCxnSpPr>
            <a:cxnSpLocks/>
          </p:cNvCxnSpPr>
          <p:nvPr/>
        </p:nvCxnSpPr>
        <p:spPr>
          <a:xfrm>
            <a:off x="435426" y="2004997"/>
            <a:ext cx="11473542" cy="0"/>
          </a:xfrm>
          <a:prstGeom prst="line">
            <a:avLst/>
          </a:prstGeom>
          <a:ln w="1905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0545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824E3-FDFC-1DA2-A0C3-6DE2A52F90E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06D0552-03FE-911D-14A6-F06584499817}"/>
              </a:ext>
            </a:extLst>
          </p:cNvPr>
          <p:cNvSpPr>
            <a:spLocks noGrp="1"/>
          </p:cNvSpPr>
          <p:nvPr>
            <p:ph type="title"/>
          </p:nvPr>
        </p:nvSpPr>
        <p:spPr>
          <a:xfrm>
            <a:off x="550200" y="277132"/>
            <a:ext cx="11091600" cy="1332000"/>
          </a:xfrm>
        </p:spPr>
        <p:txBody>
          <a:bodyPr wrap="square" rtlCol="0" anchor="t">
            <a:normAutofit/>
          </a:bodyPr>
          <a:lstStyle/>
          <a:p>
            <a:pPr rtl="0"/>
            <a:r>
              <a:rPr lang="en-GB" dirty="0"/>
              <a:t>Generating an Analog Signal using PWM</a:t>
            </a:r>
          </a:p>
        </p:txBody>
      </p:sp>
      <p:sp>
        <p:nvSpPr>
          <p:cNvPr id="5" name="Footer Placeholder 4">
            <a:extLst>
              <a:ext uri="{FF2B5EF4-FFF2-40B4-BE49-F238E27FC236}">
                <a16:creationId xmlns:a16="http://schemas.microsoft.com/office/drawing/2014/main" id="{DCDFEC83-1BA0-391B-4138-A5B3DBA8AA42}"/>
              </a:ext>
            </a:extLst>
          </p:cNvPr>
          <p:cNvSpPr>
            <a:spLocks noGrp="1"/>
          </p:cNvSpPr>
          <p:nvPr>
            <p:ph type="ftr" sz="quarter" idx="11"/>
          </p:nvPr>
        </p:nvSpPr>
        <p:spPr>
          <a:xfrm>
            <a:off x="3359150" y="6507212"/>
            <a:ext cx="6379210" cy="153888"/>
          </a:xfrm>
        </p:spPr>
        <p:txBody>
          <a:bodyPr wrap="square" rtlCol="0" anchor="ctr">
            <a:normAutofit/>
          </a:bodyPr>
          <a:lstStyle/>
          <a:p>
            <a:pPr rtl="0">
              <a:spcAft>
                <a:spcPts val="600"/>
              </a:spcAft>
            </a:pPr>
            <a:r>
              <a:rPr lang="en-GB"/>
              <a:t>Sample Footer Text</a:t>
            </a:r>
          </a:p>
        </p:txBody>
      </p:sp>
      <p:sp>
        <p:nvSpPr>
          <p:cNvPr id="6" name="Slide Number Placeholder 5">
            <a:extLst>
              <a:ext uri="{FF2B5EF4-FFF2-40B4-BE49-F238E27FC236}">
                <a16:creationId xmlns:a16="http://schemas.microsoft.com/office/drawing/2014/main" id="{4171C1EE-005F-3E8D-D0CD-10B1F773B187}"/>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9</a:t>
            </a:fld>
            <a:endParaRPr lang="en-GB"/>
          </a:p>
        </p:txBody>
      </p:sp>
      <p:pic>
        <p:nvPicPr>
          <p:cNvPr id="3" name="Picture 2" descr="A graph with lines and numbers&#10;&#10;Description automatically generated">
            <a:extLst>
              <a:ext uri="{FF2B5EF4-FFF2-40B4-BE49-F238E27FC236}">
                <a16:creationId xmlns:a16="http://schemas.microsoft.com/office/drawing/2014/main" id="{442D6817-9C08-27D2-9CDD-DD24C410AF32}"/>
              </a:ext>
            </a:extLst>
          </p:cNvPr>
          <p:cNvPicPr>
            <a:picLocks noChangeAspect="1"/>
          </p:cNvPicPr>
          <p:nvPr/>
        </p:nvPicPr>
        <p:blipFill>
          <a:blip r:embed="rId2"/>
          <a:stretch>
            <a:fillRect/>
          </a:stretch>
        </p:blipFill>
        <p:spPr>
          <a:xfrm>
            <a:off x="2410620" y="1215275"/>
            <a:ext cx="7370760" cy="5528070"/>
          </a:xfrm>
          <a:prstGeom prst="rect">
            <a:avLst/>
          </a:prstGeom>
        </p:spPr>
      </p:pic>
    </p:spTree>
    <p:extLst>
      <p:ext uri="{BB962C8B-B14F-4D97-AF65-F5344CB8AC3E}">
        <p14:creationId xmlns:p14="http://schemas.microsoft.com/office/powerpoint/2010/main" val="3291915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0DCA3-AB45-9364-3BB9-A7D53E6857D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D20637A-AADE-7F58-2EC3-A591AF43A8EC}"/>
              </a:ext>
            </a:extLst>
          </p:cNvPr>
          <p:cNvSpPr>
            <a:spLocks noGrp="1"/>
          </p:cNvSpPr>
          <p:nvPr>
            <p:ph type="title"/>
          </p:nvPr>
        </p:nvSpPr>
        <p:spPr>
          <a:xfrm>
            <a:off x="550862" y="549275"/>
            <a:ext cx="11091600" cy="1332000"/>
          </a:xfrm>
        </p:spPr>
        <p:txBody>
          <a:bodyPr wrap="square" rtlCol="0" anchor="t">
            <a:normAutofit/>
          </a:bodyPr>
          <a:lstStyle/>
          <a:p>
            <a:pPr rtl="0"/>
            <a:r>
              <a:rPr lang="en-GB" dirty="0"/>
              <a:t>Generating an Analog Signal using PWM</a:t>
            </a:r>
            <a:br>
              <a:rPr lang="en-GB" dirty="0"/>
            </a:br>
            <a:r>
              <a:rPr lang="en-GB" dirty="0"/>
              <a:t>- Filter Circuit</a:t>
            </a:r>
          </a:p>
        </p:txBody>
      </p:sp>
      <p:pic>
        <p:nvPicPr>
          <p:cNvPr id="9" name="Picture 8" descr="A diagram of a circuit&#10;&#10;Description automatically generated">
            <a:extLst>
              <a:ext uri="{FF2B5EF4-FFF2-40B4-BE49-F238E27FC236}">
                <a16:creationId xmlns:a16="http://schemas.microsoft.com/office/drawing/2014/main" id="{EC1F213A-06DD-44EB-E153-74E3FA321069}"/>
              </a:ext>
            </a:extLst>
          </p:cNvPr>
          <p:cNvPicPr>
            <a:picLocks noChangeAspect="1"/>
          </p:cNvPicPr>
          <p:nvPr/>
        </p:nvPicPr>
        <p:blipFill>
          <a:blip r:embed="rId2"/>
          <a:stretch>
            <a:fillRect/>
          </a:stretch>
        </p:blipFill>
        <p:spPr>
          <a:xfrm>
            <a:off x="550863" y="2162214"/>
            <a:ext cx="11090274" cy="3881595"/>
          </a:xfrm>
          <a:prstGeom prst="rect">
            <a:avLst/>
          </a:prstGeom>
          <a:noFill/>
        </p:spPr>
      </p:pic>
      <p:sp>
        <p:nvSpPr>
          <p:cNvPr id="4" name="Date Placeholder 3">
            <a:extLst>
              <a:ext uri="{FF2B5EF4-FFF2-40B4-BE49-F238E27FC236}">
                <a16:creationId xmlns:a16="http://schemas.microsoft.com/office/drawing/2014/main" id="{6CEDB8DE-2717-74C8-1096-2E002BCA718A}"/>
              </a:ext>
            </a:extLst>
          </p:cNvPr>
          <p:cNvSpPr>
            <a:spLocks noGrp="1"/>
          </p:cNvSpPr>
          <p:nvPr>
            <p:ph type="dt" sz="half" idx="10"/>
          </p:nvPr>
        </p:nvSpPr>
        <p:spPr>
          <a:xfrm>
            <a:off x="550863" y="6507212"/>
            <a:ext cx="2628900" cy="153888"/>
          </a:xfrm>
        </p:spPr>
        <p:txBody>
          <a:bodyPr wrap="square" rtlCol="0" anchor="ctr">
            <a:normAutofit/>
          </a:bodyPr>
          <a:lstStyle/>
          <a:p>
            <a:pPr rtl="0">
              <a:spcAft>
                <a:spcPts val="600"/>
              </a:spcAft>
            </a:pPr>
            <a:r>
              <a:rPr lang="en-GB"/>
              <a:t>Tuesday, February 2, 20XX</a:t>
            </a:r>
          </a:p>
        </p:txBody>
      </p:sp>
      <p:sp>
        <p:nvSpPr>
          <p:cNvPr id="5" name="Footer Placeholder 4">
            <a:extLst>
              <a:ext uri="{FF2B5EF4-FFF2-40B4-BE49-F238E27FC236}">
                <a16:creationId xmlns:a16="http://schemas.microsoft.com/office/drawing/2014/main" id="{53DEF8DE-2DA8-0B36-762A-FACAD13EED2C}"/>
              </a:ext>
            </a:extLst>
          </p:cNvPr>
          <p:cNvSpPr>
            <a:spLocks noGrp="1"/>
          </p:cNvSpPr>
          <p:nvPr>
            <p:ph type="ftr" sz="quarter" idx="11"/>
          </p:nvPr>
        </p:nvSpPr>
        <p:spPr>
          <a:xfrm>
            <a:off x="3359150" y="6507212"/>
            <a:ext cx="6379210" cy="153888"/>
          </a:xfrm>
        </p:spPr>
        <p:txBody>
          <a:bodyPr wrap="square" rtlCol="0" anchor="ctr">
            <a:normAutofit/>
          </a:bodyPr>
          <a:lstStyle/>
          <a:p>
            <a:pPr rtl="0">
              <a:spcAft>
                <a:spcPts val="600"/>
              </a:spcAft>
            </a:pPr>
            <a:r>
              <a:rPr lang="en-GB"/>
              <a:t>Sample Footer Text</a:t>
            </a:r>
          </a:p>
        </p:txBody>
      </p:sp>
      <p:sp>
        <p:nvSpPr>
          <p:cNvPr id="6" name="Slide Number Placeholder 5">
            <a:extLst>
              <a:ext uri="{FF2B5EF4-FFF2-40B4-BE49-F238E27FC236}">
                <a16:creationId xmlns:a16="http://schemas.microsoft.com/office/drawing/2014/main" id="{86A6CDA7-0188-6482-BD84-1CE1C778FA9F}"/>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10</a:t>
            </a:fld>
            <a:endParaRPr lang="en-GB"/>
          </a:p>
        </p:txBody>
      </p:sp>
    </p:spTree>
    <p:extLst>
      <p:ext uri="{BB962C8B-B14F-4D97-AF65-F5344CB8AC3E}">
        <p14:creationId xmlns:p14="http://schemas.microsoft.com/office/powerpoint/2010/main" val="1158268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23C91-22CC-5CC1-A988-16D5C8D4CC0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75A3F33-4A11-2E31-FBC0-CD5C29FBFE6D}"/>
              </a:ext>
            </a:extLst>
          </p:cNvPr>
          <p:cNvSpPr>
            <a:spLocks noGrp="1"/>
          </p:cNvSpPr>
          <p:nvPr>
            <p:ph type="title"/>
          </p:nvPr>
        </p:nvSpPr>
        <p:spPr>
          <a:xfrm>
            <a:off x="310714" y="288017"/>
            <a:ext cx="11091600" cy="1332000"/>
          </a:xfrm>
        </p:spPr>
        <p:txBody>
          <a:bodyPr wrap="square" rtlCol="0" anchor="t">
            <a:normAutofit/>
          </a:bodyPr>
          <a:lstStyle/>
          <a:p>
            <a:pPr rtl="0"/>
            <a:r>
              <a:rPr lang="en-GB" dirty="0"/>
              <a:t>Result of Filtered PWM Signal</a:t>
            </a:r>
          </a:p>
        </p:txBody>
      </p:sp>
      <p:pic>
        <p:nvPicPr>
          <p:cNvPr id="9" name="Picture 8">
            <a:extLst>
              <a:ext uri="{FF2B5EF4-FFF2-40B4-BE49-F238E27FC236}">
                <a16:creationId xmlns:a16="http://schemas.microsoft.com/office/drawing/2014/main" id="{E29FF094-6AFC-1437-41CF-2F5307224D90}"/>
              </a:ext>
            </a:extLst>
          </p:cNvPr>
          <p:cNvPicPr>
            <a:picLocks noChangeAspect="1"/>
          </p:cNvPicPr>
          <p:nvPr/>
        </p:nvPicPr>
        <p:blipFill>
          <a:blip r:embed="rId2"/>
          <a:srcRect/>
          <a:stretch/>
        </p:blipFill>
        <p:spPr>
          <a:xfrm>
            <a:off x="1445935" y="1060469"/>
            <a:ext cx="9300130" cy="5672969"/>
          </a:xfrm>
          <a:prstGeom prst="rect">
            <a:avLst/>
          </a:prstGeom>
          <a:noFill/>
        </p:spPr>
      </p:pic>
      <p:sp>
        <p:nvSpPr>
          <p:cNvPr id="5" name="Footer Placeholder 4">
            <a:extLst>
              <a:ext uri="{FF2B5EF4-FFF2-40B4-BE49-F238E27FC236}">
                <a16:creationId xmlns:a16="http://schemas.microsoft.com/office/drawing/2014/main" id="{D1564860-FCD9-52C3-9713-FA93D2089F14}"/>
              </a:ext>
            </a:extLst>
          </p:cNvPr>
          <p:cNvSpPr>
            <a:spLocks noGrp="1"/>
          </p:cNvSpPr>
          <p:nvPr>
            <p:ph type="ftr" sz="quarter" idx="11"/>
          </p:nvPr>
        </p:nvSpPr>
        <p:spPr>
          <a:xfrm>
            <a:off x="3359150" y="6507212"/>
            <a:ext cx="6379210" cy="153888"/>
          </a:xfrm>
        </p:spPr>
        <p:txBody>
          <a:bodyPr wrap="square" rtlCol="0" anchor="ctr">
            <a:normAutofit/>
          </a:bodyPr>
          <a:lstStyle/>
          <a:p>
            <a:pPr rtl="0">
              <a:spcAft>
                <a:spcPts val="600"/>
              </a:spcAft>
            </a:pPr>
            <a:r>
              <a:rPr lang="en-GB"/>
              <a:t>Sample Footer Text</a:t>
            </a:r>
          </a:p>
        </p:txBody>
      </p:sp>
      <p:sp>
        <p:nvSpPr>
          <p:cNvPr id="6" name="Slide Number Placeholder 5">
            <a:extLst>
              <a:ext uri="{FF2B5EF4-FFF2-40B4-BE49-F238E27FC236}">
                <a16:creationId xmlns:a16="http://schemas.microsoft.com/office/drawing/2014/main" id="{04FFC3CE-B7AE-5DF4-CAB6-815E1C1DF125}"/>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11</a:t>
            </a:fld>
            <a:endParaRPr lang="en-GB"/>
          </a:p>
        </p:txBody>
      </p:sp>
    </p:spTree>
    <p:extLst>
      <p:ext uri="{BB962C8B-B14F-4D97-AF65-F5344CB8AC3E}">
        <p14:creationId xmlns:p14="http://schemas.microsoft.com/office/powerpoint/2010/main" val="2520494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22138-BAFB-8EDB-CBB5-A514AF514EE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6877785-41F3-382D-9A06-F40827A3FEFB}"/>
              </a:ext>
            </a:extLst>
          </p:cNvPr>
          <p:cNvSpPr>
            <a:spLocks noGrp="1"/>
          </p:cNvSpPr>
          <p:nvPr>
            <p:ph type="title"/>
          </p:nvPr>
        </p:nvSpPr>
        <p:spPr>
          <a:xfrm>
            <a:off x="310714" y="288017"/>
            <a:ext cx="11091600" cy="1332000"/>
          </a:xfrm>
        </p:spPr>
        <p:txBody>
          <a:bodyPr wrap="square" rtlCol="0" anchor="t">
            <a:normAutofit/>
          </a:bodyPr>
          <a:lstStyle/>
          <a:p>
            <a:pPr rtl="0"/>
            <a:r>
              <a:rPr lang="en-GB" dirty="0"/>
              <a:t>Result of Filtered PWM Signal Visualized</a:t>
            </a:r>
          </a:p>
        </p:txBody>
      </p:sp>
      <p:sp>
        <p:nvSpPr>
          <p:cNvPr id="5" name="Footer Placeholder 4">
            <a:extLst>
              <a:ext uri="{FF2B5EF4-FFF2-40B4-BE49-F238E27FC236}">
                <a16:creationId xmlns:a16="http://schemas.microsoft.com/office/drawing/2014/main" id="{51BE3DEC-DD32-3FC5-D290-8036FB584D16}"/>
              </a:ext>
            </a:extLst>
          </p:cNvPr>
          <p:cNvSpPr>
            <a:spLocks noGrp="1"/>
          </p:cNvSpPr>
          <p:nvPr>
            <p:ph type="ftr" sz="quarter" idx="11"/>
          </p:nvPr>
        </p:nvSpPr>
        <p:spPr>
          <a:xfrm>
            <a:off x="3359150" y="6507212"/>
            <a:ext cx="6379210" cy="153888"/>
          </a:xfrm>
        </p:spPr>
        <p:txBody>
          <a:bodyPr wrap="square" rtlCol="0" anchor="ctr">
            <a:normAutofit/>
          </a:bodyPr>
          <a:lstStyle/>
          <a:p>
            <a:pPr rtl="0">
              <a:spcAft>
                <a:spcPts val="600"/>
              </a:spcAft>
            </a:pPr>
            <a:r>
              <a:rPr lang="en-GB"/>
              <a:t>Sample Footer Text</a:t>
            </a:r>
          </a:p>
        </p:txBody>
      </p:sp>
      <p:sp>
        <p:nvSpPr>
          <p:cNvPr id="6" name="Slide Number Placeholder 5">
            <a:extLst>
              <a:ext uri="{FF2B5EF4-FFF2-40B4-BE49-F238E27FC236}">
                <a16:creationId xmlns:a16="http://schemas.microsoft.com/office/drawing/2014/main" id="{DCFE238B-2021-B334-9D6A-9868A15C2EB5}"/>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12</a:t>
            </a:fld>
            <a:endParaRPr lang="en-GB"/>
          </a:p>
        </p:txBody>
      </p:sp>
      <p:pic>
        <p:nvPicPr>
          <p:cNvPr id="3" name="Picture 2" descr="A diagram of a line&#10;&#10;Description automatically generated">
            <a:extLst>
              <a:ext uri="{FF2B5EF4-FFF2-40B4-BE49-F238E27FC236}">
                <a16:creationId xmlns:a16="http://schemas.microsoft.com/office/drawing/2014/main" id="{B2CD1AE3-C0B5-8F00-0853-3DF891B035F7}"/>
              </a:ext>
            </a:extLst>
          </p:cNvPr>
          <p:cNvPicPr>
            <a:picLocks noChangeAspect="1"/>
          </p:cNvPicPr>
          <p:nvPr/>
        </p:nvPicPr>
        <p:blipFill>
          <a:blip r:embed="rId2"/>
          <a:stretch>
            <a:fillRect/>
          </a:stretch>
        </p:blipFill>
        <p:spPr>
          <a:xfrm>
            <a:off x="960323" y="1014399"/>
            <a:ext cx="9792381" cy="5646701"/>
          </a:xfrm>
          <a:prstGeom prst="rect">
            <a:avLst/>
          </a:prstGeom>
        </p:spPr>
      </p:pic>
    </p:spTree>
    <p:extLst>
      <p:ext uri="{BB962C8B-B14F-4D97-AF65-F5344CB8AC3E}">
        <p14:creationId xmlns:p14="http://schemas.microsoft.com/office/powerpoint/2010/main" val="2221919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735D3-C756-F586-4CCA-392FFFF29CA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7AC2A07-2C8A-2103-D08E-5908BADCC83F}"/>
              </a:ext>
            </a:extLst>
          </p:cNvPr>
          <p:cNvSpPr>
            <a:spLocks noGrp="1"/>
          </p:cNvSpPr>
          <p:nvPr>
            <p:ph type="title"/>
          </p:nvPr>
        </p:nvSpPr>
        <p:spPr>
          <a:xfrm>
            <a:off x="310714" y="288017"/>
            <a:ext cx="11091600" cy="1332000"/>
          </a:xfrm>
        </p:spPr>
        <p:txBody>
          <a:bodyPr wrap="square" rtlCol="0" anchor="t">
            <a:normAutofit/>
          </a:bodyPr>
          <a:lstStyle/>
          <a:p>
            <a:pPr rtl="0"/>
            <a:r>
              <a:rPr lang="en-GB" dirty="0"/>
              <a:t>Generating an Analog Signal via a DAC</a:t>
            </a:r>
          </a:p>
        </p:txBody>
      </p:sp>
      <p:sp>
        <p:nvSpPr>
          <p:cNvPr id="6" name="Slide Number Placeholder 5">
            <a:extLst>
              <a:ext uri="{FF2B5EF4-FFF2-40B4-BE49-F238E27FC236}">
                <a16:creationId xmlns:a16="http://schemas.microsoft.com/office/drawing/2014/main" id="{CF0093A5-3382-8297-3D80-D2F28A2AF3E1}"/>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13</a:t>
            </a:fld>
            <a:endParaRPr lang="en-GB"/>
          </a:p>
        </p:txBody>
      </p:sp>
      <p:pic>
        <p:nvPicPr>
          <p:cNvPr id="3" name="Picture 2">
            <a:extLst>
              <a:ext uri="{FF2B5EF4-FFF2-40B4-BE49-F238E27FC236}">
                <a16:creationId xmlns:a16="http://schemas.microsoft.com/office/drawing/2014/main" id="{FA8948C1-C100-A15D-0CF0-F6779D041338}"/>
              </a:ext>
            </a:extLst>
          </p:cNvPr>
          <p:cNvPicPr>
            <a:picLocks noChangeAspect="1"/>
          </p:cNvPicPr>
          <p:nvPr/>
        </p:nvPicPr>
        <p:blipFill>
          <a:blip r:embed="rId2"/>
          <a:srcRect/>
          <a:stretch/>
        </p:blipFill>
        <p:spPr>
          <a:xfrm>
            <a:off x="960323" y="1360658"/>
            <a:ext cx="9792381" cy="4954182"/>
          </a:xfrm>
          <a:prstGeom prst="rect">
            <a:avLst/>
          </a:prstGeom>
        </p:spPr>
      </p:pic>
    </p:spTree>
    <p:extLst>
      <p:ext uri="{BB962C8B-B14F-4D97-AF65-F5344CB8AC3E}">
        <p14:creationId xmlns:p14="http://schemas.microsoft.com/office/powerpoint/2010/main" val="3047462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BA424-76A7-76B1-1E53-677432557F7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B06185B-B53F-5657-CBC3-FC139AAFBF34}"/>
              </a:ext>
            </a:extLst>
          </p:cNvPr>
          <p:cNvSpPr>
            <a:spLocks noGrp="1"/>
          </p:cNvSpPr>
          <p:nvPr>
            <p:ph type="title"/>
          </p:nvPr>
        </p:nvSpPr>
        <p:spPr>
          <a:xfrm>
            <a:off x="310714" y="288017"/>
            <a:ext cx="11091600" cy="1332000"/>
          </a:xfrm>
        </p:spPr>
        <p:txBody>
          <a:bodyPr wrap="square" rtlCol="0" anchor="t">
            <a:normAutofit/>
          </a:bodyPr>
          <a:lstStyle/>
          <a:p>
            <a:pPr rtl="0"/>
            <a:r>
              <a:rPr lang="en-GB" dirty="0"/>
              <a:t>Generating an Analog Signal via a DAC</a:t>
            </a:r>
          </a:p>
        </p:txBody>
      </p:sp>
      <p:sp>
        <p:nvSpPr>
          <p:cNvPr id="6" name="Slide Number Placeholder 5">
            <a:extLst>
              <a:ext uri="{FF2B5EF4-FFF2-40B4-BE49-F238E27FC236}">
                <a16:creationId xmlns:a16="http://schemas.microsoft.com/office/drawing/2014/main" id="{17FC00FD-BA51-E78B-2307-D604242EF122}"/>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14</a:t>
            </a:fld>
            <a:endParaRPr lang="en-GB"/>
          </a:p>
        </p:txBody>
      </p:sp>
      <p:pic>
        <p:nvPicPr>
          <p:cNvPr id="3" name="Picture 2">
            <a:extLst>
              <a:ext uri="{FF2B5EF4-FFF2-40B4-BE49-F238E27FC236}">
                <a16:creationId xmlns:a16="http://schemas.microsoft.com/office/drawing/2014/main" id="{0CBCBFBF-69EB-6561-4FA2-7505F0502773}"/>
              </a:ext>
            </a:extLst>
          </p:cNvPr>
          <p:cNvPicPr>
            <a:picLocks noChangeAspect="1"/>
          </p:cNvPicPr>
          <p:nvPr/>
        </p:nvPicPr>
        <p:blipFill>
          <a:blip r:embed="rId2"/>
          <a:srcRect/>
          <a:stretch/>
        </p:blipFill>
        <p:spPr>
          <a:xfrm>
            <a:off x="2282606" y="1019436"/>
            <a:ext cx="7626788" cy="5641664"/>
          </a:xfrm>
          <a:prstGeom prst="rect">
            <a:avLst/>
          </a:prstGeom>
        </p:spPr>
      </p:pic>
    </p:spTree>
    <p:extLst>
      <p:ext uri="{BB962C8B-B14F-4D97-AF65-F5344CB8AC3E}">
        <p14:creationId xmlns:p14="http://schemas.microsoft.com/office/powerpoint/2010/main" val="2732251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F5235-A3FB-879A-5FA1-9BDEE1E7BF9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9324C40-0095-3CB5-0EC9-77796BE6CFB6}"/>
              </a:ext>
            </a:extLst>
          </p:cNvPr>
          <p:cNvSpPr>
            <a:spLocks noGrp="1"/>
          </p:cNvSpPr>
          <p:nvPr>
            <p:ph type="title"/>
          </p:nvPr>
        </p:nvSpPr>
        <p:spPr>
          <a:xfrm>
            <a:off x="310714" y="288017"/>
            <a:ext cx="11091600" cy="1332000"/>
          </a:xfrm>
        </p:spPr>
        <p:txBody>
          <a:bodyPr wrap="square" rtlCol="0" anchor="t">
            <a:normAutofit/>
          </a:bodyPr>
          <a:lstStyle/>
          <a:p>
            <a:pPr rtl="0"/>
            <a:r>
              <a:rPr lang="en-GB" dirty="0"/>
              <a:t>Many Controllers Come with DACs</a:t>
            </a:r>
          </a:p>
        </p:txBody>
      </p:sp>
      <p:sp>
        <p:nvSpPr>
          <p:cNvPr id="6" name="Slide Number Placeholder 5">
            <a:extLst>
              <a:ext uri="{FF2B5EF4-FFF2-40B4-BE49-F238E27FC236}">
                <a16:creationId xmlns:a16="http://schemas.microsoft.com/office/drawing/2014/main" id="{F57F113B-017D-151F-4224-4E5AA0C5C266}"/>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15</a:t>
            </a:fld>
            <a:endParaRPr lang="en-GB"/>
          </a:p>
        </p:txBody>
      </p:sp>
      <p:pic>
        <p:nvPicPr>
          <p:cNvPr id="3" name="Picture 2">
            <a:extLst>
              <a:ext uri="{FF2B5EF4-FFF2-40B4-BE49-F238E27FC236}">
                <a16:creationId xmlns:a16="http://schemas.microsoft.com/office/drawing/2014/main" id="{A9DCBEC0-FD3B-F951-7CF8-4A90AEBC4379}"/>
              </a:ext>
            </a:extLst>
          </p:cNvPr>
          <p:cNvPicPr>
            <a:picLocks noChangeAspect="1"/>
          </p:cNvPicPr>
          <p:nvPr/>
        </p:nvPicPr>
        <p:blipFill>
          <a:blip r:embed="rId2"/>
          <a:srcRect/>
          <a:stretch/>
        </p:blipFill>
        <p:spPr>
          <a:xfrm>
            <a:off x="1104114" y="1045228"/>
            <a:ext cx="9983771" cy="5615872"/>
          </a:xfrm>
          <a:prstGeom prst="rect">
            <a:avLst/>
          </a:prstGeom>
        </p:spPr>
      </p:pic>
    </p:spTree>
    <p:extLst>
      <p:ext uri="{BB962C8B-B14F-4D97-AF65-F5344CB8AC3E}">
        <p14:creationId xmlns:p14="http://schemas.microsoft.com/office/powerpoint/2010/main" val="3270633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0722B-5BC8-0E6E-E09D-471F7922E1F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6B6729A-7C16-3B6A-627E-6B24E15E4BCB}"/>
              </a:ext>
            </a:extLst>
          </p:cNvPr>
          <p:cNvSpPr>
            <a:spLocks noGrp="1"/>
          </p:cNvSpPr>
          <p:nvPr>
            <p:ph type="title"/>
          </p:nvPr>
        </p:nvSpPr>
        <p:spPr>
          <a:xfrm>
            <a:off x="310714" y="288017"/>
            <a:ext cx="11091600" cy="1332000"/>
          </a:xfrm>
        </p:spPr>
        <p:txBody>
          <a:bodyPr wrap="square" rtlCol="0" anchor="t">
            <a:normAutofit/>
          </a:bodyPr>
          <a:lstStyle/>
          <a:p>
            <a:pPr rtl="0"/>
            <a:r>
              <a:rPr lang="en-GB" dirty="0"/>
              <a:t>Measuring the Analog Signals</a:t>
            </a:r>
          </a:p>
        </p:txBody>
      </p:sp>
      <p:sp>
        <p:nvSpPr>
          <p:cNvPr id="6" name="Slide Number Placeholder 5">
            <a:extLst>
              <a:ext uri="{FF2B5EF4-FFF2-40B4-BE49-F238E27FC236}">
                <a16:creationId xmlns:a16="http://schemas.microsoft.com/office/drawing/2014/main" id="{5C7EB058-8538-CB1E-E29B-B78F29CAF386}"/>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16</a:t>
            </a:fld>
            <a:endParaRPr lang="en-GB"/>
          </a:p>
        </p:txBody>
      </p:sp>
      <p:pic>
        <p:nvPicPr>
          <p:cNvPr id="3" name="Picture 2">
            <a:extLst>
              <a:ext uri="{FF2B5EF4-FFF2-40B4-BE49-F238E27FC236}">
                <a16:creationId xmlns:a16="http://schemas.microsoft.com/office/drawing/2014/main" id="{6A1D1A7F-0389-2408-DC09-90FEABE0EB12}"/>
              </a:ext>
            </a:extLst>
          </p:cNvPr>
          <p:cNvPicPr>
            <a:picLocks noChangeAspect="1"/>
          </p:cNvPicPr>
          <p:nvPr/>
        </p:nvPicPr>
        <p:blipFill>
          <a:blip r:embed="rId2"/>
          <a:srcRect t="59754"/>
          <a:stretch/>
        </p:blipFill>
        <p:spPr>
          <a:xfrm>
            <a:off x="0" y="2091544"/>
            <a:ext cx="12199587" cy="2643742"/>
          </a:xfrm>
          <a:prstGeom prst="rect">
            <a:avLst/>
          </a:prstGeom>
        </p:spPr>
      </p:pic>
    </p:spTree>
    <p:extLst>
      <p:ext uri="{BB962C8B-B14F-4D97-AF65-F5344CB8AC3E}">
        <p14:creationId xmlns:p14="http://schemas.microsoft.com/office/powerpoint/2010/main" val="547070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46508-717C-71ED-7959-1A5419417E7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EBF26B0-38F9-7FD3-7495-967AF323C861}"/>
              </a:ext>
            </a:extLst>
          </p:cNvPr>
          <p:cNvSpPr>
            <a:spLocks noGrp="1"/>
          </p:cNvSpPr>
          <p:nvPr>
            <p:ph type="title"/>
          </p:nvPr>
        </p:nvSpPr>
        <p:spPr>
          <a:xfrm>
            <a:off x="310714" y="288017"/>
            <a:ext cx="11091600" cy="1332000"/>
          </a:xfrm>
        </p:spPr>
        <p:txBody>
          <a:bodyPr wrap="square" rtlCol="0" anchor="t">
            <a:normAutofit/>
          </a:bodyPr>
          <a:lstStyle/>
          <a:p>
            <a:pPr rtl="0"/>
            <a:r>
              <a:rPr lang="en-GB" dirty="0"/>
              <a:t>Analog Sampling Precision</a:t>
            </a:r>
          </a:p>
        </p:txBody>
      </p:sp>
      <p:sp>
        <p:nvSpPr>
          <p:cNvPr id="5" name="Footer Placeholder 4">
            <a:extLst>
              <a:ext uri="{FF2B5EF4-FFF2-40B4-BE49-F238E27FC236}">
                <a16:creationId xmlns:a16="http://schemas.microsoft.com/office/drawing/2014/main" id="{48E667A5-75B9-C607-7529-A3E14B312DFE}"/>
              </a:ext>
            </a:extLst>
          </p:cNvPr>
          <p:cNvSpPr>
            <a:spLocks noGrp="1"/>
          </p:cNvSpPr>
          <p:nvPr>
            <p:ph type="ftr" sz="quarter" idx="11"/>
          </p:nvPr>
        </p:nvSpPr>
        <p:spPr>
          <a:xfrm>
            <a:off x="3359150" y="6507212"/>
            <a:ext cx="6379210" cy="153888"/>
          </a:xfrm>
        </p:spPr>
        <p:txBody>
          <a:bodyPr wrap="square" rtlCol="0" anchor="ctr">
            <a:normAutofit/>
          </a:bodyPr>
          <a:lstStyle/>
          <a:p>
            <a:pPr rtl="0">
              <a:spcAft>
                <a:spcPts val="600"/>
              </a:spcAft>
            </a:pPr>
            <a:r>
              <a:rPr lang="en-GB"/>
              <a:t>Sample Footer Text</a:t>
            </a:r>
          </a:p>
        </p:txBody>
      </p:sp>
      <p:sp>
        <p:nvSpPr>
          <p:cNvPr id="6" name="Slide Number Placeholder 5">
            <a:extLst>
              <a:ext uri="{FF2B5EF4-FFF2-40B4-BE49-F238E27FC236}">
                <a16:creationId xmlns:a16="http://schemas.microsoft.com/office/drawing/2014/main" id="{CE3FAD7D-62D7-C673-212F-FF69B9028A6E}"/>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17</a:t>
            </a:fld>
            <a:endParaRPr lang="en-GB"/>
          </a:p>
        </p:txBody>
      </p:sp>
      <p:pic>
        <p:nvPicPr>
          <p:cNvPr id="4" name="Picture 3" descr="A diagram of a graph&#10;&#10;Description automatically generated with medium confidence">
            <a:extLst>
              <a:ext uri="{FF2B5EF4-FFF2-40B4-BE49-F238E27FC236}">
                <a16:creationId xmlns:a16="http://schemas.microsoft.com/office/drawing/2014/main" id="{38A08E41-2659-2745-8B91-0E13E1CF4BA3}"/>
              </a:ext>
            </a:extLst>
          </p:cNvPr>
          <p:cNvPicPr>
            <a:picLocks noChangeAspect="1"/>
          </p:cNvPicPr>
          <p:nvPr/>
        </p:nvPicPr>
        <p:blipFill>
          <a:blip r:embed="rId2"/>
          <a:stretch>
            <a:fillRect/>
          </a:stretch>
        </p:blipFill>
        <p:spPr>
          <a:xfrm>
            <a:off x="1382177" y="975507"/>
            <a:ext cx="8948674" cy="5655562"/>
          </a:xfrm>
          <a:prstGeom prst="rect">
            <a:avLst/>
          </a:prstGeom>
        </p:spPr>
      </p:pic>
    </p:spTree>
    <p:extLst>
      <p:ext uri="{BB962C8B-B14F-4D97-AF65-F5344CB8AC3E}">
        <p14:creationId xmlns:p14="http://schemas.microsoft.com/office/powerpoint/2010/main" val="2067780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354E6-CA63-A795-D878-A394BD7C444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FE1292F-D676-2B30-F90A-07CC788C68BD}"/>
              </a:ext>
            </a:extLst>
          </p:cNvPr>
          <p:cNvSpPr>
            <a:spLocks noGrp="1"/>
          </p:cNvSpPr>
          <p:nvPr>
            <p:ph type="title"/>
          </p:nvPr>
        </p:nvSpPr>
        <p:spPr>
          <a:xfrm>
            <a:off x="310714" y="288017"/>
            <a:ext cx="11091600" cy="1332000"/>
          </a:xfrm>
        </p:spPr>
        <p:txBody>
          <a:bodyPr wrap="square" rtlCol="0" anchor="t">
            <a:normAutofit/>
          </a:bodyPr>
          <a:lstStyle/>
          <a:p>
            <a:pPr rtl="0"/>
            <a:r>
              <a:rPr lang="en-GB" dirty="0"/>
              <a:t>Error Introduced from Quantization</a:t>
            </a:r>
          </a:p>
        </p:txBody>
      </p:sp>
      <p:sp>
        <p:nvSpPr>
          <p:cNvPr id="5" name="Footer Placeholder 4">
            <a:extLst>
              <a:ext uri="{FF2B5EF4-FFF2-40B4-BE49-F238E27FC236}">
                <a16:creationId xmlns:a16="http://schemas.microsoft.com/office/drawing/2014/main" id="{7768536E-9F38-CF17-4A6A-FEC6A6964407}"/>
              </a:ext>
            </a:extLst>
          </p:cNvPr>
          <p:cNvSpPr>
            <a:spLocks noGrp="1"/>
          </p:cNvSpPr>
          <p:nvPr>
            <p:ph type="ftr" sz="quarter" idx="11"/>
          </p:nvPr>
        </p:nvSpPr>
        <p:spPr>
          <a:xfrm>
            <a:off x="3359150" y="6507212"/>
            <a:ext cx="6379210" cy="153888"/>
          </a:xfrm>
        </p:spPr>
        <p:txBody>
          <a:bodyPr wrap="square" rtlCol="0" anchor="ctr">
            <a:normAutofit/>
          </a:bodyPr>
          <a:lstStyle/>
          <a:p>
            <a:pPr rtl="0">
              <a:spcAft>
                <a:spcPts val="600"/>
              </a:spcAft>
            </a:pPr>
            <a:r>
              <a:rPr lang="en-GB"/>
              <a:t>Sample Footer Text</a:t>
            </a:r>
          </a:p>
        </p:txBody>
      </p:sp>
      <p:sp>
        <p:nvSpPr>
          <p:cNvPr id="6" name="Slide Number Placeholder 5">
            <a:extLst>
              <a:ext uri="{FF2B5EF4-FFF2-40B4-BE49-F238E27FC236}">
                <a16:creationId xmlns:a16="http://schemas.microsoft.com/office/drawing/2014/main" id="{C64319B8-5495-C223-F160-13C759969DAC}"/>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18</a:t>
            </a:fld>
            <a:endParaRPr lang="en-GB"/>
          </a:p>
        </p:txBody>
      </p:sp>
      <p:pic>
        <p:nvPicPr>
          <p:cNvPr id="4" name="Picture 3">
            <a:extLst>
              <a:ext uri="{FF2B5EF4-FFF2-40B4-BE49-F238E27FC236}">
                <a16:creationId xmlns:a16="http://schemas.microsoft.com/office/drawing/2014/main" id="{0970D92E-BFED-A535-C065-6824627B3F96}"/>
              </a:ext>
            </a:extLst>
          </p:cNvPr>
          <p:cNvPicPr>
            <a:picLocks noChangeAspect="1"/>
          </p:cNvPicPr>
          <p:nvPr/>
        </p:nvPicPr>
        <p:blipFill>
          <a:blip r:embed="rId2"/>
          <a:srcRect/>
          <a:stretch/>
        </p:blipFill>
        <p:spPr>
          <a:xfrm>
            <a:off x="2157063" y="975507"/>
            <a:ext cx="7398902" cy="5655562"/>
          </a:xfrm>
          <a:prstGeom prst="rect">
            <a:avLst/>
          </a:prstGeom>
        </p:spPr>
      </p:pic>
    </p:spTree>
    <p:extLst>
      <p:ext uri="{BB962C8B-B14F-4D97-AF65-F5344CB8AC3E}">
        <p14:creationId xmlns:p14="http://schemas.microsoft.com/office/powerpoint/2010/main" val="2339128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7BDBD-277B-6F45-A3C8-9E3EB453CD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50BA45D-4FEC-382A-594E-9FC694A9B57B}"/>
              </a:ext>
            </a:extLst>
          </p:cNvPr>
          <p:cNvSpPr>
            <a:spLocks noGrp="1"/>
          </p:cNvSpPr>
          <p:nvPr>
            <p:ph type="title"/>
          </p:nvPr>
        </p:nvSpPr>
        <p:spPr>
          <a:xfrm>
            <a:off x="310714" y="288017"/>
            <a:ext cx="11091600" cy="1332000"/>
          </a:xfrm>
        </p:spPr>
        <p:txBody>
          <a:bodyPr wrap="square" rtlCol="0" anchor="t">
            <a:normAutofit/>
          </a:bodyPr>
          <a:lstStyle/>
          <a:p>
            <a:pPr rtl="0"/>
            <a:r>
              <a:rPr lang="en-GB" dirty="0"/>
              <a:t>Interpolation is Done to Fill in Gaps</a:t>
            </a:r>
          </a:p>
        </p:txBody>
      </p:sp>
      <p:sp>
        <p:nvSpPr>
          <p:cNvPr id="5" name="Footer Placeholder 4">
            <a:extLst>
              <a:ext uri="{FF2B5EF4-FFF2-40B4-BE49-F238E27FC236}">
                <a16:creationId xmlns:a16="http://schemas.microsoft.com/office/drawing/2014/main" id="{3EE7AC62-F8E5-84C2-BCD9-36C69818E76D}"/>
              </a:ext>
            </a:extLst>
          </p:cNvPr>
          <p:cNvSpPr>
            <a:spLocks noGrp="1"/>
          </p:cNvSpPr>
          <p:nvPr>
            <p:ph type="ftr" sz="quarter" idx="11"/>
          </p:nvPr>
        </p:nvSpPr>
        <p:spPr>
          <a:xfrm>
            <a:off x="3359150" y="6507212"/>
            <a:ext cx="6379210" cy="153888"/>
          </a:xfrm>
        </p:spPr>
        <p:txBody>
          <a:bodyPr wrap="square" rtlCol="0" anchor="ctr">
            <a:normAutofit/>
          </a:bodyPr>
          <a:lstStyle/>
          <a:p>
            <a:pPr rtl="0">
              <a:spcAft>
                <a:spcPts val="600"/>
              </a:spcAft>
            </a:pPr>
            <a:r>
              <a:rPr lang="en-GB"/>
              <a:t>Sample Footer Text</a:t>
            </a:r>
          </a:p>
        </p:txBody>
      </p:sp>
      <p:sp>
        <p:nvSpPr>
          <p:cNvPr id="6" name="Slide Number Placeholder 5">
            <a:extLst>
              <a:ext uri="{FF2B5EF4-FFF2-40B4-BE49-F238E27FC236}">
                <a16:creationId xmlns:a16="http://schemas.microsoft.com/office/drawing/2014/main" id="{BE9ABB2F-CD02-FE49-373A-9785D9D28DEE}"/>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19</a:t>
            </a:fld>
            <a:endParaRPr lang="en-GB"/>
          </a:p>
        </p:txBody>
      </p:sp>
      <p:pic>
        <p:nvPicPr>
          <p:cNvPr id="3" name="Picture 2" descr="A graph showing a sine wave&#10;&#10;Description automatically generated">
            <a:extLst>
              <a:ext uri="{FF2B5EF4-FFF2-40B4-BE49-F238E27FC236}">
                <a16:creationId xmlns:a16="http://schemas.microsoft.com/office/drawing/2014/main" id="{5E405CD3-8A1B-C618-F2A7-8DECA82791DA}"/>
              </a:ext>
            </a:extLst>
          </p:cNvPr>
          <p:cNvPicPr>
            <a:picLocks noChangeAspect="1"/>
          </p:cNvPicPr>
          <p:nvPr/>
        </p:nvPicPr>
        <p:blipFill>
          <a:blip r:embed="rId2"/>
          <a:stretch>
            <a:fillRect/>
          </a:stretch>
        </p:blipFill>
        <p:spPr>
          <a:xfrm>
            <a:off x="697366" y="998474"/>
            <a:ext cx="10797268" cy="5662626"/>
          </a:xfrm>
          <a:prstGeom prst="rect">
            <a:avLst/>
          </a:prstGeom>
        </p:spPr>
      </p:pic>
    </p:spTree>
    <p:extLst>
      <p:ext uri="{BB962C8B-B14F-4D97-AF65-F5344CB8AC3E}">
        <p14:creationId xmlns:p14="http://schemas.microsoft.com/office/powerpoint/2010/main" val="2570431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76313-5A37-A911-A9DB-2C152246093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946C553-1FA7-02DD-E5DE-C85B9A06BA24}"/>
              </a:ext>
            </a:extLst>
          </p:cNvPr>
          <p:cNvSpPr>
            <a:spLocks noGrp="1"/>
          </p:cNvSpPr>
          <p:nvPr>
            <p:ph type="title"/>
          </p:nvPr>
        </p:nvSpPr>
        <p:spPr>
          <a:xfrm>
            <a:off x="310714" y="288017"/>
            <a:ext cx="11091600" cy="1332000"/>
          </a:xfrm>
        </p:spPr>
        <p:txBody>
          <a:bodyPr wrap="square" rtlCol="0" anchor="t">
            <a:normAutofit/>
          </a:bodyPr>
          <a:lstStyle/>
          <a:p>
            <a:pPr rtl="0"/>
            <a:r>
              <a:rPr lang="en-GB" dirty="0"/>
              <a:t>Noise Pickup can Cause Bad Readings</a:t>
            </a:r>
          </a:p>
        </p:txBody>
      </p:sp>
      <p:sp>
        <p:nvSpPr>
          <p:cNvPr id="5" name="Footer Placeholder 4">
            <a:extLst>
              <a:ext uri="{FF2B5EF4-FFF2-40B4-BE49-F238E27FC236}">
                <a16:creationId xmlns:a16="http://schemas.microsoft.com/office/drawing/2014/main" id="{C2675C4F-C999-3D75-1C74-E352C863C8D1}"/>
              </a:ext>
            </a:extLst>
          </p:cNvPr>
          <p:cNvSpPr>
            <a:spLocks noGrp="1"/>
          </p:cNvSpPr>
          <p:nvPr>
            <p:ph type="ftr" sz="quarter" idx="11"/>
          </p:nvPr>
        </p:nvSpPr>
        <p:spPr>
          <a:xfrm>
            <a:off x="3359150" y="6507212"/>
            <a:ext cx="6379210" cy="153888"/>
          </a:xfrm>
        </p:spPr>
        <p:txBody>
          <a:bodyPr wrap="square" rtlCol="0" anchor="ctr">
            <a:normAutofit/>
          </a:bodyPr>
          <a:lstStyle/>
          <a:p>
            <a:pPr rtl="0">
              <a:spcAft>
                <a:spcPts val="600"/>
              </a:spcAft>
            </a:pPr>
            <a:r>
              <a:rPr lang="en-GB"/>
              <a:t>Sample Footer Text</a:t>
            </a:r>
          </a:p>
        </p:txBody>
      </p:sp>
      <p:sp>
        <p:nvSpPr>
          <p:cNvPr id="6" name="Slide Number Placeholder 5">
            <a:extLst>
              <a:ext uri="{FF2B5EF4-FFF2-40B4-BE49-F238E27FC236}">
                <a16:creationId xmlns:a16="http://schemas.microsoft.com/office/drawing/2014/main" id="{9696F178-D430-083E-5ED3-95105727296A}"/>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20</a:t>
            </a:fld>
            <a:endParaRPr lang="en-GB"/>
          </a:p>
        </p:txBody>
      </p:sp>
      <p:pic>
        <p:nvPicPr>
          <p:cNvPr id="3" name="Picture 2">
            <a:extLst>
              <a:ext uri="{FF2B5EF4-FFF2-40B4-BE49-F238E27FC236}">
                <a16:creationId xmlns:a16="http://schemas.microsoft.com/office/drawing/2014/main" id="{7464517A-E664-802F-E70D-09C1FD504042}"/>
              </a:ext>
            </a:extLst>
          </p:cNvPr>
          <p:cNvPicPr>
            <a:picLocks noChangeAspect="1"/>
          </p:cNvPicPr>
          <p:nvPr/>
        </p:nvPicPr>
        <p:blipFill>
          <a:blip r:embed="rId2"/>
          <a:srcRect/>
          <a:stretch/>
        </p:blipFill>
        <p:spPr>
          <a:xfrm>
            <a:off x="1592502" y="998474"/>
            <a:ext cx="9006995" cy="5662626"/>
          </a:xfrm>
          <a:prstGeom prst="rect">
            <a:avLst/>
          </a:prstGeom>
        </p:spPr>
      </p:pic>
    </p:spTree>
    <p:extLst>
      <p:ext uri="{BB962C8B-B14F-4D97-AF65-F5344CB8AC3E}">
        <p14:creationId xmlns:p14="http://schemas.microsoft.com/office/powerpoint/2010/main" val="2433894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4393C-1D3F-8CA3-6DE0-3512F0F0EF6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B277A5D-6078-9157-7991-E0FE9C36F11D}"/>
              </a:ext>
            </a:extLst>
          </p:cNvPr>
          <p:cNvSpPr>
            <a:spLocks noGrp="1"/>
          </p:cNvSpPr>
          <p:nvPr>
            <p:ph type="title"/>
          </p:nvPr>
        </p:nvSpPr>
        <p:spPr>
          <a:xfrm>
            <a:off x="310714" y="288017"/>
            <a:ext cx="11091600" cy="1332000"/>
          </a:xfrm>
        </p:spPr>
        <p:txBody>
          <a:bodyPr wrap="square" rtlCol="0" anchor="t">
            <a:normAutofit/>
          </a:bodyPr>
          <a:lstStyle/>
          <a:p>
            <a:pPr rtl="0"/>
            <a:r>
              <a:rPr lang="en-GB" dirty="0"/>
              <a:t>Controllers will have to Clean Up Signals</a:t>
            </a:r>
          </a:p>
        </p:txBody>
      </p:sp>
      <p:sp>
        <p:nvSpPr>
          <p:cNvPr id="6" name="Slide Number Placeholder 5">
            <a:extLst>
              <a:ext uri="{FF2B5EF4-FFF2-40B4-BE49-F238E27FC236}">
                <a16:creationId xmlns:a16="http://schemas.microsoft.com/office/drawing/2014/main" id="{1FEAB9B1-D36A-EDFD-2EFC-66BBAA4B64AF}"/>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21</a:t>
            </a:fld>
            <a:endParaRPr lang="en-GB"/>
          </a:p>
        </p:txBody>
      </p:sp>
      <p:pic>
        <p:nvPicPr>
          <p:cNvPr id="3" name="Picture 2">
            <a:extLst>
              <a:ext uri="{FF2B5EF4-FFF2-40B4-BE49-F238E27FC236}">
                <a16:creationId xmlns:a16="http://schemas.microsoft.com/office/drawing/2014/main" id="{896BE258-75A4-2664-259B-CC4057696AF1}"/>
              </a:ext>
            </a:extLst>
          </p:cNvPr>
          <p:cNvPicPr>
            <a:picLocks noChangeAspect="1"/>
          </p:cNvPicPr>
          <p:nvPr/>
        </p:nvPicPr>
        <p:blipFill>
          <a:blip r:embed="rId2"/>
          <a:srcRect/>
          <a:stretch/>
        </p:blipFill>
        <p:spPr>
          <a:xfrm>
            <a:off x="0" y="1313224"/>
            <a:ext cx="12192000" cy="4848112"/>
          </a:xfrm>
          <a:prstGeom prst="rect">
            <a:avLst/>
          </a:prstGeom>
        </p:spPr>
      </p:pic>
    </p:spTree>
    <p:extLst>
      <p:ext uri="{BB962C8B-B14F-4D97-AF65-F5344CB8AC3E}">
        <p14:creationId xmlns:p14="http://schemas.microsoft.com/office/powerpoint/2010/main" val="38289666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60AA0-64B8-D15B-D84B-B66BCDAAC75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B25716B-F51F-6AEF-1555-151CD4F0269F}"/>
              </a:ext>
            </a:extLst>
          </p:cNvPr>
          <p:cNvSpPr>
            <a:spLocks noGrp="1"/>
          </p:cNvSpPr>
          <p:nvPr>
            <p:ph type="title"/>
          </p:nvPr>
        </p:nvSpPr>
        <p:spPr>
          <a:xfrm>
            <a:off x="310714" y="288017"/>
            <a:ext cx="11091600" cy="1332000"/>
          </a:xfrm>
        </p:spPr>
        <p:txBody>
          <a:bodyPr wrap="square" rtlCol="0" anchor="t">
            <a:normAutofit/>
          </a:bodyPr>
          <a:lstStyle/>
          <a:p>
            <a:pPr rtl="0"/>
            <a:r>
              <a:rPr lang="en-GB" dirty="0"/>
              <a:t>FFT Can Reveal Noise/Signal Content</a:t>
            </a:r>
          </a:p>
        </p:txBody>
      </p:sp>
      <p:sp>
        <p:nvSpPr>
          <p:cNvPr id="5" name="Footer Placeholder 4">
            <a:extLst>
              <a:ext uri="{FF2B5EF4-FFF2-40B4-BE49-F238E27FC236}">
                <a16:creationId xmlns:a16="http://schemas.microsoft.com/office/drawing/2014/main" id="{91363B49-376A-F885-CE03-35CCDE29302B}"/>
              </a:ext>
            </a:extLst>
          </p:cNvPr>
          <p:cNvSpPr>
            <a:spLocks noGrp="1"/>
          </p:cNvSpPr>
          <p:nvPr>
            <p:ph type="ftr" sz="quarter" idx="11"/>
          </p:nvPr>
        </p:nvSpPr>
        <p:spPr>
          <a:xfrm>
            <a:off x="3359150" y="6507212"/>
            <a:ext cx="6379210" cy="153888"/>
          </a:xfrm>
        </p:spPr>
        <p:txBody>
          <a:bodyPr wrap="square" rtlCol="0" anchor="ctr">
            <a:normAutofit/>
          </a:bodyPr>
          <a:lstStyle/>
          <a:p>
            <a:pPr rtl="0">
              <a:spcAft>
                <a:spcPts val="600"/>
              </a:spcAft>
            </a:pPr>
            <a:r>
              <a:rPr lang="en-GB"/>
              <a:t>Sample Footer Text</a:t>
            </a:r>
          </a:p>
        </p:txBody>
      </p:sp>
      <p:sp>
        <p:nvSpPr>
          <p:cNvPr id="6" name="Slide Number Placeholder 5">
            <a:extLst>
              <a:ext uri="{FF2B5EF4-FFF2-40B4-BE49-F238E27FC236}">
                <a16:creationId xmlns:a16="http://schemas.microsoft.com/office/drawing/2014/main" id="{C29686CE-3845-8416-575C-B957C82E0BA6}"/>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22</a:t>
            </a:fld>
            <a:endParaRPr lang="en-GB"/>
          </a:p>
        </p:txBody>
      </p:sp>
      <p:pic>
        <p:nvPicPr>
          <p:cNvPr id="3" name="Picture 2">
            <a:extLst>
              <a:ext uri="{FF2B5EF4-FFF2-40B4-BE49-F238E27FC236}">
                <a16:creationId xmlns:a16="http://schemas.microsoft.com/office/drawing/2014/main" id="{78D18BAF-C35E-4991-EEBA-B6DECC3EABFD}"/>
              </a:ext>
            </a:extLst>
          </p:cNvPr>
          <p:cNvPicPr>
            <a:picLocks noChangeAspect="1"/>
          </p:cNvPicPr>
          <p:nvPr/>
        </p:nvPicPr>
        <p:blipFill>
          <a:blip r:embed="rId2"/>
          <a:srcRect/>
          <a:stretch/>
        </p:blipFill>
        <p:spPr>
          <a:xfrm>
            <a:off x="1592502" y="1295219"/>
            <a:ext cx="9006995" cy="5069136"/>
          </a:xfrm>
          <a:prstGeom prst="rect">
            <a:avLst/>
          </a:prstGeom>
        </p:spPr>
      </p:pic>
    </p:spTree>
    <p:extLst>
      <p:ext uri="{BB962C8B-B14F-4D97-AF65-F5344CB8AC3E}">
        <p14:creationId xmlns:p14="http://schemas.microsoft.com/office/powerpoint/2010/main" val="2710296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40917-9E40-7814-F163-996BA7EB75A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63C9621-00ED-C03F-6AA3-454E8BC92DB7}"/>
              </a:ext>
            </a:extLst>
          </p:cNvPr>
          <p:cNvSpPr>
            <a:spLocks noGrp="1"/>
          </p:cNvSpPr>
          <p:nvPr>
            <p:ph type="title"/>
          </p:nvPr>
        </p:nvSpPr>
        <p:spPr>
          <a:xfrm>
            <a:off x="310714" y="288017"/>
            <a:ext cx="11091600" cy="1332000"/>
          </a:xfrm>
        </p:spPr>
        <p:txBody>
          <a:bodyPr wrap="square" rtlCol="0" anchor="t">
            <a:normAutofit/>
          </a:bodyPr>
          <a:lstStyle/>
          <a:p>
            <a:pPr rtl="0"/>
            <a:r>
              <a:rPr lang="en-GB" dirty="0"/>
              <a:t>FFT Splits the Frequency Content</a:t>
            </a:r>
          </a:p>
        </p:txBody>
      </p:sp>
      <p:sp>
        <p:nvSpPr>
          <p:cNvPr id="5" name="Footer Placeholder 4">
            <a:extLst>
              <a:ext uri="{FF2B5EF4-FFF2-40B4-BE49-F238E27FC236}">
                <a16:creationId xmlns:a16="http://schemas.microsoft.com/office/drawing/2014/main" id="{5BA37EC5-C4C6-DD63-8736-2D432C0DE488}"/>
              </a:ext>
            </a:extLst>
          </p:cNvPr>
          <p:cNvSpPr>
            <a:spLocks noGrp="1"/>
          </p:cNvSpPr>
          <p:nvPr>
            <p:ph type="ftr" sz="quarter" idx="11"/>
          </p:nvPr>
        </p:nvSpPr>
        <p:spPr>
          <a:xfrm>
            <a:off x="3359150" y="6507212"/>
            <a:ext cx="6379210" cy="153888"/>
          </a:xfrm>
        </p:spPr>
        <p:txBody>
          <a:bodyPr wrap="square" rtlCol="0" anchor="ctr">
            <a:normAutofit/>
          </a:bodyPr>
          <a:lstStyle/>
          <a:p>
            <a:pPr rtl="0">
              <a:spcAft>
                <a:spcPts val="600"/>
              </a:spcAft>
            </a:pPr>
            <a:r>
              <a:rPr lang="en-GB"/>
              <a:t>Sample Footer Text</a:t>
            </a:r>
          </a:p>
        </p:txBody>
      </p:sp>
      <p:sp>
        <p:nvSpPr>
          <p:cNvPr id="6" name="Slide Number Placeholder 5">
            <a:extLst>
              <a:ext uri="{FF2B5EF4-FFF2-40B4-BE49-F238E27FC236}">
                <a16:creationId xmlns:a16="http://schemas.microsoft.com/office/drawing/2014/main" id="{A91BBFA6-D159-2BDC-6AD0-902FF0BE3336}"/>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23</a:t>
            </a:fld>
            <a:endParaRPr lang="en-GB"/>
          </a:p>
        </p:txBody>
      </p:sp>
      <p:pic>
        <p:nvPicPr>
          <p:cNvPr id="3" name="Picture 2">
            <a:extLst>
              <a:ext uri="{FF2B5EF4-FFF2-40B4-BE49-F238E27FC236}">
                <a16:creationId xmlns:a16="http://schemas.microsoft.com/office/drawing/2014/main" id="{DD8EE1F4-A46A-EFFE-7F8B-417E8D616626}"/>
              </a:ext>
            </a:extLst>
          </p:cNvPr>
          <p:cNvPicPr>
            <a:picLocks noChangeAspect="1"/>
          </p:cNvPicPr>
          <p:nvPr/>
        </p:nvPicPr>
        <p:blipFill>
          <a:blip r:embed="rId2"/>
          <a:srcRect/>
          <a:stretch/>
        </p:blipFill>
        <p:spPr>
          <a:xfrm>
            <a:off x="2086680" y="1048051"/>
            <a:ext cx="8018640" cy="5613049"/>
          </a:xfrm>
          <a:prstGeom prst="rect">
            <a:avLst/>
          </a:prstGeom>
        </p:spPr>
      </p:pic>
    </p:spTree>
    <p:extLst>
      <p:ext uri="{BB962C8B-B14F-4D97-AF65-F5344CB8AC3E}">
        <p14:creationId xmlns:p14="http://schemas.microsoft.com/office/powerpoint/2010/main" val="14187011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688F4-8013-8EEC-980B-1A3127AB7B2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0FF6722-4F9A-DA59-5116-D0D9E9993AAA}"/>
              </a:ext>
            </a:extLst>
          </p:cNvPr>
          <p:cNvSpPr>
            <a:spLocks noGrp="1"/>
          </p:cNvSpPr>
          <p:nvPr>
            <p:ph type="title"/>
          </p:nvPr>
        </p:nvSpPr>
        <p:spPr>
          <a:xfrm>
            <a:off x="310714" y="288017"/>
            <a:ext cx="11091600" cy="1332000"/>
          </a:xfrm>
        </p:spPr>
        <p:txBody>
          <a:bodyPr wrap="square" rtlCol="0" anchor="t">
            <a:normAutofit/>
          </a:bodyPr>
          <a:lstStyle/>
          <a:p>
            <a:pPr rtl="0"/>
            <a:r>
              <a:rPr lang="en-GB" dirty="0"/>
              <a:t>Every Signal Can be Broken Down</a:t>
            </a:r>
          </a:p>
        </p:txBody>
      </p:sp>
      <p:sp>
        <p:nvSpPr>
          <p:cNvPr id="5" name="Footer Placeholder 4">
            <a:extLst>
              <a:ext uri="{FF2B5EF4-FFF2-40B4-BE49-F238E27FC236}">
                <a16:creationId xmlns:a16="http://schemas.microsoft.com/office/drawing/2014/main" id="{E21F43FF-AEB5-9E20-F470-51F9D4B480C3}"/>
              </a:ext>
            </a:extLst>
          </p:cNvPr>
          <p:cNvSpPr>
            <a:spLocks noGrp="1"/>
          </p:cNvSpPr>
          <p:nvPr>
            <p:ph type="ftr" sz="quarter" idx="11"/>
          </p:nvPr>
        </p:nvSpPr>
        <p:spPr>
          <a:xfrm>
            <a:off x="3359150" y="6507212"/>
            <a:ext cx="6379210" cy="153888"/>
          </a:xfrm>
        </p:spPr>
        <p:txBody>
          <a:bodyPr wrap="square" rtlCol="0" anchor="ctr">
            <a:normAutofit/>
          </a:bodyPr>
          <a:lstStyle/>
          <a:p>
            <a:pPr rtl="0">
              <a:spcAft>
                <a:spcPts val="600"/>
              </a:spcAft>
            </a:pPr>
            <a:r>
              <a:rPr lang="en-GB"/>
              <a:t>Sample Footer Text</a:t>
            </a:r>
          </a:p>
        </p:txBody>
      </p:sp>
      <p:sp>
        <p:nvSpPr>
          <p:cNvPr id="6" name="Slide Number Placeholder 5">
            <a:extLst>
              <a:ext uri="{FF2B5EF4-FFF2-40B4-BE49-F238E27FC236}">
                <a16:creationId xmlns:a16="http://schemas.microsoft.com/office/drawing/2014/main" id="{2E10DB65-A187-5649-0060-ACDE9B9AA1B8}"/>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24</a:t>
            </a:fld>
            <a:endParaRPr lang="en-GB"/>
          </a:p>
        </p:txBody>
      </p:sp>
      <p:pic>
        <p:nvPicPr>
          <p:cNvPr id="3" name="Picture 2">
            <a:extLst>
              <a:ext uri="{FF2B5EF4-FFF2-40B4-BE49-F238E27FC236}">
                <a16:creationId xmlns:a16="http://schemas.microsoft.com/office/drawing/2014/main" id="{7A53E26D-D43A-D584-1ED8-300C25FE6F88}"/>
              </a:ext>
            </a:extLst>
          </p:cNvPr>
          <p:cNvPicPr>
            <a:picLocks noChangeAspect="1"/>
          </p:cNvPicPr>
          <p:nvPr/>
        </p:nvPicPr>
        <p:blipFill>
          <a:blip r:embed="rId2"/>
          <a:srcRect/>
          <a:stretch/>
        </p:blipFill>
        <p:spPr>
          <a:xfrm>
            <a:off x="2086680" y="1153853"/>
            <a:ext cx="8018640" cy="5401445"/>
          </a:xfrm>
          <a:prstGeom prst="rect">
            <a:avLst/>
          </a:prstGeom>
        </p:spPr>
      </p:pic>
    </p:spTree>
    <p:extLst>
      <p:ext uri="{BB962C8B-B14F-4D97-AF65-F5344CB8AC3E}">
        <p14:creationId xmlns:p14="http://schemas.microsoft.com/office/powerpoint/2010/main" val="1782524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19A5A-A401-8707-2351-5BCCAF95A886}"/>
            </a:ext>
          </a:extLst>
        </p:cNvPr>
        <p:cNvGrpSpPr/>
        <p:nvPr/>
      </p:nvGrpSpPr>
      <p:grpSpPr>
        <a:xfrm>
          <a:off x="0" y="0"/>
          <a:ext cx="0" cy="0"/>
          <a:chOff x="0" y="0"/>
          <a:chExt cx="0" cy="0"/>
        </a:xfrm>
      </p:grpSpPr>
      <p:grpSp>
        <p:nvGrpSpPr>
          <p:cNvPr id="25" name="Group 24">
            <a:extLst>
              <a:ext uri="{FF2B5EF4-FFF2-40B4-BE49-F238E27FC236}">
                <a16:creationId xmlns:a16="http://schemas.microsoft.com/office/drawing/2014/main" id="{063E2E2A-74C5-87F7-1044-E2FB7EF87A11}"/>
              </a:ext>
              <a:ext uri="{C183D7F6-B498-43B3-948B-1728B52AA6E4}">
                <adec:decorative xmlns:adec="http://schemas.microsoft.com/office/drawing/2017/decorative" val="1"/>
              </a:ext>
            </a:extLst>
          </p:cNvPr>
          <p:cNvGrpSpPr/>
          <p:nvPr/>
        </p:nvGrpSpPr>
        <p:grpSpPr>
          <a:xfrm>
            <a:off x="10379261" y="2030035"/>
            <a:ext cx="1335600" cy="1262947"/>
            <a:chOff x="10145015" y="2343978"/>
            <a:chExt cx="1335600" cy="1262947"/>
          </a:xfrm>
        </p:grpSpPr>
        <p:sp>
          <p:nvSpPr>
            <p:cNvPr id="26" name="Freeform: Shape 25">
              <a:extLst>
                <a:ext uri="{FF2B5EF4-FFF2-40B4-BE49-F238E27FC236}">
                  <a16:creationId xmlns:a16="http://schemas.microsoft.com/office/drawing/2014/main" id="{14C07EED-9C40-8F55-9215-C0F2128B765C}"/>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27" name="Oval 26">
              <a:extLst>
                <a:ext uri="{FF2B5EF4-FFF2-40B4-BE49-F238E27FC236}">
                  <a16:creationId xmlns:a16="http://schemas.microsoft.com/office/drawing/2014/main" id="{A877FBE3-40C2-CE0F-282C-4CDA9366D4BA}"/>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grpSp>
      <p:sp>
        <p:nvSpPr>
          <p:cNvPr id="7" name="Title 6">
            <a:extLst>
              <a:ext uri="{FF2B5EF4-FFF2-40B4-BE49-F238E27FC236}">
                <a16:creationId xmlns:a16="http://schemas.microsoft.com/office/drawing/2014/main" id="{F904717A-2AD6-B7BA-BD61-46E334A3C7DD}"/>
              </a:ext>
            </a:extLst>
          </p:cNvPr>
          <p:cNvSpPr>
            <a:spLocks noGrp="1"/>
          </p:cNvSpPr>
          <p:nvPr>
            <p:ph type="title"/>
          </p:nvPr>
        </p:nvSpPr>
        <p:spPr>
          <a:xfrm>
            <a:off x="550862" y="549275"/>
            <a:ext cx="11097551" cy="1332000"/>
          </a:xfrm>
        </p:spPr>
        <p:txBody>
          <a:bodyPr rtlCol="0">
            <a:normAutofit/>
          </a:bodyPr>
          <a:lstStyle/>
          <a:p>
            <a:pPr rtl="0"/>
            <a:r>
              <a:rPr lang="en-GB" dirty="0"/>
              <a:t>Digital Signals</a:t>
            </a:r>
          </a:p>
        </p:txBody>
      </p:sp>
      <p:sp>
        <p:nvSpPr>
          <p:cNvPr id="9" name="Text Placeholder 8">
            <a:extLst>
              <a:ext uri="{FF2B5EF4-FFF2-40B4-BE49-F238E27FC236}">
                <a16:creationId xmlns:a16="http://schemas.microsoft.com/office/drawing/2014/main" id="{262191EF-E653-572C-1145-9A178CB08655}"/>
              </a:ext>
            </a:extLst>
          </p:cNvPr>
          <p:cNvSpPr>
            <a:spLocks noGrp="1"/>
          </p:cNvSpPr>
          <p:nvPr>
            <p:ph type="body" idx="1"/>
          </p:nvPr>
        </p:nvSpPr>
        <p:spPr>
          <a:xfrm>
            <a:off x="558936" y="1731375"/>
            <a:ext cx="5429113" cy="535354"/>
          </a:xfrm>
        </p:spPr>
        <p:txBody>
          <a:bodyPr rtlCol="0"/>
          <a:lstStyle/>
          <a:p>
            <a:pPr rtl="0"/>
            <a:r>
              <a:rPr lang="en-US" sz="2800" dirty="0"/>
              <a:t>Advantages </a:t>
            </a:r>
            <a:endParaRPr lang="en-GB" sz="2800" dirty="0"/>
          </a:p>
        </p:txBody>
      </p:sp>
      <p:sp>
        <p:nvSpPr>
          <p:cNvPr id="10" name="Content Placeholder 9">
            <a:extLst>
              <a:ext uri="{FF2B5EF4-FFF2-40B4-BE49-F238E27FC236}">
                <a16:creationId xmlns:a16="http://schemas.microsoft.com/office/drawing/2014/main" id="{184A07C3-352A-2D38-DE59-3C7158A7BF8E}"/>
              </a:ext>
            </a:extLst>
          </p:cNvPr>
          <p:cNvSpPr>
            <a:spLocks noGrp="1"/>
          </p:cNvSpPr>
          <p:nvPr>
            <p:ph sz="half" idx="2"/>
          </p:nvPr>
        </p:nvSpPr>
        <p:spPr>
          <a:xfrm>
            <a:off x="435429" y="2467024"/>
            <a:ext cx="5306356" cy="3515555"/>
          </a:xfrm>
        </p:spPr>
        <p:txBody>
          <a:bodyPr rtlCol="0"/>
          <a:lstStyle/>
          <a:p>
            <a:pPr marL="0" indent="0" rtl="0">
              <a:buNone/>
            </a:pPr>
            <a:r>
              <a:rPr lang="en-US" dirty="0"/>
              <a:t>- </a:t>
            </a:r>
            <a:r>
              <a:rPr lang="en-US" b="1" dirty="0"/>
              <a:t>Immunity to Noise:</a:t>
            </a:r>
            <a:r>
              <a:rPr lang="en-US" dirty="0"/>
              <a:t> Resistant to EMI, ensuring reliable communication.</a:t>
            </a:r>
          </a:p>
          <a:p>
            <a:pPr marL="0" indent="0" rtl="0">
              <a:buNone/>
            </a:pPr>
            <a:r>
              <a:rPr lang="en-US" dirty="0"/>
              <a:t>- </a:t>
            </a:r>
            <a:r>
              <a:rPr lang="en-US" b="1" dirty="0"/>
              <a:t>Ease of Data Handling: </a:t>
            </a:r>
            <a:r>
              <a:rPr lang="en-US" dirty="0"/>
              <a:t>Facilitates data processing and storage.</a:t>
            </a:r>
          </a:p>
          <a:p>
            <a:pPr marL="0" indent="0" rtl="0">
              <a:buNone/>
            </a:pPr>
            <a:r>
              <a:rPr lang="en-US" b="1" dirty="0"/>
              <a:t>- Precision:</a:t>
            </a:r>
            <a:r>
              <a:rPr lang="en-US" dirty="0"/>
              <a:t> Reduces errors through binary representation.</a:t>
            </a:r>
          </a:p>
        </p:txBody>
      </p:sp>
      <p:sp>
        <p:nvSpPr>
          <p:cNvPr id="11" name="Text Placeholder 10">
            <a:extLst>
              <a:ext uri="{FF2B5EF4-FFF2-40B4-BE49-F238E27FC236}">
                <a16:creationId xmlns:a16="http://schemas.microsoft.com/office/drawing/2014/main" id="{390F08D9-F7F5-4624-8883-8E90D4E2F0FD}"/>
              </a:ext>
            </a:extLst>
          </p:cNvPr>
          <p:cNvSpPr>
            <a:spLocks noGrp="1"/>
          </p:cNvSpPr>
          <p:nvPr>
            <p:ph type="body" sz="quarter" idx="3"/>
          </p:nvPr>
        </p:nvSpPr>
        <p:spPr>
          <a:xfrm>
            <a:off x="6203954" y="1731375"/>
            <a:ext cx="5444462" cy="535354"/>
          </a:xfrm>
        </p:spPr>
        <p:txBody>
          <a:bodyPr rtlCol="0"/>
          <a:lstStyle/>
          <a:p>
            <a:pPr rtl="0"/>
            <a:r>
              <a:rPr lang="en-GB" sz="3200" dirty="0"/>
              <a:t>Disadvantages</a:t>
            </a:r>
          </a:p>
        </p:txBody>
      </p:sp>
      <p:sp>
        <p:nvSpPr>
          <p:cNvPr id="12" name="Content Placeholder 11">
            <a:extLst>
              <a:ext uri="{FF2B5EF4-FFF2-40B4-BE49-F238E27FC236}">
                <a16:creationId xmlns:a16="http://schemas.microsoft.com/office/drawing/2014/main" id="{3401F32C-1362-A84F-6DEB-676F93EA750F}"/>
              </a:ext>
            </a:extLst>
          </p:cNvPr>
          <p:cNvSpPr>
            <a:spLocks noGrp="1"/>
          </p:cNvSpPr>
          <p:nvPr>
            <p:ph sz="quarter" idx="4"/>
          </p:nvPr>
        </p:nvSpPr>
        <p:spPr>
          <a:xfrm>
            <a:off x="6096000" y="2480456"/>
            <a:ext cx="5907218" cy="4026755"/>
          </a:xfrm>
        </p:spPr>
        <p:txBody>
          <a:bodyPr rtlCol="0"/>
          <a:lstStyle/>
          <a:p>
            <a:pPr marL="0" indent="0" rtl="0">
              <a:buNone/>
            </a:pPr>
            <a:r>
              <a:rPr lang="en-US" dirty="0"/>
              <a:t>- </a:t>
            </a:r>
            <a:r>
              <a:rPr lang="en-US" b="1" dirty="0"/>
              <a:t>Limited Resolution: </a:t>
            </a:r>
            <a:r>
              <a:rPr lang="en-US" dirty="0"/>
              <a:t>Limited by the number of bits used to represent values.</a:t>
            </a:r>
          </a:p>
          <a:p>
            <a:pPr marL="0" indent="0" rtl="0">
              <a:buNone/>
            </a:pPr>
            <a:r>
              <a:rPr lang="en-US" dirty="0"/>
              <a:t>- </a:t>
            </a:r>
            <a:r>
              <a:rPr lang="en-US" b="1" dirty="0"/>
              <a:t>Latency Issues: </a:t>
            </a:r>
            <a:r>
              <a:rPr lang="en-US" dirty="0"/>
              <a:t>Delays can occur due to processing requirements.</a:t>
            </a:r>
          </a:p>
          <a:p>
            <a:pPr marL="0" indent="0" rtl="0">
              <a:buNone/>
            </a:pPr>
            <a:r>
              <a:rPr lang="en-US" dirty="0"/>
              <a:t> - </a:t>
            </a:r>
            <a:r>
              <a:rPr lang="en-US" b="1" dirty="0"/>
              <a:t>EMI: </a:t>
            </a:r>
            <a:r>
              <a:rPr lang="en-US" dirty="0"/>
              <a:t>High Data Rates can Cause Excessive EMI emissions</a:t>
            </a:r>
          </a:p>
        </p:txBody>
      </p:sp>
      <p:sp>
        <p:nvSpPr>
          <p:cNvPr id="6" name="Slide Number Placeholder 5">
            <a:extLst>
              <a:ext uri="{FF2B5EF4-FFF2-40B4-BE49-F238E27FC236}">
                <a16:creationId xmlns:a16="http://schemas.microsoft.com/office/drawing/2014/main" id="{1B298289-8426-FDB7-FD8C-7D303E72813B}"/>
              </a:ext>
            </a:extLst>
          </p:cNvPr>
          <p:cNvSpPr>
            <a:spLocks noGrp="1"/>
          </p:cNvSpPr>
          <p:nvPr>
            <p:ph type="sldNum" sz="quarter" idx="12"/>
          </p:nvPr>
        </p:nvSpPr>
        <p:spPr>
          <a:xfrm>
            <a:off x="9948863" y="6507212"/>
            <a:ext cx="1692274" cy="153888"/>
          </a:xfrm>
        </p:spPr>
        <p:txBody>
          <a:bodyPr rtlCol="0"/>
          <a:lstStyle/>
          <a:p>
            <a:pPr rtl="0"/>
            <a:fld id="{DBA1B0FB-D917-4C8C-928F-313BD683BF39}" type="slidenum">
              <a:rPr lang="en-GB" smtClean="0"/>
              <a:pPr rtl="0"/>
              <a:t>25</a:t>
            </a:fld>
            <a:endParaRPr lang="en-GB"/>
          </a:p>
        </p:txBody>
      </p:sp>
      <p:sp>
        <p:nvSpPr>
          <p:cNvPr id="22" name="Freeform: Shape 21">
            <a:extLst>
              <a:ext uri="{FF2B5EF4-FFF2-40B4-BE49-F238E27FC236}">
                <a16:creationId xmlns:a16="http://schemas.microsoft.com/office/drawing/2014/main" id="{D24B3AA6-07D1-0D26-7E09-DFFBF5FBB3CA}"/>
              </a:ext>
              <a:ext uri="{C183D7F6-B498-43B3-948B-1728B52AA6E4}">
                <adec:decorative xmlns:adec="http://schemas.microsoft.com/office/drawing/2017/decorative" val="1"/>
              </a:ext>
            </a:extLst>
          </p:cNvPr>
          <p:cNvSpPr>
            <a:spLocks noChangeAspect="1"/>
          </p:cNvSpPr>
          <p:nvPr/>
        </p:nvSpPr>
        <p:spPr>
          <a:xfrm>
            <a:off x="4295775" y="0"/>
            <a:ext cx="360000" cy="274638"/>
          </a:xfrm>
          <a:custGeom>
            <a:avLst/>
            <a:gdLst>
              <a:gd name="connsiteX0" fmla="*/ 30714 w 360000"/>
              <a:gd name="connsiteY0" fmla="*/ 0 h 274638"/>
              <a:gd name="connsiteX1" fmla="*/ 329286 w 360000"/>
              <a:gd name="connsiteY1" fmla="*/ 0 h 274638"/>
              <a:gd name="connsiteX2" fmla="*/ 345855 w 360000"/>
              <a:gd name="connsiteY2" fmla="*/ 24574 h 274638"/>
              <a:gd name="connsiteX3" fmla="*/ 360000 w 360000"/>
              <a:gd name="connsiteY3" fmla="*/ 94638 h 274638"/>
              <a:gd name="connsiteX4" fmla="*/ 180000 w 360000"/>
              <a:gd name="connsiteY4" fmla="*/ 274638 h 274638"/>
              <a:gd name="connsiteX5" fmla="*/ 0 w 360000"/>
              <a:gd name="connsiteY5" fmla="*/ 94638 h 274638"/>
              <a:gd name="connsiteX6" fmla="*/ 14145 w 360000"/>
              <a:gd name="connsiteY6" fmla="*/ 24574 h 27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0" h="274638">
                <a:moveTo>
                  <a:pt x="30714" y="0"/>
                </a:moveTo>
                <a:lnTo>
                  <a:pt x="329286" y="0"/>
                </a:lnTo>
                <a:lnTo>
                  <a:pt x="345855" y="24574"/>
                </a:lnTo>
                <a:cubicBezTo>
                  <a:pt x="354963" y="46109"/>
                  <a:pt x="360000" y="69785"/>
                  <a:pt x="360000" y="94638"/>
                </a:cubicBezTo>
                <a:cubicBezTo>
                  <a:pt x="360000" y="194049"/>
                  <a:pt x="279411" y="274638"/>
                  <a:pt x="180000" y="274638"/>
                </a:cubicBezTo>
                <a:cubicBezTo>
                  <a:pt x="80589" y="274638"/>
                  <a:pt x="0" y="194049"/>
                  <a:pt x="0" y="94638"/>
                </a:cubicBezTo>
                <a:cubicBezTo>
                  <a:pt x="0" y="69785"/>
                  <a:pt x="5037" y="46109"/>
                  <a:pt x="14145" y="24574"/>
                </a:cubicBezTo>
                <a:close/>
              </a:path>
            </a:pathLst>
          </a:cu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cxnSp>
        <p:nvCxnSpPr>
          <p:cNvPr id="2" name="Straight Connector 1">
            <a:extLst>
              <a:ext uri="{FF2B5EF4-FFF2-40B4-BE49-F238E27FC236}">
                <a16:creationId xmlns:a16="http://schemas.microsoft.com/office/drawing/2014/main" id="{A0B72CA5-2581-3498-9D59-B357CD92E52C}"/>
              </a:ext>
            </a:extLst>
          </p:cNvPr>
          <p:cNvCxnSpPr>
            <a:cxnSpLocks/>
          </p:cNvCxnSpPr>
          <p:nvPr/>
        </p:nvCxnSpPr>
        <p:spPr>
          <a:xfrm>
            <a:off x="435429" y="2357372"/>
            <a:ext cx="11473542" cy="0"/>
          </a:xfrm>
          <a:prstGeom prst="line">
            <a:avLst/>
          </a:prstGeom>
          <a:ln w="1905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71584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696FB-44C4-AA48-54A1-A47E7761E25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6D06BFD-23CC-4278-C82F-4D7A61FEF265}"/>
              </a:ext>
            </a:extLst>
          </p:cNvPr>
          <p:cNvSpPr>
            <a:spLocks noGrp="1"/>
          </p:cNvSpPr>
          <p:nvPr>
            <p:ph type="title"/>
          </p:nvPr>
        </p:nvSpPr>
        <p:spPr>
          <a:xfrm>
            <a:off x="310714" y="288017"/>
            <a:ext cx="11091600" cy="1332000"/>
          </a:xfrm>
        </p:spPr>
        <p:txBody>
          <a:bodyPr wrap="square" rtlCol="0" anchor="t">
            <a:normAutofit/>
          </a:bodyPr>
          <a:lstStyle/>
          <a:p>
            <a:pPr rtl="0"/>
            <a:r>
              <a:rPr lang="en-GB" dirty="0"/>
              <a:t>Digital Signals are Noise Resistant</a:t>
            </a:r>
          </a:p>
        </p:txBody>
      </p:sp>
      <p:sp>
        <p:nvSpPr>
          <p:cNvPr id="5" name="Footer Placeholder 4">
            <a:extLst>
              <a:ext uri="{FF2B5EF4-FFF2-40B4-BE49-F238E27FC236}">
                <a16:creationId xmlns:a16="http://schemas.microsoft.com/office/drawing/2014/main" id="{A7BE60FF-6EB8-CE76-19BB-E1800EFE0446}"/>
              </a:ext>
            </a:extLst>
          </p:cNvPr>
          <p:cNvSpPr>
            <a:spLocks noGrp="1"/>
          </p:cNvSpPr>
          <p:nvPr>
            <p:ph type="ftr" sz="quarter" idx="11"/>
          </p:nvPr>
        </p:nvSpPr>
        <p:spPr>
          <a:xfrm>
            <a:off x="3359150" y="6507212"/>
            <a:ext cx="6379210" cy="153888"/>
          </a:xfrm>
        </p:spPr>
        <p:txBody>
          <a:bodyPr wrap="square" rtlCol="0" anchor="ctr">
            <a:normAutofit/>
          </a:bodyPr>
          <a:lstStyle/>
          <a:p>
            <a:pPr rtl="0">
              <a:spcAft>
                <a:spcPts val="600"/>
              </a:spcAft>
            </a:pPr>
            <a:r>
              <a:rPr lang="en-GB"/>
              <a:t>Sample Footer Text</a:t>
            </a:r>
          </a:p>
        </p:txBody>
      </p:sp>
      <p:sp>
        <p:nvSpPr>
          <p:cNvPr id="6" name="Slide Number Placeholder 5">
            <a:extLst>
              <a:ext uri="{FF2B5EF4-FFF2-40B4-BE49-F238E27FC236}">
                <a16:creationId xmlns:a16="http://schemas.microsoft.com/office/drawing/2014/main" id="{D8B3B774-2B4D-3455-779D-6BE094971714}"/>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26</a:t>
            </a:fld>
            <a:endParaRPr lang="en-GB"/>
          </a:p>
        </p:txBody>
      </p:sp>
      <p:pic>
        <p:nvPicPr>
          <p:cNvPr id="3" name="Picture 2">
            <a:extLst>
              <a:ext uri="{FF2B5EF4-FFF2-40B4-BE49-F238E27FC236}">
                <a16:creationId xmlns:a16="http://schemas.microsoft.com/office/drawing/2014/main" id="{D1D0DB93-EDB3-8D71-9F28-3D12472B3E4D}"/>
              </a:ext>
            </a:extLst>
          </p:cNvPr>
          <p:cNvPicPr>
            <a:picLocks noChangeAspect="1"/>
          </p:cNvPicPr>
          <p:nvPr/>
        </p:nvPicPr>
        <p:blipFill>
          <a:blip r:embed="rId2"/>
          <a:srcRect/>
          <a:stretch/>
        </p:blipFill>
        <p:spPr>
          <a:xfrm>
            <a:off x="2086680" y="1333948"/>
            <a:ext cx="8018640" cy="5041254"/>
          </a:xfrm>
          <a:prstGeom prst="rect">
            <a:avLst/>
          </a:prstGeom>
        </p:spPr>
      </p:pic>
    </p:spTree>
    <p:extLst>
      <p:ext uri="{BB962C8B-B14F-4D97-AF65-F5344CB8AC3E}">
        <p14:creationId xmlns:p14="http://schemas.microsoft.com/office/powerpoint/2010/main" val="9469070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AE90D-D21C-8A82-6829-115230036D1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B4E8618-8CEC-DB2F-C098-648CD7F59C95}"/>
              </a:ext>
            </a:extLst>
          </p:cNvPr>
          <p:cNvSpPr>
            <a:spLocks noGrp="1"/>
          </p:cNvSpPr>
          <p:nvPr>
            <p:ph type="title"/>
          </p:nvPr>
        </p:nvSpPr>
        <p:spPr>
          <a:xfrm>
            <a:off x="550862" y="549275"/>
            <a:ext cx="11091600" cy="1332000"/>
          </a:xfrm>
        </p:spPr>
        <p:txBody>
          <a:bodyPr wrap="square" rtlCol="0" anchor="t">
            <a:normAutofit/>
          </a:bodyPr>
          <a:lstStyle/>
          <a:p>
            <a:pPr rtl="0"/>
            <a:r>
              <a:rPr lang="en-GB" dirty="0"/>
              <a:t>As Long as It is With-In Limits</a:t>
            </a:r>
          </a:p>
        </p:txBody>
      </p:sp>
      <p:pic>
        <p:nvPicPr>
          <p:cNvPr id="4" name="Picture 3" descr="A black rectangle with red lines&#10;&#10;Description automatically generated">
            <a:extLst>
              <a:ext uri="{FF2B5EF4-FFF2-40B4-BE49-F238E27FC236}">
                <a16:creationId xmlns:a16="http://schemas.microsoft.com/office/drawing/2014/main" id="{1ACFFDA9-B92B-498A-D075-8B8E3F0078BE}"/>
              </a:ext>
            </a:extLst>
          </p:cNvPr>
          <p:cNvPicPr>
            <a:picLocks noChangeAspect="1"/>
          </p:cNvPicPr>
          <p:nvPr/>
        </p:nvPicPr>
        <p:blipFill>
          <a:blip r:embed="rId2"/>
          <a:stretch>
            <a:fillRect/>
          </a:stretch>
        </p:blipFill>
        <p:spPr>
          <a:xfrm>
            <a:off x="550863" y="2286979"/>
            <a:ext cx="11090274" cy="3632064"/>
          </a:xfrm>
          <a:prstGeom prst="rect">
            <a:avLst/>
          </a:prstGeom>
          <a:noFill/>
        </p:spPr>
      </p:pic>
      <p:sp>
        <p:nvSpPr>
          <p:cNvPr id="16" name="Date Placeholder 3">
            <a:extLst>
              <a:ext uri="{FF2B5EF4-FFF2-40B4-BE49-F238E27FC236}">
                <a16:creationId xmlns:a16="http://schemas.microsoft.com/office/drawing/2014/main" id="{84E30015-9F81-A3CC-C232-1E2305BBF988}"/>
              </a:ext>
            </a:extLst>
          </p:cNvPr>
          <p:cNvSpPr>
            <a:spLocks noGrp="1"/>
          </p:cNvSpPr>
          <p:nvPr>
            <p:ph type="dt" sz="half" idx="10"/>
          </p:nvPr>
        </p:nvSpPr>
        <p:spPr>
          <a:xfrm>
            <a:off x="550863" y="6507212"/>
            <a:ext cx="2628900" cy="153888"/>
          </a:xfrm>
        </p:spPr>
        <p:txBody>
          <a:bodyPr/>
          <a:lstStyle/>
          <a:p>
            <a:pPr rtl="0">
              <a:spcAft>
                <a:spcPts val="600"/>
              </a:spcAft>
            </a:pPr>
            <a:r>
              <a:rPr lang="en-GB"/>
              <a:t>Tuesday, February 2, 20XX</a:t>
            </a:r>
          </a:p>
        </p:txBody>
      </p:sp>
      <p:sp>
        <p:nvSpPr>
          <p:cNvPr id="5" name="Footer Placeholder 4">
            <a:extLst>
              <a:ext uri="{FF2B5EF4-FFF2-40B4-BE49-F238E27FC236}">
                <a16:creationId xmlns:a16="http://schemas.microsoft.com/office/drawing/2014/main" id="{8550B532-4D07-7A43-6565-48B2B9206AA2}"/>
              </a:ext>
            </a:extLst>
          </p:cNvPr>
          <p:cNvSpPr>
            <a:spLocks noGrp="1"/>
          </p:cNvSpPr>
          <p:nvPr>
            <p:ph type="ftr" sz="quarter" idx="11"/>
          </p:nvPr>
        </p:nvSpPr>
        <p:spPr>
          <a:xfrm>
            <a:off x="3359150" y="6507212"/>
            <a:ext cx="6379210" cy="153888"/>
          </a:xfrm>
        </p:spPr>
        <p:txBody>
          <a:bodyPr wrap="square" rtlCol="0" anchor="ctr">
            <a:normAutofit/>
          </a:bodyPr>
          <a:lstStyle/>
          <a:p>
            <a:pPr rtl="0">
              <a:spcAft>
                <a:spcPts val="600"/>
              </a:spcAft>
            </a:pPr>
            <a:r>
              <a:rPr lang="en-GB"/>
              <a:t>Sample Footer Text</a:t>
            </a:r>
          </a:p>
        </p:txBody>
      </p:sp>
      <p:sp>
        <p:nvSpPr>
          <p:cNvPr id="6" name="Slide Number Placeholder 5">
            <a:extLst>
              <a:ext uri="{FF2B5EF4-FFF2-40B4-BE49-F238E27FC236}">
                <a16:creationId xmlns:a16="http://schemas.microsoft.com/office/drawing/2014/main" id="{24958E52-85B1-FEC3-A81B-8AF0F3406697}"/>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27</a:t>
            </a:fld>
            <a:endParaRPr lang="en-GB"/>
          </a:p>
        </p:txBody>
      </p:sp>
    </p:spTree>
    <p:extLst>
      <p:ext uri="{BB962C8B-B14F-4D97-AF65-F5344CB8AC3E}">
        <p14:creationId xmlns:p14="http://schemas.microsoft.com/office/powerpoint/2010/main" val="26106625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934D9-BB25-9602-EEFA-42E4050EB0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4E59FE2-A1F5-7B5A-6511-2AB4E85FE804}"/>
              </a:ext>
            </a:extLst>
          </p:cNvPr>
          <p:cNvSpPr>
            <a:spLocks noGrp="1"/>
          </p:cNvSpPr>
          <p:nvPr>
            <p:ph type="title"/>
          </p:nvPr>
        </p:nvSpPr>
        <p:spPr>
          <a:xfrm>
            <a:off x="549537" y="290384"/>
            <a:ext cx="11091600" cy="1332000"/>
          </a:xfrm>
        </p:spPr>
        <p:txBody>
          <a:bodyPr wrap="square" rtlCol="0" anchor="t">
            <a:normAutofit/>
          </a:bodyPr>
          <a:lstStyle/>
          <a:p>
            <a:pPr rtl="0"/>
            <a:r>
              <a:rPr lang="en-GB" sz="4000" dirty="0"/>
              <a:t>Not Everything can Process Analog Signals but (almost) everything can Digital</a:t>
            </a:r>
          </a:p>
        </p:txBody>
      </p:sp>
      <p:sp>
        <p:nvSpPr>
          <p:cNvPr id="18" name="Date Placeholder 3">
            <a:extLst>
              <a:ext uri="{FF2B5EF4-FFF2-40B4-BE49-F238E27FC236}">
                <a16:creationId xmlns:a16="http://schemas.microsoft.com/office/drawing/2014/main" id="{DA2EE749-211F-88A6-F9B4-49037CBE01F2}"/>
              </a:ext>
            </a:extLst>
          </p:cNvPr>
          <p:cNvSpPr>
            <a:spLocks noGrp="1"/>
          </p:cNvSpPr>
          <p:nvPr>
            <p:ph type="dt" sz="half" idx="10"/>
          </p:nvPr>
        </p:nvSpPr>
        <p:spPr>
          <a:xfrm>
            <a:off x="550863" y="6507212"/>
            <a:ext cx="2628900" cy="153888"/>
          </a:xfrm>
        </p:spPr>
        <p:txBody>
          <a:bodyPr/>
          <a:lstStyle/>
          <a:p>
            <a:pPr rtl="0">
              <a:spcAft>
                <a:spcPts val="600"/>
              </a:spcAft>
            </a:pPr>
            <a:r>
              <a:rPr lang="en-GB" dirty="0"/>
              <a:t>Tuesday, </a:t>
            </a:r>
            <a:r>
              <a:rPr lang="en-GB" dirty="0" err="1"/>
              <a:t>Februry</a:t>
            </a:r>
            <a:r>
              <a:rPr lang="en-GB" dirty="0"/>
              <a:t> 2, 20XX</a:t>
            </a:r>
          </a:p>
        </p:txBody>
      </p:sp>
      <p:sp>
        <p:nvSpPr>
          <p:cNvPr id="5" name="Footer Placeholder 4">
            <a:extLst>
              <a:ext uri="{FF2B5EF4-FFF2-40B4-BE49-F238E27FC236}">
                <a16:creationId xmlns:a16="http://schemas.microsoft.com/office/drawing/2014/main" id="{37C11A18-F6C6-E60B-30DE-8742E3FC24F1}"/>
              </a:ext>
            </a:extLst>
          </p:cNvPr>
          <p:cNvSpPr>
            <a:spLocks noGrp="1"/>
          </p:cNvSpPr>
          <p:nvPr>
            <p:ph type="ftr" sz="quarter" idx="11"/>
          </p:nvPr>
        </p:nvSpPr>
        <p:spPr>
          <a:xfrm>
            <a:off x="3359150" y="6507212"/>
            <a:ext cx="6379210" cy="153888"/>
          </a:xfrm>
        </p:spPr>
        <p:txBody>
          <a:bodyPr wrap="square" rtlCol="0" anchor="ctr">
            <a:normAutofit/>
          </a:bodyPr>
          <a:lstStyle/>
          <a:p>
            <a:pPr rtl="0">
              <a:spcAft>
                <a:spcPts val="600"/>
              </a:spcAft>
            </a:pPr>
            <a:r>
              <a:rPr lang="en-GB"/>
              <a:t>Sample Footer Text</a:t>
            </a:r>
          </a:p>
        </p:txBody>
      </p:sp>
      <p:sp>
        <p:nvSpPr>
          <p:cNvPr id="6" name="Slide Number Placeholder 5">
            <a:extLst>
              <a:ext uri="{FF2B5EF4-FFF2-40B4-BE49-F238E27FC236}">
                <a16:creationId xmlns:a16="http://schemas.microsoft.com/office/drawing/2014/main" id="{A3BCC7D6-1690-8DB8-508E-13437818DF95}"/>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28</a:t>
            </a:fld>
            <a:endParaRPr lang="en-GB"/>
          </a:p>
        </p:txBody>
      </p:sp>
      <p:pic>
        <p:nvPicPr>
          <p:cNvPr id="4" name="Picture 3" descr="A close-up of a circuit board&#10;&#10;Description automatically generated">
            <a:extLst>
              <a:ext uri="{FF2B5EF4-FFF2-40B4-BE49-F238E27FC236}">
                <a16:creationId xmlns:a16="http://schemas.microsoft.com/office/drawing/2014/main" id="{B368A66B-5B8F-7AA2-5109-26B55BE87611}"/>
              </a:ext>
            </a:extLst>
          </p:cNvPr>
          <p:cNvPicPr>
            <a:picLocks noChangeAspect="1"/>
          </p:cNvPicPr>
          <p:nvPr/>
        </p:nvPicPr>
        <p:blipFill>
          <a:blip r:embed="rId2"/>
          <a:srcRect l="1" t="4098" r="1" b="2227"/>
          <a:stretch/>
        </p:blipFill>
        <p:spPr>
          <a:xfrm>
            <a:off x="550863" y="1622384"/>
            <a:ext cx="11090274" cy="5038716"/>
          </a:xfrm>
          <a:prstGeom prst="rect">
            <a:avLst/>
          </a:prstGeom>
          <a:noFill/>
        </p:spPr>
      </p:pic>
    </p:spTree>
    <p:extLst>
      <p:ext uri="{BB962C8B-B14F-4D97-AF65-F5344CB8AC3E}">
        <p14:creationId xmlns:p14="http://schemas.microsoft.com/office/powerpoint/2010/main" val="24822187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930A2-E90E-E5F3-B4F7-F99D5C521CF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1EDBC8D-21E5-92C0-44B3-F1080A4BDB43}"/>
              </a:ext>
            </a:extLst>
          </p:cNvPr>
          <p:cNvSpPr>
            <a:spLocks noGrp="1"/>
          </p:cNvSpPr>
          <p:nvPr>
            <p:ph type="title"/>
          </p:nvPr>
        </p:nvSpPr>
        <p:spPr>
          <a:xfrm>
            <a:off x="549537" y="399241"/>
            <a:ext cx="11091600" cy="1332000"/>
          </a:xfrm>
        </p:spPr>
        <p:txBody>
          <a:bodyPr wrap="square" rtlCol="0" anchor="t">
            <a:normAutofit/>
          </a:bodyPr>
          <a:lstStyle/>
          <a:p>
            <a:pPr rtl="0"/>
            <a:r>
              <a:rPr lang="en-GB" sz="4000" dirty="0"/>
              <a:t>Typical Digital Data Used for Communication</a:t>
            </a:r>
          </a:p>
        </p:txBody>
      </p:sp>
      <p:sp>
        <p:nvSpPr>
          <p:cNvPr id="18" name="Date Placeholder 3">
            <a:extLst>
              <a:ext uri="{FF2B5EF4-FFF2-40B4-BE49-F238E27FC236}">
                <a16:creationId xmlns:a16="http://schemas.microsoft.com/office/drawing/2014/main" id="{25A916ED-D84F-6AD8-31BD-2FCCEE449921}"/>
              </a:ext>
            </a:extLst>
          </p:cNvPr>
          <p:cNvSpPr>
            <a:spLocks noGrp="1"/>
          </p:cNvSpPr>
          <p:nvPr>
            <p:ph type="dt" sz="half" idx="10"/>
          </p:nvPr>
        </p:nvSpPr>
        <p:spPr>
          <a:xfrm>
            <a:off x="550863" y="6507212"/>
            <a:ext cx="2628900" cy="153888"/>
          </a:xfrm>
        </p:spPr>
        <p:txBody>
          <a:bodyPr/>
          <a:lstStyle/>
          <a:p>
            <a:pPr rtl="0">
              <a:spcAft>
                <a:spcPts val="600"/>
              </a:spcAft>
            </a:pPr>
            <a:r>
              <a:rPr lang="en-GB" dirty="0"/>
              <a:t>Tuesday, </a:t>
            </a:r>
            <a:r>
              <a:rPr lang="en-GB" dirty="0" err="1"/>
              <a:t>Februry</a:t>
            </a:r>
            <a:r>
              <a:rPr lang="en-GB" dirty="0"/>
              <a:t> 2, 20XX</a:t>
            </a:r>
          </a:p>
        </p:txBody>
      </p:sp>
      <p:sp>
        <p:nvSpPr>
          <p:cNvPr id="5" name="Footer Placeholder 4">
            <a:extLst>
              <a:ext uri="{FF2B5EF4-FFF2-40B4-BE49-F238E27FC236}">
                <a16:creationId xmlns:a16="http://schemas.microsoft.com/office/drawing/2014/main" id="{3428C823-BCFC-9958-B444-F6AE03BDEC19}"/>
              </a:ext>
            </a:extLst>
          </p:cNvPr>
          <p:cNvSpPr>
            <a:spLocks noGrp="1"/>
          </p:cNvSpPr>
          <p:nvPr>
            <p:ph type="ftr" sz="quarter" idx="11"/>
          </p:nvPr>
        </p:nvSpPr>
        <p:spPr>
          <a:xfrm>
            <a:off x="3359150" y="6507212"/>
            <a:ext cx="6379210" cy="153888"/>
          </a:xfrm>
        </p:spPr>
        <p:txBody>
          <a:bodyPr wrap="square" rtlCol="0" anchor="ctr">
            <a:normAutofit/>
          </a:bodyPr>
          <a:lstStyle/>
          <a:p>
            <a:pPr rtl="0">
              <a:spcAft>
                <a:spcPts val="600"/>
              </a:spcAft>
            </a:pPr>
            <a:r>
              <a:rPr lang="en-GB"/>
              <a:t>Sample Footer Text</a:t>
            </a:r>
          </a:p>
        </p:txBody>
      </p:sp>
      <p:sp>
        <p:nvSpPr>
          <p:cNvPr id="6" name="Slide Number Placeholder 5">
            <a:extLst>
              <a:ext uri="{FF2B5EF4-FFF2-40B4-BE49-F238E27FC236}">
                <a16:creationId xmlns:a16="http://schemas.microsoft.com/office/drawing/2014/main" id="{0057BE07-8FB4-9E1B-DB67-E8150DC39620}"/>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29</a:t>
            </a:fld>
            <a:endParaRPr lang="en-GB"/>
          </a:p>
        </p:txBody>
      </p:sp>
      <p:pic>
        <p:nvPicPr>
          <p:cNvPr id="3" name="Picture 2" descr="A diagram of a computer&#10;&#10;Description automatically generated">
            <a:extLst>
              <a:ext uri="{FF2B5EF4-FFF2-40B4-BE49-F238E27FC236}">
                <a16:creationId xmlns:a16="http://schemas.microsoft.com/office/drawing/2014/main" id="{5B72A4CD-2C26-8117-E2CB-D15092FFEE0A}"/>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5000"/>
                    </a14:imgEffect>
                  </a14:imgLayer>
                </a14:imgProps>
              </a:ext>
            </a:extLst>
          </a:blip>
          <a:stretch>
            <a:fillRect/>
          </a:stretch>
        </p:blipFill>
        <p:spPr>
          <a:xfrm>
            <a:off x="0" y="1294952"/>
            <a:ext cx="12192000" cy="5366148"/>
          </a:xfrm>
          <a:prstGeom prst="rect">
            <a:avLst/>
          </a:prstGeom>
        </p:spPr>
      </p:pic>
    </p:spTree>
    <p:extLst>
      <p:ext uri="{BB962C8B-B14F-4D97-AF65-F5344CB8AC3E}">
        <p14:creationId xmlns:p14="http://schemas.microsoft.com/office/powerpoint/2010/main" val="17516980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90B24-8E0B-6C15-6014-171243D881A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DCD5FBD-5A29-FF13-DA1C-1190FB660FCA}"/>
              </a:ext>
            </a:extLst>
          </p:cNvPr>
          <p:cNvSpPr>
            <a:spLocks noGrp="1"/>
          </p:cNvSpPr>
          <p:nvPr>
            <p:ph type="title"/>
          </p:nvPr>
        </p:nvSpPr>
        <p:spPr>
          <a:xfrm>
            <a:off x="549537" y="399241"/>
            <a:ext cx="11091600" cy="1332000"/>
          </a:xfrm>
        </p:spPr>
        <p:txBody>
          <a:bodyPr wrap="square" rtlCol="0" anchor="t">
            <a:normAutofit/>
          </a:bodyPr>
          <a:lstStyle/>
          <a:p>
            <a:pPr rtl="0"/>
            <a:r>
              <a:rPr lang="en-GB" sz="4000" dirty="0"/>
              <a:t>Everything is an Antenna if the Frequency is High Enough</a:t>
            </a:r>
          </a:p>
        </p:txBody>
      </p:sp>
      <p:sp>
        <p:nvSpPr>
          <p:cNvPr id="6" name="Slide Number Placeholder 5">
            <a:extLst>
              <a:ext uri="{FF2B5EF4-FFF2-40B4-BE49-F238E27FC236}">
                <a16:creationId xmlns:a16="http://schemas.microsoft.com/office/drawing/2014/main" id="{67C1C5C7-6715-60A2-9E23-02923A8069E4}"/>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30</a:t>
            </a:fld>
            <a:endParaRPr lang="en-GB"/>
          </a:p>
        </p:txBody>
      </p:sp>
      <p:pic>
        <p:nvPicPr>
          <p:cNvPr id="3" name="Picture 2">
            <a:extLst>
              <a:ext uri="{FF2B5EF4-FFF2-40B4-BE49-F238E27FC236}">
                <a16:creationId xmlns:a16="http://schemas.microsoft.com/office/drawing/2014/main" id="{BEC4684B-A812-2949-AA03-FD9C8D925701}"/>
              </a:ext>
            </a:extLst>
          </p:cNvPr>
          <p:cNvPicPr>
            <a:picLocks noChangeAspect="1"/>
          </p:cNvPicPr>
          <p:nvPr/>
        </p:nvPicPr>
        <p:blipFill>
          <a:blip r:embed="rId2"/>
          <a:srcRect/>
          <a:stretch/>
        </p:blipFill>
        <p:spPr>
          <a:xfrm>
            <a:off x="0" y="1946716"/>
            <a:ext cx="12192000" cy="4345021"/>
          </a:xfrm>
          <a:prstGeom prst="rect">
            <a:avLst/>
          </a:prstGeom>
        </p:spPr>
      </p:pic>
    </p:spTree>
    <p:extLst>
      <p:ext uri="{BB962C8B-B14F-4D97-AF65-F5344CB8AC3E}">
        <p14:creationId xmlns:p14="http://schemas.microsoft.com/office/powerpoint/2010/main" val="29043212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A6A79-71B7-BAAE-1D2F-426FB0BAEFC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3AC488A-86B8-B8CB-406C-96512D1065B3}"/>
              </a:ext>
            </a:extLst>
          </p:cNvPr>
          <p:cNvSpPr>
            <a:spLocks noGrp="1"/>
          </p:cNvSpPr>
          <p:nvPr>
            <p:ph type="title"/>
          </p:nvPr>
        </p:nvSpPr>
        <p:spPr>
          <a:xfrm>
            <a:off x="549537" y="279499"/>
            <a:ext cx="11091600" cy="1332000"/>
          </a:xfrm>
        </p:spPr>
        <p:txBody>
          <a:bodyPr wrap="square" rtlCol="0" anchor="t">
            <a:normAutofit/>
          </a:bodyPr>
          <a:lstStyle/>
          <a:p>
            <a:pPr rtl="0"/>
            <a:r>
              <a:rPr lang="en-GB" sz="4000" dirty="0"/>
              <a:t>A Perfect Square Wave has Infinite Number of Harmonics – Thus It will Radiate Energy Always</a:t>
            </a:r>
          </a:p>
        </p:txBody>
      </p:sp>
      <p:sp>
        <p:nvSpPr>
          <p:cNvPr id="6" name="Slide Number Placeholder 5">
            <a:extLst>
              <a:ext uri="{FF2B5EF4-FFF2-40B4-BE49-F238E27FC236}">
                <a16:creationId xmlns:a16="http://schemas.microsoft.com/office/drawing/2014/main" id="{5B2CE566-1B9E-81B3-09A2-5420FF5EA95D}"/>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31</a:t>
            </a:fld>
            <a:endParaRPr lang="en-GB"/>
          </a:p>
        </p:txBody>
      </p:sp>
      <p:pic>
        <p:nvPicPr>
          <p:cNvPr id="3" name="Picture 2">
            <a:extLst>
              <a:ext uri="{FF2B5EF4-FFF2-40B4-BE49-F238E27FC236}">
                <a16:creationId xmlns:a16="http://schemas.microsoft.com/office/drawing/2014/main" id="{5DEC6070-5C0A-AD74-7C83-AE6CBF881010}"/>
              </a:ext>
            </a:extLst>
          </p:cNvPr>
          <p:cNvPicPr>
            <a:picLocks noChangeAspect="1"/>
          </p:cNvPicPr>
          <p:nvPr/>
        </p:nvPicPr>
        <p:blipFill>
          <a:blip r:embed="rId2"/>
          <a:srcRect/>
          <a:stretch/>
        </p:blipFill>
        <p:spPr>
          <a:xfrm>
            <a:off x="471673" y="1712276"/>
            <a:ext cx="11247327" cy="4948824"/>
          </a:xfrm>
          <a:prstGeom prst="rect">
            <a:avLst/>
          </a:prstGeom>
        </p:spPr>
      </p:pic>
    </p:spTree>
    <p:extLst>
      <p:ext uri="{BB962C8B-B14F-4D97-AF65-F5344CB8AC3E}">
        <p14:creationId xmlns:p14="http://schemas.microsoft.com/office/powerpoint/2010/main" val="4150042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ECDE4-2990-5362-6CAA-957D0EC7CB9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7FE6240-23AB-1D02-D67F-220C65FE320A}"/>
              </a:ext>
            </a:extLst>
          </p:cNvPr>
          <p:cNvSpPr>
            <a:spLocks noGrp="1"/>
          </p:cNvSpPr>
          <p:nvPr>
            <p:ph type="title"/>
          </p:nvPr>
        </p:nvSpPr>
        <p:spPr>
          <a:xfrm>
            <a:off x="549537" y="279499"/>
            <a:ext cx="11091600" cy="1332000"/>
          </a:xfrm>
        </p:spPr>
        <p:txBody>
          <a:bodyPr wrap="square" rtlCol="0" anchor="t">
            <a:normAutofit/>
          </a:bodyPr>
          <a:lstStyle/>
          <a:p>
            <a:pPr rtl="0"/>
            <a:r>
              <a:rPr lang="en-GB" sz="4000" dirty="0"/>
              <a:t>Directly Depends on Rise Time</a:t>
            </a:r>
          </a:p>
        </p:txBody>
      </p:sp>
      <p:sp>
        <p:nvSpPr>
          <p:cNvPr id="6" name="Slide Number Placeholder 5">
            <a:extLst>
              <a:ext uri="{FF2B5EF4-FFF2-40B4-BE49-F238E27FC236}">
                <a16:creationId xmlns:a16="http://schemas.microsoft.com/office/drawing/2014/main" id="{41E65E2D-1011-7952-8F17-5FC3ED927BA1}"/>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32</a:t>
            </a:fld>
            <a:endParaRPr lang="en-GB"/>
          </a:p>
        </p:txBody>
      </p:sp>
      <p:pic>
        <p:nvPicPr>
          <p:cNvPr id="3" name="Picture 2">
            <a:extLst>
              <a:ext uri="{FF2B5EF4-FFF2-40B4-BE49-F238E27FC236}">
                <a16:creationId xmlns:a16="http://schemas.microsoft.com/office/drawing/2014/main" id="{4439B065-B9CC-52A7-5822-D3C4396FCD05}"/>
              </a:ext>
            </a:extLst>
          </p:cNvPr>
          <p:cNvPicPr>
            <a:picLocks noChangeAspect="1"/>
          </p:cNvPicPr>
          <p:nvPr/>
        </p:nvPicPr>
        <p:blipFill>
          <a:blip r:embed="rId2"/>
          <a:srcRect/>
          <a:stretch/>
        </p:blipFill>
        <p:spPr>
          <a:xfrm>
            <a:off x="1924744" y="814871"/>
            <a:ext cx="8341185" cy="5956462"/>
          </a:xfrm>
          <a:prstGeom prst="rect">
            <a:avLst/>
          </a:prstGeom>
        </p:spPr>
      </p:pic>
    </p:spTree>
    <p:extLst>
      <p:ext uri="{BB962C8B-B14F-4D97-AF65-F5344CB8AC3E}">
        <p14:creationId xmlns:p14="http://schemas.microsoft.com/office/powerpoint/2010/main" val="1942757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7A0AC-9B1B-1FB6-F83F-D8E2B2D61BB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BE3442C-D03D-A6DF-CD6A-C022A107C081}"/>
              </a:ext>
            </a:extLst>
          </p:cNvPr>
          <p:cNvSpPr>
            <a:spLocks noGrp="1"/>
          </p:cNvSpPr>
          <p:nvPr>
            <p:ph type="title"/>
          </p:nvPr>
        </p:nvSpPr>
        <p:spPr>
          <a:xfrm>
            <a:off x="550200" y="400945"/>
            <a:ext cx="11091600" cy="1332000"/>
          </a:xfrm>
        </p:spPr>
        <p:txBody>
          <a:bodyPr wrap="square" rtlCol="0" anchor="t">
            <a:normAutofit/>
          </a:bodyPr>
          <a:lstStyle/>
          <a:p>
            <a:pPr rtl="0"/>
            <a:r>
              <a:rPr lang="en-GB" sz="4400" dirty="0"/>
              <a:t>Varying the Number of Harmonics</a:t>
            </a:r>
          </a:p>
        </p:txBody>
      </p:sp>
      <p:sp>
        <p:nvSpPr>
          <p:cNvPr id="6" name="Slide Number Placeholder 5">
            <a:extLst>
              <a:ext uri="{FF2B5EF4-FFF2-40B4-BE49-F238E27FC236}">
                <a16:creationId xmlns:a16="http://schemas.microsoft.com/office/drawing/2014/main" id="{FF156407-2E58-84EE-ECA1-113B1DEB355A}"/>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33</a:t>
            </a:fld>
            <a:endParaRPr lang="en-GB"/>
          </a:p>
        </p:txBody>
      </p:sp>
      <p:pic>
        <p:nvPicPr>
          <p:cNvPr id="4" name="Picture 3" descr="A graph with a line graph&#10;&#10;Description automatically generated">
            <a:extLst>
              <a:ext uri="{FF2B5EF4-FFF2-40B4-BE49-F238E27FC236}">
                <a16:creationId xmlns:a16="http://schemas.microsoft.com/office/drawing/2014/main" id="{1ADF1C10-9FC6-F542-1902-3F4A298AB112}"/>
              </a:ext>
            </a:extLst>
          </p:cNvPr>
          <p:cNvPicPr>
            <a:picLocks noChangeAspect="1"/>
          </p:cNvPicPr>
          <p:nvPr/>
        </p:nvPicPr>
        <p:blipFill>
          <a:blip r:embed="rId2"/>
          <a:stretch>
            <a:fillRect/>
          </a:stretch>
        </p:blipFill>
        <p:spPr>
          <a:xfrm>
            <a:off x="21069" y="1444011"/>
            <a:ext cx="12149862" cy="4925620"/>
          </a:xfrm>
          <a:prstGeom prst="rect">
            <a:avLst/>
          </a:prstGeom>
        </p:spPr>
      </p:pic>
    </p:spTree>
    <p:extLst>
      <p:ext uri="{BB962C8B-B14F-4D97-AF65-F5344CB8AC3E}">
        <p14:creationId xmlns:p14="http://schemas.microsoft.com/office/powerpoint/2010/main" val="6035201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DFE73-3396-52ED-A5D5-AB55A669C76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32507F-E44E-47B6-E22D-BC3F427B4267}"/>
              </a:ext>
            </a:extLst>
          </p:cNvPr>
          <p:cNvSpPr>
            <a:spLocks noGrp="1"/>
          </p:cNvSpPr>
          <p:nvPr>
            <p:ph type="title"/>
          </p:nvPr>
        </p:nvSpPr>
        <p:spPr>
          <a:xfrm>
            <a:off x="550200" y="400945"/>
            <a:ext cx="11091600" cy="1332000"/>
          </a:xfrm>
        </p:spPr>
        <p:txBody>
          <a:bodyPr wrap="square" rtlCol="0" anchor="t">
            <a:normAutofit/>
          </a:bodyPr>
          <a:lstStyle/>
          <a:p>
            <a:pPr rtl="0"/>
            <a:r>
              <a:rPr lang="en-GB" sz="4400" dirty="0"/>
              <a:t>Varying the Number of Harmonics</a:t>
            </a:r>
          </a:p>
        </p:txBody>
      </p:sp>
      <p:sp>
        <p:nvSpPr>
          <p:cNvPr id="6" name="Slide Number Placeholder 5">
            <a:extLst>
              <a:ext uri="{FF2B5EF4-FFF2-40B4-BE49-F238E27FC236}">
                <a16:creationId xmlns:a16="http://schemas.microsoft.com/office/drawing/2014/main" id="{FF2EFE09-0EA7-A2D3-4565-A998A9AD2C9C}"/>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34</a:t>
            </a:fld>
            <a:endParaRPr lang="en-GB"/>
          </a:p>
        </p:txBody>
      </p:sp>
      <p:pic>
        <p:nvPicPr>
          <p:cNvPr id="4" name="Picture 3" descr="A graph with a line graph&#10;&#10;Description automatically generated">
            <a:extLst>
              <a:ext uri="{FF2B5EF4-FFF2-40B4-BE49-F238E27FC236}">
                <a16:creationId xmlns:a16="http://schemas.microsoft.com/office/drawing/2014/main" id="{A83BDD15-3D35-F9EF-EAAF-12084DEC0262}"/>
              </a:ext>
            </a:extLst>
          </p:cNvPr>
          <p:cNvPicPr>
            <a:picLocks noChangeAspect="1"/>
          </p:cNvPicPr>
          <p:nvPr/>
        </p:nvPicPr>
        <p:blipFill>
          <a:blip r:embed="rId2"/>
          <a:srcRect l="61" t="31144" r="64744" b="33661"/>
          <a:stretch/>
        </p:blipFill>
        <p:spPr>
          <a:xfrm>
            <a:off x="21069" y="1444011"/>
            <a:ext cx="12149862" cy="4925620"/>
          </a:xfrm>
          <a:prstGeom prst="rect">
            <a:avLst/>
          </a:prstGeom>
        </p:spPr>
      </p:pic>
    </p:spTree>
    <p:extLst>
      <p:ext uri="{BB962C8B-B14F-4D97-AF65-F5344CB8AC3E}">
        <p14:creationId xmlns:p14="http://schemas.microsoft.com/office/powerpoint/2010/main" val="41989682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85040-35BF-9D9F-2089-F1553F2E292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790F46F-EB61-217F-8A7F-7972F3F65A4D}"/>
              </a:ext>
            </a:extLst>
          </p:cNvPr>
          <p:cNvSpPr>
            <a:spLocks noGrp="1"/>
          </p:cNvSpPr>
          <p:nvPr>
            <p:ph type="title"/>
          </p:nvPr>
        </p:nvSpPr>
        <p:spPr>
          <a:xfrm>
            <a:off x="550200" y="271612"/>
            <a:ext cx="11091600" cy="1332000"/>
          </a:xfrm>
        </p:spPr>
        <p:txBody>
          <a:bodyPr wrap="square" rtlCol="0" anchor="t">
            <a:normAutofit/>
          </a:bodyPr>
          <a:lstStyle/>
          <a:p>
            <a:pPr rtl="0"/>
            <a:r>
              <a:rPr lang="en-GB" sz="3600" dirty="0"/>
              <a:t>Inductors and Capacitors Used to Control Edge Rate and Noise</a:t>
            </a:r>
          </a:p>
        </p:txBody>
      </p:sp>
      <p:sp>
        <p:nvSpPr>
          <p:cNvPr id="6" name="Slide Number Placeholder 5">
            <a:extLst>
              <a:ext uri="{FF2B5EF4-FFF2-40B4-BE49-F238E27FC236}">
                <a16:creationId xmlns:a16="http://schemas.microsoft.com/office/drawing/2014/main" id="{B5F60D62-A631-5C86-3CF5-9F902BA2DB41}"/>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35</a:t>
            </a:fld>
            <a:endParaRPr lang="en-GB"/>
          </a:p>
        </p:txBody>
      </p:sp>
      <p:pic>
        <p:nvPicPr>
          <p:cNvPr id="4" name="Picture 3">
            <a:extLst>
              <a:ext uri="{FF2B5EF4-FFF2-40B4-BE49-F238E27FC236}">
                <a16:creationId xmlns:a16="http://schemas.microsoft.com/office/drawing/2014/main" id="{35157214-33CC-28B4-C218-3AF817377F49}"/>
              </a:ext>
            </a:extLst>
          </p:cNvPr>
          <p:cNvPicPr>
            <a:picLocks noChangeAspect="1"/>
          </p:cNvPicPr>
          <p:nvPr/>
        </p:nvPicPr>
        <p:blipFill>
          <a:blip r:embed="rId2"/>
          <a:srcRect t="7848" b="32030"/>
          <a:stretch/>
        </p:blipFill>
        <p:spPr>
          <a:xfrm>
            <a:off x="21069" y="1444011"/>
            <a:ext cx="12149862" cy="4925620"/>
          </a:xfrm>
          <a:prstGeom prst="rect">
            <a:avLst/>
          </a:prstGeom>
        </p:spPr>
      </p:pic>
    </p:spTree>
    <p:extLst>
      <p:ext uri="{BB962C8B-B14F-4D97-AF65-F5344CB8AC3E}">
        <p14:creationId xmlns:p14="http://schemas.microsoft.com/office/powerpoint/2010/main" val="16323431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5FD9A-AA01-A8B6-5397-7C7AAC795236}"/>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1938BB40-CC67-A5A6-DBE2-CD13672A1005}"/>
              </a:ext>
            </a:extLst>
          </p:cNvPr>
          <p:cNvSpPr>
            <a:spLocks noGrp="1"/>
          </p:cNvSpPr>
          <p:nvPr>
            <p:ph type="title"/>
          </p:nvPr>
        </p:nvSpPr>
        <p:spPr>
          <a:xfrm>
            <a:off x="550863" y="4508500"/>
            <a:ext cx="4500562" cy="1562959"/>
          </a:xfrm>
        </p:spPr>
        <p:txBody>
          <a:bodyPr wrap="square" rtlCol="0" anchor="t">
            <a:normAutofit/>
          </a:bodyPr>
          <a:lstStyle/>
          <a:p>
            <a:pPr rtl="0"/>
            <a:r>
              <a:rPr lang="en-GB" sz="5400" dirty="0"/>
              <a:t>Week 1</a:t>
            </a:r>
            <a:br>
              <a:rPr lang="en-GB" sz="5400" dirty="0"/>
            </a:br>
            <a:r>
              <a:rPr lang="en-GB" sz="5400" dirty="0"/>
              <a:t>Activity 2</a:t>
            </a:r>
          </a:p>
        </p:txBody>
      </p:sp>
      <p:pic>
        <p:nvPicPr>
          <p:cNvPr id="18" name="Picture Placeholder 17">
            <a:extLst>
              <a:ext uri="{FF2B5EF4-FFF2-40B4-BE49-F238E27FC236}">
                <a16:creationId xmlns:a16="http://schemas.microsoft.com/office/drawing/2014/main" id="{86A2F1DD-FE0C-7AB4-584C-23418700F56C}"/>
              </a:ext>
            </a:extLst>
          </p:cNvPr>
          <p:cNvPicPr>
            <a:picLocks noGrp="1" noChangeAspect="1"/>
          </p:cNvPicPr>
          <p:nvPr>
            <p:ph type="pic" sz="quarter" idx="13"/>
          </p:nvPr>
        </p:nvPicPr>
        <p:blipFill>
          <a:blip r:embed="rId2"/>
          <a:srcRect t="-15527" b="-7413"/>
          <a:stretch/>
        </p:blipFill>
        <p:spPr>
          <a:xfrm>
            <a:off x="20" y="-119732"/>
            <a:ext cx="12191980" cy="3776462"/>
          </a:xfrm>
          <a:noFill/>
        </p:spPr>
      </p:pic>
      <p:sp>
        <p:nvSpPr>
          <p:cNvPr id="15" name="Content Placeholder 14">
            <a:extLst>
              <a:ext uri="{FF2B5EF4-FFF2-40B4-BE49-F238E27FC236}">
                <a16:creationId xmlns:a16="http://schemas.microsoft.com/office/drawing/2014/main" id="{DE9745A0-6BDF-174B-ECC2-B385C3E00630}"/>
              </a:ext>
            </a:extLst>
          </p:cNvPr>
          <p:cNvSpPr>
            <a:spLocks noGrp="1"/>
          </p:cNvSpPr>
          <p:nvPr>
            <p:ph sz="quarter" idx="15"/>
          </p:nvPr>
        </p:nvSpPr>
        <p:spPr>
          <a:xfrm>
            <a:off x="5615283" y="4508499"/>
            <a:ext cx="6008309" cy="1783443"/>
          </a:xfrm>
        </p:spPr>
        <p:txBody>
          <a:bodyPr wrap="square" rtlCol="0">
            <a:normAutofit fontScale="92500" lnSpcReduction="10000"/>
          </a:bodyPr>
          <a:lstStyle/>
          <a:p>
            <a:pPr rtl="0"/>
            <a:r>
              <a:rPr lang="en-GB" sz="4000" dirty="0"/>
              <a:t>Find Out the Speed of 2 Common Communication Protocols</a:t>
            </a:r>
          </a:p>
        </p:txBody>
      </p:sp>
      <p:sp>
        <p:nvSpPr>
          <p:cNvPr id="21" name="Slide Number Placeholder 20">
            <a:extLst>
              <a:ext uri="{FF2B5EF4-FFF2-40B4-BE49-F238E27FC236}">
                <a16:creationId xmlns:a16="http://schemas.microsoft.com/office/drawing/2014/main" id="{5B3B5310-22A3-1C4E-C3DF-FD4F6C9A6EFD}"/>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n-GB" smtClean="0"/>
              <a:pPr rtl="0">
                <a:spcAft>
                  <a:spcPts val="600"/>
                </a:spcAft>
              </a:pPr>
              <a:t>36</a:t>
            </a:fld>
            <a:endParaRPr lang="en-GB"/>
          </a:p>
        </p:txBody>
      </p:sp>
    </p:spTree>
    <p:extLst>
      <p:ext uri="{BB962C8B-B14F-4D97-AF65-F5344CB8AC3E}">
        <p14:creationId xmlns:p14="http://schemas.microsoft.com/office/powerpoint/2010/main" val="26720833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C15EE852-24F1-4643-8082-AB45CFF2BA10}"/>
              </a:ext>
            </a:extLst>
          </p:cNvPr>
          <p:cNvSpPr>
            <a:spLocks noGrp="1"/>
          </p:cNvSpPr>
          <p:nvPr>
            <p:ph type="title"/>
          </p:nvPr>
        </p:nvSpPr>
        <p:spPr>
          <a:xfrm>
            <a:off x="550864" y="549275"/>
            <a:ext cx="3566160" cy="3384550"/>
          </a:xfrm>
        </p:spPr>
        <p:txBody>
          <a:bodyPr rtlCol="0">
            <a:normAutofit/>
          </a:bodyPr>
          <a:lstStyle/>
          <a:p>
            <a:pPr rtl="0"/>
            <a:r>
              <a:rPr lang="en-GB" sz="6600" dirty="0"/>
              <a:t>The End of Week 1</a:t>
            </a:r>
          </a:p>
        </p:txBody>
      </p:sp>
      <p:pic>
        <p:nvPicPr>
          <p:cNvPr id="18" name="Picture Placeholder 17">
            <a:extLst>
              <a:ext uri="{FF2B5EF4-FFF2-40B4-BE49-F238E27FC236}">
                <a16:creationId xmlns:a16="http://schemas.microsoft.com/office/drawing/2014/main" id="{301557C2-9072-409B-88EC-E8577CEFCAFB}"/>
              </a:ext>
            </a:extLst>
          </p:cNvPr>
          <p:cNvPicPr>
            <a:picLocks noGrp="1" noChangeAspect="1"/>
          </p:cNvPicPr>
          <p:nvPr>
            <p:ph type="pic" sz="quarter" idx="13"/>
          </p:nvPr>
        </p:nvPicPr>
        <p:blipFill rotWithShape="1">
          <a:blip r:embed="rId2">
            <a:duotone>
              <a:schemeClr val="accent6">
                <a:shade val="45000"/>
                <a:satMod val="135000"/>
              </a:schemeClr>
              <a:prstClr val="white"/>
            </a:duotone>
          </a:blip>
          <a:srcRect/>
          <a:stretch/>
        </p:blipFill>
        <p:spPr>
          <a:xfrm>
            <a:off x="5535809" y="656633"/>
            <a:ext cx="5132388" cy="5132388"/>
          </a:xfrm>
        </p:spPr>
      </p:pic>
      <p:sp>
        <p:nvSpPr>
          <p:cNvPr id="21" name="Slide Number Placeholder 20">
            <a:extLst>
              <a:ext uri="{FF2B5EF4-FFF2-40B4-BE49-F238E27FC236}">
                <a16:creationId xmlns:a16="http://schemas.microsoft.com/office/drawing/2014/main" id="{1C563B34-DD53-4FB1-B8C2-8914E01C6365}"/>
              </a:ext>
            </a:extLst>
          </p:cNvPr>
          <p:cNvSpPr>
            <a:spLocks noGrp="1"/>
          </p:cNvSpPr>
          <p:nvPr>
            <p:ph type="sldNum" sz="quarter" idx="12"/>
          </p:nvPr>
        </p:nvSpPr>
        <p:spPr>
          <a:xfrm>
            <a:off x="9948863" y="6507212"/>
            <a:ext cx="1692274" cy="153888"/>
          </a:xfrm>
        </p:spPr>
        <p:txBody>
          <a:bodyPr rtlCol="0"/>
          <a:lstStyle/>
          <a:p>
            <a:pPr rtl="0"/>
            <a:fld id="{DBA1B0FB-D917-4C8C-928F-313BD683BF39}" type="slidenum">
              <a:rPr lang="en-GB" smtClean="0"/>
              <a:pPr rtl="0"/>
              <a:t>37</a:t>
            </a:fld>
            <a:endParaRPr lang="en-GB"/>
          </a:p>
        </p:txBody>
      </p:sp>
    </p:spTree>
    <p:extLst>
      <p:ext uri="{BB962C8B-B14F-4D97-AF65-F5344CB8AC3E}">
        <p14:creationId xmlns:p14="http://schemas.microsoft.com/office/powerpoint/2010/main" val="3955183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E174092-82D3-44E0-8948-4096232ED0A7}"/>
              </a:ext>
            </a:extLst>
          </p:cNvPr>
          <p:cNvSpPr>
            <a:spLocks noGrp="1"/>
          </p:cNvSpPr>
          <p:nvPr>
            <p:ph type="title"/>
          </p:nvPr>
        </p:nvSpPr>
        <p:spPr>
          <a:xfrm>
            <a:off x="550862" y="549275"/>
            <a:ext cx="11091600" cy="1332000"/>
          </a:xfrm>
        </p:spPr>
        <p:txBody>
          <a:bodyPr rtlCol="0"/>
          <a:lstStyle/>
          <a:p>
            <a:pPr rtl="0"/>
            <a:r>
              <a:rPr lang="en-GB"/>
              <a:t>Chart</a:t>
            </a:r>
          </a:p>
        </p:txBody>
      </p:sp>
      <p:graphicFrame>
        <p:nvGraphicFramePr>
          <p:cNvPr id="11" name="Content Placeholder 10" descr="Bar Chart Placeholder ">
            <a:extLst>
              <a:ext uri="{FF2B5EF4-FFF2-40B4-BE49-F238E27FC236}">
                <a16:creationId xmlns:a16="http://schemas.microsoft.com/office/drawing/2014/main" id="{E4A6D503-95F0-4FD3-86D4-D1170C6E2B64}"/>
              </a:ext>
            </a:extLst>
          </p:cNvPr>
          <p:cNvGraphicFramePr>
            <a:graphicFrameLocks noGrp="1"/>
          </p:cNvGraphicFramePr>
          <p:nvPr>
            <p:ph idx="1"/>
            <p:extLst>
              <p:ext uri="{D42A27DB-BD31-4B8C-83A1-F6EECF244321}">
                <p14:modId xmlns:p14="http://schemas.microsoft.com/office/powerpoint/2010/main" val="738191250"/>
              </p:ext>
            </p:extLst>
          </p:nvPr>
        </p:nvGraphicFramePr>
        <p:xfrm>
          <a:off x="550863" y="2112963"/>
          <a:ext cx="11090275" cy="3979862"/>
        </p:xfrm>
        <a:graphic>
          <a:graphicData uri="http://schemas.openxmlformats.org/drawingml/2006/chart">
            <c:chart xmlns:c="http://schemas.openxmlformats.org/drawingml/2006/chart" xmlns:r="http://schemas.openxmlformats.org/officeDocument/2006/relationships" r:id="rId2"/>
          </a:graphicData>
        </a:graphic>
      </p:graphicFrame>
      <p:sp>
        <p:nvSpPr>
          <p:cNvPr id="4" name="Date Placeholder 3">
            <a:extLst>
              <a:ext uri="{FF2B5EF4-FFF2-40B4-BE49-F238E27FC236}">
                <a16:creationId xmlns:a16="http://schemas.microsoft.com/office/drawing/2014/main" id="{E39EF484-38C8-4EDC-ACF5-695CFB216839}"/>
              </a:ext>
            </a:extLst>
          </p:cNvPr>
          <p:cNvSpPr>
            <a:spLocks noGrp="1"/>
          </p:cNvSpPr>
          <p:nvPr>
            <p:ph type="dt" sz="half" idx="10"/>
          </p:nvPr>
        </p:nvSpPr>
        <p:spPr>
          <a:xfrm>
            <a:off x="550863" y="6507212"/>
            <a:ext cx="2628900" cy="153888"/>
          </a:xfrm>
        </p:spPr>
        <p:txBody>
          <a:bodyPr rtlCol="0"/>
          <a:lstStyle/>
          <a:p>
            <a:pPr rtl="0"/>
            <a:r>
              <a:rPr lang="en-GB"/>
              <a:t>Tuesday, February 2, 20XX</a:t>
            </a:r>
            <a:endParaRPr lang="en-GB" dirty="0"/>
          </a:p>
        </p:txBody>
      </p:sp>
      <p:sp>
        <p:nvSpPr>
          <p:cNvPr id="5" name="Footer Placeholder 4">
            <a:extLst>
              <a:ext uri="{FF2B5EF4-FFF2-40B4-BE49-F238E27FC236}">
                <a16:creationId xmlns:a16="http://schemas.microsoft.com/office/drawing/2014/main" id="{AFD183D7-B16E-4A9D-BC4B-D1EC347BF97E}"/>
              </a:ext>
            </a:extLst>
          </p:cNvPr>
          <p:cNvSpPr>
            <a:spLocks noGrp="1"/>
          </p:cNvSpPr>
          <p:nvPr>
            <p:ph type="ftr" sz="quarter" idx="11"/>
          </p:nvPr>
        </p:nvSpPr>
        <p:spPr>
          <a:xfrm>
            <a:off x="3359150" y="6507212"/>
            <a:ext cx="6379210" cy="153888"/>
          </a:xfrm>
        </p:spPr>
        <p:txBody>
          <a:bodyPr rtlCol="0"/>
          <a:lstStyle/>
          <a:p>
            <a:pPr rtl="0"/>
            <a:r>
              <a:rPr lang="en-GB"/>
              <a:t>Sample Footer Text</a:t>
            </a:r>
          </a:p>
        </p:txBody>
      </p:sp>
      <p:sp>
        <p:nvSpPr>
          <p:cNvPr id="6" name="Slide Number Placeholder 5">
            <a:extLst>
              <a:ext uri="{FF2B5EF4-FFF2-40B4-BE49-F238E27FC236}">
                <a16:creationId xmlns:a16="http://schemas.microsoft.com/office/drawing/2014/main" id="{705C33DF-36C9-49E9-B48D-A320B179C4D4}"/>
              </a:ext>
            </a:extLst>
          </p:cNvPr>
          <p:cNvSpPr>
            <a:spLocks noGrp="1"/>
          </p:cNvSpPr>
          <p:nvPr>
            <p:ph type="sldNum" sz="quarter" idx="12"/>
          </p:nvPr>
        </p:nvSpPr>
        <p:spPr>
          <a:xfrm>
            <a:off x="9948863" y="6507212"/>
            <a:ext cx="1692274" cy="153888"/>
          </a:xfrm>
        </p:spPr>
        <p:txBody>
          <a:bodyPr rtlCol="0"/>
          <a:lstStyle/>
          <a:p>
            <a:pPr rtl="0"/>
            <a:fld id="{DBA1B0FB-D917-4C8C-928F-313BD683BF39}" type="slidenum">
              <a:rPr lang="en-GB" smtClean="0"/>
              <a:pPr rtl="0"/>
              <a:t>38</a:t>
            </a:fld>
            <a:endParaRPr lang="en-GB"/>
          </a:p>
        </p:txBody>
      </p:sp>
    </p:spTree>
    <p:extLst>
      <p:ext uri="{BB962C8B-B14F-4D97-AF65-F5344CB8AC3E}">
        <p14:creationId xmlns:p14="http://schemas.microsoft.com/office/powerpoint/2010/main" val="37402860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102D8-1D22-4940-AF19-07CF3A0DC5F4}"/>
              </a:ext>
            </a:extLst>
          </p:cNvPr>
          <p:cNvSpPr>
            <a:spLocks noGrp="1"/>
          </p:cNvSpPr>
          <p:nvPr>
            <p:ph type="title"/>
          </p:nvPr>
        </p:nvSpPr>
        <p:spPr>
          <a:xfrm>
            <a:off x="550862" y="549275"/>
            <a:ext cx="11091600" cy="1332000"/>
          </a:xfrm>
        </p:spPr>
        <p:txBody>
          <a:bodyPr rtlCol="0"/>
          <a:lstStyle/>
          <a:p>
            <a:pPr rtl="0"/>
            <a:r>
              <a:rPr lang="en-GB"/>
              <a:t>Table</a:t>
            </a:r>
          </a:p>
        </p:txBody>
      </p:sp>
      <p:graphicFrame>
        <p:nvGraphicFramePr>
          <p:cNvPr id="13" name="Table 13">
            <a:extLst>
              <a:ext uri="{FF2B5EF4-FFF2-40B4-BE49-F238E27FC236}">
                <a16:creationId xmlns:a16="http://schemas.microsoft.com/office/drawing/2014/main" id="{914D6EE3-4782-45C1-A75C-003483879C97}"/>
              </a:ext>
            </a:extLst>
          </p:cNvPr>
          <p:cNvGraphicFramePr>
            <a:graphicFrameLocks noGrp="1"/>
          </p:cNvGraphicFramePr>
          <p:nvPr>
            <p:ph idx="1"/>
            <p:extLst>
              <p:ext uri="{D42A27DB-BD31-4B8C-83A1-F6EECF244321}">
                <p14:modId xmlns:p14="http://schemas.microsoft.com/office/powerpoint/2010/main" val="2331562790"/>
              </p:ext>
            </p:extLst>
          </p:nvPr>
        </p:nvGraphicFramePr>
        <p:xfrm>
          <a:off x="550863" y="2112963"/>
          <a:ext cx="11090275" cy="2466720"/>
        </p:xfrm>
        <a:graphic>
          <a:graphicData uri="http://schemas.openxmlformats.org/drawingml/2006/table">
            <a:tbl>
              <a:tblPr firstRow="1" bandRow="1">
                <a:tableStyleId>{7DF18680-E054-41AD-8BC1-D1AEF772440D}</a:tableStyleId>
              </a:tblPr>
              <a:tblGrid>
                <a:gridCol w="2218055">
                  <a:extLst>
                    <a:ext uri="{9D8B030D-6E8A-4147-A177-3AD203B41FA5}">
                      <a16:colId xmlns:a16="http://schemas.microsoft.com/office/drawing/2014/main" val="562691606"/>
                    </a:ext>
                  </a:extLst>
                </a:gridCol>
                <a:gridCol w="2218055">
                  <a:extLst>
                    <a:ext uri="{9D8B030D-6E8A-4147-A177-3AD203B41FA5}">
                      <a16:colId xmlns:a16="http://schemas.microsoft.com/office/drawing/2014/main" val="3970149589"/>
                    </a:ext>
                  </a:extLst>
                </a:gridCol>
                <a:gridCol w="2218055">
                  <a:extLst>
                    <a:ext uri="{9D8B030D-6E8A-4147-A177-3AD203B41FA5}">
                      <a16:colId xmlns:a16="http://schemas.microsoft.com/office/drawing/2014/main" val="1552287268"/>
                    </a:ext>
                  </a:extLst>
                </a:gridCol>
                <a:gridCol w="2218055">
                  <a:extLst>
                    <a:ext uri="{9D8B030D-6E8A-4147-A177-3AD203B41FA5}">
                      <a16:colId xmlns:a16="http://schemas.microsoft.com/office/drawing/2014/main" val="3637583548"/>
                    </a:ext>
                  </a:extLst>
                </a:gridCol>
                <a:gridCol w="2218055">
                  <a:extLst>
                    <a:ext uri="{9D8B030D-6E8A-4147-A177-3AD203B41FA5}">
                      <a16:colId xmlns:a16="http://schemas.microsoft.com/office/drawing/2014/main" val="1751413396"/>
                    </a:ext>
                  </a:extLst>
                </a:gridCol>
              </a:tblGrid>
              <a:tr h="493344">
                <a:tc>
                  <a:txBody>
                    <a:bodyPr/>
                    <a:lstStyle/>
                    <a:p>
                      <a:pPr algn="ctr" rtl="0"/>
                      <a:endParaRPr lang="en-GB"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rtl="0"/>
                      <a:r>
                        <a:rPr lang="en-GB"/>
                        <a:t>Category 1</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rtl="0"/>
                      <a:r>
                        <a:rPr lang="en-GB"/>
                        <a:t>Category 2</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rtl="0"/>
                      <a:r>
                        <a:rPr lang="en-GB"/>
                        <a:t>Category 3</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rtl="0"/>
                      <a:r>
                        <a:rPr lang="en-GB"/>
                        <a:t>Category 4</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193002138"/>
                  </a:ext>
                </a:extLst>
              </a:tr>
              <a:tr h="493344">
                <a:tc>
                  <a:txBody>
                    <a:bodyPr/>
                    <a:lstStyle/>
                    <a:p>
                      <a:pPr algn="ctr" rtl="0"/>
                      <a:r>
                        <a:rPr lang="en-GB">
                          <a:solidFill>
                            <a:schemeClr val="tx1"/>
                          </a:solidFill>
                        </a:rPr>
                        <a:t>Item 1</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rtl="0"/>
                      <a:r>
                        <a:rPr lang="en-GB">
                          <a:solidFill>
                            <a:schemeClr val="tx1"/>
                          </a:solidFill>
                        </a:rPr>
                        <a:t>4.5</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rtl="0"/>
                      <a:r>
                        <a:rPr lang="en-GB">
                          <a:solidFill>
                            <a:schemeClr val="tx1"/>
                          </a:solidFill>
                        </a:rPr>
                        <a:t>2.3</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rtl="0"/>
                      <a:r>
                        <a:rPr lang="en-GB">
                          <a:solidFill>
                            <a:schemeClr val="tx1"/>
                          </a:solidFill>
                        </a:rPr>
                        <a:t>1.7</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rtl="0"/>
                      <a:r>
                        <a:rPr lang="en-GB">
                          <a:solidFill>
                            <a:schemeClr val="tx1"/>
                          </a:solidFill>
                        </a:rPr>
                        <a:t>5</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2611538"/>
                  </a:ext>
                </a:extLst>
              </a:tr>
              <a:tr h="493344">
                <a:tc>
                  <a:txBody>
                    <a:bodyPr/>
                    <a:lstStyle/>
                    <a:p>
                      <a:pPr algn="ctr" rtl="0"/>
                      <a:r>
                        <a:rPr lang="en-GB">
                          <a:solidFill>
                            <a:schemeClr val="tx1"/>
                          </a:solidFill>
                        </a:rPr>
                        <a:t>Item 2</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rtl="0"/>
                      <a:r>
                        <a:rPr lang="en-GB">
                          <a:solidFill>
                            <a:schemeClr val="tx1"/>
                          </a:solidFill>
                        </a:rPr>
                        <a:t>3.2</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rtl="0"/>
                      <a:r>
                        <a:rPr lang="en-GB">
                          <a:solidFill>
                            <a:schemeClr val="tx1"/>
                          </a:solidFill>
                        </a:rPr>
                        <a:t>5.1</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rtl="0"/>
                      <a:r>
                        <a:rPr lang="en-GB">
                          <a:solidFill>
                            <a:schemeClr val="tx1"/>
                          </a:solidFill>
                        </a:rPr>
                        <a:t>4.4</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rtl="0"/>
                      <a:r>
                        <a:rPr lang="en-GB">
                          <a:solidFill>
                            <a:schemeClr val="tx1"/>
                          </a:solidFill>
                        </a:rPr>
                        <a:t>3</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0915798"/>
                  </a:ext>
                </a:extLst>
              </a:tr>
              <a:tr h="493344">
                <a:tc>
                  <a:txBody>
                    <a:bodyPr/>
                    <a:lstStyle/>
                    <a:p>
                      <a:pPr algn="ctr" rtl="0"/>
                      <a:r>
                        <a:rPr lang="en-GB">
                          <a:solidFill>
                            <a:schemeClr val="tx1"/>
                          </a:solidFill>
                        </a:rPr>
                        <a:t>Item 3</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rtl="0"/>
                      <a:r>
                        <a:rPr lang="en-GB">
                          <a:solidFill>
                            <a:schemeClr val="tx1"/>
                          </a:solidFill>
                        </a:rPr>
                        <a:t>2.1</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rtl="0"/>
                      <a:r>
                        <a:rPr lang="en-GB">
                          <a:solidFill>
                            <a:schemeClr val="tx1"/>
                          </a:solidFill>
                        </a:rPr>
                        <a:t>1.7</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rtl="0"/>
                      <a:r>
                        <a:rPr lang="en-GB">
                          <a:solidFill>
                            <a:schemeClr val="tx1"/>
                          </a:solidFill>
                        </a:rPr>
                        <a:t>2.5</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rtl="0"/>
                      <a:r>
                        <a:rPr lang="en-GB">
                          <a:solidFill>
                            <a:schemeClr val="tx1"/>
                          </a:solidFill>
                        </a:rPr>
                        <a:t>2.8</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6691047"/>
                  </a:ext>
                </a:extLst>
              </a:tr>
              <a:tr h="493344">
                <a:tc>
                  <a:txBody>
                    <a:bodyPr/>
                    <a:lstStyle/>
                    <a:p>
                      <a:pPr algn="ctr" rtl="0"/>
                      <a:r>
                        <a:rPr lang="en-GB">
                          <a:solidFill>
                            <a:schemeClr val="tx1"/>
                          </a:solidFill>
                        </a:rPr>
                        <a:t>Item 4</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rtl="0"/>
                      <a:r>
                        <a:rPr lang="en-GB">
                          <a:solidFill>
                            <a:schemeClr val="tx1"/>
                          </a:solidFill>
                        </a:rPr>
                        <a:t>4.5</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rtl="0"/>
                      <a:r>
                        <a:rPr lang="en-GB">
                          <a:solidFill>
                            <a:schemeClr val="tx1"/>
                          </a:solidFill>
                        </a:rPr>
                        <a:t>2.2</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rtl="0"/>
                      <a:r>
                        <a:rPr lang="en-GB">
                          <a:solidFill>
                            <a:schemeClr val="tx1"/>
                          </a:solidFill>
                        </a:rPr>
                        <a:t>1.7</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rtl="0"/>
                      <a:r>
                        <a:rPr lang="en-GB">
                          <a:solidFill>
                            <a:schemeClr val="tx1"/>
                          </a:solidFill>
                        </a:rPr>
                        <a:t>7</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1269701"/>
                  </a:ext>
                </a:extLst>
              </a:tr>
            </a:tbl>
          </a:graphicData>
        </a:graphic>
      </p:graphicFrame>
      <p:sp>
        <p:nvSpPr>
          <p:cNvPr id="14" name="Date Placeholder 13">
            <a:extLst>
              <a:ext uri="{FF2B5EF4-FFF2-40B4-BE49-F238E27FC236}">
                <a16:creationId xmlns:a16="http://schemas.microsoft.com/office/drawing/2014/main" id="{DC738669-5750-45EA-9715-A0041D4C569B}"/>
              </a:ext>
            </a:extLst>
          </p:cNvPr>
          <p:cNvSpPr>
            <a:spLocks noGrp="1"/>
          </p:cNvSpPr>
          <p:nvPr>
            <p:ph type="dt" sz="half" idx="10"/>
          </p:nvPr>
        </p:nvSpPr>
        <p:spPr>
          <a:xfrm>
            <a:off x="550863" y="6507212"/>
            <a:ext cx="2628900" cy="153888"/>
          </a:xfrm>
        </p:spPr>
        <p:txBody>
          <a:bodyPr rtlCol="0"/>
          <a:lstStyle/>
          <a:p>
            <a:pPr rtl="0"/>
            <a:r>
              <a:rPr lang="en-GB"/>
              <a:t>Tuesday, February 2, 20XX</a:t>
            </a:r>
          </a:p>
        </p:txBody>
      </p:sp>
      <p:sp>
        <p:nvSpPr>
          <p:cNvPr id="15" name="Footer Placeholder 14">
            <a:extLst>
              <a:ext uri="{FF2B5EF4-FFF2-40B4-BE49-F238E27FC236}">
                <a16:creationId xmlns:a16="http://schemas.microsoft.com/office/drawing/2014/main" id="{CD05A243-8080-4F6D-8538-65CDDF891BA6}"/>
              </a:ext>
            </a:extLst>
          </p:cNvPr>
          <p:cNvSpPr>
            <a:spLocks noGrp="1"/>
          </p:cNvSpPr>
          <p:nvPr>
            <p:ph type="ftr" sz="quarter" idx="11"/>
          </p:nvPr>
        </p:nvSpPr>
        <p:spPr>
          <a:xfrm>
            <a:off x="3359150" y="6507212"/>
            <a:ext cx="6379210" cy="153888"/>
          </a:xfrm>
        </p:spPr>
        <p:txBody>
          <a:bodyPr rtlCol="0"/>
          <a:lstStyle/>
          <a:p>
            <a:pPr rtl="0"/>
            <a:r>
              <a:rPr lang="en-GB"/>
              <a:t>Sample Footer Text</a:t>
            </a:r>
          </a:p>
        </p:txBody>
      </p:sp>
      <p:sp>
        <p:nvSpPr>
          <p:cNvPr id="16" name="Slide Number Placeholder 15">
            <a:extLst>
              <a:ext uri="{FF2B5EF4-FFF2-40B4-BE49-F238E27FC236}">
                <a16:creationId xmlns:a16="http://schemas.microsoft.com/office/drawing/2014/main" id="{3F8A62C8-5437-4C47-AC0F-0605F84CBA57}"/>
              </a:ext>
            </a:extLst>
          </p:cNvPr>
          <p:cNvSpPr>
            <a:spLocks noGrp="1"/>
          </p:cNvSpPr>
          <p:nvPr>
            <p:ph type="sldNum" sz="quarter" idx="12"/>
          </p:nvPr>
        </p:nvSpPr>
        <p:spPr>
          <a:xfrm>
            <a:off x="9948863" y="6507212"/>
            <a:ext cx="1692274" cy="153888"/>
          </a:xfrm>
        </p:spPr>
        <p:txBody>
          <a:bodyPr rtlCol="0"/>
          <a:lstStyle/>
          <a:p>
            <a:pPr rtl="0"/>
            <a:fld id="{DBA1B0FB-D917-4C8C-928F-313BD683BF39}" type="slidenum">
              <a:rPr lang="en-GB" smtClean="0"/>
              <a:pPr rtl="0"/>
              <a:t>39</a:t>
            </a:fld>
            <a:endParaRPr lang="en-GB"/>
          </a:p>
        </p:txBody>
      </p:sp>
    </p:spTree>
    <p:extLst>
      <p:ext uri="{BB962C8B-B14F-4D97-AF65-F5344CB8AC3E}">
        <p14:creationId xmlns:p14="http://schemas.microsoft.com/office/powerpoint/2010/main" val="24969477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2A30C0-1BC4-4764-9C0F-5D811CAB8312}"/>
              </a:ext>
            </a:extLst>
          </p:cNvPr>
          <p:cNvSpPr>
            <a:spLocks noGrp="1"/>
          </p:cNvSpPr>
          <p:nvPr>
            <p:ph type="ctrTitle"/>
          </p:nvPr>
        </p:nvSpPr>
        <p:spPr>
          <a:xfrm>
            <a:off x="548640" y="548640"/>
            <a:ext cx="8281987" cy="1253041"/>
          </a:xfrm>
        </p:spPr>
        <p:txBody>
          <a:bodyPr rtlCol="0"/>
          <a:lstStyle/>
          <a:p>
            <a:pPr rtl="0"/>
            <a:r>
              <a:rPr lang="en-GB"/>
              <a:t>Team</a:t>
            </a:r>
          </a:p>
        </p:txBody>
      </p:sp>
      <p:pic>
        <p:nvPicPr>
          <p:cNvPr id="17" name="Picture Placeholder 16" descr="A man smiling in the office">
            <a:extLst>
              <a:ext uri="{FF2B5EF4-FFF2-40B4-BE49-F238E27FC236}">
                <a16:creationId xmlns:a16="http://schemas.microsoft.com/office/drawing/2014/main" id="{05ED5B1E-974F-476C-A3C9-572D3602E95E}"/>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1078992" y="1990724"/>
            <a:ext cx="1691640" cy="1435608"/>
          </a:xfrm>
        </p:spPr>
      </p:pic>
      <p:pic>
        <p:nvPicPr>
          <p:cNvPr id="36" name="Picture Placeholder 35" descr="A lady smiling in the office">
            <a:extLst>
              <a:ext uri="{FF2B5EF4-FFF2-40B4-BE49-F238E27FC236}">
                <a16:creationId xmlns:a16="http://schemas.microsoft.com/office/drawing/2014/main" id="{F3CCCCDF-EA66-4F5E-98F3-A05239CBBAC4}"/>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3838384" y="1990724"/>
            <a:ext cx="1691640" cy="1435608"/>
          </a:xfrm>
        </p:spPr>
      </p:pic>
      <p:pic>
        <p:nvPicPr>
          <p:cNvPr id="38" name="Picture Placeholder 37" descr="A lady in the office smiling at the camera&#10;">
            <a:extLst>
              <a:ext uri="{FF2B5EF4-FFF2-40B4-BE49-F238E27FC236}">
                <a16:creationId xmlns:a16="http://schemas.microsoft.com/office/drawing/2014/main" id="{8A6BB597-41F4-432E-8432-8F39511B2941}"/>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a:stretch/>
        </p:blipFill>
        <p:spPr>
          <a:xfrm>
            <a:off x="6661976" y="1993392"/>
            <a:ext cx="1691640" cy="1435608"/>
          </a:xfrm>
        </p:spPr>
      </p:pic>
      <p:pic>
        <p:nvPicPr>
          <p:cNvPr id="40" name="Picture Placeholder 39" descr="Smiling man with a beard">
            <a:extLst>
              <a:ext uri="{FF2B5EF4-FFF2-40B4-BE49-F238E27FC236}">
                <a16:creationId xmlns:a16="http://schemas.microsoft.com/office/drawing/2014/main" id="{76B2FC80-9F3B-46D8-94D9-882D90A858F6}"/>
              </a:ext>
            </a:extLst>
          </p:cNvPr>
          <p:cNvPicPr>
            <a:picLocks noGrp="1" noChangeAspect="1"/>
          </p:cNvPicPr>
          <p:nvPr>
            <p:ph type="pic" sz="quarter" idx="16"/>
          </p:nvPr>
        </p:nvPicPr>
        <p:blipFill rotWithShape="1">
          <a:blip r:embed="rId6" cstate="screen">
            <a:extLst>
              <a:ext uri="{28A0092B-C50C-407E-A947-70E740481C1C}">
                <a14:useLocalDpi xmlns:a14="http://schemas.microsoft.com/office/drawing/2010/main" val="0"/>
              </a:ext>
            </a:extLst>
          </a:blip>
          <a:srcRect/>
          <a:stretch/>
        </p:blipFill>
        <p:spPr>
          <a:xfrm>
            <a:off x="9485568" y="1990724"/>
            <a:ext cx="1691640" cy="1435608"/>
          </a:xfrm>
        </p:spPr>
      </p:pic>
      <p:sp>
        <p:nvSpPr>
          <p:cNvPr id="41" name="Text Placeholder 40">
            <a:extLst>
              <a:ext uri="{FF2B5EF4-FFF2-40B4-BE49-F238E27FC236}">
                <a16:creationId xmlns:a16="http://schemas.microsoft.com/office/drawing/2014/main" id="{91181F6D-A54F-4289-8C36-80ECE3B2C8E2}"/>
              </a:ext>
            </a:extLst>
          </p:cNvPr>
          <p:cNvSpPr>
            <a:spLocks noGrp="1"/>
          </p:cNvSpPr>
          <p:nvPr>
            <p:ph type="body" sz="quarter" idx="18"/>
          </p:nvPr>
        </p:nvSpPr>
        <p:spPr>
          <a:xfrm>
            <a:off x="1079500" y="3781425"/>
            <a:ext cx="1711325" cy="365760"/>
          </a:xfrm>
        </p:spPr>
        <p:txBody>
          <a:bodyPr rtlCol="0"/>
          <a:lstStyle/>
          <a:p>
            <a:pPr rtl="0"/>
            <a:r>
              <a:rPr lang="en-GB"/>
              <a:t>Name</a:t>
            </a:r>
          </a:p>
        </p:txBody>
      </p:sp>
      <p:sp>
        <p:nvSpPr>
          <p:cNvPr id="15" name="Subtitle 14">
            <a:extLst>
              <a:ext uri="{FF2B5EF4-FFF2-40B4-BE49-F238E27FC236}">
                <a16:creationId xmlns:a16="http://schemas.microsoft.com/office/drawing/2014/main" id="{84D39D81-9726-4BD7-BDC0-FA0B2AD0D219}"/>
              </a:ext>
            </a:extLst>
          </p:cNvPr>
          <p:cNvSpPr>
            <a:spLocks noGrp="1"/>
          </p:cNvSpPr>
          <p:nvPr>
            <p:ph type="body" sz="quarter" idx="17"/>
          </p:nvPr>
        </p:nvSpPr>
        <p:spPr>
          <a:xfrm>
            <a:off x="1078733" y="4232949"/>
            <a:ext cx="1711572" cy="638175"/>
          </a:xfrm>
        </p:spPr>
        <p:txBody>
          <a:bodyPr rtlCol="0"/>
          <a:lstStyle/>
          <a:p>
            <a:pPr rtl="0"/>
            <a:r>
              <a:rPr lang="en-GB"/>
              <a:t>Title</a:t>
            </a:r>
          </a:p>
        </p:txBody>
      </p:sp>
      <p:sp>
        <p:nvSpPr>
          <p:cNvPr id="43" name="Text Placeholder 42">
            <a:extLst>
              <a:ext uri="{FF2B5EF4-FFF2-40B4-BE49-F238E27FC236}">
                <a16:creationId xmlns:a16="http://schemas.microsoft.com/office/drawing/2014/main" id="{E4387CED-5FBE-4AFF-B64D-975B5574F16F}"/>
              </a:ext>
            </a:extLst>
          </p:cNvPr>
          <p:cNvSpPr>
            <a:spLocks noGrp="1"/>
          </p:cNvSpPr>
          <p:nvPr>
            <p:ph type="body" sz="quarter" idx="20"/>
          </p:nvPr>
        </p:nvSpPr>
        <p:spPr>
          <a:xfrm>
            <a:off x="3839151" y="3781425"/>
            <a:ext cx="1711325" cy="365760"/>
          </a:xfrm>
        </p:spPr>
        <p:txBody>
          <a:bodyPr rtlCol="0"/>
          <a:lstStyle/>
          <a:p>
            <a:pPr rtl="0"/>
            <a:r>
              <a:rPr lang="en-GB"/>
              <a:t>Name</a:t>
            </a:r>
          </a:p>
        </p:txBody>
      </p:sp>
      <p:sp>
        <p:nvSpPr>
          <p:cNvPr id="42" name="Text Placeholder 41">
            <a:extLst>
              <a:ext uri="{FF2B5EF4-FFF2-40B4-BE49-F238E27FC236}">
                <a16:creationId xmlns:a16="http://schemas.microsoft.com/office/drawing/2014/main" id="{CCDF84CD-BC27-4182-9FBA-9D4FEED95410}"/>
              </a:ext>
            </a:extLst>
          </p:cNvPr>
          <p:cNvSpPr>
            <a:spLocks noGrp="1"/>
          </p:cNvSpPr>
          <p:nvPr>
            <p:ph type="body" sz="quarter" idx="19"/>
          </p:nvPr>
        </p:nvSpPr>
        <p:spPr>
          <a:xfrm>
            <a:off x="3838384" y="4232949"/>
            <a:ext cx="1711572" cy="638175"/>
          </a:xfrm>
        </p:spPr>
        <p:txBody>
          <a:bodyPr rtlCol="0"/>
          <a:lstStyle/>
          <a:p>
            <a:pPr rtl="0"/>
            <a:r>
              <a:rPr lang="en-GB"/>
              <a:t>Title</a:t>
            </a:r>
          </a:p>
        </p:txBody>
      </p:sp>
      <p:sp>
        <p:nvSpPr>
          <p:cNvPr id="45" name="Text Placeholder 44">
            <a:extLst>
              <a:ext uri="{FF2B5EF4-FFF2-40B4-BE49-F238E27FC236}">
                <a16:creationId xmlns:a16="http://schemas.microsoft.com/office/drawing/2014/main" id="{FE5CD03B-066A-46AF-8FB8-E8A78074ABEF}"/>
              </a:ext>
            </a:extLst>
          </p:cNvPr>
          <p:cNvSpPr>
            <a:spLocks noGrp="1"/>
          </p:cNvSpPr>
          <p:nvPr>
            <p:ph type="body" sz="quarter" idx="22"/>
          </p:nvPr>
        </p:nvSpPr>
        <p:spPr>
          <a:xfrm>
            <a:off x="6662743" y="3781425"/>
            <a:ext cx="1711325" cy="365760"/>
          </a:xfrm>
        </p:spPr>
        <p:txBody>
          <a:bodyPr rtlCol="0"/>
          <a:lstStyle/>
          <a:p>
            <a:pPr rtl="0"/>
            <a:r>
              <a:rPr lang="en-GB"/>
              <a:t>Name</a:t>
            </a:r>
          </a:p>
        </p:txBody>
      </p:sp>
      <p:sp>
        <p:nvSpPr>
          <p:cNvPr id="44" name="Text Placeholder 43">
            <a:extLst>
              <a:ext uri="{FF2B5EF4-FFF2-40B4-BE49-F238E27FC236}">
                <a16:creationId xmlns:a16="http://schemas.microsoft.com/office/drawing/2014/main" id="{10E83414-3440-46C7-8C07-7D073B69C422}"/>
              </a:ext>
            </a:extLst>
          </p:cNvPr>
          <p:cNvSpPr>
            <a:spLocks noGrp="1"/>
          </p:cNvSpPr>
          <p:nvPr>
            <p:ph type="body" sz="quarter" idx="21"/>
          </p:nvPr>
        </p:nvSpPr>
        <p:spPr>
          <a:xfrm>
            <a:off x="6661976" y="4232949"/>
            <a:ext cx="1711572" cy="638175"/>
          </a:xfrm>
        </p:spPr>
        <p:txBody>
          <a:bodyPr rtlCol="0"/>
          <a:lstStyle/>
          <a:p>
            <a:pPr rtl="0"/>
            <a:r>
              <a:rPr lang="en-GB"/>
              <a:t>Title</a:t>
            </a:r>
          </a:p>
        </p:txBody>
      </p:sp>
      <p:sp>
        <p:nvSpPr>
          <p:cNvPr id="47" name="Text Placeholder 46">
            <a:extLst>
              <a:ext uri="{FF2B5EF4-FFF2-40B4-BE49-F238E27FC236}">
                <a16:creationId xmlns:a16="http://schemas.microsoft.com/office/drawing/2014/main" id="{F4640D91-CB97-4FCC-8FEF-F4B22B844DC4}"/>
              </a:ext>
            </a:extLst>
          </p:cNvPr>
          <p:cNvSpPr>
            <a:spLocks noGrp="1"/>
          </p:cNvSpPr>
          <p:nvPr>
            <p:ph type="body" sz="quarter" idx="24"/>
          </p:nvPr>
        </p:nvSpPr>
        <p:spPr>
          <a:xfrm>
            <a:off x="9433112" y="3787288"/>
            <a:ext cx="1711325" cy="365760"/>
          </a:xfrm>
        </p:spPr>
        <p:txBody>
          <a:bodyPr rtlCol="0"/>
          <a:lstStyle/>
          <a:p>
            <a:pPr rtl="0"/>
            <a:r>
              <a:rPr lang="en-GB"/>
              <a:t>Name</a:t>
            </a:r>
          </a:p>
        </p:txBody>
      </p:sp>
      <p:sp>
        <p:nvSpPr>
          <p:cNvPr id="3" name="Text Placeholder 2">
            <a:extLst>
              <a:ext uri="{FF2B5EF4-FFF2-40B4-BE49-F238E27FC236}">
                <a16:creationId xmlns:a16="http://schemas.microsoft.com/office/drawing/2014/main" id="{B1C6A53C-7538-4FF9-BC09-EFC116FE7054}"/>
              </a:ext>
            </a:extLst>
          </p:cNvPr>
          <p:cNvSpPr>
            <a:spLocks noGrp="1"/>
          </p:cNvSpPr>
          <p:nvPr>
            <p:ph type="body" sz="quarter" idx="23"/>
          </p:nvPr>
        </p:nvSpPr>
        <p:spPr>
          <a:xfrm>
            <a:off x="9432345" y="4238812"/>
            <a:ext cx="1711572" cy="638175"/>
          </a:xfrm>
        </p:spPr>
        <p:txBody>
          <a:bodyPr rtlCol="0"/>
          <a:lstStyle/>
          <a:p>
            <a:pPr rtl="0"/>
            <a:r>
              <a:rPr lang="en-GB"/>
              <a:t>Title</a:t>
            </a:r>
          </a:p>
        </p:txBody>
      </p:sp>
      <p:sp>
        <p:nvSpPr>
          <p:cNvPr id="7" name="Date Placeholder 6">
            <a:extLst>
              <a:ext uri="{FF2B5EF4-FFF2-40B4-BE49-F238E27FC236}">
                <a16:creationId xmlns:a16="http://schemas.microsoft.com/office/drawing/2014/main" id="{45F69D6A-822D-4DB9-A2CC-D9106F1F2B68}"/>
              </a:ext>
            </a:extLst>
          </p:cNvPr>
          <p:cNvSpPr>
            <a:spLocks noGrp="1"/>
          </p:cNvSpPr>
          <p:nvPr>
            <p:ph type="dt" sz="half" idx="10"/>
          </p:nvPr>
        </p:nvSpPr>
        <p:spPr>
          <a:xfrm>
            <a:off x="550863" y="6507212"/>
            <a:ext cx="2628900" cy="153888"/>
          </a:xfrm>
        </p:spPr>
        <p:txBody>
          <a:bodyPr rtlCol="0"/>
          <a:lstStyle/>
          <a:p>
            <a:pPr rtl="0"/>
            <a:r>
              <a:rPr lang="en-GB"/>
              <a:t>Tuesday, February 2, 20XX</a:t>
            </a:r>
            <a:endParaRPr lang="en-GB" dirty="0"/>
          </a:p>
        </p:txBody>
      </p:sp>
      <p:sp>
        <p:nvSpPr>
          <p:cNvPr id="8" name="Footer Placeholder 7">
            <a:extLst>
              <a:ext uri="{FF2B5EF4-FFF2-40B4-BE49-F238E27FC236}">
                <a16:creationId xmlns:a16="http://schemas.microsoft.com/office/drawing/2014/main" id="{6375D7F3-165A-439B-8D1D-6553B68C2886}"/>
              </a:ext>
            </a:extLst>
          </p:cNvPr>
          <p:cNvSpPr>
            <a:spLocks noGrp="1"/>
          </p:cNvSpPr>
          <p:nvPr>
            <p:ph type="ftr" sz="quarter" idx="11"/>
          </p:nvPr>
        </p:nvSpPr>
        <p:spPr>
          <a:xfrm>
            <a:off x="3359150" y="6507212"/>
            <a:ext cx="6379210" cy="153888"/>
          </a:xfrm>
        </p:spPr>
        <p:txBody>
          <a:bodyPr rtlCol="0"/>
          <a:lstStyle/>
          <a:p>
            <a:pPr rtl="0"/>
            <a:r>
              <a:rPr lang="en-GB"/>
              <a:t>Sample Footer Text</a:t>
            </a:r>
          </a:p>
        </p:txBody>
      </p:sp>
      <p:sp>
        <p:nvSpPr>
          <p:cNvPr id="9" name="Slide Number Placeholder 8">
            <a:extLst>
              <a:ext uri="{FF2B5EF4-FFF2-40B4-BE49-F238E27FC236}">
                <a16:creationId xmlns:a16="http://schemas.microsoft.com/office/drawing/2014/main" id="{7AF9A883-CC44-4401-AE67-8FCEACB7DDDA}"/>
              </a:ext>
            </a:extLst>
          </p:cNvPr>
          <p:cNvSpPr>
            <a:spLocks noGrp="1"/>
          </p:cNvSpPr>
          <p:nvPr>
            <p:ph type="sldNum" sz="quarter" idx="12"/>
          </p:nvPr>
        </p:nvSpPr>
        <p:spPr>
          <a:xfrm>
            <a:off x="9948863" y="6507212"/>
            <a:ext cx="1692274" cy="153888"/>
          </a:xfrm>
        </p:spPr>
        <p:txBody>
          <a:bodyPr rtlCol="0"/>
          <a:lstStyle/>
          <a:p>
            <a:pPr rtl="0"/>
            <a:fld id="{DBA1B0FB-D917-4C8C-928F-313BD683BF39}" type="slidenum">
              <a:rPr lang="en-GB" smtClean="0"/>
              <a:pPr rtl="0"/>
              <a:t>40</a:t>
            </a:fld>
            <a:endParaRPr lang="en-GB"/>
          </a:p>
        </p:txBody>
      </p:sp>
    </p:spTree>
    <p:extLst>
      <p:ext uri="{BB962C8B-B14F-4D97-AF65-F5344CB8AC3E}">
        <p14:creationId xmlns:p14="http://schemas.microsoft.com/office/powerpoint/2010/main" val="29798766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D72D26-24EF-4CBD-9431-A558CB7CA906}"/>
              </a:ext>
            </a:extLst>
          </p:cNvPr>
          <p:cNvSpPr>
            <a:spLocks noGrp="1"/>
          </p:cNvSpPr>
          <p:nvPr>
            <p:ph type="title"/>
          </p:nvPr>
        </p:nvSpPr>
        <p:spPr>
          <a:xfrm>
            <a:off x="550862" y="549275"/>
            <a:ext cx="11091600" cy="1332000"/>
          </a:xfrm>
        </p:spPr>
        <p:txBody>
          <a:bodyPr rtlCol="0"/>
          <a:lstStyle/>
          <a:p>
            <a:pPr rtl="0"/>
            <a:r>
              <a:rPr lang="en-GB"/>
              <a:t>Timeline</a:t>
            </a:r>
          </a:p>
        </p:txBody>
      </p:sp>
      <p:graphicFrame>
        <p:nvGraphicFramePr>
          <p:cNvPr id="4" name="Content Placeholder 3" descr="Timeline Smart Art Placeholder ">
            <a:extLst>
              <a:ext uri="{FF2B5EF4-FFF2-40B4-BE49-F238E27FC236}">
                <a16:creationId xmlns:a16="http://schemas.microsoft.com/office/drawing/2014/main" id="{93897051-DA8D-4072-A594-51769F8D52F5}"/>
              </a:ext>
            </a:extLst>
          </p:cNvPr>
          <p:cNvGraphicFramePr>
            <a:graphicFrameLocks noGrp="1"/>
          </p:cNvGraphicFramePr>
          <p:nvPr>
            <p:ph idx="1"/>
            <p:extLst>
              <p:ext uri="{D42A27DB-BD31-4B8C-83A1-F6EECF244321}">
                <p14:modId xmlns:p14="http://schemas.microsoft.com/office/powerpoint/2010/main" val="4091541875"/>
              </p:ext>
            </p:extLst>
          </p:nvPr>
        </p:nvGraphicFramePr>
        <p:xfrm>
          <a:off x="550863" y="2112963"/>
          <a:ext cx="11090275" cy="39798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Date Placeholder 1">
            <a:extLst>
              <a:ext uri="{FF2B5EF4-FFF2-40B4-BE49-F238E27FC236}">
                <a16:creationId xmlns:a16="http://schemas.microsoft.com/office/drawing/2014/main" id="{81FCAF0A-629F-4EC6-B3E6-563ED999F360}"/>
              </a:ext>
            </a:extLst>
          </p:cNvPr>
          <p:cNvSpPr>
            <a:spLocks noGrp="1"/>
          </p:cNvSpPr>
          <p:nvPr>
            <p:ph type="dt" sz="half" idx="10"/>
          </p:nvPr>
        </p:nvSpPr>
        <p:spPr>
          <a:xfrm>
            <a:off x="550863" y="6507212"/>
            <a:ext cx="2628900" cy="153888"/>
          </a:xfrm>
        </p:spPr>
        <p:txBody>
          <a:bodyPr rtlCol="0"/>
          <a:lstStyle/>
          <a:p>
            <a:pPr rtl="0"/>
            <a:r>
              <a:rPr lang="en-GB"/>
              <a:t>Tuesday, February 2, 20XX</a:t>
            </a:r>
            <a:endParaRPr lang="en-GB" dirty="0"/>
          </a:p>
        </p:txBody>
      </p:sp>
      <p:sp>
        <p:nvSpPr>
          <p:cNvPr id="7" name="Footer Placeholder 6">
            <a:extLst>
              <a:ext uri="{FF2B5EF4-FFF2-40B4-BE49-F238E27FC236}">
                <a16:creationId xmlns:a16="http://schemas.microsoft.com/office/drawing/2014/main" id="{920A7C57-D6C5-4BA0-AB3C-41D4E3436B0E}"/>
              </a:ext>
            </a:extLst>
          </p:cNvPr>
          <p:cNvSpPr>
            <a:spLocks noGrp="1"/>
          </p:cNvSpPr>
          <p:nvPr>
            <p:ph type="ftr" sz="quarter" idx="11"/>
          </p:nvPr>
        </p:nvSpPr>
        <p:spPr>
          <a:xfrm>
            <a:off x="3359150" y="6507212"/>
            <a:ext cx="6379210" cy="153888"/>
          </a:xfrm>
        </p:spPr>
        <p:txBody>
          <a:bodyPr rtlCol="0"/>
          <a:lstStyle/>
          <a:p>
            <a:pPr rtl="0"/>
            <a:r>
              <a:rPr lang="en-GB"/>
              <a:t>Sample Footer Text</a:t>
            </a:r>
          </a:p>
        </p:txBody>
      </p:sp>
      <p:sp>
        <p:nvSpPr>
          <p:cNvPr id="6" name="Slide Number Placeholder 5">
            <a:extLst>
              <a:ext uri="{FF2B5EF4-FFF2-40B4-BE49-F238E27FC236}">
                <a16:creationId xmlns:a16="http://schemas.microsoft.com/office/drawing/2014/main" id="{5E5CAC52-3FD1-464A-805A-B8F7AF04574A}"/>
              </a:ext>
            </a:extLst>
          </p:cNvPr>
          <p:cNvSpPr>
            <a:spLocks noGrp="1"/>
          </p:cNvSpPr>
          <p:nvPr>
            <p:ph type="sldNum" sz="quarter" idx="12"/>
          </p:nvPr>
        </p:nvSpPr>
        <p:spPr>
          <a:xfrm>
            <a:off x="9948863" y="6507212"/>
            <a:ext cx="1692274" cy="153888"/>
          </a:xfrm>
        </p:spPr>
        <p:txBody>
          <a:bodyPr rtlCol="0"/>
          <a:lstStyle/>
          <a:p>
            <a:pPr rtl="0"/>
            <a:fld id="{DBA1B0FB-D917-4C8C-928F-313BD683BF39}" type="slidenum">
              <a:rPr lang="en-GB" smtClean="0"/>
              <a:pPr rtl="0"/>
              <a:t>41</a:t>
            </a:fld>
            <a:endParaRPr lang="en-GB"/>
          </a:p>
        </p:txBody>
      </p:sp>
    </p:spTree>
    <p:extLst>
      <p:ext uri="{BB962C8B-B14F-4D97-AF65-F5344CB8AC3E}">
        <p14:creationId xmlns:p14="http://schemas.microsoft.com/office/powerpoint/2010/main" val="26246300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D10F3D66-0109-4903-90B9-66D0E288F721}"/>
              </a:ext>
              <a:ext uri="{C183D7F6-B498-43B3-948B-1728B52AA6E4}">
                <adec:decorative xmlns:adec="http://schemas.microsoft.com/office/drawing/2017/decorative" val="1"/>
              </a:ext>
            </a:extLst>
          </p:cNvPr>
          <p:cNvGrpSpPr/>
          <p:nvPr/>
        </p:nvGrpSpPr>
        <p:grpSpPr>
          <a:xfrm>
            <a:off x="10379261" y="2030035"/>
            <a:ext cx="1335600" cy="1262947"/>
            <a:chOff x="10145015" y="2343978"/>
            <a:chExt cx="1335600" cy="1262947"/>
          </a:xfrm>
        </p:grpSpPr>
        <p:sp>
          <p:nvSpPr>
            <p:cNvPr id="26" name="Freeform: Shape 25">
              <a:extLst>
                <a:ext uri="{FF2B5EF4-FFF2-40B4-BE49-F238E27FC236}">
                  <a16:creationId xmlns:a16="http://schemas.microsoft.com/office/drawing/2014/main" id="{57DAB968-9B52-4EFF-AD39-7657DFEA6E48}"/>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
          <p:nvSpPr>
            <p:cNvPr id="27" name="Oval 26">
              <a:extLst>
                <a:ext uri="{FF2B5EF4-FFF2-40B4-BE49-F238E27FC236}">
                  <a16:creationId xmlns:a16="http://schemas.microsoft.com/office/drawing/2014/main" id="{962BE440-9634-4380-B142-5DB692420C52}"/>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grpSp>
      <p:sp>
        <p:nvSpPr>
          <p:cNvPr id="7" name="Title 6">
            <a:extLst>
              <a:ext uri="{FF2B5EF4-FFF2-40B4-BE49-F238E27FC236}">
                <a16:creationId xmlns:a16="http://schemas.microsoft.com/office/drawing/2014/main" id="{4B18D636-CC10-4B1E-AA38-419DCCF2D9C9}"/>
              </a:ext>
            </a:extLst>
          </p:cNvPr>
          <p:cNvSpPr>
            <a:spLocks noGrp="1"/>
          </p:cNvSpPr>
          <p:nvPr>
            <p:ph type="title"/>
          </p:nvPr>
        </p:nvSpPr>
        <p:spPr>
          <a:xfrm>
            <a:off x="550862" y="549275"/>
            <a:ext cx="11097551" cy="1332000"/>
          </a:xfrm>
        </p:spPr>
        <p:txBody>
          <a:bodyPr rtlCol="0">
            <a:normAutofit/>
          </a:bodyPr>
          <a:lstStyle/>
          <a:p>
            <a:pPr rtl="0"/>
            <a:r>
              <a:rPr lang="en-GB"/>
              <a:t>Content </a:t>
            </a:r>
          </a:p>
        </p:txBody>
      </p:sp>
      <p:sp>
        <p:nvSpPr>
          <p:cNvPr id="9" name="Text Placeholder 8">
            <a:extLst>
              <a:ext uri="{FF2B5EF4-FFF2-40B4-BE49-F238E27FC236}">
                <a16:creationId xmlns:a16="http://schemas.microsoft.com/office/drawing/2014/main" id="{0D098C43-2F2A-4100-89BC-5931039293FA}"/>
              </a:ext>
            </a:extLst>
          </p:cNvPr>
          <p:cNvSpPr>
            <a:spLocks noGrp="1"/>
          </p:cNvSpPr>
          <p:nvPr>
            <p:ph type="body" idx="1"/>
          </p:nvPr>
        </p:nvSpPr>
        <p:spPr>
          <a:xfrm>
            <a:off x="550864" y="1731375"/>
            <a:ext cx="5437186" cy="535354"/>
          </a:xfrm>
        </p:spPr>
        <p:txBody>
          <a:bodyPr rtlCol="0"/>
          <a:lstStyle/>
          <a:p>
            <a:pPr rtl="0"/>
            <a:r>
              <a:rPr lang="en-GB"/>
              <a:t>Subtitle</a:t>
            </a:r>
            <a:endParaRPr lang="en-GB" dirty="0"/>
          </a:p>
        </p:txBody>
      </p:sp>
      <p:sp>
        <p:nvSpPr>
          <p:cNvPr id="10" name="Content Placeholder 9">
            <a:extLst>
              <a:ext uri="{FF2B5EF4-FFF2-40B4-BE49-F238E27FC236}">
                <a16:creationId xmlns:a16="http://schemas.microsoft.com/office/drawing/2014/main" id="{1DB251F7-EBE7-46AC-A920-FFE2C5AF68EA}"/>
              </a:ext>
            </a:extLst>
          </p:cNvPr>
          <p:cNvSpPr>
            <a:spLocks noGrp="1"/>
          </p:cNvSpPr>
          <p:nvPr>
            <p:ph sz="half" idx="2"/>
          </p:nvPr>
        </p:nvSpPr>
        <p:spPr>
          <a:xfrm>
            <a:off x="550863" y="2427370"/>
            <a:ext cx="5429114" cy="3515555"/>
          </a:xfrm>
        </p:spPr>
        <p:txBody>
          <a:bodyPr rtlCol="0"/>
          <a:lstStyle/>
          <a:p>
            <a:pPr rtl="0"/>
            <a:r>
              <a:rPr lang="en-GB"/>
              <a:t>Add text, images, art, and videos. </a:t>
            </a:r>
          </a:p>
          <a:p>
            <a:pPr rtl="0"/>
            <a:r>
              <a:rPr lang="en-GB"/>
              <a:t>Add transitions, animations, and motion. </a:t>
            </a:r>
          </a:p>
          <a:p>
            <a:pPr rtl="0"/>
            <a:r>
              <a:rPr lang="en-GB"/>
              <a:t>Save to OneDrive, to get to your presentations from your computer, tablet, or phone. </a:t>
            </a:r>
          </a:p>
        </p:txBody>
      </p:sp>
      <p:sp>
        <p:nvSpPr>
          <p:cNvPr id="11" name="Text Placeholder 10">
            <a:extLst>
              <a:ext uri="{FF2B5EF4-FFF2-40B4-BE49-F238E27FC236}">
                <a16:creationId xmlns:a16="http://schemas.microsoft.com/office/drawing/2014/main" id="{60726BA7-44D6-4116-90E3-38325026EAAD}"/>
              </a:ext>
            </a:extLst>
          </p:cNvPr>
          <p:cNvSpPr>
            <a:spLocks noGrp="1"/>
          </p:cNvSpPr>
          <p:nvPr>
            <p:ph type="body" sz="quarter" idx="3"/>
          </p:nvPr>
        </p:nvSpPr>
        <p:spPr>
          <a:xfrm>
            <a:off x="6212024" y="1731375"/>
            <a:ext cx="5436392" cy="535354"/>
          </a:xfrm>
        </p:spPr>
        <p:txBody>
          <a:bodyPr rtlCol="0"/>
          <a:lstStyle/>
          <a:p>
            <a:pPr rtl="0"/>
            <a:r>
              <a:rPr lang="en-GB"/>
              <a:t>Subtitle</a:t>
            </a:r>
          </a:p>
        </p:txBody>
      </p:sp>
      <p:sp>
        <p:nvSpPr>
          <p:cNvPr id="12" name="Content Placeholder 11">
            <a:extLst>
              <a:ext uri="{FF2B5EF4-FFF2-40B4-BE49-F238E27FC236}">
                <a16:creationId xmlns:a16="http://schemas.microsoft.com/office/drawing/2014/main" id="{7FB7F30B-2A84-4C44-BC5A-E826ED6E74A2}"/>
              </a:ext>
            </a:extLst>
          </p:cNvPr>
          <p:cNvSpPr>
            <a:spLocks noGrp="1"/>
          </p:cNvSpPr>
          <p:nvPr>
            <p:ph sz="quarter" idx="4"/>
          </p:nvPr>
        </p:nvSpPr>
        <p:spPr>
          <a:xfrm>
            <a:off x="6212023" y="2427370"/>
            <a:ext cx="5436391" cy="3515555"/>
          </a:xfrm>
        </p:spPr>
        <p:txBody>
          <a:bodyPr rtlCol="0"/>
          <a:lstStyle/>
          <a:p>
            <a:pPr rtl="0"/>
            <a:r>
              <a:rPr lang="en-GB"/>
              <a:t>Open the Design Ideas pane for instant slide makeovers. </a:t>
            </a:r>
          </a:p>
          <a:p>
            <a:pPr rtl="0"/>
            <a:r>
              <a:rPr lang="en-GB"/>
              <a:t>When we have design ideas, we’ll show them to you right there. </a:t>
            </a:r>
          </a:p>
          <a:p>
            <a:pPr rtl="0"/>
            <a:endParaRPr lang="en-GB" dirty="0"/>
          </a:p>
        </p:txBody>
      </p:sp>
      <p:sp>
        <p:nvSpPr>
          <p:cNvPr id="4" name="Date Placeholder 3">
            <a:extLst>
              <a:ext uri="{FF2B5EF4-FFF2-40B4-BE49-F238E27FC236}">
                <a16:creationId xmlns:a16="http://schemas.microsoft.com/office/drawing/2014/main" id="{0C329F70-04F7-4C70-BCF8-D4371F54EF2F}"/>
              </a:ext>
            </a:extLst>
          </p:cNvPr>
          <p:cNvSpPr>
            <a:spLocks noGrp="1"/>
          </p:cNvSpPr>
          <p:nvPr>
            <p:ph type="dt" sz="half" idx="10"/>
          </p:nvPr>
        </p:nvSpPr>
        <p:spPr>
          <a:xfrm>
            <a:off x="550863" y="6507212"/>
            <a:ext cx="2628900" cy="153888"/>
          </a:xfrm>
        </p:spPr>
        <p:txBody>
          <a:bodyPr rtlCol="0"/>
          <a:lstStyle/>
          <a:p>
            <a:pPr rtl="0"/>
            <a:r>
              <a:rPr lang="en-GB"/>
              <a:t>Tuesday, February 2, 20XX</a:t>
            </a:r>
            <a:endParaRPr lang="en-GB" dirty="0"/>
          </a:p>
        </p:txBody>
      </p:sp>
      <p:sp>
        <p:nvSpPr>
          <p:cNvPr id="5" name="Footer Placeholder 4">
            <a:extLst>
              <a:ext uri="{FF2B5EF4-FFF2-40B4-BE49-F238E27FC236}">
                <a16:creationId xmlns:a16="http://schemas.microsoft.com/office/drawing/2014/main" id="{06A3302E-502D-4151-81C9-5FD6AF9596D6}"/>
              </a:ext>
            </a:extLst>
          </p:cNvPr>
          <p:cNvSpPr>
            <a:spLocks noGrp="1"/>
          </p:cNvSpPr>
          <p:nvPr>
            <p:ph type="ftr" sz="quarter" idx="11"/>
          </p:nvPr>
        </p:nvSpPr>
        <p:spPr>
          <a:xfrm>
            <a:off x="3359150" y="6507212"/>
            <a:ext cx="6379210" cy="153888"/>
          </a:xfrm>
        </p:spPr>
        <p:txBody>
          <a:bodyPr rtlCol="0"/>
          <a:lstStyle/>
          <a:p>
            <a:pPr rtl="0"/>
            <a:r>
              <a:rPr lang="en-GB"/>
              <a:t>Sample Footer Text</a:t>
            </a:r>
          </a:p>
        </p:txBody>
      </p:sp>
      <p:sp>
        <p:nvSpPr>
          <p:cNvPr id="6" name="Slide Number Placeholder 5">
            <a:extLst>
              <a:ext uri="{FF2B5EF4-FFF2-40B4-BE49-F238E27FC236}">
                <a16:creationId xmlns:a16="http://schemas.microsoft.com/office/drawing/2014/main" id="{9ED907F8-C614-4D59-A03F-BF9CD5E35703}"/>
              </a:ext>
            </a:extLst>
          </p:cNvPr>
          <p:cNvSpPr>
            <a:spLocks noGrp="1"/>
          </p:cNvSpPr>
          <p:nvPr>
            <p:ph type="sldNum" sz="quarter" idx="12"/>
          </p:nvPr>
        </p:nvSpPr>
        <p:spPr>
          <a:xfrm>
            <a:off x="9948863" y="6507212"/>
            <a:ext cx="1692274" cy="153888"/>
          </a:xfrm>
        </p:spPr>
        <p:txBody>
          <a:bodyPr rtlCol="0"/>
          <a:lstStyle/>
          <a:p>
            <a:pPr rtl="0"/>
            <a:fld id="{DBA1B0FB-D917-4C8C-928F-313BD683BF39}" type="slidenum">
              <a:rPr lang="en-GB" smtClean="0"/>
              <a:pPr rtl="0"/>
              <a:t>42</a:t>
            </a:fld>
            <a:endParaRPr lang="en-GB"/>
          </a:p>
        </p:txBody>
      </p:sp>
      <p:sp>
        <p:nvSpPr>
          <p:cNvPr id="22" name="Freeform: Shape 21">
            <a:extLst>
              <a:ext uri="{FF2B5EF4-FFF2-40B4-BE49-F238E27FC236}">
                <a16:creationId xmlns:a16="http://schemas.microsoft.com/office/drawing/2014/main" id="{C6F3814E-455F-456B-B1AF-7B993965A2C0}"/>
              </a:ext>
              <a:ext uri="{C183D7F6-B498-43B3-948B-1728B52AA6E4}">
                <adec:decorative xmlns:adec="http://schemas.microsoft.com/office/drawing/2017/decorative" val="1"/>
              </a:ext>
            </a:extLst>
          </p:cNvPr>
          <p:cNvSpPr>
            <a:spLocks noChangeAspect="1"/>
          </p:cNvSpPr>
          <p:nvPr/>
        </p:nvSpPr>
        <p:spPr>
          <a:xfrm>
            <a:off x="4295775" y="0"/>
            <a:ext cx="360000" cy="274638"/>
          </a:xfrm>
          <a:custGeom>
            <a:avLst/>
            <a:gdLst>
              <a:gd name="connsiteX0" fmla="*/ 30714 w 360000"/>
              <a:gd name="connsiteY0" fmla="*/ 0 h 274638"/>
              <a:gd name="connsiteX1" fmla="*/ 329286 w 360000"/>
              <a:gd name="connsiteY1" fmla="*/ 0 h 274638"/>
              <a:gd name="connsiteX2" fmla="*/ 345855 w 360000"/>
              <a:gd name="connsiteY2" fmla="*/ 24574 h 274638"/>
              <a:gd name="connsiteX3" fmla="*/ 360000 w 360000"/>
              <a:gd name="connsiteY3" fmla="*/ 94638 h 274638"/>
              <a:gd name="connsiteX4" fmla="*/ 180000 w 360000"/>
              <a:gd name="connsiteY4" fmla="*/ 274638 h 274638"/>
              <a:gd name="connsiteX5" fmla="*/ 0 w 360000"/>
              <a:gd name="connsiteY5" fmla="*/ 94638 h 274638"/>
              <a:gd name="connsiteX6" fmla="*/ 14145 w 360000"/>
              <a:gd name="connsiteY6" fmla="*/ 24574 h 27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0" h="274638">
                <a:moveTo>
                  <a:pt x="30714" y="0"/>
                </a:moveTo>
                <a:lnTo>
                  <a:pt x="329286" y="0"/>
                </a:lnTo>
                <a:lnTo>
                  <a:pt x="345855" y="24574"/>
                </a:lnTo>
                <a:cubicBezTo>
                  <a:pt x="354963" y="46109"/>
                  <a:pt x="360000" y="69785"/>
                  <a:pt x="360000" y="94638"/>
                </a:cubicBezTo>
                <a:cubicBezTo>
                  <a:pt x="360000" y="194049"/>
                  <a:pt x="279411" y="274638"/>
                  <a:pt x="180000" y="274638"/>
                </a:cubicBezTo>
                <a:cubicBezTo>
                  <a:pt x="80589" y="274638"/>
                  <a:pt x="0" y="194049"/>
                  <a:pt x="0" y="94638"/>
                </a:cubicBezTo>
                <a:cubicBezTo>
                  <a:pt x="0" y="69785"/>
                  <a:pt x="5037" y="46109"/>
                  <a:pt x="14145" y="24574"/>
                </a:cubicBezTo>
                <a:close/>
              </a:path>
            </a:pathLst>
          </a:cu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a:p>
        </p:txBody>
      </p:sp>
    </p:spTree>
    <p:extLst>
      <p:ext uri="{BB962C8B-B14F-4D97-AF65-F5344CB8AC3E}">
        <p14:creationId xmlns:p14="http://schemas.microsoft.com/office/powerpoint/2010/main" val="38913455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7788B34-4190-4916-9048-47720EA5ABF1}"/>
              </a:ext>
            </a:extLst>
          </p:cNvPr>
          <p:cNvSpPr>
            <a:spLocks noGrp="1"/>
          </p:cNvSpPr>
          <p:nvPr>
            <p:ph type="title"/>
          </p:nvPr>
        </p:nvSpPr>
        <p:spPr>
          <a:xfrm>
            <a:off x="550862" y="549275"/>
            <a:ext cx="11097551" cy="1332000"/>
          </a:xfrm>
        </p:spPr>
        <p:txBody>
          <a:bodyPr rtlCol="0"/>
          <a:lstStyle/>
          <a:p>
            <a:pPr rtl="0"/>
            <a:r>
              <a:rPr lang="en-GB"/>
              <a:t>Content 2 </a:t>
            </a:r>
          </a:p>
        </p:txBody>
      </p:sp>
      <p:sp>
        <p:nvSpPr>
          <p:cNvPr id="8" name="Text Placeholder 7">
            <a:extLst>
              <a:ext uri="{FF2B5EF4-FFF2-40B4-BE49-F238E27FC236}">
                <a16:creationId xmlns:a16="http://schemas.microsoft.com/office/drawing/2014/main" id="{ABA415A0-3B77-43FB-A408-5F1DA4B0AAFA}"/>
              </a:ext>
            </a:extLst>
          </p:cNvPr>
          <p:cNvSpPr>
            <a:spLocks noGrp="1"/>
          </p:cNvSpPr>
          <p:nvPr>
            <p:ph type="body" idx="1"/>
          </p:nvPr>
        </p:nvSpPr>
        <p:spPr>
          <a:xfrm>
            <a:off x="550864" y="1731375"/>
            <a:ext cx="3563936" cy="535354"/>
          </a:xfrm>
        </p:spPr>
        <p:txBody>
          <a:bodyPr rtlCol="0"/>
          <a:lstStyle/>
          <a:p>
            <a:pPr rtl="0"/>
            <a:r>
              <a:rPr lang="en-GB"/>
              <a:t>Subtitle</a:t>
            </a:r>
          </a:p>
        </p:txBody>
      </p:sp>
      <p:sp>
        <p:nvSpPr>
          <p:cNvPr id="9" name="Content Placeholder 8">
            <a:extLst>
              <a:ext uri="{FF2B5EF4-FFF2-40B4-BE49-F238E27FC236}">
                <a16:creationId xmlns:a16="http://schemas.microsoft.com/office/drawing/2014/main" id="{8598ECEC-4413-4244-8F21-0076EC511806}"/>
              </a:ext>
            </a:extLst>
          </p:cNvPr>
          <p:cNvSpPr>
            <a:spLocks noGrp="1"/>
          </p:cNvSpPr>
          <p:nvPr>
            <p:ph sz="half" idx="2"/>
          </p:nvPr>
        </p:nvSpPr>
        <p:spPr>
          <a:xfrm>
            <a:off x="559476" y="2432304"/>
            <a:ext cx="3563936" cy="3515555"/>
          </a:xfrm>
        </p:spPr>
        <p:txBody>
          <a:bodyPr rtlCol="0">
            <a:noAutofit/>
          </a:bodyPr>
          <a:lstStyle/>
          <a:p>
            <a:pPr lvl="0" rtl="0">
              <a:lnSpc>
                <a:spcPct val="100000"/>
              </a:lnSpc>
            </a:pPr>
            <a:r>
              <a:rPr lang="en-GB" sz="1700" dirty="0"/>
              <a:t>Add text, images, art, and videos. </a:t>
            </a:r>
          </a:p>
          <a:p>
            <a:pPr lvl="0" rtl="0">
              <a:lnSpc>
                <a:spcPct val="100000"/>
              </a:lnSpc>
            </a:pPr>
            <a:r>
              <a:rPr lang="en-GB" sz="1700" dirty="0"/>
              <a:t>Add transitions, animations, and motion. </a:t>
            </a:r>
          </a:p>
          <a:p>
            <a:pPr lvl="0" rtl="0">
              <a:lnSpc>
                <a:spcPct val="100000"/>
              </a:lnSpc>
            </a:pPr>
            <a:r>
              <a:rPr lang="en-GB" sz="1700" dirty="0"/>
              <a:t>Save to OneDrive, to get to your presentations from your computer, tablet, or phone. </a:t>
            </a:r>
          </a:p>
          <a:p>
            <a:pPr rtl="0">
              <a:lnSpc>
                <a:spcPct val="100000"/>
              </a:lnSpc>
            </a:pPr>
            <a:r>
              <a:rPr lang="en-GB" sz="1700" dirty="0"/>
              <a:t>Open the Design Ideas pane for instant slide makeovers. </a:t>
            </a:r>
          </a:p>
          <a:p>
            <a:pPr rtl="0">
              <a:lnSpc>
                <a:spcPct val="100000"/>
              </a:lnSpc>
            </a:pPr>
            <a:r>
              <a:rPr lang="en-GB" sz="1700" dirty="0"/>
              <a:t>When we have design ideas, we’ll show them to you right there. </a:t>
            </a:r>
          </a:p>
          <a:p>
            <a:pPr lvl="0" rtl="0">
              <a:lnSpc>
                <a:spcPct val="100000"/>
              </a:lnSpc>
            </a:pPr>
            <a:endParaRPr lang="en-GB" sz="1700" dirty="0"/>
          </a:p>
          <a:p>
            <a:pPr rtl="0">
              <a:lnSpc>
                <a:spcPct val="100000"/>
              </a:lnSpc>
            </a:pPr>
            <a:endParaRPr lang="en-GB" sz="1700" dirty="0"/>
          </a:p>
        </p:txBody>
      </p:sp>
      <p:sp>
        <p:nvSpPr>
          <p:cNvPr id="12" name="Text Placeholder 11">
            <a:extLst>
              <a:ext uri="{FF2B5EF4-FFF2-40B4-BE49-F238E27FC236}">
                <a16:creationId xmlns:a16="http://schemas.microsoft.com/office/drawing/2014/main" id="{3A63626D-0E6E-4023-ABFC-A744C9862159}"/>
              </a:ext>
            </a:extLst>
          </p:cNvPr>
          <p:cNvSpPr>
            <a:spLocks noGrp="1"/>
          </p:cNvSpPr>
          <p:nvPr>
            <p:ph type="body" sz="quarter" idx="13"/>
          </p:nvPr>
        </p:nvSpPr>
        <p:spPr>
          <a:xfrm>
            <a:off x="4341573" y="1731375"/>
            <a:ext cx="3566160" cy="535354"/>
          </a:xfrm>
        </p:spPr>
        <p:txBody>
          <a:bodyPr rtlCol="0"/>
          <a:lstStyle/>
          <a:p>
            <a:pPr rtl="0"/>
            <a:r>
              <a:rPr lang="en-GB"/>
              <a:t>subtitle</a:t>
            </a:r>
          </a:p>
        </p:txBody>
      </p:sp>
      <p:sp>
        <p:nvSpPr>
          <p:cNvPr id="13" name="Content Placeholder 12">
            <a:extLst>
              <a:ext uri="{FF2B5EF4-FFF2-40B4-BE49-F238E27FC236}">
                <a16:creationId xmlns:a16="http://schemas.microsoft.com/office/drawing/2014/main" id="{258E9390-685C-4BAD-BFAD-EC56E81C4745}"/>
              </a:ext>
            </a:extLst>
          </p:cNvPr>
          <p:cNvSpPr>
            <a:spLocks noGrp="1"/>
          </p:cNvSpPr>
          <p:nvPr>
            <p:ph sz="quarter" idx="14"/>
          </p:nvPr>
        </p:nvSpPr>
        <p:spPr>
          <a:xfrm>
            <a:off x="4341573" y="2427370"/>
            <a:ext cx="3508755" cy="3515555"/>
          </a:xfrm>
        </p:spPr>
        <p:txBody>
          <a:bodyPr rtlCol="0">
            <a:normAutofit lnSpcReduction="10000"/>
          </a:bodyPr>
          <a:lstStyle/>
          <a:p>
            <a:pPr lvl="0" rtl="0"/>
            <a:r>
              <a:rPr lang="en-GB" dirty="0"/>
              <a:t>Add text, images, art, and videos. </a:t>
            </a:r>
          </a:p>
          <a:p>
            <a:pPr lvl="0" rtl="0"/>
            <a:r>
              <a:rPr lang="en-GB" dirty="0"/>
              <a:t>Add transitions, animations, and motion. </a:t>
            </a:r>
          </a:p>
          <a:p>
            <a:pPr lvl="0" rtl="0"/>
            <a:r>
              <a:rPr lang="en-GB" dirty="0"/>
              <a:t>Save to OneDrive, to get to your presentations from your computer, tablet, or phone. </a:t>
            </a:r>
          </a:p>
          <a:p>
            <a:pPr rtl="0"/>
            <a:r>
              <a:rPr lang="en-GB" dirty="0"/>
              <a:t>Open the Design Ideas pane for instant slide makeovers. </a:t>
            </a:r>
          </a:p>
          <a:p>
            <a:pPr rtl="0"/>
            <a:r>
              <a:rPr lang="en-GB" dirty="0"/>
              <a:t>When we have design ideas, we’ll show them to you right there.</a:t>
            </a:r>
          </a:p>
        </p:txBody>
      </p:sp>
      <p:sp>
        <p:nvSpPr>
          <p:cNvPr id="10" name="Text Placeholder 9">
            <a:extLst>
              <a:ext uri="{FF2B5EF4-FFF2-40B4-BE49-F238E27FC236}">
                <a16:creationId xmlns:a16="http://schemas.microsoft.com/office/drawing/2014/main" id="{34A9BC34-CFDB-4D7A-8D6C-1CE608D0909F}"/>
              </a:ext>
            </a:extLst>
          </p:cNvPr>
          <p:cNvSpPr>
            <a:spLocks noGrp="1"/>
          </p:cNvSpPr>
          <p:nvPr>
            <p:ph type="body" sz="quarter" idx="3"/>
          </p:nvPr>
        </p:nvSpPr>
        <p:spPr>
          <a:xfrm>
            <a:off x="8139659" y="1731375"/>
            <a:ext cx="3566160" cy="535354"/>
          </a:xfrm>
        </p:spPr>
        <p:txBody>
          <a:bodyPr rtlCol="0"/>
          <a:lstStyle/>
          <a:p>
            <a:pPr rtl="0"/>
            <a:r>
              <a:rPr lang="en-GB"/>
              <a:t>subtitle</a:t>
            </a:r>
            <a:endParaRPr lang="en-GB" dirty="0"/>
          </a:p>
        </p:txBody>
      </p:sp>
      <p:sp>
        <p:nvSpPr>
          <p:cNvPr id="11" name="Content Placeholder 10">
            <a:extLst>
              <a:ext uri="{FF2B5EF4-FFF2-40B4-BE49-F238E27FC236}">
                <a16:creationId xmlns:a16="http://schemas.microsoft.com/office/drawing/2014/main" id="{1D014E48-5DD9-49CE-AD5B-0FEF69204F68}"/>
              </a:ext>
            </a:extLst>
          </p:cNvPr>
          <p:cNvSpPr>
            <a:spLocks noGrp="1"/>
          </p:cNvSpPr>
          <p:nvPr>
            <p:ph sz="quarter" idx="4"/>
          </p:nvPr>
        </p:nvSpPr>
        <p:spPr>
          <a:xfrm>
            <a:off x="8139659" y="2427370"/>
            <a:ext cx="3508755" cy="3515555"/>
          </a:xfrm>
        </p:spPr>
        <p:txBody>
          <a:bodyPr rtlCol="0">
            <a:normAutofit lnSpcReduction="10000"/>
          </a:bodyPr>
          <a:lstStyle/>
          <a:p>
            <a:pPr lvl="0" rtl="0"/>
            <a:r>
              <a:rPr lang="en-GB"/>
              <a:t>Add text, images, art, and videos. </a:t>
            </a:r>
          </a:p>
          <a:p>
            <a:pPr lvl="0" rtl="0"/>
            <a:r>
              <a:rPr lang="en-GB"/>
              <a:t>Add transitions, animations, and motion. </a:t>
            </a:r>
          </a:p>
          <a:p>
            <a:pPr lvl="0" rtl="0"/>
            <a:r>
              <a:rPr lang="en-GB"/>
              <a:t>Save to OneDrive, to get to your presentations from your computer, tablet, or phone. </a:t>
            </a:r>
          </a:p>
          <a:p>
            <a:pPr rtl="0"/>
            <a:r>
              <a:rPr lang="en-GB"/>
              <a:t>Open the Design Ideas pane for instant slide makeovers. </a:t>
            </a:r>
          </a:p>
          <a:p>
            <a:pPr rtl="0"/>
            <a:r>
              <a:rPr lang="en-GB"/>
              <a:t>When we have design ideas, we’ll show them to you right there.</a:t>
            </a:r>
          </a:p>
        </p:txBody>
      </p:sp>
      <p:sp>
        <p:nvSpPr>
          <p:cNvPr id="14" name="Date Placeholder 13">
            <a:extLst>
              <a:ext uri="{FF2B5EF4-FFF2-40B4-BE49-F238E27FC236}">
                <a16:creationId xmlns:a16="http://schemas.microsoft.com/office/drawing/2014/main" id="{D236478C-E242-44E0-8357-C72C9B588CA7}"/>
              </a:ext>
            </a:extLst>
          </p:cNvPr>
          <p:cNvSpPr>
            <a:spLocks noGrp="1"/>
          </p:cNvSpPr>
          <p:nvPr>
            <p:ph type="dt" sz="half" idx="10"/>
          </p:nvPr>
        </p:nvSpPr>
        <p:spPr>
          <a:xfrm>
            <a:off x="550863" y="6507212"/>
            <a:ext cx="2628900" cy="153888"/>
          </a:xfrm>
        </p:spPr>
        <p:txBody>
          <a:bodyPr rtlCol="0"/>
          <a:lstStyle/>
          <a:p>
            <a:pPr rtl="0"/>
            <a:r>
              <a:rPr lang="en-GB"/>
              <a:t>Tuesday, February 2, 20XX</a:t>
            </a:r>
            <a:endParaRPr lang="en-GB" dirty="0"/>
          </a:p>
        </p:txBody>
      </p:sp>
      <p:sp>
        <p:nvSpPr>
          <p:cNvPr id="15" name="Footer Placeholder 14">
            <a:extLst>
              <a:ext uri="{FF2B5EF4-FFF2-40B4-BE49-F238E27FC236}">
                <a16:creationId xmlns:a16="http://schemas.microsoft.com/office/drawing/2014/main" id="{65A6DC02-681E-4AF7-AC6E-57CDDB2FBA28}"/>
              </a:ext>
            </a:extLst>
          </p:cNvPr>
          <p:cNvSpPr>
            <a:spLocks noGrp="1"/>
          </p:cNvSpPr>
          <p:nvPr>
            <p:ph type="ftr" sz="quarter" idx="11"/>
          </p:nvPr>
        </p:nvSpPr>
        <p:spPr>
          <a:xfrm>
            <a:off x="3359150" y="6507212"/>
            <a:ext cx="6379210" cy="153888"/>
          </a:xfrm>
        </p:spPr>
        <p:txBody>
          <a:bodyPr rtlCol="0"/>
          <a:lstStyle/>
          <a:p>
            <a:pPr rtl="0"/>
            <a:r>
              <a:rPr lang="en-GB"/>
              <a:t>Sample Footer Text</a:t>
            </a:r>
          </a:p>
        </p:txBody>
      </p:sp>
      <p:sp>
        <p:nvSpPr>
          <p:cNvPr id="16" name="Slide Number Placeholder 15">
            <a:extLst>
              <a:ext uri="{FF2B5EF4-FFF2-40B4-BE49-F238E27FC236}">
                <a16:creationId xmlns:a16="http://schemas.microsoft.com/office/drawing/2014/main" id="{CF0A8666-4477-461C-A79D-E91232EE973E}"/>
              </a:ext>
            </a:extLst>
          </p:cNvPr>
          <p:cNvSpPr>
            <a:spLocks noGrp="1"/>
          </p:cNvSpPr>
          <p:nvPr>
            <p:ph type="sldNum" sz="quarter" idx="12"/>
          </p:nvPr>
        </p:nvSpPr>
        <p:spPr>
          <a:xfrm>
            <a:off x="9948863" y="6507212"/>
            <a:ext cx="1692274" cy="153888"/>
          </a:xfrm>
        </p:spPr>
        <p:txBody>
          <a:bodyPr rtlCol="0"/>
          <a:lstStyle/>
          <a:p>
            <a:pPr rtl="0"/>
            <a:fld id="{DBA1B0FB-D917-4C8C-928F-313BD683BF39}" type="slidenum">
              <a:rPr lang="en-GB" smtClean="0"/>
              <a:pPr rtl="0"/>
              <a:t>43</a:t>
            </a:fld>
            <a:endParaRPr lang="en-GB"/>
          </a:p>
        </p:txBody>
      </p:sp>
    </p:spTree>
    <p:extLst>
      <p:ext uri="{BB962C8B-B14F-4D97-AF65-F5344CB8AC3E}">
        <p14:creationId xmlns:p14="http://schemas.microsoft.com/office/powerpoint/2010/main" val="14205470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581E8936-2270-47FE-94A4-398CB123EF90}"/>
              </a:ext>
            </a:extLst>
          </p:cNvPr>
          <p:cNvSpPr>
            <a:spLocks noGrp="1"/>
          </p:cNvSpPr>
          <p:nvPr>
            <p:ph type="title"/>
          </p:nvPr>
        </p:nvSpPr>
        <p:spPr>
          <a:xfrm>
            <a:off x="550863" y="4508500"/>
            <a:ext cx="4500562" cy="1562959"/>
          </a:xfrm>
        </p:spPr>
        <p:txBody>
          <a:bodyPr rtlCol="0"/>
          <a:lstStyle/>
          <a:p>
            <a:pPr rtl="0"/>
            <a:r>
              <a:rPr lang="en-GB"/>
              <a:t>Summary</a:t>
            </a:r>
          </a:p>
        </p:txBody>
      </p:sp>
      <p:pic>
        <p:nvPicPr>
          <p:cNvPr id="16" name="Picture Placeholder 15" descr="Data Points Digital background">
            <a:extLst>
              <a:ext uri="{FF2B5EF4-FFF2-40B4-BE49-F238E27FC236}">
                <a16:creationId xmlns:a16="http://schemas.microsoft.com/office/drawing/2014/main" id="{361E9ADB-7377-4CF1-9AE4-AEFBDEBEEEE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0" y="0"/>
            <a:ext cx="12192000" cy="3776472"/>
          </a:xfrm>
        </p:spPr>
      </p:pic>
      <p:sp>
        <p:nvSpPr>
          <p:cNvPr id="13" name="Content Placeholder 12">
            <a:extLst>
              <a:ext uri="{FF2B5EF4-FFF2-40B4-BE49-F238E27FC236}">
                <a16:creationId xmlns:a16="http://schemas.microsoft.com/office/drawing/2014/main" id="{C0287FEC-3826-4868-8D93-52429C6156F5}"/>
              </a:ext>
            </a:extLst>
          </p:cNvPr>
          <p:cNvSpPr>
            <a:spLocks noGrp="1"/>
          </p:cNvSpPr>
          <p:nvPr>
            <p:ph sz="quarter" idx="15"/>
          </p:nvPr>
        </p:nvSpPr>
        <p:spPr>
          <a:xfrm>
            <a:off x="5262411" y="4508500"/>
            <a:ext cx="6221412" cy="1563688"/>
          </a:xfrm>
        </p:spPr>
        <p:txBody>
          <a:bodyPr rtlCol="0">
            <a:normAutofit lnSpcReduction="10000"/>
          </a:bodyPr>
          <a:lstStyle/>
          <a:p>
            <a:pPr rtl="0"/>
            <a:r>
              <a:rPr lang="en-GB"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sp>
        <p:nvSpPr>
          <p:cNvPr id="4" name="Date Placeholder 3">
            <a:extLst>
              <a:ext uri="{FF2B5EF4-FFF2-40B4-BE49-F238E27FC236}">
                <a16:creationId xmlns:a16="http://schemas.microsoft.com/office/drawing/2014/main" id="{0C329F70-04F7-4C70-BCF8-D4371F54EF2F}"/>
              </a:ext>
            </a:extLst>
          </p:cNvPr>
          <p:cNvSpPr>
            <a:spLocks noGrp="1"/>
          </p:cNvSpPr>
          <p:nvPr>
            <p:ph type="dt" sz="half" idx="10"/>
          </p:nvPr>
        </p:nvSpPr>
        <p:spPr>
          <a:xfrm>
            <a:off x="550863" y="6507212"/>
            <a:ext cx="2628900" cy="153888"/>
          </a:xfrm>
        </p:spPr>
        <p:txBody>
          <a:bodyPr rtlCol="0"/>
          <a:lstStyle/>
          <a:p>
            <a:pPr rtl="0"/>
            <a:r>
              <a:rPr lang="en-GB"/>
              <a:t>Tuesday, February 2, 20XX</a:t>
            </a:r>
            <a:endParaRPr lang="en-GB" dirty="0"/>
          </a:p>
        </p:txBody>
      </p:sp>
      <p:sp>
        <p:nvSpPr>
          <p:cNvPr id="5" name="Footer Placeholder 4">
            <a:extLst>
              <a:ext uri="{FF2B5EF4-FFF2-40B4-BE49-F238E27FC236}">
                <a16:creationId xmlns:a16="http://schemas.microsoft.com/office/drawing/2014/main" id="{06A3302E-502D-4151-81C9-5FD6AF9596D6}"/>
              </a:ext>
            </a:extLst>
          </p:cNvPr>
          <p:cNvSpPr>
            <a:spLocks noGrp="1"/>
          </p:cNvSpPr>
          <p:nvPr>
            <p:ph type="ftr" sz="quarter" idx="11"/>
          </p:nvPr>
        </p:nvSpPr>
        <p:spPr>
          <a:xfrm>
            <a:off x="3359150" y="6507212"/>
            <a:ext cx="6379210" cy="153888"/>
          </a:xfrm>
        </p:spPr>
        <p:txBody>
          <a:bodyPr rtlCol="0"/>
          <a:lstStyle/>
          <a:p>
            <a:pPr rtl="0"/>
            <a:r>
              <a:rPr lang="en-GB"/>
              <a:t>Sample Footer Text</a:t>
            </a:r>
          </a:p>
        </p:txBody>
      </p:sp>
      <p:sp>
        <p:nvSpPr>
          <p:cNvPr id="6" name="Slide Number Placeholder 5">
            <a:extLst>
              <a:ext uri="{FF2B5EF4-FFF2-40B4-BE49-F238E27FC236}">
                <a16:creationId xmlns:a16="http://schemas.microsoft.com/office/drawing/2014/main" id="{9ED907F8-C614-4D59-A03F-BF9CD5E35703}"/>
              </a:ext>
            </a:extLst>
          </p:cNvPr>
          <p:cNvSpPr>
            <a:spLocks noGrp="1"/>
          </p:cNvSpPr>
          <p:nvPr>
            <p:ph type="sldNum" sz="quarter" idx="12"/>
          </p:nvPr>
        </p:nvSpPr>
        <p:spPr>
          <a:xfrm>
            <a:off x="9948863" y="6507212"/>
            <a:ext cx="1692274" cy="153888"/>
          </a:xfrm>
        </p:spPr>
        <p:txBody>
          <a:bodyPr rtlCol="0"/>
          <a:lstStyle/>
          <a:p>
            <a:pPr rtl="0"/>
            <a:fld id="{DBA1B0FB-D917-4C8C-928F-313BD683BF39}" type="slidenum">
              <a:rPr lang="en-GB" smtClean="0"/>
              <a:pPr rtl="0"/>
              <a:t>44</a:t>
            </a:fld>
            <a:endParaRPr lang="en-GB"/>
          </a:p>
        </p:txBody>
      </p:sp>
    </p:spTree>
    <p:extLst>
      <p:ext uri="{BB962C8B-B14F-4D97-AF65-F5344CB8AC3E}">
        <p14:creationId xmlns:p14="http://schemas.microsoft.com/office/powerpoint/2010/main" val="35215613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F8FAEED9-1ECD-45F9-87A0-9394BAEABB79}"/>
              </a:ext>
            </a:extLst>
          </p:cNvPr>
          <p:cNvSpPr>
            <a:spLocks noGrp="1"/>
          </p:cNvSpPr>
          <p:nvPr>
            <p:ph type="ctrTitle"/>
          </p:nvPr>
        </p:nvSpPr>
        <p:spPr>
          <a:xfrm>
            <a:off x="550863" y="549275"/>
            <a:ext cx="5437187" cy="2986234"/>
          </a:xfrm>
        </p:spPr>
        <p:txBody>
          <a:bodyPr rtlCol="0"/>
          <a:lstStyle/>
          <a:p>
            <a:pPr rtl="0"/>
            <a:r>
              <a:rPr lang="en-GB"/>
              <a:t>Thank You</a:t>
            </a:r>
          </a:p>
        </p:txBody>
      </p:sp>
      <p:sp>
        <p:nvSpPr>
          <p:cNvPr id="23" name="Subtitle 22">
            <a:extLst>
              <a:ext uri="{FF2B5EF4-FFF2-40B4-BE49-F238E27FC236}">
                <a16:creationId xmlns:a16="http://schemas.microsoft.com/office/drawing/2014/main" id="{8E5E4638-9BCB-4C2E-914F-CC868E2020D5}"/>
              </a:ext>
            </a:extLst>
          </p:cNvPr>
          <p:cNvSpPr>
            <a:spLocks noGrp="1"/>
          </p:cNvSpPr>
          <p:nvPr>
            <p:ph type="subTitle" idx="1"/>
          </p:nvPr>
        </p:nvSpPr>
        <p:spPr>
          <a:xfrm>
            <a:off x="550863" y="3827610"/>
            <a:ext cx="5437187" cy="2265216"/>
          </a:xfrm>
        </p:spPr>
        <p:txBody>
          <a:bodyPr rtlCol="0"/>
          <a:lstStyle/>
          <a:p>
            <a:pPr rtl="0"/>
            <a:r>
              <a:rPr lang="en-GB"/>
              <a:t>Presenter name</a:t>
            </a:r>
          </a:p>
          <a:p>
            <a:pPr rtl="0"/>
            <a:r>
              <a:rPr lang="en-GB"/>
              <a:t>Email address</a:t>
            </a:r>
          </a:p>
          <a:p>
            <a:pPr rtl="0"/>
            <a:r>
              <a:rPr lang="en-GB"/>
              <a:t>Website address</a:t>
            </a:r>
          </a:p>
        </p:txBody>
      </p:sp>
      <p:pic>
        <p:nvPicPr>
          <p:cNvPr id="27" name="Picture Placeholder 26" descr="Data Points Digital background">
            <a:extLst>
              <a:ext uri="{FF2B5EF4-FFF2-40B4-BE49-F238E27FC236}">
                <a16:creationId xmlns:a16="http://schemas.microsoft.com/office/drawing/2014/main" id="{9E660784-34E2-4CDA-926A-DDD6AAF35046}"/>
              </a:ext>
            </a:extLst>
          </p:cNvPr>
          <p:cNvPicPr>
            <a:picLocks noGrp="1" noChangeAspect="1"/>
          </p:cNvPicPr>
          <p:nvPr>
            <p:ph type="pic" sz="quarter" idx="15"/>
          </p:nvPr>
        </p:nvPicPr>
        <p:blipFill rotWithShape="1">
          <a:blip r:embed="rId2" cstate="screen">
            <a:extLst>
              <a:ext uri="{28A0092B-C50C-407E-A947-70E740481C1C}">
                <a14:useLocalDpi xmlns:a14="http://schemas.microsoft.com/office/drawing/2010/main" val="0"/>
              </a:ext>
            </a:extLst>
          </a:blip>
          <a:srcRect/>
          <a:stretch/>
        </p:blipFill>
        <p:spPr>
          <a:xfrm>
            <a:off x="6556248" y="548640"/>
            <a:ext cx="5084064" cy="2880360"/>
          </a:xfrm>
        </p:spPr>
      </p:pic>
      <p:pic>
        <p:nvPicPr>
          <p:cNvPr id="33" name="Picture Placeholder 32" descr="Data Points Digital background">
            <a:extLst>
              <a:ext uri="{FF2B5EF4-FFF2-40B4-BE49-F238E27FC236}">
                <a16:creationId xmlns:a16="http://schemas.microsoft.com/office/drawing/2014/main" id="{48106962-23C6-4DFE-BB3A-E5FFF03F38CE}"/>
              </a:ext>
            </a:extLst>
          </p:cNvPr>
          <p:cNvPicPr>
            <a:picLocks noGrp="1" noChangeAspect="1"/>
          </p:cNvPicPr>
          <p:nvPr>
            <p:ph type="pic" sz="quarter" idx="16"/>
          </p:nvPr>
        </p:nvPicPr>
        <p:blipFill rotWithShape="1">
          <a:blip r:embed="rId3" cstate="screen">
            <a:extLst>
              <a:ext uri="{28A0092B-C50C-407E-A947-70E740481C1C}">
                <a14:useLocalDpi xmlns:a14="http://schemas.microsoft.com/office/drawing/2010/main" val="0"/>
              </a:ext>
            </a:extLst>
          </a:blip>
          <a:srcRect/>
          <a:stretch/>
        </p:blipFill>
        <p:spPr>
          <a:xfrm>
            <a:off x="6556248" y="3429000"/>
            <a:ext cx="5084064" cy="2880360"/>
          </a:xfrm>
        </p:spPr>
      </p:pic>
      <p:sp>
        <p:nvSpPr>
          <p:cNvPr id="4" name="Date Placeholder 3">
            <a:extLst>
              <a:ext uri="{FF2B5EF4-FFF2-40B4-BE49-F238E27FC236}">
                <a16:creationId xmlns:a16="http://schemas.microsoft.com/office/drawing/2014/main" id="{7823E305-6365-4345-8BD1-4A31C61D96CB}"/>
              </a:ext>
            </a:extLst>
          </p:cNvPr>
          <p:cNvSpPr>
            <a:spLocks noGrp="1"/>
          </p:cNvSpPr>
          <p:nvPr>
            <p:ph type="dt" sz="half" idx="10"/>
          </p:nvPr>
        </p:nvSpPr>
        <p:spPr>
          <a:xfrm>
            <a:off x="550863" y="6507212"/>
            <a:ext cx="2628900" cy="153888"/>
          </a:xfrm>
        </p:spPr>
        <p:txBody>
          <a:bodyPr rtlCol="0"/>
          <a:lstStyle/>
          <a:p>
            <a:pPr rtl="0"/>
            <a:r>
              <a:rPr lang="en-GB"/>
              <a:t>Tuesday, February 2, 20XX</a:t>
            </a:r>
          </a:p>
        </p:txBody>
      </p:sp>
      <p:sp>
        <p:nvSpPr>
          <p:cNvPr id="5" name="Footer Placeholder 4">
            <a:extLst>
              <a:ext uri="{FF2B5EF4-FFF2-40B4-BE49-F238E27FC236}">
                <a16:creationId xmlns:a16="http://schemas.microsoft.com/office/drawing/2014/main" id="{0B37A3FF-ED32-4C4A-A21F-848A3BF6F896}"/>
              </a:ext>
            </a:extLst>
          </p:cNvPr>
          <p:cNvSpPr>
            <a:spLocks noGrp="1"/>
          </p:cNvSpPr>
          <p:nvPr>
            <p:ph type="ftr" sz="quarter" idx="11"/>
          </p:nvPr>
        </p:nvSpPr>
        <p:spPr>
          <a:xfrm>
            <a:off x="3359150" y="6507212"/>
            <a:ext cx="6379210" cy="153888"/>
          </a:xfrm>
        </p:spPr>
        <p:txBody>
          <a:bodyPr rtlCol="0"/>
          <a:lstStyle/>
          <a:p>
            <a:pPr rtl="0"/>
            <a:r>
              <a:rPr lang="en-GB"/>
              <a:t>Sample Footer Text</a:t>
            </a:r>
          </a:p>
        </p:txBody>
      </p:sp>
      <p:sp>
        <p:nvSpPr>
          <p:cNvPr id="6" name="Slide Number Placeholder 5">
            <a:extLst>
              <a:ext uri="{FF2B5EF4-FFF2-40B4-BE49-F238E27FC236}">
                <a16:creationId xmlns:a16="http://schemas.microsoft.com/office/drawing/2014/main" id="{36E60F23-FB58-4EF8-82FD-E86CED25FDD4}"/>
              </a:ext>
            </a:extLst>
          </p:cNvPr>
          <p:cNvSpPr>
            <a:spLocks noGrp="1"/>
          </p:cNvSpPr>
          <p:nvPr>
            <p:ph type="sldNum" sz="quarter" idx="12"/>
          </p:nvPr>
        </p:nvSpPr>
        <p:spPr>
          <a:xfrm>
            <a:off x="9948863" y="6507212"/>
            <a:ext cx="1692274" cy="153888"/>
          </a:xfrm>
        </p:spPr>
        <p:txBody>
          <a:bodyPr rtlCol="0"/>
          <a:lstStyle/>
          <a:p>
            <a:pPr rtl="0"/>
            <a:fld id="{DBA1B0FB-D917-4C8C-928F-313BD683BF39}" type="slidenum">
              <a:rPr lang="en-GB" smtClean="0"/>
              <a:pPr rtl="0"/>
              <a:t>45</a:t>
            </a:fld>
            <a:endParaRPr lang="en-GB"/>
          </a:p>
        </p:txBody>
      </p:sp>
    </p:spTree>
    <p:extLst>
      <p:ext uri="{BB962C8B-B14F-4D97-AF65-F5344CB8AC3E}">
        <p14:creationId xmlns:p14="http://schemas.microsoft.com/office/powerpoint/2010/main" val="3247798845"/>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74515124.tgt.Office_50301378_TF33713516_Win32_OJ112196127" id="{EDFFA481-CE53-4409-8D36-2ECF03B6BBD6}" vid="{001D13DB-0C6A-47B8-A3F5-ADC4851DB2E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0811A92-D464-4AC4-A396-BA73B10CEEA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904751AB-E840-446F-8D49-E697067EC887}">
  <ds:schemaRefs>
    <ds:schemaRef ds:uri="http://schemas.microsoft.com/sharepoint/v3/contenttype/forms"/>
  </ds:schemaRefs>
</ds:datastoreItem>
</file>

<file path=customXml/itemProps3.xml><?xml version="1.0" encoding="utf-8"?>
<ds:datastoreItem xmlns:ds="http://schemas.openxmlformats.org/officeDocument/2006/customXml" ds:itemID="{DE4876F9-7AE1-498D-B8FE-1E3AD703D2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3D float design</Template>
  <TotalTime>104</TotalTime>
  <Words>1197</Words>
  <Application>Microsoft Office PowerPoint</Application>
  <PresentationFormat>Widescreen</PresentationFormat>
  <Paragraphs>255</Paragraphs>
  <Slides>45</Slides>
  <Notes>11</Notes>
  <HiddenSlides>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vt:lpstr>
      <vt:lpstr>Calibri</vt:lpstr>
      <vt:lpstr>Gill Sans MT</vt:lpstr>
      <vt:lpstr>Symbol</vt:lpstr>
      <vt:lpstr>Walbaum Display</vt:lpstr>
      <vt:lpstr>3DFloatVTI</vt:lpstr>
      <vt:lpstr>Introduction to Signals in Mechatronics</vt:lpstr>
      <vt:lpstr>Introduction</vt:lpstr>
      <vt:lpstr>Basic Types</vt:lpstr>
      <vt:lpstr>Primary Classification </vt:lpstr>
      <vt:lpstr>Digital Does NOT Mean 2 Levels</vt:lpstr>
      <vt:lpstr>Discrete Levels</vt:lpstr>
      <vt:lpstr>Week 1 Activity 1</vt:lpstr>
      <vt:lpstr>Analog Signals</vt:lpstr>
      <vt:lpstr>Generating an Analog Signal using PWM</vt:lpstr>
      <vt:lpstr>Generating an Analog Signal using PWM - Filter Circuit</vt:lpstr>
      <vt:lpstr>Result of Filtered PWM Signal</vt:lpstr>
      <vt:lpstr>Result of Filtered PWM Signal Visualized</vt:lpstr>
      <vt:lpstr>Generating an Analog Signal via a DAC</vt:lpstr>
      <vt:lpstr>Generating an Analog Signal via a DAC</vt:lpstr>
      <vt:lpstr>Many Controllers Come with DACs</vt:lpstr>
      <vt:lpstr>Measuring the Analog Signals</vt:lpstr>
      <vt:lpstr>Analog Sampling Precision</vt:lpstr>
      <vt:lpstr>Error Introduced from Quantization</vt:lpstr>
      <vt:lpstr>Interpolation is Done to Fill in Gaps</vt:lpstr>
      <vt:lpstr>Noise Pickup can Cause Bad Readings</vt:lpstr>
      <vt:lpstr>Controllers will have to Clean Up Signals</vt:lpstr>
      <vt:lpstr>FFT Can Reveal Noise/Signal Content</vt:lpstr>
      <vt:lpstr>FFT Splits the Frequency Content</vt:lpstr>
      <vt:lpstr>Every Signal Can be Broken Down</vt:lpstr>
      <vt:lpstr>Digital Signals</vt:lpstr>
      <vt:lpstr>Digital Signals are Noise Resistant</vt:lpstr>
      <vt:lpstr>As Long as It is With-In Limits</vt:lpstr>
      <vt:lpstr>Not Everything can Process Analog Signals but (almost) everything can Digital</vt:lpstr>
      <vt:lpstr>Typical Digital Data Used for Communication</vt:lpstr>
      <vt:lpstr>Everything is an Antenna if the Frequency is High Enough</vt:lpstr>
      <vt:lpstr>A Perfect Square Wave has Infinite Number of Harmonics – Thus It will Radiate Energy Always</vt:lpstr>
      <vt:lpstr>Directly Depends on Rise Time</vt:lpstr>
      <vt:lpstr>Varying the Number of Harmonics</vt:lpstr>
      <vt:lpstr>Varying the Number of Harmonics</vt:lpstr>
      <vt:lpstr>Inductors and Capacitors Used to Control Edge Rate and Noise</vt:lpstr>
      <vt:lpstr>Week 1 Activity 2</vt:lpstr>
      <vt:lpstr>The End of Week 1</vt:lpstr>
      <vt:lpstr>Chart</vt:lpstr>
      <vt:lpstr>Table</vt:lpstr>
      <vt:lpstr>Team</vt:lpstr>
      <vt:lpstr>Timeline</vt:lpstr>
      <vt:lpstr>Content </vt:lpstr>
      <vt:lpstr>Content 2 </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Akbar Qamar</dc:creator>
  <cp:lastModifiedBy>Akbar Qamar</cp:lastModifiedBy>
  <cp:revision>28</cp:revision>
  <dcterms:created xsi:type="dcterms:W3CDTF">2025-02-05T16:55:50Z</dcterms:created>
  <dcterms:modified xsi:type="dcterms:W3CDTF">2025-02-05T18:40:22Z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