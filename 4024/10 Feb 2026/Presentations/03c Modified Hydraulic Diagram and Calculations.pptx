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notesSlides/notesSlide8.xml" ContentType="application/vnd.openxmlformats-officedocument.presentationml.notesSlide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notesSlides/notesSlide9.xml" ContentType="application/vnd.openxmlformats-officedocument.presentationml.notesSlide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notesSlides/notesSlide10.xml" ContentType="application/vnd.openxmlformats-officedocument.presentationml.notesSlide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notesSlides/notesSlide11.xml" ContentType="application/vnd.openxmlformats-officedocument.presentationml.notesSlide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notesSlides/notesSlide12.xml" ContentType="application/vnd.openxmlformats-officedocument.presentationml.notesSlide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notesSlides/notesSlide13.xml" ContentType="application/vnd.openxmlformats-officedocument.presentationml.notesSlide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notesSlides/notesSlide14.xml" ContentType="application/vnd.openxmlformats-officedocument.presentationml.notesSlide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notesSlides/notesSlide15.xml" ContentType="application/vnd.openxmlformats-officedocument.presentationml.notesSlide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86" r:id="rId6"/>
    <p:sldId id="257" r:id="rId7"/>
    <p:sldId id="300" r:id="rId8"/>
    <p:sldId id="299" r:id="rId9"/>
    <p:sldId id="288" r:id="rId10"/>
    <p:sldId id="29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29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132" d="100"/>
          <a:sy n="132" d="100"/>
        </p:scale>
        <p:origin x="106" y="240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1:16:07.5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39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16 2528 0 0,'-2'-16'13999'0'0,"4"18"-13369"0"0,-1-2-596 0 0,-1 0 1 0 0,1 0-1 0 0,-1 0 1 0 0,1 0-1 0 0,-1 0 0 0 0,1 0 1 0 0,-1 0-1 0 0,1 0 1 0 0,-1 0-1 0 0,1 0 0 0 0,-1 0 1 0 0,1 0-1 0 0,-1 0 1 0 0,1 1-1 0 0,-1-1 1 0 0,1 0-1 0 0,-1 0 0 0 0,1 0 1 0 0,-1 1-1 0 0,1-1 1 0 0,0 1-1 0 0,17 27 1289 0 0,-1-5-673 0 0,4 20-7 0 0,5 18-70 0 0,94 202 670 0 0,-94-215-1081 0 0,-22-42-153 0 0,27 46 81 0 0,-27-44 82 0 0,0 0 0 0 0,1 0-1 0 0,0-1 1 0 0,0 0 0 0 0,1 1 0 0 0,8 6-1 0 0,0 1 377 0 0,-11-9-384 0 0,-3-6-158 0 0,0 0 0 0 0,0 0-1 0 0,0 1 1 0 0,0-1 0 0 0,0 0 0 0 0,1 0-1 0 0,-1 0 1 0 0,0 1 0 0 0,0-1 0 0 0,0 0 0 0 0,0 0-1 0 0,0 0 1 0 0,0 1 0 0 0,0-1 0 0 0,1 0 0 0 0,-1 0-1 0 0,0 0 1 0 0,0 0 0 0 0,0 1 0 0 0,1-1-1 0 0,-1 0 1 0 0,0 0 0 0 0,0 0 0 0 0,0 0 0 0 0,1 0-1 0 0,-1 0 1 0 0,0 0 0 0 0,0 1 0 0 0,0-1 0 0 0,1 0-1 0 0,-1 0 1 0 0,0 0 0 0 0,0 0 0 0 0,1 0-1 0 0,-1 0 1 0 0,0 0 0 0 0,0 0 0 0 0,1 0 0 0 0,-1 0-1 0 0,0 0 1 0 0,0-1 0 0 0,0 1 0 0 0,1 0 0 0 0,-1 0-1 0 0,0 0 1 0 0,0 0 0 0 0,1 0 0 0 0,-1 0-1 0 0,0 0 1 0 0,0-1 0 0 0,0 1 0 0 0,0 0 0 0 0,1 0-1 0 0,-1 0 1 0 0,0 0 0 0 0,0-1 0 0 0,0 1 0 0 0,0 0-1 0 0,0 0 1 0 0,1-1 0 0 0,2-3 67 0 0,1 0 0 0 0,0 0 0 0 0,-1-1 0 0 0,0 1 0 0 0,0-1 0 0 0,-1 0 0 0 0,1 0 0 0 0,-1 0 0 0 0,2-7 0 0 0,1-6-23 0 0,-2 0 1 0 0,0 0-1 0 0,-1 0 0 0 0,0-19 0 0 0,1-177-770 0 0,-3 191-588 0 0,0 0-1 0 0,-5-34 1 0 0,4 51-296 0 0,-1 0 1 0 0,0 0-1 0 0,0 0 0 0 0,-1 1 0 0 0,1-1 0 0 0,-7-9 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39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2912 0 0,'14'0'11200'0'0,"113"14"-8641"0"0,-99-14-2719 0 0,43 0-2495 0 0,-57 0 1919 0 0,0 0-1120 0 0,0 0-640 0 0,0 0-352 0 0,15 0-2848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0.3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2176 0 0,'14'0'8640'0'0,"0"0"-5824"0"0,184 14 1567 0 0,-127-14-6270 0 0,-29 0-2529 0 0,-42 14 2784 0 0,14-14-2112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3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71 183 3488 0 0,'0'3'6988'0'0,"0"11"-5256"0"0,0 181 2598 0 0,-3-111-3364 0 0,-14 97 0 0 0,-15-25 1038 0 0,28-140-1135 0 0,1-23-799 0 0,-1-10-106 0 0,1 0 1 0 0,1-1 0 0 0,0 1 0 0 0,2-22 0 0 0,7-41 56 0 0,4-15-8 0 0,27-101 1 0 0,-13 110 143 0 0,42-94 0 0 0,-44 128-103 0 0,-22 52-48 0 0,1 1 0 0 0,-1-1 0 0 0,0 0 0 0 0,0 0 0 0 0,0 0 0 0 0,0 0 0 0 0,0 0 0 0 0,0 0 0 0 0,1 0 0 0 0,-1 0 0 0 0,0 0 0 0 0,0 0 0 0 0,0-1 0 0 0,0 1 0 0 0,0 0 0 0 0,0-1 0 0 0,0 1 0 0 0,0-1 0 0 0,0 0 0 0 0,0 1 0 0 0,0-1 0 0 0,1 0 0 0 0,-1 0 4 0 0,0 0 0 0 0,0 0 0 0 0,1 0 0 0 0,-1 0 0 0 0,0 0 0 0 0,1 0 0 0 0,-1 0 0 0 0,0 1 0 0 0,1-1 0 0 0,-1 1 0 0 0,1-1 1 0 0,-1 1-1 0 0,1-1 0 0 0,-1 1 0 0 0,1 0 0 0 0,2 0 0 0 0,4-2-2 0 0,1-1 20 0 0,1 1-1 0 0,-1 0 0 0 0,0 1 1 0 0,1 0-1 0 0,-1 1 0 0 0,1-1 1 0 0,-1 2-1 0 0,1 0 1 0 0,-1 0-1 0 0,14 3 0 0 0,-8 1 35 0 0,0 1-1 0 0,-1 0 0 0 0,17 10 1 0 0,-28-14-61 0 0,0 0 0 0 0,0 0 0 0 0,0 0-1 0 0,0 1 1 0 0,0-1 0 0 0,-1 1 0 0 0,1 0 0 0 0,-1 0 0 0 0,4 5 0 0 0,5 7-21 0 0,-11-15 20 0 0,3 4 5 0 0,0 0 1 0 0,0 0-1 0 0,0 0 0 0 0,0 1 1 0 0,-1 0-1 0 0,0-1 0 0 0,2 8 1 0 0,48 117 116 0 0,-27-74-47 0 0,-15-27-32 0 0,12 33 77 0 0,-14-45-18 0 0,-2 1 0 0 0,6 20 0 0 0,-2-9-61 0 0,8 27-71 0 0,-7-20-13 0 0,-8-31 42 0 0,21 58 56 0 0,37 137 185 0 0,-42-149-36 0 0,-13-45-177 0 0,-5-3-102 0 0,-1 2 25 0 0,0-1 146 0 0,0-4-88 0 0,0 0 0 0 0,0 0-1 0 0,0 0 1 0 0,0 0 0 0 0,0 0-1 0 0,0 0 1 0 0,0 0 0 0 0,0 0-1 0 0,0 0 1 0 0,0 0 0 0 0,-1 0-1 0 0,1 0 1 0 0,0 0 0 0 0,-1 0-1 0 0,0-1 1 0 0,-1 0 66 0 0,-8-9-83 0 0,0-1 0 0 0,0-1 0 0 0,-8-13 0 0 0,4 6 46 0 0,-94-126-261 0 0,97 132 197 0 0,10 12 24 0 0,-1-1 0 0 0,0 1 0 0 0,0 0-1 0 0,1 0 1 0 0,-1 0 0 0 0,-1 0 0 0 0,1 0 0 0 0,0 0-1 0 0,-5-2 1 0 0,-12-8-61 0 0,-22-13 115 0 0,-1 2 1 0 0,-56-21 0 0 0,95 43-49 0 0,0-1 0 0 0,0 1 0 0 0,-1 0 0 0 0,1 0 0 0 0,0 0 0 0 0,-1 0 0 0 0,1 1 0 0 0,-1-1 0 0 0,1 1 0 0 0,-6 0 0 0 0,-17 0-106 0 0,6-3 5 0 0,-87-6-1452 0 0,105 9 1287 0 0,0 0-1 0 0,-1 0 0 0 0,1 1 1 0 0,0-1-1 0 0,-1 1 0 0 0,1-1 0 0 0,0 1 1 0 0,-1 0-1 0 0,1 0 0 0 0,0 0 1 0 0,0 0-1 0 0,0 0 0 0 0,-4 3 1 0 0,3-2-403 0 0,-3 6-2572 0 0,5-6 2428 0 0,0 0 0 0 0,-1 0 1 0 0,1 0-1 0 0,0 0 0 0 0,0 1 1 0 0,1-1-1 0 0,-1 0 0 0 0,0 1 1 0 0,1-1-1 0 0,-1 1 0 0 0,1 4 1 0 0,0-6 637 0 0,0 0-1 0 0,0-1 1 0 0,1 1 0 0 0,-1 0 0 0 0,0 0-1 0 0,0 0 1 0 0,1 0 0 0 0,-1-1 0 0 0,0 1 0 0 0,1 0-1 0 0,-1 0 1 0 0,1-1 0 0 0,-1 1 0 0 0,1 0-1 0 0,-1-1 1 0 0,2 2 0 0 0,-2-2 172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4.3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2752 0 0,'0'0'11077'0'0,"0"0"-11001"0"0,1-1-1 0 0,0 1 1 0 0,-1 0 0 0 0,1 0 0 0 0,0 0-1 0 0,-1 0 1 0 0,1 0 0 0 0,0 0-1 0 0,-1 0 1 0 0,1 0 0 0 0,0 0 0 0 0,-1 1-1 0 0,1-1 1 0 0,0 0 0 0 0,-1 0 0 0 0,1 0-1 0 0,-1 1 1 0 0,1-1 0 0 0,1 1 0 0 0,-2 2 27 0 0,0-2-82 0 0,-1-1 1 0 0,1 0 0 0 0,0 1-1 0 0,0-1 1 0 0,0 0-1 0 0,0 0 1 0 0,0 1-1 0 0,0-1 1 0 0,1 0-1 0 0,-1 1 1 0 0,0-1-1 0 0,0 0 1 0 0,0 1-1 0 0,0-1 1 0 0,0 0 0 0 0,0 0-1 0 0,0 1 1 0 0,1-1-1 0 0,-1 0 1 0 0,0 0-1 0 0,0 1 1 0 0,0-1-1 0 0,1 0 1 0 0,-1 0-1 0 0,0 0 1 0 0,0 1-1 0 0,0-1 1 0 0,1 0-1 0 0,-1 0 1 0 0,0 0 0 0 0,0 0-1 0 0,1 0 1 0 0,-1 1-1 0 0,0-1 1 0 0,1 0-1 0 0,-1 0 1 0 0,0 0-1 0 0,0 0 1 0 0,1 0-1 0 0,-1 0 1 0 0,0 0-1 0 0,1 0 1 0 0,-1 0-1 0 0,18 7 459 0 0,25 14 185 0 0,-1 2 1 0 0,-2 1-1 0 0,64 51 0 0 0,-17 1-1038 0 0,-65-56 55 0 0,-22-20 297 0 0,0 1-1 0 0,1 0 1 0 0,-1-1 0 0 0,1 1-1 0 0,-1-1 1 0 0,1 1-1 0 0,-1-1 1 0 0,1 1-1 0 0,0-1 1 0 0,-1 0 0 0 0,1 1-1 0 0,0-1 1 0 0,-1 0-1 0 0,1 1 1 0 0,0-1-1 0 0,-1 0 1 0 0,1 0 0 0 0,0 1-1 0 0,-1-1 1 0 0,1 0-1 0 0,0 0 1 0 0,0 0 0 0 0,1 0-1 0 0,2 11-634 0 0,8-6-229 0 0,-12-4 792 0 0,1 0 0 0 0,-1 0 0 0 0,0 0 0 0 0,1 0 0 0 0,-1-1 0 0 0,1 1 0 0 0,-1 0 0 0 0,1 0 0 0 0,-1 0 0 0 0,1-1 0 0 0,-1 1 0 0 0,1 0 1 0 0,0-1-1 0 0,0 1 0 0 0,-1 0 0 0 0,1-1 0 0 0,0 1 0 0 0,0-1 0 0 0,0 0 0 0 0,-1 1 0 0 0,2 0 0 0 0,10 6-1457 0 0,-10-4 665 0 0,10-1-1046 0 0,-8 8-991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4.6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283 0 2336 0 0,'-4'0'4117'0'0,"2"0"-3423"0"0,0 0 0 0 0,0 1 0 0 0,0-1 0 0 0,0 0 0 0 0,0 1 0 0 0,0-1 0 0 0,0 1 0 0 0,1 0 0 0 0,-1 0 0 0 0,0 0 0 0 0,0 0 0 0 0,-2 2 0 0 0,-1 0-252 0 0,1 1-1 0 0,0 1 1 0 0,0-1-1 0 0,0 1 1 0 0,-3 5-1 0 0,0-1 224 0 0,3-3-512 0 0,-1 0 0 0 0,1 0 0 0 0,1 1 0 0 0,-6 11 0 0 0,7-14-126 0 0,1 0 0 0 0,-1 0 0 0 0,0 0 0 0 0,0-1 0 0 0,-1 1 0 0 0,1-1 0 0 0,-5 5 0 0 0,-5 6 11 0 0,1-1 0 0 0,1 1 0 0 0,0 1 0 0 0,1 0 0 0 0,-12 26 0 0 0,21-40-37 0 0,-26 32-241 0 0,-45 57-3893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6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13 2656 0 0,'0'0'8421'0'0,"1"-10"-7204"0"0,-2 8-662 0 0,-1 11 2585 0 0,-8 74-426 0 0,6 79-746 0 0,-9-47-1013 0 0,13-35-624 0 0,0 103 308 0 0,0-72-57 0 0,1-101-521 0 0,-1 0 0 0 0,-1 1 0 0 0,1-1 0 0 0,-2 0 0 0 0,-4 20 0 0 0,3-19 5 0 0,0-2 489 0 0,1-9-473 0 0,-9-2 484 0 0,11 1-560 0 0,0 0 1 0 0,0 0-1 0 0,0 0 0 0 0,0-1 0 0 0,0 1 0 0 0,0 0 0 0 0,1 0 0 0 0,-1 1 0 0 0,0-1 0 0 0,1 0 0 0 0,-1 0 0 0 0,0 0 0 0 0,1 0 0 0 0,-1 0 0 0 0,1 0 0 0 0,0 0 0 0 0,0-1 0 0 0,33-40-155 0 0,-31 39 104 0 0,0 0 0 0 0,1 0 0 0 0,0 0 0 0 0,0 0 0 0 0,0 1 0 0 0,4-2 0 0 0,-5 2 50 0 0,1 1 1 0 0,-1-1-1 0 0,1 1 0 0 0,-1 0 1 0 0,1 0-1 0 0,0 1 0 0 0,-1-1 1 0 0,1 1-1 0 0,0 0 0 0 0,0 0 1 0 0,-1 0-1 0 0,8 2 0 0 0,121 14 235 0 0,-59-4-4 0 0,4-3-248 0 0,27 1 124 0 0,-32-7-700 0 0,-50-4 30 0 0,37 1-3398 0 0,-46 0-1237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8.5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2080 0 0,'0'0'2981'0'0,"0"-14"-597"0"0,6 46 7183 0 0,17 49-6451 0 0,21 45-3885 0 0,-38-110 850 0 0,6 9 87 0 0,-12-25-166 0 0,1 0 0 0 0,-1 0 0 0 0,1 0 0 0 0,0 1-1 0 0,-1-1 1 0 0,1 0 0 0 0,-1 0 0 0 0,1 0 0 0 0,0 0 0 0 0,-1 0-1 0 0,1-1 1 0 0,-1 1 0 0 0,1 0 0 0 0,0 0 0 0 0,-1 0 0 0 0,1 0-1 0 0,-1-1 1 0 0,1 1 0 0 0,-1 0 0 0 0,1-1 0 0 0,-1 1 0 0 0,1 0-1 0 0,-1-1 1 0 0,1 1 0 0 0,-1 0 0 0 0,1-1 0 0 0,-1 1 0 0 0,0-1-1 0 0,1 1 1 0 0,-1-1 0 0 0,0 1 0 0 0,1-2 0 0 0,10-10 22 0 0,0-1 1 0 0,-1 0-1 0 0,0-1 1 0 0,9-18-1 0 0,-16 26-39 0 0,-1 1 1 0 0,1 0-1 0 0,1 0 0 0 0,-1 0 0 0 0,0 0 0 0 0,1 1 0 0 0,0 0 0 0 0,0-1 0 0 0,6-3 0 0 0,-9 8 26 0 0,0-1 0 0 0,-1 1 0 0 0,1 0 0 0 0,0 0-1 0 0,0 0 1 0 0,0 0 0 0 0,-1 0 0 0 0,1 0 0 0 0,0 0 0 0 0,0 0 0 0 0,0 1 0 0 0,-1-1-1 0 0,1 0 1 0 0,0 0 0 0 0,0 1 0 0 0,-1-1 0 0 0,1 0 0 0 0,0 1 0 0 0,0-1-1 0 0,-1 1 1 0 0,1-1 0 0 0,0 1 0 0 0,-1-1 0 0 0,1 1 0 0 0,-1-1 0 0 0,1 1 0 0 0,0 0-1 0 0,20 24 277 0 0,-16-19-222 0 0,96 106 143 0 0,-98-109-213 0 0,0 0 0 0 0,0 0 1 0 0,0-1-1 0 0,0 1 0 0 0,0-1 0 0 0,0 0 0 0 0,8 3 1 0 0,10-3 43 0 0,-10-3 35 0 0,-9 1-49 0 0,0 0-1 0 0,0 1 1 0 0,0-1 0 0 0,0 0 0 0 0,0-1 0 0 0,1 1 0 0 0,-1 0-1 0 0,0-1 1 0 0,0 1 0 0 0,0-1 0 0 0,0 1 0 0 0,0-1 0 0 0,0 0-1 0 0,-1 0 1 0 0,1 0 0 0 0,0 0 0 0 0,0 0 0 0 0,0 0 0 0 0,-1-1-1 0 0,1 1 1 0 0,-1 0 0 0 0,1-1 0 0 0,-1 1 0 0 0,0-1 0 0 0,1 0-1 0 0,-1 1 1 0 0,0-1 0 0 0,0 0 0 0 0,0 0 0 0 0,0 0 0 0 0,0 0 0 0 0,-1 0-1 0 0,1 0 1 0 0,0-3 0 0 0,2-9 29 0 0,0 0 1 0 0,0 0-1 0 0,-2 0 1 0 0,1-26-1 0 0,-2 21-791 0 0,-1 0 0 0 0,-1 0 0 0 0,0 0 0 0 0,-7-25 0 0 0,8 42 206 0 0,1 1 1 0 0,0 0-1 0 0,-1-1 1 0 0,1 1-1 0 0,-1 0 1 0 0,0-1-1 0 0,1 1 1 0 0,-34-14-13263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50.9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41 1664 0 0,'-3'0'960'0'0,"1"-1"-529"0"0,0 1 1 0 0,0-1 0 0 0,0 0-1 0 0,1 0 1 0 0,-1 0-1 0 0,0 0 1 0 0,0 0-1 0 0,1 0 1 0 0,-1-1 0 0 0,0 1-1 0 0,1-1 1 0 0,-1 1-1 0 0,1-1 1 0 0,0 0-1 0 0,0 1 1 0 0,-1-1-1 0 0,1 0 1 0 0,0 0 0 0 0,0 0-1 0 0,0-2 1 0 0,-2 0 931 0 0,-1-1 600 0 0,13 80-1222 0 0,36 233 1291 0 0,-8-65-1195 0 0,-31-197-275 0 0,-5-39-197 0 0,-1-13-49 0 0,0-7-81 0 0,2-70 351 0 0,-1 71-558 0 0,0-1 1 0 0,1 1-1 0 0,1 0 0 0 0,0 0 0 0 0,0 0 0 0 0,8-15 1 0 0,-4 10-28 0 0,-6 15 0 0 0,-1 0 0 0 0,1 0 1 0 0,0 0-1 0 0,-1 1 0 0 0,1-1 1 0 0,0 0-1 0 0,0 0 0 0 0,0 1 0 0 0,1-1 1 0 0,-1 0-1 0 0,0 1 0 0 0,1-1 1 0 0,-1 1-1 0 0,0-1 0 0 0,1 1 0 0 0,0 0 1 0 0,-1 0-1 0 0,1 0 0 0 0,0 0 1 0 0,0 0-1 0 0,-1 0 0 0 0,1 0 1 0 0,0 0-1 0 0,0 1 0 0 0,0-1 0 0 0,0 1 1 0 0,4-1-1 0 0,-2 0 1 0 0,-1 1-5 0 0,-1-1 0 0 0,0 0 1 0 0,0 1-1 0 0,1-1 0 0 0,-1 1 0 0 0,1 0 0 0 0,-1 0 0 0 0,0 0 0 0 0,1 0 1 0 0,-1 0-1 0 0,1 0 0 0 0,-1 1 0 0 0,0-1 0 0 0,1 1 0 0 0,-1 0 1 0 0,0-1-1 0 0,0 1 0 0 0,0 0 0 0 0,1 0 0 0 0,-1 1 0 0 0,0-1 1 0 0,0 0-1 0 0,0 1 0 0 0,-1-1 0 0 0,1 1 0 0 0,2 2 0 0 0,24 56 83 0 0,-19-45-107 0 0,-5-11-7 0 0,0 1-1 0 0,-1 0 1 0 0,0-1-1 0 0,0 2 1 0 0,0-1 0 0 0,-1 0-1 0 0,1 1 1 0 0,-1-1-1 0 0,-1 1 1 0 0,1-1 0 0 0,-1 1-1 0 0,1 9 1 0 0,-2-12 24 0 0,1 0 1 0 0,-1-1 0 0 0,0 1 0 0 0,1-1-1 0 0,-1 1 1 0 0,1-1 0 0 0,0 1-1 0 0,0-1 1 0 0,0 1 0 0 0,0-1-1 0 0,0 1 1 0 0,1-1 0 0 0,-1 0-1 0 0,1 0 1 0 0,1 2 0 0 0,5 7-13 0 0,-5-2-12 0 0,-2-3 54 0 0,23 45-2118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51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3 198 1664 0 0,'19'14'13028'0'0,"-15"-14"-12637"0"0,0 0 0 0 0,1 0 0 0 0,-1 0 0 0 0,0-1 0 0 0,0 0 0 0 0,8-2 0 0 0,3 0-92 0 0,-9 3-235 0 0,-1-1 0 0 0,0 0 0 0 0,0 0 0 0 0,0-1 0 0 0,0 0 0 0 0,0 0 0 0 0,0 0 0 0 0,0 0 0 0 0,0-1 0 0 0,-1 0-1 0 0,1 0 1 0 0,7-7 0 0 0,-6 6 208 0 0,-6 4-270 0 0,1 0 1 0 0,-1 0-1 0 0,0 0 1 0 0,1-1-1 0 0,-1 1 1 0 0,0 0-1 0 0,1 0 0 0 0,-1-1 1 0 0,0 1-1 0 0,1 0 1 0 0,-1 0-1 0 0,0-1 0 0 0,0 1 1 0 0,1 0-1 0 0,-1-1 1 0 0,0 1-1 0 0,0 0 1 0 0,0-1-1 0 0,1 1 0 0 0,-1-1 1 0 0,0 1-1 0 0,0 0 1 0 0,0-1-1 0 0,0 1 1 0 0,0 0-1 0 0,0-1 0 0 0,0 1 1 0 0,0-1-1 0 0,0 1 1 0 0,0-1-1 0 0,0 0 1 0 0,0 0-1 0 0,0 0 0 0 0,1 1 1 0 0,-1-1-1 0 0,0 0 1 0 0,1 0-1 0 0,-1 1 0 0 0,0-1 1 0 0,1 0-1 0 0,-1 1 1 0 0,1-1-1 0 0,-1 0 0 0 0,1 1 1 0 0,-1-1-1 0 0,1 0 1 0 0,0 1-1 0 0,1-2 0 0 0,1-1 62 0 0,-1 0-22 0 0,-1 0 33 0 0,-2-21-310 0 0,1 22 262 0 0,0 0 0 0 0,0 0-1 0 0,-1 0 1 0 0,1 0 0 0 0,-1 0-1 0 0,1 0 1 0 0,-1 0 0 0 0,0 0-1 0 0,0 0 1 0 0,0 0 0 0 0,0 1-1 0 0,0-1 1 0 0,0 0 0 0 0,0 1-1 0 0,0-1 1 0 0,-1 0 0 0 0,-1-1-1 0 0,-14-14 321 0 0,-35-27 0 0 0,51 42-349 0 0,-1 1 0 0 0,1 0-1 0 0,-1 0 1 0 0,0-1 0 0 0,1 1 0 0 0,-1 0 0 0 0,0 0 0 0 0,0 1 0 0 0,0-1 0 0 0,0 0 0 0 0,0 0-1 0 0,0 1 1 0 0,0 0 0 0 0,0-1 0 0 0,0 1 0 0 0,0 0 0 0 0,0 0 0 0 0,0 0 0 0 0,0 0 0 0 0,-4 1-1 0 0,5-1 30 0 0,-1 1 0 0 0,0 0 0 0 0,1 0 0 0 0,-1 1 0 0 0,1-1 0 0 0,-1 0 0 0 0,1 0 0 0 0,-1 1 0 0 0,1-1 0 0 0,0 1 0 0 0,0-1 0 0 0,-2 3 0 0 0,-2 2-163 0 0,-2 11 190 0 0,4-9 46 0 0,1 0 1 0 0,0-1 0 0 0,0 2-1 0 0,1-1 1 0 0,0 0 0 0 0,0 0-1 0 0,1 9 1 0 0,2-5-48 0 0,0 0 0 0 0,1 0 0 0 0,1-1-1 0 0,6 16 1 0 0,-7-19-50 0 0,0 7-16 0 0,4-6-24 0 0,15 9-36 0 0,-13-10 46 0 0,4 3-425 0 0,0 0 0 0 0,1-1 0 0 0,27 16 0 0 0,-18-15-1610 0 0,2-1-1 0 0,-1-1 1 0 0,45 11-1 0 0,-66-19 1535 0 0,0 0-1 0 0,0-1 1 0 0,0 1 0 0 0,0-1-1 0 0,0 1 1 0 0,0-1 0 0 0,0 0-1 0 0,1 0 1 0 0,-1 0 0 0 0,0 0-1 0 0,0-1 1 0 0,0 1 0 0 0,0-1-1 0 0,4-1 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52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99 2432 0 0,'0'0'13152'0'0,"14"14"-11873"0"0,85 70-863 0 0,-42 1-128 0 0,-57-42 128 0 0,-14 13-800 0 0,-43-155 2048 0 0,43 85-1344 0 0,14-57-224 0 0,71-69-3359 0 0,-15 111-4993 0 0,0 1 96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52.6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15 198 1568 0 0,'1'0'8685'0'0,"13"0"-7808"0"0,-4-1-726 0 0,1 0 0 0 0,0-1-1 0 0,-1 0 1 0 0,0-1 0 0 0,1-1-1 0 0,-1 1 1 0 0,0-2 0 0 0,-1 1-1 0 0,1-1 1 0 0,-1-1 0 0 0,0 0-1 0 0,0 0 1 0 0,0 0 0 0 0,-1-1-1 0 0,8-9 1 0 0,-16 16-127 0 0,1-1 0 0 0,-1 1 1 0 0,1 0-1 0 0,-1-1 0 0 0,1 1 0 0 0,-1 0 0 0 0,0-1 1 0 0,1 1-1 0 0,-1-1 0 0 0,1 1 0 0 0,-1-1 1 0 0,0 1-1 0 0,0 0 0 0 0,1-1 0 0 0,-1 0 0 0 0,0 1 1 0 0,0-1-1 0 0,1 1 0 0 0,-1-1 0 0 0,0 1 1 0 0,0-1-1 0 0,0 1 0 0 0,0-2 0 0 0,0-4 187 0 0,0 0 1 0 0,-1 0-1 0 0,1 0 0 0 0,-1 0 0 0 0,0 0 1 0 0,-1 1-1 0 0,0-1 0 0 0,0 0 0 0 0,0 1 1 0 0,0-1-1 0 0,-5-7 0 0 0,5 11-126 0 0,1 0 0 0 0,-1-1 0 0 0,0 1 0 0 0,0 0 0 0 0,0 0 0 0 0,-1 0 0 0 0,1 0 0 0 0,0 0 0 0 0,-1 1 0 0 0,1-1 0 0 0,-1 1 0 0 0,1-1 0 0 0,-1 1 0 0 0,0 0 0 0 0,0 0 0 0 0,1 0 0 0 0,-1 1 0 0 0,0-1 0 0 0,0 1 0 0 0,0-1 0 0 0,-4 1 0 0 0,4 0-21 0 0,0-1 0 0 0,1 1 0 0 0,-1 0 0 0 0,0 0 0 0 0,0 1 0 0 0,0-1-1 0 0,0 0 1 0 0,0 1 0 0 0,0 0 0 0 0,1 0 0 0 0,-1 0 0 0 0,0 0 0 0 0,0 0-1 0 0,1 0 1 0 0,-1 1 0 0 0,-4 3 0 0 0,3 1 23 0 0,-1 1 0 0 0,1 0 0 0 0,1 0 0 0 0,-1 0 0 0 0,1 0 0 0 0,1 1 0 0 0,-3 9 0 0 0,-26 91 905 0 0,24-70-550 0 0,7-36-433 0 0,1 1 0 0 0,-1-1 0 0 0,1 0 0 0 0,0 0 0 0 0,0 0 0 0 0,0 0 0 0 0,0 0-1 0 0,0 0 1 0 0,0 0 0 0 0,1 0 0 0 0,-1 0 0 0 0,0 0 0 0 0,1-1 0 0 0,3 4 0 0 0,4 6-277 0 0,0 0 0 0 0,1-1 0 0 0,0-1 0 0 0,1 1 0 0 0,0-1 0 0 0,0-1 0 0 0,24 13 0 0 0,-20-15-942 0 0,-1-1 1 0 0,1-1 0 0 0,1 0 0 0 0,-1-1-1 0 0,0 0 1 0 0,1-1 0 0 0,21-1-1 0 0,-5-4-3967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16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43 1120 0 0,'0'0'4992'0'0,"14"0"-3168"0"0,28-43 160 0 0,-70 58-544 0 0,56-15-9568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17.5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71 1312 0 0,'0'0'608'0'0,"28"0"3200"0"0,-14 0-2976 0 0,0 0-32 0 0,-14-14 960 0 0,-42-43 2976 0 0,14 85-4672 0 0,28-14 256 0 0,0 1-608 0 0,14-1 640 0 0,28-57-3264 0 0,-70 57-4704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18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0 1536 0 0,'0'0'3387'0'0,"0"1"-3295"0"0,0-1 0 0 0,0 1 0 0 0,0-1 0 0 0,0 1 0 0 0,0-1 0 0 0,0 1 0 0 0,0-1 0 0 0,0 1 0 0 0,0-1 0 0 0,0 1 0 0 0,0-1 0 0 0,0 1 0 0 0,0-1 0 0 0,0 1 0 0 0,-1-1 0 0 0,1 1 0 0 0,0-1 1 0 0,0 1-1 0 0,0-1 0 0 0,-1 0 0 0 0,1 1 0 0 0,-1 0 0 0 0,0-1 270 0 0,-6 1-555 0 0,3 15 3032 0 0,4-15-2806 0 0,1 1 1 0 0,-1-1-1 0 0,1 1 1 0 0,-1-1 0 0 0,1 0-1 0 0,-1 1 1 0 0,1-1-1 0 0,0 0 1 0 0,0 1-1 0 0,0-1 1 0 0,0 0-1 0 0,0 0 1 0 0,0 0 0 0 0,0 0-1 0 0,0 0 1 0 0,0 0-1 0 0,1 0 1 0 0,-1 0-1 0 0,0 0 1 0 0,0-1 0 0 0,1 1-1 0 0,-1 0 1 0 0,1-1-1 0 0,-1 1 1 0 0,1-1-1 0 0,-1 1 1 0 0,1-1 0 0 0,-1 0-1 0 0,1 0 1 0 0,-1 0-1 0 0,1 0 1 0 0,-1 0-1 0 0,3 0 1 0 0,-1 0 25 0 0,-3-3 133 0 0,-1 3-190 0 0,1 0 0 0 0,0 0 0 0 0,0-1 0 0 0,0 1 0 0 0,0 0 0 0 0,0-1 0 0 0,0 1 0 0 0,0 0 0 0 0,0-1 0 0 0,0 1 0 0 0,-1 0 0 0 0,1-1 0 0 0,1 1 1 0 0,-1 0-1 0 0,0-1 0 0 0,0 1 0 0 0,0-1 0 0 0,0 1 0 0 0,0 0 0 0 0,0 0 0 0 0,0-1 0 0 0,0 1 0 0 0,0 0 0 0 0,1-1 0 0 0,-1 1 0 0 0,0 0 0 0 0,0-1 0 0 0,0 1 0 0 0,1 0 0 0 0,-1 0 1 0 0,0-1-1 0 0,0 1 0 0 0,1 0 0 0 0,-1 0 0 0 0,0 0 0 0 0,1-1 0 0 0,-1 1 0 0 0,0 0 0 0 0,0 0 0 0 0,1 0 0 0 0,-1 0 0 0 0,0 0 0 0 0,1 0 0 0 0,-1 0 0 0 0,0-1 0 0 0,1 1 1 0 0,-1 0-1 0 0,0 0 0 0 0,1 0 0 0 0,-1 0 0 0 0,1 0 0 0 0,-1 1 0 0 0,0-1 0 0 0,1 0 0 0 0,-1 0 5 0 0,0 0-1 0 0,0 0 1 0 0,0 0-1 0 0,1 0 1 0 0,-1 0 0 0 0,0 0-1 0 0,0 0 1 0 0,0 0 0 0 0,0 0-1 0 0,0 0 1 0 0,0 0-1 0 0,0 1 1 0 0,1-1 0 0 0,-1 0-1 0 0,0 0 1 0 0,0 0-1 0 0,0 0 1 0 0,0 0 0 0 0,0-1-1 0 0,0 1 1 0 0,1 0 0 0 0,-1 0-1 0 0,0 0 1 0 0,0 0-1 0 0,0 0 1 0 0,0 0 0 0 0,0 0-1 0 0,0 0 1 0 0,0 0-1 0 0,1 0 1 0 0,-1 0 0 0 0,0 0-1 0 0,0 0 1 0 0,0 0 0 0 0,0 0-1 0 0,0-1 1 0 0,0 1-1 0 0,0 0 1 0 0,0 0 0 0 0,0 0-1 0 0,0 0 1 0 0,0 0-1 0 0,1 0 1 0 0,-1 0 0 0 0,0-1-1 0 0,0 1 1 0 0,0 0 0 0 0,0 0-1 0 0,0 0 1 0 0,0 0-1 0 0,0 0 1 0 0,0-1 0 0 0,-1 0 42 0 0,1-1 0 0 0,0 0 1 0 0,-1 1-1 0 0,1-1 1 0 0,-1 1-1 0 0,1-1 1 0 0,-1 1-1 0 0,0-1 0 0 0,0 1 1 0 0,0-1-1 0 0,0 1 1 0 0,0-1-1 0 0,0 1 1 0 0,-1-1-1 0 0,2 1-45 0 0,-1 1 0 0 0,1 0 1 0 0,0 0-1 0 0,-1 0 0 0 0,1 0 1 0 0,0 0-1 0 0,-1 0 0 0 0,1 0 0 0 0,0 0 1 0 0,-1 0-1 0 0,1 0 0 0 0,0 1 1 0 0,0-1-1 0 0,-1 0 0 0 0,1 0 0 0 0,0 0 1 0 0,-1 0-1 0 0,1 0 0 0 0,0 0 0 0 0,0 1 1 0 0,-1-1-1 0 0,1 0 0 0 0,0 0 1 0 0,0 0-1 0 0,-1 1 0 0 0,1-1 0 0 0,0 0 1 0 0,0 0-1 0 0,0 1 0 0 0,-1-1 0 0 0,1 0 1 0 0,0 1-1 0 0,0-1 0 0 0,0 1 1 0 0,-7 10 37 0 0,2-3-27 0 0,4-5-12 0 0,-1 0 0 0 0,1 0 0 0 0,0 0 0 0 0,0-1 0 0 0,0 1 0 0 0,0 0 0 0 0,1 0 0 0 0,-1 0 0 0 0,1 0-1 0 0,-1 0 1 0 0,1 0 0 0 0,1 6 0 0 0,15-9-477 0 0,-4-5-1718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18.9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1120 0 0,'0'0'3840'0'0,"0"14"-3328"0"0,42-14-96 0 0,-42-28 640 0 0,-28 28-8000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3.2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28 2144 0 0,'70'167'11760'0'0,"-23"-58"-9115"0"0,-36-87-2446 0 0,1-1 1 0 0,0 0-1 0 0,2-1 1 0 0,29 35-1 0 0,62 56 1218 0 0,-97-103-1271 0 0,-6-5 3 0 0,1 0 0 0 0,0 0 0 0 0,0-1 0 0 0,0 1 0 0 0,0-1-1 0 0,1 0 1 0 0,-1 0 0 0 0,0 0 0 0 0,1 0 0 0 0,5 1 0 0 0,-8-3-104 0 0,0 1-1 0 0,0-1 1 0 0,0 0-1 0 0,0 0 1 0 0,0 0-1 0 0,0 0 1 0 0,0 0-1 0 0,0 0 1 0 0,0 0-1 0 0,0-1 1 0 0,0 1-1 0 0,0 0 1 0 0,0-1-1 0 0,0 1 1 0 0,0 0-1 0 0,0-1 1 0 0,0 1-1 0 0,0-1 1 0 0,0 1-1 0 0,-1-1 1 0 0,1 0-1 0 0,0 1 1 0 0,0-1-1 0 0,0-1 1 0 0,2-2 70 0 0,-1-1 0 0 0,1 0-1 0 0,-1 0 1 0 0,0 0 0 0 0,-1 0 0 0 0,1 0 0 0 0,-1 0 0 0 0,0-1 0 0 0,1-5-1 0 0,0-1 67 0 0,0-21-208 0 0,0-28 139 0 0,5-167-3792 0 0,-16 40-15546 0 0,9 185 18858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3.8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 2368 0 0,'0'0'8576'0'0,"14"0"-7168"0"0,297-28 768 0 0,-227 28-7840 0 0,-56 0-3200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4.2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1408 0 0,'0'0'4064'0'0,"2"16"2037"0"0,1-14-5906 0 0,-1-1 0 0 0,1 1 0 0 0,0-1 0 0 0,0 0-1 0 0,0 1 1 0 0,0-2 0 0 0,0 1 0 0 0,0 0 0 0 0,0 0 0 0 0,0-1 0 0 0,0 0 0 0 0,0 0-1 0 0,0 1 1 0 0,6-2 0 0 0,-8 1-147 0 0,296 0 2426 0 0,-222 0-2330 0 0,-65 0-464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7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143 29 2208 0 0,'-3'-3'921'0'0,"1"0"-1"0"0,-1 1 1 0 0,1-1-1 0 0,-1 1 1 0 0,0 0-1 0 0,0 0 1 0 0,0 0 0 0 0,0 0-1 0 0,-1 0 1 0 0,1 1-1 0 0,0-1 1 0 0,-5 0 0 0 0,6 13-169 0 0,-24-6 767 0 0,20 0-1355 0 0,0-1 0 0 0,0 1 0 0 0,1 0-1 0 0,0 1 1 0 0,0 0 0 0 0,0-1-1 0 0,1 2 1 0 0,0-1 0 0 0,0 0-1 0 0,0 1 1 0 0,1 0 0 0 0,-4 9-1 0 0,6-10-65 0 0,-1 0 0 0 0,0 1 0 0 0,1-1 0 0 0,0 0 0 0 0,1 9-1 0 0,0-12-62 0 0,0 0-1 0 0,0 0 1 0 0,0 0-1 0 0,1 0 1 0 0,-1 0-1 0 0,1-1 1 0 0,0 1-1 0 0,-1 0 1 0 0,1-1-1 0 0,1 1 1 0 0,-1 0-1 0 0,0-1 1 0 0,1 1-1 0 0,-1-1 1 0 0,1 0-1 0 0,2 3 1 0 0,22 11 93 0 0,33 8-160 0 0,-52-21-13 0 0,13 3-106 0 0,-1 1 0 0 0,-1 1 1 0 0,1 0-1 0 0,-1 1 0 0 0,31 23 0 0 0,-44-27 168 0 0,0 0-1 0 0,0 0 0 0 0,-1 1 1 0 0,0 0-1 0 0,0 0 0 0 0,0 0 1 0 0,-1 0-1 0 0,0 0 0 0 0,0 1 1 0 0,0 0-1 0 0,-1-1 0 0 0,0 1 1 0 0,0 0-1 0 0,-1 0 0 0 0,1 11 1 0 0,-2-15 14 0 0,1 0-1 0 0,-1 0 1 0 0,0 0 0 0 0,0 0 0 0 0,0 0 0 0 0,-1 0 0 0 0,1 0-1 0 0,-1 0 1 0 0,1-1 0 0 0,-1 1 0 0 0,-1 3 0 0 0,1-5-11 0 0,0 0 0 0 0,0 0 1 0 0,0 1-1 0 0,0-1 1 0 0,0 0-1 0 0,0 0 1 0 0,0 0-1 0 0,0-1 0 0 0,0 1 1 0 0,0 0-1 0 0,-1 0 1 0 0,-1 0-1 0 0,-13 10 1 0 0,14-6-15 0 0,-3 0-21 0 0,-27 1 226 0 0,26-5-476 0 0,1-1-1 0 0,-1 0 0 0 0,1 0 0 0 0,-1-1 1 0 0,1 0-1 0 0,0 0 0 0 0,-1 0 1 0 0,1 0-1 0 0,0-1 0 0 0,0 0 0 0 0,0 0 1 0 0,0 0-1 0 0,0-1 0 0 0,0 1 0 0 0,1-1 1 0 0,-1-1-1 0 0,1 1 0 0 0,0 0 1 0 0,-6-7-1 0 0,-1-2-1525 0 0,1 0 1 0 0,0-1 0 0 0,1 0-1 0 0,-10-17 1 0 0,8 2-1896 0 0,15 18 1623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8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24 2272 0 0,'-10'14'9929'0'0,"3"-4"-6090"0"0,-4-6-3895 0 0,13 10 424 0 0,-1-13-326 0 0,-1 2 9 0 0,1-1-1 0 0,0 0 1 0 0,1 1-1 0 0,-1-1 1 0 0,0 0-1 0 0,1 0 0 0 0,-1 0 1 0 0,1 0-1 0 0,0 0 1 0 0,-1 0-1 0 0,1 0 1 0 0,0-1-1 0 0,0 1 0 0 0,0-1 1 0 0,0 1-1 0 0,1-1 1 0 0,-1 0-1 0 0,0 0 1 0 0,1 0-1 0 0,-1 0 1 0 0,0 0-1 0 0,1-1 0 0 0,2 1 1 0 0,47 2 189 0 0,-48-3-238 0 0,-1-1 0 0 0,1 1 0 0 0,0-1 0 0 0,-1 0 0 0 0,1 0 0 0 0,0 0 0 0 0,-1 0 0 0 0,1-1 0 0 0,-1 1 0 0 0,0-1 1 0 0,1 0-1 0 0,2-3 0 0 0,4-1-24 0 0,-9 6 15 0 0,0-1 0 0 0,0 1-1 0 0,1-1 1 0 0,-1 0 0 0 0,0 1 0 0 0,0-1-1 0 0,0 0 1 0 0,0 0 0 0 0,0 0 0 0 0,0 0-1 0 0,0 0 1 0 0,0 0 0 0 0,1-3 0 0 0,2-1 25 0 0,8-10 252 0 0,-1-1-1 0 0,9-18 0 0 0,-15 71 483 0 0,-5-37-750 0 0,1 0-1 0 0,-1 0 0 0 0,1 0 0 0 0,-1 0 1 0 0,1 0-1 0 0,-1 0 0 0 0,1 0 0 0 0,-1 0 1 0 0,0 1-1 0 0,1-1 0 0 0,-1 0 0 0 0,1 0 1 0 0,-1 0-1 0 0,0 0 0 0 0,1 1 0 0 0,-1-1 1 0 0,1 0-1 0 0,-1 0 0 0 0,0 1 0 0 0,1-1 1 0 0,-1 0-1 0 0,0 1 0 0 0,0-1 0 0 0,1 0 1 0 0,-1 1-1 0 0,0-1 0 0 0,0 1 0 0 0,1-1 1 0 0,-1 0-1 0 0,0 1 0 0 0,0-1 0 0 0,0 1 1 0 0,1 18 236 0 0,-2-16-207 0 0,1-1-1 0 0,0 1 1 0 0,0-1 0 0 0,0 1-1 0 0,0 0 1 0 0,0-1 0 0 0,1 1 0 0 0,-1-1-1 0 0,2 5 1 0 0,21 49-47 0 0,36 127-251 0 0,-57-177 254 0 0,0 0-1 0 0,0 0 0 0 0,-1 0 0 0 0,0 0 0 0 0,1 12 0 0 0,-3-14 13 0 0,0 0 0 0 0,0 0 1 0 0,0 0-1 0 0,-1 0 0 0 0,1-1 0 0 0,-1 1 0 0 0,0-1 1 0 0,-4 6-1 0 0,-81 126 134 0 0,84-130-128 0 0,0 0-1 0 0,-1-1 1 0 0,1 1 0 0 0,-1-1-1 0 0,-8 7 1 0 0,11-11-7 0 0,1 1 0 0 0,-1-1 1 0 0,1 0-1 0 0,-1 0 0 0 0,1 0 1 0 0,-1 1-1 0 0,1-1 0 0 0,-1 0 1 0 0,1 0-1 0 0,-1 0 0 0 0,1 0 0 0 0,-1 0 1 0 0,1 0-1 0 0,-1 0 0 0 0,1 0 1 0 0,-1 0-1 0 0,0 0 0 0 0,1 0 1 0 0,-1 0-1 0 0,1-1 0 0 0,-1 1 1 0 0,1 0-1 0 0,-1 0 0 0 0,1 0 1 0 0,-1-1-1 0 0,0 1 0 0 0,-7-4-17 0 0,-3 1 20 0 0,-1-1 0 0 0,1 0 0 0 0,-1-1 0 0 0,1 0 0 0 0,1-1 0 0 0,-1-1 0 0 0,1 1 0 0 0,0-1 0 0 0,-11-12 0 0 0,16 3 106 0 0,5 14-137 0 0,-1-1 1 0 0,1 1-1 0 0,0 0 0 0 0,0-1 1 0 0,0 1-1 0 0,0 0 0 0 0,0-1 1 0 0,1 1-1 0 0,-1 0 0 0 0,1-1 1 0 0,0-2-1 0 0,2 0-196 0 0,-1 1-1 0 0,1 0 1 0 0,0 0 0 0 0,0 0-1 0 0,0 0 1 0 0,0 0 0 0 0,1 1-1 0 0,-1-1 1 0 0,1 1 0 0 0,0 0-1 0 0,6-4 1 0 0,63-33-7571 0 0,134-52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8.8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 2400 0 0,'0'0'1749'0'0,"0"0"-1548"0"0,0-1 0 0 0,0 1 0 0 0,0-1 0 0 0,0 1 0 0 0,0-1 0 0 0,0 0 0 0 0,0 1 0 0 0,0-1 0 0 0,0 1 0 0 0,0-1 0 0 0,0 1 0 0 0,0-1 0 0 0,0 1 0 0 0,0-1 0 0 0,-1 1 0 0 0,1-1 0 0 0,-1-1 602 0 0,0 1-602 0 0,33 31 5184 0 0,18 13-3913 0 0,0 0-1001 0 0,-7-4-17 0 0,-27-22-392 0 0,-11-10-18 0 0,11 12-236 0 0,-13-7 139 0 0,-4-11 58 0 0,1 0-1 0 0,0 0 1 0 0,0 1 0 0 0,0-1 0 0 0,0 0-1 0 0,0 0 1 0 0,0 0 0 0 0,0 0 0 0 0,0 1-1 0 0,0-1 1 0 0,1 0 0 0 0,-1 0 0 0 0,0 0 0 0 0,1 0-1 0 0,-1 0 1 0 0,1 0 0 0 0,-1 0 0 0 0,1 0-1 0 0,0 0 1 0 0,-1 0 0 0 0,1 0 0 0 0,0 0-1 0 0,1 1 1 0 0,1 1-12 0 0,1 16-111 0 0,-4-19 125 0 0,0 1 0 0 0,0 0 0 0 0,0 0-1 0 0,0 0 1 0 0,0-1 0 0 0,0 1 0 0 0,0 0-1 0 0,-1 0 1 0 0,1-1 0 0 0,0 1 0 0 0,0 0 0 0 0,-1 0-1 0 0,1-1 1 0 0,-1 1 0 0 0,1 0 0 0 0,-1-1 0 0 0,1 1-1 0 0,-1-1 1 0 0,1 1 0 0 0,-1-1 0 0 0,1 1 0 0 0,-1-1-1 0 0,0 1 1 0 0,1-1 0 0 0,-1 1 0 0 0,0-1-1 0 0,1 0 1 0 0,-1 1 0 0 0,0-1 0 0 0,0 0 0 0 0,1 0-1 0 0,-2 1 1 0 0,-3 0 20 0 0,0-1 0 0 0,1 1 0 0 0,-1-1 0 0 0,1 0 0 0 0,-1 0 0 0 0,0 0 0 0 0,1-1 1 0 0,-1 0-1 0 0,1 1 0 0 0,-1-2 0 0 0,1 1 0 0 0,0 0 0 0 0,-1-1 0 0 0,1 0 0 0 0,0 0 0 0 0,0 0 0 0 0,0-1 0 0 0,0 1 0 0 0,0-1 0 0 0,1 0 0 0 0,-1 0 0 0 0,1 0 0 0 0,0-1 0 0 0,0 1 0 0 0,0-1 0 0 0,0 1 0 0 0,-3-8 0 0 0,4 6 33 0 0,0 1 0 0 0,0-1 0 0 0,1 0-1 0 0,-1 0 1 0 0,1 0 0 0 0,0 0 0 0 0,1 0-1 0 0,-1 0 1 0 0,1-8 0 0 0,-1-1-93 0 0,1 11 43 0 0,0 1 1 0 0,-1-1-1 0 0,1 1 1 0 0,0-1-1 0 0,1 1 0 0 0,-1-1 1 0 0,0 1-1 0 0,1 0 1 0 0,-1-1-1 0 0,1 1 1 0 0,0-1-1 0 0,0 1 1 0 0,0 0-1 0 0,0 0 1 0 0,0 0-1 0 0,0-1 1 0 0,1 1-1 0 0,-1 0 1 0 0,1 1-1 0 0,3-5 0 0 0,-2 2-39 0 0,0-1-280 0 0,1 1-1 0 0,-1-1 1 0 0,1 1-1 0 0,0 0 0 0 0,0 1 1 0 0,0-1-1 0 0,1 1 0 0 0,-1-1 1 0 0,7-2-1 0 0,28-12-7111 0 0,68-21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9.2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2720 0 0,'14'71'11680'0'0,"0"-29"-12288"0"0,14 0-2976 0 0,-28-28 704 0 0,14 15-736 0 0,-14-15-96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9.3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 2496 0 0,'28'-28'-2496'0'0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9.9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2176 0 0,'0'15'5808'0'0,"5"-1"-4539"0"0,14 45 1654 0 0,-11-27-1984 0 0,0-10-1020 0 0,-7-21 86 0 0,-1-1-1 0 0,1 1 0 0 0,-1 0 0 0 0,1 0 1 0 0,-1 0-1 0 0,0-1 0 0 0,1 1 1 0 0,-1 0-1 0 0,0 0 0 0 0,0 0 0 0 0,1 0 1 0 0,-1 0-1 0 0,0 0 0 0 0,0 0 1 0 0,0 0-1 0 0,0-1 0 0 0,-1 2 0 0 0,1 3 48 0 0,0-1 0 0 0,0 0-1 0 0,0 0 1 0 0,1 1 0 0 0,0-1-1 0 0,-1 0 1 0 0,1 0 0 0 0,1 0-1 0 0,-1 0 1 0 0,3 6 0 0 0,-2 1 287 0 0,-4-10 592 0 0,-7-15-121 0 0,7 1-674 0 0,1 1 1 0 0,0-1 0 0 0,0 0-1 0 0,1 1 1 0 0,1-1 0 0 0,0 0 0 0 0,1 1-1 0 0,1-1 1 0 0,0 1 0 0 0,6-18-1 0 0,-8 27-128 0 0,0 1 4 0 0,-1 0 1 0 0,1 0-1 0 0,0 1 1 0 0,0-1-1 0 0,-1 1 1 0 0,1-1-1 0 0,0 0 1 0 0,0 1-1 0 0,0 0 1 0 0,1-1-1 0 0,-1 1 1 0 0,0 0-1 0 0,0-1 1 0 0,1 1-1 0 0,-1 0 1 0 0,1 0-1 0 0,-1 0 1 0 0,1 0-1 0 0,-1 0 1 0 0,1 0-1 0 0,0 1 1 0 0,-1-1-1 0 0,1 1 1 0 0,3-2-1 0 0,0 2 23 0 0,-1-1 0 0 0,1 0 0 0 0,0 1 0 0 0,0 0 0 0 0,-1 0 0 0 0,1 0 0 0 0,0 1 0 0 0,0 0 0 0 0,-1 0 0 0 0,1 0-1 0 0,-1 0 1 0 0,1 1 0 0 0,-1-1 0 0 0,1 1 0 0 0,-1 0 0 0 0,0 1 0 0 0,0-1 0 0 0,0 1 0 0 0,0 0 0 0 0,0 0 0 0 0,6 6-1 0 0,0 7 1 0 0,0-1-1 0 0,-1 2 0 0 0,-1-1 1 0 0,-1 1-1 0 0,0 0 0 0 0,8 33 0 0 0,-9-20-199 0 0,0-20-132 0 0,-2-5 274 0 0,-2 6-208 0 0,-3-10 174 0 0,1-1 0 0 0,0 1 0 0 0,0 0 0 0 0,0 0-1 0 0,0-1 1 0 0,0 1 0 0 0,0 0 0 0 0,0 0 0 0 0,0 0 0 0 0,0-1 0 0 0,0 1 0 0 0,0 0-1 0 0,0 0 1 0 0,1-1 0 0 0,-1 1 0 0 0,0 0 0 0 0,0 0 0 0 0,1-1 0 0 0,-1 1-1 0 0,1 0 1 0 0,0 0 0 0 0,8 12-1379 0 0,-6 0-3122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0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42 4160 0 0,'-50'-9'13135'0'0,"49"9"-13070"0"0,0 0-1 0 0,0 0 1 0 0,0 0-1 0 0,0 0 1 0 0,0 1-1 0 0,0-1 1 0 0,0 0-1 0 0,0 1 1 0 0,0-1-1 0 0,1 0 1 0 0,-1 1-1 0 0,0-1 1 0 0,0 1-1 0 0,0 0 1 0 0,0-1-1 0 0,1 1 1 0 0,-1 0-1 0 0,0-1 1 0 0,1 1-1 0 0,-1 0 1 0 0,0 0-1 0 0,1-1 1 0 0,-1 1-1 0 0,1 0 1 0 0,-1 0-1 0 0,1 0 1 0 0,0 0-1 0 0,-1 0 1 0 0,1 0-1 0 0,0 0 1 0 0,0 0-1 0 0,0 0 1 0 0,-1 0-1 0 0,1 0 1 0 0,0 0-1 0 0,0 0 1 0 0,1 0-1 0 0,-1 2 1 0 0,-1 6 97 0 0,0-6-216 0 0,0 0-1 0 0,0 0 1 0 0,1 0 0 0 0,-1 0 0 0 0,1 1 0 0 0,0-1 0 0 0,0 0 0 0 0,0 0 0 0 0,0 0 0 0 0,1 0-1 0 0,-1 0 1 0 0,1 0 0 0 0,0 0 0 0 0,0 0 0 0 0,0 0 0 0 0,0 0 0 0 0,0 0 0 0 0,1 0 0 0 0,-1-1-1 0 0,1 1 1 0 0,0 0 0 0 0,0-1 0 0 0,0 0 0 0 0,0 1 0 0 0,0-1 0 0 0,0 0 0 0 0,1 0 0 0 0,-1 0-1 0 0,1 0 1 0 0,0-1 0 0 0,-1 1 0 0 0,1-1 0 0 0,0 1 0 0 0,0-1 0 0 0,0 0 0 0 0,0 0 0 0 0,0 0-1 0 0,0-1 1 0 0,0 1 0 0 0,3 0 0 0 0,-5-2 35 0 0,1 1-1 0 0,-1 0 1 0 0,0 0-1 0 0,0-1 1 0 0,0 1 0 0 0,0-1-1 0 0,0 1 1 0 0,0-1-1 0 0,0 1 1 0 0,0-1-1 0 0,0 1 1 0 0,0-1 0 0 0,0 0-1 0 0,0 0 1 0 0,0 0-1 0 0,-1 1 1 0 0,1-1-1 0 0,0 0 1 0 0,0 0 0 0 0,-1 0-1 0 0,1 0 1 0 0,-1 0-1 0 0,1 0 1 0 0,-1 0-1 0 0,1 0 1 0 0,-1-1 0 0 0,1 0-1 0 0,-1 1 21 0 0,0 1 0 0 0,0-1 1 0 0,0 0-1 0 0,1 0 0 0 0,-1 0 0 0 0,0 1 0 0 0,1-1 0 0 0,-1 0 0 0 0,1 0 1 0 0,-1 1-1 0 0,1-1 0 0 0,-1 0 0 0 0,1 1 0 0 0,-1-1 0 0 0,1 1 0 0 0,-1-1 1 0 0,2 0-1 0 0,1-2 53 0 0,-2 1-61 0 0,0 0 1 0 0,0 0-1 0 0,-1 0 1 0 0,1 0-1 0 0,-1 0 1 0 0,0 0 0 0 0,1-1-1 0 0,-1 1 1 0 0,0 0-1 0 0,0 0 1 0 0,-1-4-1 0 0,2-31 351 0 0,9-12 1219 0 0,-8 37-70 0 0,-2 28-965 0 0,10 41 22 0 0,36 143-1046 0 0,2 56-2518 0 0,-40-184 2210 0 0,-8-71 814 0 0,1 1 0 0 0,-1-1-1 0 0,0 0 1 0 0,-1 0 0 0 0,1 0-1 0 0,0 1 1 0 0,0-1 0 0 0,0 0 0 0 0,-1 0-1 0 0,1 0 1 0 0,-1 0 0 0 0,1 0 0 0 0,-1 0-1 0 0,1 0 1 0 0,-2 2 0 0 0,-4 8 94 0 0,6-8-94 0 0,-1 0-1 0 0,0-1 0 0 0,0 1 0 0 0,0 0 0 0 0,0-1 1 0 0,0 1-1 0 0,-1-1 0 0 0,1 0 0 0 0,-1 1 0 0 0,1-1 1 0 0,-1 0-1 0 0,0 0 0 0 0,0 0 0 0 0,0 0 0 0 0,0-1 0 0 0,0 1 1 0 0,-5 2-1 0 0,-4 1 1132 0 0,10-4-1044 0 0,0 0-59 0 0,-1-1 1 0 0,1 1 0 0 0,-1 0-1 0 0,1 0 1 0 0,0-1 0 0 0,-1 1-1 0 0,1-1 1 0 0,-1 1-1 0 0,0-1 1 0 0,1 1 0 0 0,-1-1-1 0 0,1 0 1 0 0,-1 0 0 0 0,0 0-1 0 0,1 0 1 0 0,-1 0 0 0 0,1 0-1 0 0,-1 0 1 0 0,-1-1-1 0 0,-6 1 137 0 0,0-1-1 0 0,0 0 1 0 0,1 0 0 0 0,-17-4-1 0 0,21 3-103 0 0,0 1 1 0 0,1 0-1 0 0,-1-1 0 0 0,1 1 1 0 0,-1-1-1 0 0,1 0 0 0 0,0 0 1 0 0,0-1-1 0 0,0 1 0 0 0,0-1 1 0 0,0 1-1 0 0,0-1 0 0 0,1 0 1 0 0,-1 0-1 0 0,1 0 0 0 0,-3-6 1 0 0,2 2 60 0 0,0-1 1 0 0,1 0 0 0 0,1 0 0 0 0,-1 1-1 0 0,1-1 1 0 0,0 0 0 0 0,1 0-1 0 0,0 0 1 0 0,2-14 0 0 0,-1 6 86 0 0,2 0 0 0 0,0 0-1 0 0,10-30 1 0 0,-11 41-275 0 0,-1 1 1 0 0,1 0-1 0 0,0-1 0 0 0,0 1 0 0 0,1 0 0 0 0,-1 0 0 0 0,1 0 0 0 0,0 1 1 0 0,0-1-1 0 0,0 0 0 0 0,0 1 0 0 0,1 0 0 0 0,-1 0 0 0 0,1 0 0 0 0,0 0 0 0 0,0 1 1 0 0,0 0-1 0 0,0-1 0 0 0,0 1 0 0 0,1 1 0 0 0,-1-1 0 0 0,1 1 0 0 0,5-2 1 0 0,3-1-471 0 0,-9 3 133 0 0,1-1 1 0 0,0 1-1 0 0,0-1 1 0 0,-1 0-1 0 0,1-1 1 0 0,-1 1-1 0 0,0-1 0 0 0,0 0 1 0 0,7-6-1 0 0,-4 7-1201 0 0,-5 2 1324 0 0,1 0 1 0 0,-1 0 0 0 0,0-1 0 0 0,0 1-1 0 0,1 0 1 0 0,-1-1 0 0 0,0 0-1 0 0,0 1 1 0 0,0-1 0 0 0,0 0-1 0 0,0 0 1 0 0,0 0 0 0 0,0 0-1 0 0,0-1 1 0 0,2 0 0 0 0,7-1-2958 0 0,37 3-5946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1.0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17 267 1952 0 0,'19'1'5885'0'0,"38"-4"2896"0"0,-53 2-8543 0 0,0 0-1 0 0,0 0 0 0 0,0 0 1 0 0,0 0-1 0 0,-1-1 0 0 0,1 0 0 0 0,0 0 1 0 0,0 0-1 0 0,-1 0 0 0 0,0-1 1 0 0,7-5-1 0 0,23-31 243 0 0,-13 13-5 0 0,-1-1-1 0 0,24-45 1 0 0,-41 68-410 0 0,0-1 0 0 0,-1 1 0 0 0,1 0 0 0 0,-1-1 0 0 0,0 1 0 0 0,0-7 0 0 0,-1 9-43 0 0,0 1 0 0 0,0 0 0 0 0,0-1 0 0 0,0 1-1 0 0,0-1 1 0 0,0 1 0 0 0,-1 0 0 0 0,1-1 0 0 0,0 1-1 0 0,-1 0 1 0 0,0-1 0 0 0,1 1 0 0 0,-1 0 0 0 0,0 0-1 0 0,1 0 1 0 0,-2-2 0 0 0,-1 1 17 0 0,0 1 1 0 0,1-1-1 0 0,-1 1 1 0 0,0-1-1 0 0,0 1 1 0 0,0 0-1 0 0,0 0 1 0 0,0 0-1 0 0,0 1 1 0 0,0-1-1 0 0,-1 1 1 0 0,1 0-1 0 0,0 0 1 0 0,0 0-1 0 0,0 0 1 0 0,0 0-1 0 0,-1 1 1 0 0,1-1-1 0 0,-3 2 1 0 0,-8 0 27 0 0,1 1 1 0 0,0 0-1 0 0,0 1 0 0 0,0 0 1 0 0,0 1-1 0 0,0 0 0 0 0,-17 11 1 0 0,25-13-63 0 0,-1 0 1 0 0,1 1-1 0 0,0-1 1 0 0,1 1-1 0 0,-1 0 0 0 0,1 0 1 0 0,0 1-1 0 0,0-1 1 0 0,0 1-1 0 0,0 0 1 0 0,1 0-1 0 0,0 0 1 0 0,0 0-1 0 0,0 0 1 0 0,1 1-1 0 0,-1 0 1 0 0,1-1-1 0 0,1 1 1 0 0,-1 0-1 0 0,1 0 1 0 0,0 0-1 0 0,0 0 1 0 0,1 0-1 0 0,0 0 0 0 0,0 0 1 0 0,0 0-1 0 0,1 0 1 0 0,0 0-1 0 0,0 0 1 0 0,0 0-1 0 0,1 0 1 0 0,4 10-1 0 0,0-4-157 0 0,0 0 0 0 0,0 0-1 0 0,1-1 1 0 0,1 0 0 0 0,0 0-1 0 0,0-1 1 0 0,1 0 0 0 0,0-1-1 0 0,1 1 1 0 0,0-2 0 0 0,0 0-1 0 0,1 0 1 0 0,12 6 0 0 0,-14-9-404 0 0,1-2 0 0 0,-1 1-1 0 0,1-1 1 0 0,0-1 0 0 0,0 1 0 0 0,0-2 0 0 0,0 0 0 0 0,0 0 0 0 0,0 0 0 0 0,0-2 0 0 0,1 1 0 0 0,-1-1 0 0 0,0 0 0 0 0,16-5 0 0 0,9-1-4362 0 0,-35 7 4763 0 0,1 0-1 0 0,-1 0 1 0 0,1 0-1 0 0,-1 0 1 0 0,1 0-1 0 0,-1 0 1 0 0,1 0-1 0 0,-1 0 0 0 0,0-1 1 0 0,1 1-1 0 0,-1 0 1 0 0,1 0-1 0 0,-1 0 1 0 0,1 0-1 0 0,-1-1 1 0 0,0 1-1 0 0,1 0 0 0 0,-1 0 1 0 0,3-4-1556 0 0,-3 3 1555 0 0,0 1 1 0 0,0-1-1 0 0,1 1 1 0 0,-1 0-1 0 0,0-1 1 0 0,0 1-1 0 0,0-1 0 0 0,0 1 1 0 0,0-1-1 0 0,0 1 1 0 0,0-1-1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1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69 2336 0 0,'0'0'5178'0'0,"31"0"1830"0"0,-15-7-4611 0 0,-15 6-2365 0 0,0 0-1 0 0,0 1 0 0 0,1-1 0 0 0,-1 0 1 0 0,0 1-1 0 0,0-1 0 0 0,0 1 0 0 0,0-1 1 0 0,1 1-1 0 0,-1-1 0 0 0,0 1 1 0 0,0 0-1 0 0,1 0 0 0 0,-1 0 0 0 0,0 0 1 0 0,0 0-1 0 0,3 0 0 0 0,-2-5 252 0 0,0 2-197 0 0,-1 1 0 0 0,1-1 0 0 0,-1 0 0 0 0,0 0 0 0 0,0 0 0 0 0,0 0 0 0 0,-1 0 1 0 0,1 0-1 0 0,-1-1 0 0 0,0 1 0 0 0,0 0 0 0 0,0 0 0 0 0,0-5 0 0 0,-1 8-84 0 0,1-1 0 0 0,0 1-1 0 0,-1 0 1 0 0,1 0 0 0 0,0 0-1 0 0,-1-1 1 0 0,1 1 0 0 0,-1 0 0 0 0,1 0-1 0 0,0 0 1 0 0,-1 0 0 0 0,1 0-1 0 0,-1 0 1 0 0,1 0 0 0 0,0 0 0 0 0,-1 0-1 0 0,1 0 1 0 0,-1 0 0 0 0,1 0 0 0 0,0 0-1 0 0,-1 0 1 0 0,1 0 0 0 0,-1 0-1 0 0,1 0 1 0 0,0 1 0 0 0,-1-1 0 0 0,1 0-1 0 0,0 0 1 0 0,-1 0 0 0 0,1 1-1 0 0,0-1 1 0 0,-1 0 0 0 0,1 0 0 0 0,0 1-1 0 0,0-1 1 0 0,-1 0 0 0 0,1 1 0 0 0,0-1-1 0 0,0 0 1 0 0,-1 1 0 0 0,1-1-1 0 0,0 0 1 0 0,0 1 0 0 0,-11 16 98 0 0,-1-12-713 0 0,-2 18-2646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3.0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 4160 0 0,'16'21'9975'0'0,"-7"-2"-7977"0"0,10 14-1049 0 0,-15-25-784 0 0,0 0 1 0 0,1 0-1 0 0,0 0 0 0 0,1-1 0 0 0,11 13 0 0 0,10 15 252 0 0,-16-23-270 0 0,-3-4-78 0 0,20 38-104 0 0,-20-32 255 0 0,0 0-1 0 0,2-1 1 0 0,-1 0-1 0 0,18 18 1 0 0,-26-30-158 0 0,0 0-1 0 0,1 0 1 0 0,-1 1 0 0 0,0-1 0 0 0,1 0 0 0 0,-1 0 0 0 0,1-1 0 0 0,-1 1 0 0 0,1 0 0 0 0,-1 0-1 0 0,1-1 1 0 0,-1 1 0 0 0,1-1 0 0 0,0 1 0 0 0,-1-1 0 0 0,1 0 0 0 0,0 0 0 0 0,-1 0 0 0 0,1 0-1 0 0,0 0 1 0 0,2 0 0 0 0,-2-1 32 0 0,0-1 0 0 0,0 1 0 0 0,0-1 0 0 0,-1 1 0 0 0,1-1 0 0 0,0 0 0 0 0,-1 1 0 0 0,1-1 0 0 0,-1 0 0 0 0,1 0 0 0 0,-1 0 0 0 0,0 0 0 0 0,0-1 0 0 0,0 1 0 0 0,0 0 0 0 0,0 0-1 0 0,-1-1 1 0 0,1 1 0 0 0,-1 0 0 0 0,1-4 0 0 0,7-26 367 0 0,3-8-238 0 0,-2-1 1 0 0,5-55-1 0 0,-13 84-582 0 0,8-52-1691 0 0,-9 63 1820 0 0,0 0 0 0 0,0 0 1 0 0,1 1-1 0 0,-1-1 0 0 0,0 0 0 0 0,0 1 1 0 0,0-1-1 0 0,1 0 0 0 0,-1 1 0 0 0,1-1 1 0 0,-1 0-1 0 0,0 1 0 0 0,1-1 0 0 0,-1 1 1 0 0,1-1-1 0 0,0 0-230 0 0,-1 1 231 0 0,1-1-1 0 0,0 1 0 0 0,-1-1 0 0 0,2 0 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3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1 165 2208 0 0,'16'20'7836'0'0,"-7"-3"-4163"0"0,-2-10-2206 0 0,11 5-910 0 0,-13-8-428 0 0,0-1-1 0 0,1 0 1 0 0,-1 0-1 0 0,1 0 1 0 0,-1 0-1 0 0,1-1 1 0 0,0 0-1 0 0,0 0 1 0 0,0-1-1 0 0,0 0 0 0 0,0 0 1 0 0,0 0-1 0 0,1-1 1 0 0,-1 0-1 0 0,10-1 1 0 0,9-3 41 0 0,-21 2-96 0 0,0 1 0 0 0,-1-1 0 0 0,1 0 0 0 0,-1 0 0 0 0,0 0 0 0 0,0-1 0 0 0,0 1 0 0 0,0-1 0 0 0,0 0 0 0 0,0 0 0 0 0,-1 0 0 0 0,1 0 0 0 0,-1 0 0 0 0,0 0 0 0 0,0-1 0 0 0,0 1 0 0 0,0-1 0 0 0,-1 0 0 0 0,1 1 0 0 0,-1-1 0 0 0,0 0 0 0 0,0 0 0 0 0,0-6 0 0 0,1-6 391 0 0,0 1 1 0 0,-2-1-1 0 0,-2-31 0 0 0,1 36-256 0 0,1 6-125 0 0,0 0 0 0 0,0 0 0 0 0,-1-1 0 0 0,0 1 0 0 0,0 0 0 0 0,-3-8 1 0 0,3 12-82 0 0,0 0 0 0 0,0 0 0 0 0,0 0 1 0 0,0 0-1 0 0,0 0 0 0 0,-1 0 0 0 0,1 1 1 0 0,0-1-1 0 0,0 0 0 0 0,-1 1 0 0 0,1-1 1 0 0,-1 1-1 0 0,1-1 0 0 0,-1 1 0 0 0,1 0 1 0 0,0-1-1 0 0,-1 1 0 0 0,-1 0 0 0 0,0 0 14 0 0,-7-3 120 0 0,-1 2 1 0 0,1-1-1 0 0,-16 1 0 0 0,22 1-119 0 0,0 0 0 0 0,1 1 1 0 0,-1-1-1 0 0,0 1 0 0 0,1 0 1 0 0,-1 0-1 0 0,1 0 0 0 0,-1 0 1 0 0,1 1-1 0 0,-1-1 0 0 0,1 1 1 0 0,0 0-1 0 0,0 0 0 0 0,0 0 1 0 0,-5 4-1 0 0,-22 25-397 0 0,30-31 379 0 0,-37 42-976 0 0,36-39 761 0 0,-1 0-1 0 0,0 0 1 0 0,1-1-1 0 0,-1 1 1 0 0,1 0-1 0 0,0 0 1 0 0,0 0-1 0 0,0 1 1 0 0,0-1-1 0 0,1 0 1 0 0,-1 0-1 0 0,1 0 1 0 0,0 1-1 0 0,0-1 0 0 0,0 0 1 0 0,1 5-1 0 0,1-3-450 0 0,0 1-1 0 0,1-1 0 0 0,-1 0 1 0 0,1 0-1 0 0,0-1 1 0 0,0 1-1 0 0,1-1 0 0 0,-1 1 1 0 0,1-1-1 0 0,7 6 0 0 0,61 49-9029 0 0,-62-52 8422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4.1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13 3296 0 0,'-1'-12'10089'0'0,"7"59"-3949"0"0,53 372-3762 0 0,-48-335-2309 0 0,-3-39 105 0 0,-4-31-155 0 0,4 14-204 0 0,-4-13 70 0 0,0 0-1 0 0,0 0 0 0 0,-2 1 1 0 0,2 15-1 0 0,-5-28 102 0 0,1 0 1 0 0,0 0-1 0 0,1 0 1 0 0,-1 0-1 0 0,0 0 1 0 0,1 0-1 0 0,0 0 1 0 0,-1 0-1 0 0,1 0 0 0 0,3 4 1 0 0,5 17-681 0 0,17 70-6089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4.6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3808 0 0,'0'2'1909'0'0,"0"37"5850"0"0,3 2-5388 0 0,-2-33-2363 0 0,1-1-1 0 0,-1 1 1 0 0,1 0-1 0 0,0-1 0 0 0,0 0 1 0 0,1 0-1 0 0,0 1 1 0 0,6 8-1 0 0,-7-13-17 0 0,1 1-13 0 0,1 1 0 0 0,-1 0-1 0 0,1-1 1 0 0,0 1 0 0 0,7 4 0 0 0,69 52-57 0 0,-77-59 87 0 0,0 0-1 0 0,0 0 1 0 0,1 0 0 0 0,-1 0-1 0 0,1 0 1 0 0,-1-1 0 0 0,1 0-1 0 0,6 2 1 0 0,5-7 62 0 0,-13 3-65 0 0,-2 0 2 0 0,1 1-1 0 0,0 0 0 0 0,-1-1 1 0 0,1 1-1 0 0,0-1 0 0 0,-1 1 1 0 0,1-1-1 0 0,-1 0 0 0 0,1 1 1 0 0,-1-1-1 0 0,1 0 0 0 0,-1 1 1 0 0,1-1-1 0 0,-1 0 0 0 0,0 1 1 0 0,1-1-1 0 0,-1 0 0 0 0,0 0 1 0 0,0 1-1 0 0,1-2 0 0 0,10-24 65 0 0,-10 23-73 0 0,8-23 48 0 0,-6-130 2526 0 0,-4 106 847 0 0,0 62-3325 0 0,3 4 37 0 0,20 33 127 0 0,28 69-422 0 0,-42-98 62 0 0,3 2-482 0 0,16 3-2123 0 0,23 14-7058 0 0,-8-20 582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5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45 3360 0 0,'0'0'12832'0'0,"0"30"-10843"0"0,3-22-1806 0 0,-1-7-154 0 0,-1 0-1 0 0,0 0 1 0 0,0 0 0 0 0,0 1 0 0 0,0-1 0 0 0,0 0 0 0 0,0 0-1 0 0,0 1 1 0 0,0-1 0 0 0,0 1 0 0 0,-1-1 0 0 0,1 1 0 0 0,0 2-1 0 0,9 23 310 0 0,-4-9-148 0 0,0-1-1 0 0,12 22 1 0 0,-12-24-201 0 0,-2 2 1 0 0,6 27-1 0 0,-4-17 48 0 0,-2-16 102 0 0,-4-21-42 0 0,-2-20 69 0 0,2 29-130 0 0,0-3-21 0 0,-1 0 0 0 0,1 0 0 0 0,0 1 0 0 0,1-1 1 0 0,-1 0-1 0 0,1 0 0 0 0,-1 1 0 0 0,1-1 0 0 0,0 0 1 0 0,3-5-1 0 0,6-17 90 0 0,-3 2-58 0 0,-3 10-57 0 0,0-1-1 0 0,1 1 1 0 0,12-23-1 0 0,0 15 268 0 0,-16 20-252 0 0,1 0 1 0 0,0 1-1 0 0,0-1 0 0 0,0 0 0 0 0,0 1 1 0 0,1-1-1 0 0,-1 1 0 0 0,0 0 1 0 0,0 0-1 0 0,1 0 0 0 0,-1 0 0 0 0,1 0 1 0 0,-1 1-1 0 0,1-1 0 0 0,4 0 0 0 0,9 13 358 0 0,-6-4-239 0 0,-1 0-1 0 0,0 0 1 0 0,-1 1-1 0 0,0 1 1 0 0,12 17-1 0 0,-10-8 15 0 0,-1 1-1 0 0,-1 0 0 0 0,7 27 1 0 0,-6-15-165 0 0,-11-29-21 0 0,2-1 32 0 0,0-1 31 0 0,0 0 0 0 0,0-1 1 0 0,0 1-1 0 0,-1-1 0 0 0,1 1 0 0 0,0-1 1 0 0,0 1-1 0 0,0 0 0 0 0,1-1 0 0 0,-1 1 1 0 0,0-1-1 0 0,0 1 0 0 0,0-1 0 0 0,0 1 1 0 0,0 0-1 0 0,1-1 0 0 0,-1 1 0 0 0,0-1 1 0 0,1 1-1 0 0,-1 0 0 0 0,7 1-209 0 0,-3-12 125 0 0,-1-2 353 0 0,19-53-662 0 0,27-93-561 0 0,-35 118 859 0 0,-13 40 91 0 0,0-2-9 0 0,0 1 0 0 0,0 0 1 0 0,0 0-1 0 0,0 0 0 0 0,0 0 0 0 0,0 0 1 0 0,1 0-1 0 0,-1 1 0 0 0,0-1 0 0 0,1 0 1 0 0,-1 1-1 0 0,1-1 0 0 0,-1 1 0 0 0,1-1 1 0 0,-1 1-1 0 0,1 0 0 0 0,-1-1 0 0 0,1 1 1 0 0,-1 0-1 0 0,2 0 0 0 0,-1 1 4 0 0,0-1 0 0 0,0 1 0 0 0,0 0 1 0 0,0-1-1 0 0,0 1 0 0 0,0 0 0 0 0,-1 0 0 0 0,1 0 0 0 0,0 1 0 0 0,-1-1 0 0 0,3 2 1 0 0,27 36 357 0 0,58 116 937 0 0,-86-151-1265 0 0,0 0 0 0 0,-1 0 0 0 0,0 0 0 0 0,0 0 0 0 0,0 0 0 0 0,0 0-1 0 0,-1 0 1 0 0,1 1 0 0 0,-1-1 0 0 0,1 9 0 0 0,-2 37-575 0 0,0-48 177 0 0,0 19-1338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6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1 240 3232 0 0,'5'-11'10596'0'0,"9"7"-6694"0"0,23 4-3373 0 0,-23 1 385 0 0,19-6-792 0 0,61-16 326 0 0,-89 20-430 0 0,0 1-1 0 0,-1-2 0 0 0,1 1 0 0 0,0 0 0 0 0,-1-1 1 0 0,1 0-1 0 0,-1 0 0 0 0,0 0 0 0 0,1-1 0 0 0,-1 0 1 0 0,0 1-1 0 0,0-1 0 0 0,-1-1 0 0 0,1 1 0 0 0,-1 0 1 0 0,1-1-1 0 0,-1 0 0 0 0,0 0 0 0 0,-1 0 0 0 0,4-5 1 0 0,-3-3 62 0 0,1-1 0 0 0,-2 1 0 0 0,0-1 0 0 0,-1 1 1 0 0,0-1-1 0 0,-1-25 0 0 0,0 38-81 0 0,0-1-1 0 0,0 0 1 0 0,0 1-1 0 0,0-1 1 0 0,0 0 0 0 0,-1 1-1 0 0,1-1 1 0 0,0 1-1 0 0,0-1 1 0 0,0 0-1 0 0,-1 1 1 0 0,1-1 0 0 0,0 1-1 0 0,-1-1 1 0 0,1 0-1 0 0,0 1 1 0 0,-1-1 0 0 0,1 1-1 0 0,-1-1 1 0 0,1 1-1 0 0,-1-1 1 0 0,1 1 0 0 0,-1 0-1 0 0,0-1 1 0 0,1 1 7 0 0,-1-1 0 0 0,1 1-1 0 0,-1 0 1 0 0,1-1 0 0 0,0 1 0 0 0,-1 0 0 0 0,1-1 0 0 0,-1 1 0 0 0,1 0 0 0 0,0-1 0 0 0,0 1 0 0 0,-1-1 0 0 0,1 1 0 0 0,0-1-1 0 0,0 1 1 0 0,-1-1 0 0 0,1 1 0 0 0,0-1 0 0 0,0 1 0 0 0,0-1 0 0 0,0 1 0 0 0,0-1 0 0 0,0 0 0 0 0,-2-1 112 0 0,-8 1 68 0 0,-2 2-20 0 0,-1-1 1 0 0,1 1 0 0 0,-17 4-1 0 0,21-2-119 0 0,1-1 0 0 0,-1 1 0 0 0,1 0 0 0 0,0 1-1 0 0,0-1 1 0 0,0 1 0 0 0,1 1 0 0 0,-1-1 0 0 0,1 1 0 0 0,0 0-1 0 0,0 1 1 0 0,1 0 0 0 0,-1-1 0 0 0,1 2 0 0 0,1-1 0 0 0,-1 1-1 0 0,1-1 1 0 0,-5 12 0 0 0,2-3 1 0 0,1 0 0 0 0,0 1 0 0 0,1 0 1 0 0,1 0-1 0 0,0 0 0 0 0,-1 21 0 0 0,4-33-29 0 0,0 1 0 0 0,1-1 0 0 0,-1 0 0 0 0,1 0 0 0 0,0 1 0 0 0,0-1 0 0 0,1 0 0 0 0,-1 0 0 0 0,1 1 0 0 0,0-1 0 0 0,0 0 0 0 0,1 0 0 0 0,3 7 0 0 0,-1-6-20 0 0,0-1 0 0 0,0 0 0 0 0,1-1 0 0 0,-1 1 0 0 0,1-1 0 0 0,0 0 0 0 0,0 0 1 0 0,0 0-1 0 0,1-1 0 0 0,9 4 0 0 0,202 67-5199 0 0,-201-69 4015 0 0,-11-6 541 0 0,5-6-1101 0 0,15-8-8051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9.0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6 226 3200 0 0,'0'0'2309'0'0,"2"47"2230"0"0,8 176 469 0 0,-7-27-3515 0 0,-3 13-256 0 0,-13-204-160 0 0,13-1-943 0 0,-1-1-250 0 0,-2-22 1880 0 0,3 18-1738 0 0,-4-40 525 0 0,10-84-131 0 0,41-369 71 0 0,-31 366 139 0 0,-5 86-112 0 0,-3 19-621 0 0,-5 15-254 0 0,-3 7 351 0 0,1-1 1 0 0,-1 1-1 0 0,1-1 0 0 0,-1 1 0 0 0,1 0 1 0 0,-1-1-1 0 0,1 1 0 0 0,0 0 0 0 0,0 0 1 0 0,0 0-1 0 0,0-1 0 0 0,0 1 0 0 0,2-2 1 0 0,2-8 965 0 0,2 14-1118 0 0,16 22 140 0 0,5 12 309 0 0,-1 0 1 0 0,28 56-1 0 0,53 131 622 0 0,-88-180-722 0 0,67 144 588 0 0,-10-5-1083 0 0,-60-143 245 0 0,-22-47 11 0 0,3 5 89 0 0,-7-12 86 0 0,1 0 0 0 0,-9-17 0 0 0,17 28-66 0 0,-1 1 0 0 0,0-1 0 0 0,0 1 0 0 0,0-1 0 0 0,-1 1 1 0 0,1-1-1 0 0,-1 1 0 0 0,1-1 0 0 0,-1 1 0 0 0,0 0 1 0 0,0 0-1 0 0,-2-2 0 0 0,0 0-108 0 0,0 0-1 0 0,1 1 1 0 0,-1-1 0 0 0,1-1 0 0 0,-5-8 0 0 0,0 1-31 0 0,-1 0 0 0 0,0 1 0 0 0,-1 0 0 0 0,0 1 0 0 0,-1 0 0 0 0,0 0 0 0 0,0 1 1 0 0,-1 1-1 0 0,-20-12 0 0 0,18 11 46 0 0,8 5-174 0 0,0 1-1 0 0,0 0 1 0 0,0 0 0 0 0,0 0-1 0 0,-1 1 1 0 0,0 0 0 0 0,1 0-1 0 0,-1 0 1 0 0,0 1 0 0 0,0 0-1 0 0,0 0 1 0 0,0 1 0 0 0,0 0-1 0 0,0 0 1 0 0,0 1 0 0 0,1 0-1 0 0,-1 0 1 0 0,0 0 0 0 0,0 1-1 0 0,-8 3 1 0 0,1-1-330 0 0,11-3 247 0 0,0-1 0 0 0,1 1 1 0 0,-1 0-1 0 0,0 0 0 0 0,1-1 0 0 0,-1 2 1 0 0,0-1-1 0 0,1 0 0 0 0,0 0 1 0 0,-1 1-1 0 0,1 0 0 0 0,0-1 0 0 0,0 1 1 0 0,0 0-1 0 0,0 0 0 0 0,0 0 1 0 0,-2 3-1 0 0,2-1-935 0 0,1 0 0 0 0,0 0 0 0 0,0 0 1 0 0,0 0-1 0 0,1 0 0 0 0,-1 0 0 0 0,1 0 0 0 0,0 0 1 0 0,0 5-1 0 0,0-8 915 0 0,0 11-3072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9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14 2368 0 0,'-14'0'13600'0'0,"28"14"-11905"0"0,14-14-415 0 0,269-28-576 0 0,-213 28-10303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9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2272 0 0,'0'0'5824'0'0,"28"0"192"0"0,0 0-5248 0 0,-14 0-896 0 0,15 0 288 0 0,-15 0-160 0 0,56 0 1152 0 0,71-14-737 0 0,14 14-13534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2.4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13 433 2336 0 0,'7'9'3056'0'0,"28"31"4234"0"0,-34-39-7172 0 0,0 0-1 0 0,0 0 1 0 0,0-1-1 0 0,1 1 1 0 0,-1 0-1 0 0,0 0 1 0 0,0-1-1 0 0,1 1 1 0 0,-1-1-1 0 0,0 1 0 0 0,1-1 1 0 0,-1 0-1 0 0,0 1 1 0 0,1-1-1 0 0,-1 0 1 0 0,1 0-1 0 0,-1 0 1 0 0,3 0-1 0 0,4-2 108 0 0,0-1 0 0 0,0 1 1 0 0,0-1-1 0 0,0 0 0 0 0,0-1 0 0 0,7-4 0 0 0,208-134 3279 0 0,-192 119-3064 0 0,-31 23-433 0 0,1-1 1 0 0,0 0 0 0 0,0 0-1 0 0,-1 1 1 0 0,1-1 0 0 0,-1 0-1 0 0,1 0 1 0 0,0 0 0 0 0,-1 0 0 0 0,0 1-1 0 0,1-1 1 0 0,-1 0 0 0 0,1 0-1 0 0,-1 0 1 0 0,0 0 0 0 0,0 0-1 0 0,0 0 1 0 0,1 0 0 0 0,-1-1-1 0 0,-1 0-16 0 0,1 0 0 0 0,-1 1 1 0 0,1-1-1 0 0,-1 1 0 0 0,0-1 0 0 0,0 1 0 0 0,0-1 0 0 0,0 1 0 0 0,0 0 0 0 0,0-1 0 0 0,0 1 0 0 0,-2-2 0 0 0,-33-29-361 0 0,-225-163-2094 0 0,253 190 2422 0 0,0 0 0 0 0,-1 0 0 0 0,1 1 0 0 0,-1 0 0 0 0,1 0 0 0 0,-12-2 0 0 0,19 5 54 0 0,0 1 0 0 0,0 0 0 0 0,0 0 0 0 0,0 0-1 0 0,0 0 1 0 0,0 0 0 0 0,1 0 0 0 0,-1 0-1 0 0,0 0 1 0 0,0 0 0 0 0,0 0 0 0 0,0 0 0 0 0,0 1-1 0 0,0-1 1 0 0,0 0 0 0 0,0 1 0 0 0,1-1-1 0 0,-1 0 1 0 0,0 1 0 0 0,0-1 0 0 0,0 1 0 0 0,1-1-1 0 0,-2 2 1 0 0,2-2 5 0 0,-1 1 0 0 0,1-1 0 0 0,-1 0 0 0 0,1 1 0 0 0,-1-1 0 0 0,1 1 0 0 0,0-1 0 0 0,-1 0 0 0 0,1 1 0 0 0,0-1 0 0 0,0 1 0 0 0,-1-1 0 0 0,1 1 0 0 0,0-1 0 0 0,0 1 0 0 0,-1 0 0 0 0,1-1 0 0 0,0 1 0 0 0,0-1 0 0 0,0 1 0 0 0,0-1 0 0 0,0 1 0 0 0,0-1 0 0 0,0 1 0 0 0,0 0 0 0 0,0-1 0 0 0,0 1 0 0 0,0-1 0 0 0,1 1 0 0 0,-1-1 0 0 0,0 1 0 0 0,1 0-15 0 0,0 0 0 0 0,-1-1 0 0 0,1 1 0 0 0,0 0 0 0 0,-1-1 0 0 0,1 1 0 0 0,0-1 0 0 0,0 1 0 0 0,-1-1 0 0 0,1 0 0 0 0,0 1 0 0 0,0-1 0 0 0,0 0 0 0 0,0 0 0 0 0,0 1 0 0 0,-1-1 0 0 0,1 0 0 0 0,0 0 0 0 0,0 0 0 0 0,2 0 0 0 0,96 9 452 0 0,360 9 2255 0 0,-401-16-2172 0 0,60-8-1 0 0,-105 3-359 0 0,-11 0-12 0 0,-29-5 175 0 0,-10-3-1562 0 0,35 10 1284 0 0,0 0 1 0 0,-1 0-1 0 0,1 1 1 0 0,-1-1-1 0 0,0 0 1 0 0,1 1-1 0 0,-1 0 1 0 0,1 0-1 0 0,-5-1 1 0 0,-52-5 57 0 0,43 3 50 0 0,0 1-1 0 0,-27-1 1 0 0,3 3-837 0 0,40 0 665 0 0,-1 0 0 0 0,0 0 0 0 0,0 0 0 0 0,1 0 0 0 0,-1 0 1 0 0,0 0-1 0 0,0 0 0 0 0,1 0 0 0 0,-1 0 0 0 0,0 0 0 0 0,0 0 0 0 0,1 1 0 0 0,-1-1 0 0 0,0 0 0 0 0,0 0 0 0 0,1 1 0 0 0,-1-1 0 0 0,0 0 0 0 0,1 1 0 0 0,-1-1 0 0 0,0 1 0 0 0,1-1 0 0 0,-1 1 0 0 0,1-1 0 0 0,-1 1 0 0 0,1 0 0 0 0,-1-1 0 0 0,1 1 0 0 0,-1-1 0 0 0,1 1 0 0 0,-1 1 0 0 0,1-1 81 0 0,-1 4 358 0 0,6 14 28 0 0,26 72 543 0 0,-28-79-847 0 0,1 0 0 0 0,0-1 1 0 0,1 1-1 0 0,0-1 1 0 0,1 0-1 0 0,0 0 1 0 0,14 17-1 0 0,-12-18-33 0 0,0 1 0 0 0,-1 0-1 0 0,9 18 1 0 0,-5 2-685 0 0,-10-25 524 0 0,1-1 1 0 0,0 0-1 0 0,0 1 1 0 0,0-1 0 0 0,4 6-1 0 0,-1-3 252 0 0,0 1-1 0 0,-1 0 0 0 0,5 13 1 0 0,-4-9-159 0 0,23 59-119 0 0,-26-66 103 0 0,1 0 1 0 0,-1 0-1 0 0,1 0 1 0 0,0 0-1 0 0,8 10 0 0 0,-7-9-65 0 0,7 6-21 0 0,-6-6-324 0 0,0 1 0 0 0,0 0 0 0 0,0 0 0 0 0,5 13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3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57 2144 0 0,'146'120'16559'0'0,"-107"-88"-13534"0"0,-19-10-3019 0 0,3 4-77 0 0,-16-20 199 0 0,28 33 272 0 0,-2 10-810 0 0,-16-23 231 0 0,18 39 0 0 0,-33-61 214 0 0,-1 0 0 0 0,1 0 0 0 0,-1 0-1 0 0,0 0 1 0 0,0 0 0 0 0,0 0-1 0 0,-1 1 1 0 0,1-1 0 0 0,-1 0 0 0 0,-1 6-1 0 0,1-8-13 0 0,0-1 1 0 0,0 0-1 0 0,-1 1 0 0 0,1-1 0 0 0,-1 0 0 0 0,1 1 1 0 0,-1-1-1 0 0,0 0 0 0 0,1 0 0 0 0,-1 1 0 0 0,0-1 1 0 0,0 0-1 0 0,0 0 0 0 0,0 0 0 0 0,0 0 0 0 0,0 0 1 0 0,0 0-1 0 0,0 0 0 0 0,0-1 0 0 0,-1 1 0 0 0,1 0 1 0 0,0-1-1 0 0,0 1 0 0 0,-3 0 0 0 0,-18 5-489 0 0,17-8 478 0 0,1 0 38 0 0,2 2-10 0 0,1 0 1 0 0,-1 0 0 0 0,1 0-1 0 0,-1 0 1 0 0,1-1 0 0 0,-1 1-1 0 0,0-1 1 0 0,1 1 0 0 0,0-1-1 0 0,-1 1 1 0 0,1-1 0 0 0,-3-1-1 0 0,3 1-62 0 0,-1 0 0 0 0,1 0 0 0 0,0 0-1 0 0,-1 1 1 0 0,1-1 0 0 0,-1 0-1 0 0,0 1 1 0 0,1-1 0 0 0,-1 1-1 0 0,1 0 1 0 0,-1 0 0 0 0,-2-1-1 0 0,-17-8 84 0 0,15 6 66 0 0,-2-2-88 0 0,0-1 0 0 0,1 0-1 0 0,-1 0 1 0 0,1 0 0 0 0,0-1 0 0 0,1 0 0 0 0,-9-11 0 0 0,12 13-64 0 0,0 0 1 0 0,0-1 0 0 0,1 1-1 0 0,0 0 1 0 0,0-1 0 0 0,1 1-1 0 0,-1-1 1 0 0,1 1 0 0 0,0-1-1 0 0,1 0 1 0 0,-1 0 0 0 0,1 1-1 0 0,0-1 1 0 0,1 0 0 0 0,-1 0-1 0 0,1 1 1 0 0,0-1 0 0 0,1 1-1 0 0,-1-1 1 0 0,5-9 0 0 0,62-128-6 0 0,-53 114 69 0 0,10-27 329 0 0,-22 51-246 0 0,4 2-110 0 0,-4 1-197 0 0,0 0 0 0 0,0 0 1 0 0,-1-1-1 0 0,1 1 0 0 0,-1-1 0 0 0,1 0 0 0 0,-1 1 0 0 0,2-5 1 0 0,-3 5 49 0 0,1 0 0 0 0,-1 0 0 0 0,1-1 0 0 0,-1 1 0 0 0,1 0 0 0 0,0 0 0 0 0,-1 0 0 0 0,1 1 0 0 0,0-1 0 0 0,0 0 0 0 0,1 1 0 0 0,-1-1 0 0 0,0 1 0 0 0,0 0 0 0 0,1 0 0 0 0,-1 0 0 0 0,1 0 0 0 0,-1 0 0 0 0,4-1 0 0 0,-5 3 101 0 0,-1-1-1 0 0,0 0 1 0 0,0 0 0 0 0,0 0 0 0 0,1 0 0 0 0,-1 0 0 0 0,0 0 0 0 0,0 0-1 0 0,1 0 1 0 0,-1 0 0 0 0,0 0 0 0 0,0 0 0 0 0,0 0 0 0 0,1 0-1 0 0,-1 0 1 0 0,0 0 0 0 0,0 0 0 0 0,1 0 0 0 0,-1 0 0 0 0,0 0-1 0 0,0 0 1 0 0,0 0 0 0 0,1 0 0 0 0,-1-1 0 0 0,0 1 0 0 0,0 0 0 0 0,0 0-1 0 0,1 0 1 0 0,-1 0 0 0 0,0 0 0 0 0,0-1 0 0 0,0 1 0 0 0,0 0-1 0 0,1 0 1 0 0,-1 0 0 0 0,0-1 0 0 0,0 1 0 0 0,0 0 0 0 0,0 0-1 0 0,0 0 1 0 0,0-1 0 0 0,0 1 0 0 0,0 0 0 0 0,0 0 0 0 0,0-1 0 0 0,0 1-1 0 0,0 0 1 0 0,0-1 0 0 0,3-5-498 0 0,19 3-6792 0 0,4 3-1159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4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2432 0 0,'3'1'8549'0'0,"-2"-1"-8497"0"0,-1 0 0 0 0,1 0-1 0 0,-1 0 1 0 0,0 0 0 0 0,1 0 0 0 0,-1 1-1 0 0,1-1 1 0 0,-1 0 0 0 0,0 0 0 0 0,1-1-1 0 0,-1 1 1 0 0,1 0 0 0 0,-1 0 0 0 0,1 0-1 0 0,-1 0 1 0 0,0 0 0 0 0,1 0 0 0 0,-1 0-1 0 0,0-1 1 0 0,1 1 0 0 0,-1 0 0 0 0,1 0-1 0 0,-1-1 1 0 0,0 1 0 0 0,1 0 0 0 0,-1-1-1 0 0,1-1 59 0 0,-1 1 0 0 0,0-1 0 0 0,0 1 0 0 0,1-1 0 0 0,-1 1 0 0 0,1-1 0 0 0,0 1 0 0 0,-1-1 0 0 0,1 1 0 0 0,0 0 0 0 0,0-1 0 0 0,0 1 0 0 0,0 0 0 0 0,0-1 0 0 0,1 0 0 0 0,0 0 600 0 0,1-1-865 0 0,8-6-154 0 0,11 7 789 0 0,-20 2-418 0 0,1 0 1 0 0,-1 0 0 0 0,1 0 0 0 0,-1 0-1 0 0,0 1 1 0 0,1-1 0 0 0,-1 1 0 0 0,0 0 0 0 0,1-1-1 0 0,-1 1 1 0 0,0 0 0 0 0,0 0 0 0 0,0 1 0 0 0,0-1-1 0 0,0 0 1 0 0,0 1 0 0 0,0-1 0 0 0,0 1-1 0 0,0 0 1 0 0,-1-1 0 0 0,3 4 0 0 0,6 12 100 0 0,0 0-1 0 0,-1 0 1 0 0,9 27-1 0 0,-6-15-453 0 0,-13-23 308 0 0,-3-2 92 0 0,0 6 275 0 0,-3 18-235 0 0,7-27-178 0 0,-1-1-1 0 0,1 1 0 0 0,0 0 0 0 0,0 0 0 0 0,-1 0 0 0 0,1-1 1 0 0,0 1-1 0 0,-1 0 0 0 0,1 0 0 0 0,-1-1 0 0 0,1 1 0 0 0,-1 0 0 0 0,1-1 1 0 0,-1 1-1 0 0,1 0 0 0 0,-1-1 0 0 0,-1 1 0 0 0,-1 3 23 0 0,-12 21 1309 0 0,13-22-1393 0 0,-5 6-421 0 0,-3 6 255 0 0,5-7 364 0 0,-1 0 0 0 0,0-1 0 0 0,-14 14 0 0 0,18-19 37 0 0,-14 12 26 0 0,-6-4 598 0 0,19-13-965 0 0,11-1-32 0 0,9 2 396 0 0,-13 1 5 0 0,1 1 1 0 0,-1-1 0 0 0,0 0 0 0 0,1 0 0 0 0,-1 0 0 0 0,0 0 0 0 0,0-1 0 0 0,6-2-1 0 0,-9 3-110 0 0,1 1 0 0 0,-1-1 0 0 0,0 1-1 0 0,1-1 1 0 0,-1 1 0 0 0,1-1 0 0 0,-1 1-1 0 0,0 0 1 0 0,1 0 0 0 0,-1 0 0 0 0,1 0-1 0 0,2 0 1 0 0,34-1-427 0 0,-10-3 333 0 0,1 1-443 0 0,55-2 0 0 0,-35 8-5332 0 0,-16 8-7809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7.9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1824 0 0,'0'0'8032'0'0,"14"0"-7552"0"0,0 0 64 0 0,0 0-288 0 0,0 0-928 0 0,-14 14 1088 0 0,71-14-576 0 0,126-14-10560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8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1824 0 0,'0'0'5952'0'0,"197"28"-1568"0"0,-13-28-12896 0 0,-170 0 4864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9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15 2240 0 0,'-5'-3'1612'0'0,"0"1"0"0"0,-1 0 0 0 0,1 0 0 0 0,0 1-1 0 0,0-1 1 0 0,-9 0 0 0 0,12 2-1500 0 0,0 0-1 0 0,0 0 1 0 0,0 0-1 0 0,0 0 1 0 0,0 0-1 0 0,0 0 1 0 0,0 1-1 0 0,0-1 1 0 0,0 1-1 0 0,0-1 1 0 0,0 1 0 0 0,1 0-1 0 0,-1 0 1 0 0,0-1-1 0 0,0 1 1 0 0,0 1-1 0 0,1-1 1 0 0,-3 1-1 0 0,2 1-457 0 0,0-1 186 0 0,-15 20 496 0 0,16-20-301 0 0,-1 1 1 0 0,1 0 0 0 0,-1-1-1 0 0,1 1 1 0 0,0 0 0 0 0,0 0 0 0 0,0 0-1 0 0,0 0 1 0 0,0 5 0 0 0,0 2 33 0 0,2 0 1 0 0,-1-1-1 0 0,1 1 0 0 0,0-1 1 0 0,1 1-1 0 0,4 14 0 0 0,14 36 249 0 0,3 0 1 0 0,52 97-1 0 0,-71-149-323 0 0,0-1 0 0 0,1 1 0 0 0,0-1-1 0 0,1 0 1 0 0,-1-1 0 0 0,1 1 0 0 0,8 6 0 0 0,-11-12-32 0 0,-1 1 0 0 0,1-1 0 0 0,-1 1 0 0 0,1-1 0 0 0,0 0 0 0 0,0 0 0 0 0,0 0 0 0 0,-1 0 0 0 0,1-1 0 0 0,0 1 0 0 0,4-1-1 0 0,83 3-2495 0 0,-87-3 2287 0 0,0 0 0 0 0,0 0-1 0 0,1 0 1 0 0,-1 0 0 0 0,0-1-1 0 0,0 1 1 0 0,0-1 0 0 0,0 0 0 0 0,0 0-1 0 0,0 0 1 0 0,0 0 0 0 0,0 0-1 0 0,0-1 1 0 0,0 1 0 0 0,0-1 0 0 0,-1 0-1 0 0,1 0 1 0 0,-1 0 0 0 0,0 0-1 0 0,1 0 1 0 0,2-4 0 0 0,-4 4-106 0 0,1 1 0 0 0,0-1 1 0 0,-1 1-1 0 0,1 0 0 0 0,0-1 1 0 0,0 1-1 0 0,0 0 0 0 0,0 0 1 0 0,0 0-1 0 0,0 1 0 0 0,0-1 1 0 0,3 0-1 0 0,-1-1-95 0 0,21-9-3366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0.0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 2432 0 0,'9'-4'10211'0'0,"11"15"-7953"0"0,21 25-1127 0 0,-19-13-939 0 0,-8-4-505 0 0,21 35 0 0 0,-30-46 256 0 0,0 1 0 0 0,0 0 0 0 0,-1 0 0 0 0,-1 1 0 0 0,0-1 0 0 0,3 12 1 0 0,-6-19 66 0 0,0 0 1 0 0,1 0 0 0 0,-1-1-1 0 0,0 1 1 0 0,0 0 0 0 0,0 0-1 0 0,-1-1 1 0 0,1 1 0 0 0,0 0-1 0 0,-1 0 1 0 0,1-1 0 0 0,-1 1-1 0 0,1 0 1 0 0,-1-1 0 0 0,0 1-1 0 0,0-1 1 0 0,0 1 0 0 0,0-1-1 0 0,0 1 1 0 0,0-1 0 0 0,0 0-1 0 0,0 1 1 0 0,-1-1 0 0 0,1 0-1 0 0,0 0 1 0 0,-1 0 0 0 0,1 0-1 0 0,-1 0 1 0 0,-2 1 0 0 0,-1 0 64 0 0,0-1 0 0 0,0 1 1 0 0,0-1-1 0 0,0 0 0 0 0,0 0 1 0 0,-1-1-1 0 0,-7 0 0 0 0,13 0-81 0 0,-1 0 1 0 0,1 1-1 0 0,-1-1 0 0 0,1 0 0 0 0,-1 0 0 0 0,1 0 1 0 0,-1 0-1 0 0,1 0 0 0 0,-1 0 0 0 0,1 0 0 0 0,0 0 1 0 0,-1-1-1 0 0,1 1 0 0 0,-1 0 0 0 0,1 0 0 0 0,-1 0 1 0 0,1 0-1 0 0,-1 0 0 0 0,1-1 0 0 0,0 1 0 0 0,-1 0 1 0 0,1 0-1 0 0,0-1 0 0 0,-1 1 0 0 0,1 0 0 0 0,0-1 1 0 0,-1 1-1 0 0,1 0 0 0 0,0-1 0 0 0,-1 1 0 0 0,1-1 1 0 0,0 1-1 0 0,0 0 0 0 0,0-1 0 0 0,-1 1 1 0 0,1-1-1 0 0,0 1 0 0 0,0-1 0 0 0,0 1 0 0 0,0-1 1 0 0,0 1-1 0 0,0 0 0 0 0,0-1 0 0 0,0 1 0 0 0,0-2 1 0 0,0 0-91 0 0,-1 2 126 0 0,0-1 1 0 0,-1 1 0 0 0,1-1-1 0 0,0 0 1 0 0,0 0 0 0 0,0 1-1 0 0,0-1 1 0 0,0 0 0 0 0,0 0-1 0 0,0 0 1 0 0,0 0 0 0 0,1 0-1 0 0,-1 0 1 0 0,0 0 0 0 0,1 0-1 0 0,-1 0 1 0 0,0-1 0 0 0,1 1-1 0 0,-1 0 1 0 0,1 0 0 0 0,0-1-1 0 0,-1 1 1 0 0,1 0 0 0 0,0 0-1 0 0,0-1 1 0 0,0 1 0 0 0,0 0-1 0 0,0-3 1 0 0,-1-3 57 0 0,1-1-1 0 0,0 0 1 0 0,0 1 0 0 0,3-16-1 0 0,4-2 56 0 0,2-1-1 0 0,13-28 0 0 0,-20 49-279 0 0,0-1 0 0 0,0 1 0 0 0,1 0 0 0 0,0 0-1 0 0,0 0 1 0 0,0 1 0 0 0,0-1 0 0 0,1 1 0 0 0,0 0 0 0 0,0-1 0 0 0,0 2 0 0 0,0-1-1 0 0,9-5 1 0 0,-3 2-481 0 0,-7 5-181 0 0,1 0 0 0 0,-1 0 0 0 0,1 0 0 0 0,0 1 0 0 0,0-1 0 0 0,0 1 0 0 0,-1 0 0 0 0,2 0 0 0 0,-1 0 0 0 0,0 0 0 0 0,0 1 0 0 0,0-1 0 0 0,0 1 0 0 0,8 1 0 0 0,-8-1 160 0 0,10 0-1713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0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75 2080 0 0,'-15'14'10235'0'0,"16"-12"-9942"0"0,-2 3-88 0 0,0-1 0 0 0,0 1 1 0 0,1-1-1 0 0,0 1 0 0 0,0-1 1 0 0,0 1-1 0 0,0-1 0 0 0,1 1 1 0 0,0-1-1 0 0,0 1 0 0 0,0-1 1 0 0,0 0-1 0 0,1 1 0 0 0,0-1 1 0 0,0 0-1 0 0,0 0 0 0 0,0 0 1 0 0,1 0-1 0 0,-1-1 0 0 0,1 1 1 0 0,0-1-1 0 0,0 1 0 0 0,4 2 1 0 0,5 6-130 0 0,1-1 1 0 0,1-1 0 0 0,-1 0 0 0 0,19 9-1 0 0,2-2-244 0 0,-23-17 88 0 0,-6-1 179 0 0,-5 1-85 0 0,0 0 1 0 0,1 0-1 0 0,-1 0 0 0 0,0 0 0 0 0,1 0 0 0 0,-1 0 1 0 0,1 0-1 0 0,-1 0 0 0 0,0 0 0 0 0,1 0 0 0 0,-1 0 1 0 0,0 0-1 0 0,1 0 0 0 0,-1-1 0 0 0,0 1 0 0 0,1 0 1 0 0,-1 0-1 0 0,0 0 0 0 0,1-1 0 0 0,-1 1 0 0 0,0 0 1 0 0,0 0-1 0 0,1-1 0 0 0,-1 1 0 0 0,0 0 1 0 0,0-1-1 0 0,1 1 0 0 0,-1 0 0 0 0,0-1 0 0 0,0 1 1 0 0,12-11 163 0 0,-6 8-264 0 0,3-3 5 0 0,4-25 66 0 0,-11 24-12 0 0,1-1 0 0 0,-1 0 0 0 0,0 0 0 0 0,-1 1 0 0 0,0-1 0 0 0,0 0 0 0 0,-1-15 0 0 0,-1 17 52 0 0,0 0 1 0 0,0 0-1 0 0,-1 1 1 0 0,0-1-1 0 0,0 1 1 0 0,0-1-1 0 0,0 1 1 0 0,-1 0-1 0 0,0 0 1 0 0,-4-7-1 0 0,1 5 98 0 0,1 0-1 0 0,-1 0 0 0 0,0 1 1 0 0,-1-1-1 0 0,1 1 0 0 0,-1 1 0 0 0,-9-6 1 0 0,12 8-107 0 0,0 1 0 0 0,1 0 0 0 0,-1 1 0 0 0,0-1 1 0 0,0 1-1 0 0,-1 0 0 0 0,1 0 0 0 0,0 0 0 0 0,0 0 0 0 0,-1 1 1 0 0,1-1-1 0 0,0 1 0 0 0,-1 0 0 0 0,1 1 0 0 0,0-1 0 0 0,0 1 1 0 0,-6 1-1 0 0,7-1-40 0 0,0 0 0 0 0,0 0 0 0 0,0 0 0 0 0,0 0 0 0 0,1 1 0 0 0,-1-1 0 0 0,0 1 0 0 0,1 0 0 0 0,-1 0 0 0 0,1 0 0 0 0,0 0 0 0 0,-1 0 0 0 0,1 0 0 0 0,0 1 1 0 0,1-1-1 0 0,-4 5 0 0 0,-16 18 559 0 0,19-23-600 0 0,2-2 47 0 0,-1 1 0 0 0,0 0-1 0 0,0-1 1 0 0,1 1 0 0 0,-1 0 0 0 0,0 0 0 0 0,1-1-1 0 0,-1 1 1 0 0,1 0 0 0 0,-1 0 0 0 0,1 0-1 0 0,0 0 1 0 0,-1 0 0 0 0,1 0 0 0 0,0-1 0 0 0,-1 1-1 0 0,1 2 1 0 0,0 1-207 0 0,1 0-1 0 0,0 0 1 0 0,-1 0-1 0 0,2-1 1 0 0,-1 1 0 0 0,0 0-1 0 0,1 0 1 0 0,3 6-1 0 0,4 7-1521 0 0,1 0 0 0 0,1 0 0 0 0,0-1 0 0 0,14 16 0 0 0,-23-30 1321 0 0,1 0 1 0 0,-1 0-1 0 0,0 0 0 0 0,1 0 1 0 0,0 0-1 0 0,-1 0 1 0 0,1-1-1 0 0,0 1 0 0 0,0-1 1 0 0,0 0-1 0 0,0 0 1 0 0,0 0-1 0 0,0 0 1 0 0,0-1-1 0 0,0 1 0 0 0,1-1 1 0 0,-1 0-1 0 0,0 0 1 0 0,4 0-1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1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 2688 0 0,'0'0'1579'0'0,"-11"-1"932"0"0,0 9 1057 0 0,10-6-3407 0 0,-1 0-1 0 0,0 0 0 0 0,1 0 0 0 0,-1 1 0 0 0,1-1 1 0 0,0 0-1 0 0,-1 1 0 0 0,1-1 0 0 0,1 1 1 0 0,-1-1-1 0 0,0 1 0 0 0,0-1 0 0 0,1 1 0 0 0,0-1 1 0 0,-1 1-1 0 0,1 0 0 0 0,0-1 0 0 0,0 1 1 0 0,0 0-1 0 0,1-1 0 0 0,-1 1 0 0 0,1-1 0 0 0,1 4 1 0 0,1 4-7 0 0,0-1 1 0 0,1 0 0 0 0,1-1-1 0 0,8 14 1 0 0,6 4 165 0 0,-17-24-112 0 0,5 5-267 0 0,4 2-280 0 0,22 20-555 0 0,-31-27 852 0 0,1 0 0 0 0,-1 1 0 0 0,0-1 1 0 0,-1 1-1 0 0,1-1 0 0 0,0 1 1 0 0,-1-1-1 0 0,1 1 0 0 0,-1 0 0 0 0,0 0 1 0 0,0 0-1 0 0,1 4 0 0 0,-2-3 50 0 0,1 1-1 0 0,-1 0 0 0 0,0-1 0 0 0,0 1 1 0 0,-1 0-1 0 0,1-1 0 0 0,-1 1 1 0 0,0 0-1 0 0,-1-1 0 0 0,1 1 1 0 0,-1-1-1 0 0,0 0 0 0 0,0 0 0 0 0,0 1 1 0 0,0-1-1 0 0,-1-1 0 0 0,1 1 1 0 0,-7 6-1 0 0,7-8-106 0 0,2-1 112 0 0,-1 0 0 0 0,0 0 0 0 0,0 0 1 0 0,0-1-1 0 0,0 1 0 0 0,0 0 0 0 0,0 0 1 0 0,0-1-1 0 0,0 1 0 0 0,0-1 0 0 0,-1 1 1 0 0,1-1-1 0 0,0 0 0 0 0,0 1 0 0 0,0-1 1 0 0,-1 0-1 0 0,1 0 0 0 0,0 0 0 0 0,0 1 1 0 0,-1-1-1 0 0,1-1 0 0 0,0 1 0 0 0,-2 0 1 0 0,1 0-290 0 0,-1 0 0 0 0,1 0 0 0 0,0-1 0 0 0,-1 1 0 0 0,1 0 0 0 0,0-1 1 0 0,0 0-1 0 0,-1 1 0 0 0,1-1 0 0 0,0 0 0 0 0,0 0 0 0 0,0 0 0 0 0,0-1 1 0 0,0 1-1 0 0,0 0 0 0 0,0-1 0 0 0,1 1 0 0 0,-1-1 0 0 0,0 0 1 0 0,1 1-1 0 0,-1-1 0 0 0,-1-3 0 0 0,1 3-318 0 0,1 0 122 0 0,0 1 1 0 0,1-1-1 0 0,-1 0 1 0 0,0 0-1 0 0,0 1 0 0 0,1-1 1 0 0,-1 0-1 0 0,1 0 0 0 0,0 0 1 0 0,-1 1-1 0 0,1-1 0 0 0,0 0 1 0 0,0 0-1 0 0,0-2 1 0 0,0 4 468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1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0 3232 0 0,'-83'37'11978'0'0,"82"-36"-11867"0"0,0-1 0 0 0,0 0 0 0 0,0 1 0 0 0,1-1 0 0 0,-1 0 0 0 0,0 1 0 0 0,0-1 0 0 0,1 1 0 0 0,-1-1 1 0 0,0 1-1 0 0,0-1 0 0 0,1 1 0 0 0,-1 0 0 0 0,1-1 0 0 0,-1 1 0 0 0,0 0 0 0 0,1-1 0 0 0,-1 1 0 0 0,1 0 0 0 0,0 0 0 0 0,-1 1 0 0 0,-3 8 817 0 0,3-8-898 0 0,0 1 1 0 0,0-1-1 0 0,0 1 0 0 0,0-1 1 0 0,0 1-1 0 0,1 0 1 0 0,0-1-1 0 0,-1 1 0 0 0,1 2 1 0 0,0-3-34 0 0,0 0 0 0 0,0 0 0 0 0,0-1 0 0 0,1 1 0 0 0,-1 0 0 0 0,1 0 0 0 0,-1-1 0 0 0,1 1 0 0 0,-1 0 1 0 0,1-1-1 0 0,0 1 0 0 0,2 2 0 0 0,0 0-2 0 0,0-1 0 0 0,0 1 1 0 0,1-1-1 0 0,0 0 0 0 0,0 0 1 0 0,0 0-1 0 0,0 0 0 0 0,6 3 1 0 0,125 50 163 0 0,-105-44-68 0 0,-23-10-16 0 0,-1 1 0 0 0,1 0 0 0 0,-1 0 0 0 0,1 1 0 0 0,6 5 0 0 0,-12-9-65 0 0,0 1 0 0 0,-1-1-1 0 0,1 0 1 0 0,-1 1-1 0 0,1-1 1 0 0,-1 1 0 0 0,0-1-1 0 0,1 1 1 0 0,-1 0 0 0 0,1-1-1 0 0,-1 1 1 0 0,0-1-1 0 0,0 1 1 0 0,1 0 0 0 0,-1-1-1 0 0,0 1 1 0 0,0 0-1 0 0,0-1 1 0 0,1 2 0 0 0,-1-2-17 0 0,0 1 1 0 0,0-1 0 0 0,0 0-1 0 0,0 0 1 0 0,0 1 0 0 0,0-1 0 0 0,0 0-1 0 0,0 0 1 0 0,1 1 0 0 0,-1-1-1 0 0,0 0 1 0 0,0 0 0 0 0,0 1 0 0 0,0-1-1 0 0,1 0 1 0 0,-1 0 0 0 0,0 0-1 0 0,0 0 1 0 0,0 1 0 0 0,1-1 0 0 0,-1 0-1 0 0,0 0 1 0 0,0 0 0 0 0,1 0-1 0 0,-1 0 1 0 0,0 0 0 0 0,0 0 0 0 0,1 0-1 0 0,-1 0 1 0 0,0 0 0 0 0,0 0-1 0 0,1 0 1 0 0,-1 0 0 0 0,0 0 0 0 0,1 0-1 0 0,-1 0 1 0 0,0 0 0 0 0,0 0-1 0 0,1 0 1 0 0,-1 0 0 0 0,0 0-1 0 0,0 0 1 0 0,1 0 0 0 0,-1 0 0 0 0,0-1-1 0 0,1 1 1 0 0,-1 0 6 0 0,1 0 1 0 0,0 1-1 0 0,0-1 0 0 0,-1 0 1 0 0,1 0-1 0 0,0 1 0 0 0,0-1 1 0 0,-1 1-1 0 0,1-1 0 0 0,0 0 1 0 0,-1 1-1 0 0,1-1 0 0 0,0 1 1 0 0,-1 0-1 0 0,1-1 0 0 0,-1 1 1 0 0,1-1-1 0 0,-1 1 0 0 0,1 0 1 0 0,-1-1-1 0 0,0 1 0 0 0,1 0 1 0 0,-1 0-1 0 0,0-1 0 0 0,1 1 1 0 0,-1 0-1 0 0,0 0 0 0 0,0-1 1 0 0,0 1-1 0 0,0 0 0 0 0,0 1 1 0 0,1 28-112 0 0,-1-25-194 0 0,-21 14 326 0 0,-69 46 710 0 0,88-63-757 0 0,-1 0 0 0 0,1 0 0 0 0,-1-1 0 0 0,0 1 1 0 0,1-1-1 0 0,-1 1 0 0 0,0-1 0 0 0,0 0 0 0 0,0-1 0 0 0,0 1 0 0 0,0 0 1 0 0,-6 0-1 0 0,4-1-426 0 0,-11-3 181 0 0,15 2-149 0 0,-1-1 0 0 0,1 0 1 0 0,-1 1-1 0 0,1-1 1 0 0,0 0-1 0 0,0 0 1 0 0,0 0-1 0 0,0 0 0 0 0,0 0 1 0 0,-1-3-1 0 0,-22-54-13654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2.4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0 2144 0 0,'-3'0'6261'0'0,"-15"8"-2576"0"0,12-5-3431 0 0,1 0 0 0 0,0 0-1 0 0,1 1 1 0 0,-1-1 0 0 0,1 1-1 0 0,-1 1 1 0 0,1-1 0 0 0,0 1-1 0 0,1-1 1 0 0,-1 1 0 0 0,1 0-1 0 0,0 0 1 0 0,0 1 0 0 0,1-1-1 0 0,-4 11 1 0 0,-5 6-510 0 0,9-19 292 0 0,0 0-1 0 0,0 0 1 0 0,0 1-1 0 0,1-1 1 0 0,-1 1-1 0 0,1 0 1 0 0,0-1-1 0 0,0 1 1 0 0,1 0-1 0 0,-1 0 1 0 0,0 5 0 0 0,1-7-10 0 0,1 1 0 0 0,-1-1 1 0 0,0 0-1 0 0,1 0 1 0 0,-1 0-1 0 0,1 1 1 0 0,0-1-1 0 0,-1 0 1 0 0,1 0-1 0 0,0 0 1 0 0,0 0-1 0 0,1 0 1 0 0,-1-1-1 0 0,0 1 1 0 0,1 0-1 0 0,-1 0 1 0 0,1-1-1 0 0,-1 1 1 0 0,1-1-1 0 0,0 1 1 0 0,0-1-1 0 0,-1 0 1 0 0,1 0-1 0 0,0 0 1 0 0,0 0-1 0 0,0 0 1 0 0,1 0-1 0 0,3 1 0 0 0,18 5 121 0 0,-16-5-91 0 0,1 1 0 0 0,-1 0 0 0 0,0 0 0 0 0,12 7 0 0 0,79 39 232 0 0,-76-35 21 0 0,-22-12-331 0 0,-1 0-1 0 0,0-1 0 0 0,1 1 0 0 0,-1-1 1 0 0,1 1-1 0 0,-1-1 0 0 0,1 1 0 0 0,0-1 1 0 0,-1 1-1 0 0,1-1 0 0 0,0 0 0 0 0,0 1 1 0 0,0-1-1 0 0,2 2 0 0 0,-1-1-201 0 0,-2 10 269 0 0,0 0 1 0 0,-1 1-1 0 0,0-1 0 0 0,-6 20 0 0 0,6-28-51 0 0,-1 0-1 0 0,1 0 0 0 0,-1 0 0 0 0,0 0 0 0 0,0 0 0 0 0,0-1 0 0 0,-1 1 0 0 0,1-1 0 0 0,-1 1 0 0 0,0-1 0 0 0,0 0 1 0 0,0 0-1 0 0,0 0 0 0 0,-5 3 0 0 0,4-4 12 0 0,-1 1 1 0 0,0-1-1 0 0,0 0 1 0 0,0 0 0 0 0,0 0-1 0 0,0-1 1 0 0,-1 0-1 0 0,1 0 1 0 0,0 0-1 0 0,-1-1 1 0 0,1 0-1 0 0,0 0 1 0 0,-1 0-1 0 0,1-1 1 0 0,0 1 0 0 0,-1-1-1 0 0,1-1 1 0 0,0 1-1 0 0,0-1 1 0 0,0 0-1 0 0,0 0 1 0 0,0 0-1 0 0,0 0 1 0 0,-8-7-1 0 0,12 8-31 0 0,0 1-1 0 0,0-1 0 0 0,0 0 0 0 0,0 0 0 0 0,0 1 0 0 0,0-1 0 0 0,0 0 0 0 0,0 0 0 0 0,0 0 0 0 0,1 0 0 0 0,-1 0 0 0 0,0 0 0 0 0,1 0 1 0 0,-1 0-1 0 0,1 0 0 0 0,-1 0 0 0 0,1-1 0 0 0,0 1 0 0 0,-1-2 0 0 0,-1-2-219 0 0,-3-13-1531 0 0,0-1 0 0 0,-3-22 0 0 0,3-27-6086 0 0,7 54 6178 0 0,10-1-459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2.9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1 142 2176 0 0,'0'0'3872'0'0,"0"0"-3710"0"0,1 0 0 0 0,-1 0 0 0 0,1 0 0 0 0,-1 0-1 0 0,1 0 1 0 0,0 0 0 0 0,-1 0 0 0 0,1 0 0 0 0,-1 0 0 0 0,1 0 0 0 0,-1 0 0 0 0,1 0 0 0 0,-1 0 0 0 0,1 1 0 0 0,-1-1 0 0 0,1 0 0 0 0,-1 0 0 0 0,1 1 0 0 0,-1-1 0 0 0,1 0-1 0 0,0 1 1 0 0,3 3 142 0 0,-4-3-225 0 0,1 0 0 0 0,0-1-1 0 0,0 1 1 0 0,0 0 0 0 0,0 0-1 0 0,0-1 1 0 0,0 1 0 0 0,0-1-1 0 0,1 1 1 0 0,-1-1 0 0 0,0 1-1 0 0,0-1 1 0 0,0 0 0 0 0,0 1-1 0 0,1-1 1 0 0,-1 0 0 0 0,0 0-1 0 0,0 0 1 0 0,1 0 0 0 0,-1 0-1 0 0,0 0 1 0 0,0 0 0 0 0,3-1-1 0 0,1 1 18 0 0,-5 0-69 0 0,1 0-1 0 0,-1 0 0 0 0,1 0 1 0 0,-1 0-1 0 0,1 0 1 0 0,-1 0-1 0 0,1 0 0 0 0,0 0 1 0 0,-1 0-1 0 0,1-1 1 0 0,-1 1-1 0 0,1 0 0 0 0,-1 0 1 0 0,1 0-1 0 0,-1-1 1 0 0,0 1-1 0 0,1 0 0 0 0,-1-1 1 0 0,1 1-1 0 0,-1-1 1 0 0,0 1-1 0 0,1 0 0 0 0,-1-1 1 0 0,0 1-1 0 0,1-1 1 0 0,24-22 1126 0 0,41-38 986 0 0,-65 60-2082 0 0,0 0 1 0 0,0 0-1 0 0,1-1 1 0 0,-1 1 0 0 0,0 0-1 0 0,0-1 1 0 0,0 1-1 0 0,0-1 1 0 0,-1 1-1 0 0,1-1 1 0 0,0 1-1 0 0,-1-1 1 0 0,1 0-1 0 0,-1 1 1 0 0,1-1-1 0 0,-1 0 1 0 0,0 0-1 0 0,0 1 1 0 0,0-5 0 0 0,0 5-11 0 0,-1 0 1 0 0,1 0-1 0 0,-1-1 0 0 0,0 1 1 0 0,0 0-1 0 0,0 0 1 0 0,0 0-1 0 0,1 0 1 0 0,-1 0-1 0 0,-1 0 1 0 0,1 0-1 0 0,0 0 1 0 0,0 1-1 0 0,-2-2 1 0 0,2 1-18 0 0,1 1 0 0 0,-1 0 0 0 0,0-1 0 0 0,1 1 0 0 0,-1-1 0 0 0,0 1 0 0 0,1-1 0 0 0,-1 1 0 0 0,0-1 0 0 0,1 0 0 0 0,-1 1 0 0 0,1-1 0 0 0,-1 0 0 0 0,1 1 1 0 0,0-1-1 0 0,-1 0 0 0 0,1 1 0 0 0,0-1 0 0 0,-1-1 0 0 0,-1 1-35 0 0,0 1 1 0 0,1-1 0 0 0,-1 1 0 0 0,0-1-1 0 0,0 1 1 0 0,0 0 0 0 0,0 0-1 0 0,0 0 1 0 0,0 0 0 0 0,0 0 0 0 0,-2 1-1 0 0,-4-1 355 0 0,6 0-279 0 0,-19 3 449 0 0,-16 23-696 0 0,36-25 167 0 0,-2 1 34 0 0,1 0-10 0 0,-1 0-1 0 0,1 0 1 0 0,0 0-1 0 0,0 0 1 0 0,0 1-1 0 0,0-1 1 0 0,0 0-1 0 0,0 1 1 0 0,0 0-1 0 0,1-1 1 0 0,0 1 0 0 0,-1 0-1 0 0,1 0 1 0 0,0 0-1 0 0,0 0 1 0 0,1 0-1 0 0,-1 0 1 0 0,0 0-1 0 0,1 0 1 0 0,0 6-1 0 0,-1 30 106 0 0,3-1-1 0 0,9 62 0 0 0,-2-58-21 0 0,1-30-148 0 0,-5-8-32 0 0,1 0 1 0 0,0-1-1 0 0,0 0 0 0 0,0 0 1 0 0,0-1-1 0 0,0 1 1 0 0,0-1-1 0 0,1-1 0 0 0,12 2 1 0 0,27-7-3007 0 0,32-17-6560 0 0,-38 4 3419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3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112 1 1920 0 0,'-1'8'6944'0'0,"1"-9"-6848"0"0,0 1 0 0 0,0-1 0 0 0,-1 1 0 0 0,1 0 0 0 0,0-1 0 0 0,-1 1 0 0 0,1-1 0 0 0,0 1 0 0 0,-1-1 0 0 0,1 1 0 0 0,0 0 0 0 0,-1-1 0 0 0,1 1 0 0 0,-1 0 0 0 0,1-1 0 0 0,-1 1 0 0 0,1 0 0 0 0,-7-1 3013 0 0,-5 15-2160 0 0,3-3-447 0 0,0 1-1 0 0,0 0 0 0 0,1 0 0 0 0,-9 21 1 0 0,9-11-20 0 0,1 0-1 0 0,-9 45 1 0 0,14-30-608 0 0,9-21-266 0 0,0-6 553 0 0,-4-6-161 0 0,0 0 1 0 0,-1-1-1 0 0,2 1 1 0 0,-1 0-1 0 0,0-1 0 0 0,1 0 1 0 0,-1 0-1 0 0,1 0 1 0 0,0 0-1 0 0,0-1 1 0 0,0 1-1 0 0,8 2 0 0 0,-11-4-21 0 0,15 6-321 0 0,0 0-1 0 0,1-2 1 0 0,-1 0 0 0 0,1 0 0 0 0,33 3 0 0 0,-44-7-332 0 0,0-1 0 0 0,1 0 0 0 0,-1 0 0 0 0,0 0 1 0 0,0-1-1 0 0,0 0 0 0 0,1 0 0 0 0,-1-1 0 0 0,0 1 1 0 0,-1-2-1 0 0,1 1 0 0 0,0 0 0 0 0,10-7 0 0 0,-3 2-1588 0 0,-1-2 486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3.8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69 2400 0 0,'0'-21'4992'0'0,"0"-8"-310"0"0,0 22-2111 0 0,0-5 1365 0 0,-5 74-2374 0 0,3-43-1423 0 0,-19 390 1562 0 0,21-339-911 0 0,0-68-845 0 0,0-1 0 0 0,1 0 0 0 0,-1 1 0 0 0,1-1 0 0 0,0 0 1 0 0,-1 0-1 0 0,1 0 0 0 0,0 1 0 0 0,0-1 0 0 0,0 0 0 0 0,0 0 1 0 0,0 0-1 0 0,0 0 0 0 0,0 0 0 0 0,1 0 0 0 0,13 16-326 0 0,-10-6 308 0 0,-4-7-50 0 0,0-1 0 0 0,0 1 0 0 0,1-1 0 0 0,0 0 0 0 0,-1 0 0 0 0,1 0 0 0 0,0 0 0 0 0,1 0 0 0 0,-1 0 0 0 0,0-1 0 0 0,1 1 0 0 0,-1-1-1 0 0,1 0 1 0 0,0 1 0 0 0,0-1 0 0 0,0 0 0 0 0,5 2 0 0 0,47 10-2448 0 0,-54-13 2433 0 0,1-1-1 0 0,0 0 0 0 0,0 0 0 0 0,-1 1 0 0 0,1-1 0 0 0,0 0 0 0 0,0 0 0 0 0,0-1 0 0 0,0 1 0 0 0,-1 0 0 0 0,1-1 0 0 0,0 1 0 0 0,0-1 0 0 0,-1 1 0 0 0,1-1 0 0 0,2-2 0 0 0,53-32-7056 0 0,-10-7 97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4.1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 2080 0 0,'85'-28'14527'0'0,"-71"28"-14175"0"0,0 0-704 0 0,14 0-767 0 0,14 0 1407 0 0,-28 0-192 0 0,0 0-576 0 0,0 0-160 0 0,1 0-736 0 0,-1 0-288 0 0,0 0 32 0 0,43 0-8448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4.5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2688 0 0,'2'14'6512'0'0,"3"-14"-6140"0"0,-2 2-230 0 0,8 22 2570 0 0,-6-16-2190 0 0,1 0-312 0 0,0 1 0 0 0,-1 0 1 0 0,0-1-1 0 0,-1 1 0 0 0,0 1 0 0 0,0-1 1 0 0,-1 1-1 0 0,0-1 0 0 0,1 15 0 0 0,-4-23-270 0 0,0 1 1 0 0,1-1-1 0 0,-1 1 0 0 0,0-1 0 0 0,0 1 1 0 0,1-1-1 0 0,-1 0 0 0 0,1 1 0 0 0,-1-1 1 0 0,1 0-1 0 0,0 1 0 0 0,-1-1 0 0 0,2 2 1 0 0,3 6-353 0 0,-3 15-420 0 0,-2-19 336 0 0,1-5 462 0 0,-1-1 0 0 0,0 1-1 0 0,0 0 1 0 0,1 0 0 0 0,-1 0-1 0 0,0 0 1 0 0,1 0 0 0 0,-1 0-1 0 0,0 0 1 0 0,1-1 0 0 0,-1 1-1 0 0,0 0 1 0 0,0 0 0 0 0,1 0 0 0 0,-1 0-1 0 0,0 0 1 0 0,1 0 0 0 0,-1 1-1 0 0,0-1 1 0 0,1 0 0 0 0,-1 0-1 0 0,0 0 1 0 0,1 0 0 0 0,-1 0-1 0 0,0 0 1 0 0,0 0 0 0 0,1 1-1 0 0,-1-1 1 0 0,0 0 0 0 0,0 0-1 0 0,1 0 1 0 0,-1 1 0 0 0,0-1-1 0 0,0 0 1 0 0,0 0 0 0 0,1 1 0 0 0,-1-1-1 0 0,0 0 1 0 0,0 0 0 0 0,0 1-1 0 0,0-1 1 0 0,1 0 0 0 0,-1 1-1 0 0,0-1 1 0 0,0 1 0 0 0,5 12-3465 0 0,6 11-3898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4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71 1632 0 0,'0'-71'11904'0'0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5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43 106 3072 0 0,'-1'19'7919'0'0,"1"-14"-7583"0"0,0 0 0 0 0,0 0 0 0 0,1 0 0 0 0,0 0 0 0 0,0-1 0 0 0,0 1 0 0 0,0 0 0 0 0,1-1 0 0 0,-1 1 0 0 0,3 4 1 0 0,46 102 1252 0 0,-32-87-1401 0 0,-9-23-348 0 0,-8-1 139 0 0,-1 0 0 0 0,1-1 0 0 0,-1 1 0 0 0,0 0 0 0 0,1 0 0 0 0,-1 0 0 0 0,1 0 1 0 0,-1 0-1 0 0,0 0 0 0 0,1 0 0 0 0,-1 0 0 0 0,1 0 0 0 0,-1 0 0 0 0,0 0 1 0 0,1 0-1 0 0,-1 0 0 0 0,1 0 0 0 0,-1 0 0 0 0,0 0 0 0 0,1 1 0 0 0,-1-1 1 0 0,0 0-1 0 0,1 0 0 0 0,-1 0 0 0 0,0 1 0 0 0,1-1 0 0 0,-1 0 0 0 0,0 0 0 0 0,1 1 1 0 0,-1-1-1 0 0,1 1 0 0 0,0 0 43 0 0,0 0 1 0 0,0 0-1 0 0,1 0 1 0 0,-1 0-1 0 0,0 0 1 0 0,1 0-1 0 0,-1-1 1 0 0,1 1-1 0 0,-1 0 0 0 0,1-1 1 0 0,-1 1-1 0 0,1-1 1 0 0,-1 0-1 0 0,1 1 1 0 0,0-1-1 0 0,-1 0 1 0 0,1 0-1 0 0,-1 0 1 0 0,1 0-1 0 0,0 0 1 0 0,2-1-1 0 0,33-14-183 0 0,-15 5 47 0 0,-20 9 122 0 0,-1 1 0 0 0,1-1 0 0 0,0-1 0 0 0,0 1 1 0 0,-1 0-1 0 0,1 0 0 0 0,-1 0 0 0 0,1-1 1 0 0,-1 1-1 0 0,1-1 0 0 0,-1 1 0 0 0,0-1 0 0 0,0 0 1 0 0,0 0-1 0 0,0 1 0 0 0,0-1 0 0 0,0 0 1 0 0,0 0-1 0 0,0 0 0 0 0,-1 0 0 0 0,1 0 0 0 0,0-4 1 0 0,0-6 7 0 0,0 0 1 0 0,0 1-1 0 0,-2-14 1 0 0,1 4-219 0 0,-10-23 431 0 0,8 35-270 0 0,-1 0 0 0 0,0 1 0 0 0,-1-1 0 0 0,1 1 0 0 0,-2 0 0 0 0,1 0 0 0 0,-1 0 0 0 0,-1 0 0 0 0,1 1 0 0 0,-1 0 0 0 0,0 0 0 0 0,-10-8 0 0 0,7 11-253 0 0,0-1 0 0 0,0 1-1 0 0,0 0 1 0 0,0 1 0 0 0,-1 0 0 0 0,1 1 0 0 0,-1 0 0 0 0,0 0 0 0 0,0 1-1 0 0,0 0 1 0 0,0 1 0 0 0,-10 1 0 0 0,18-1 169 0 0,0-1-1 0 0,1 1 1 0 0,-1 0 0 0 0,0 0-1 0 0,1 1 1 0 0,-1-1 0 0 0,0 0 0 0 0,0 1-1 0 0,1-1 1 0 0,-1 1 0 0 0,0-1-1 0 0,1 1 1 0 0,-1 0 0 0 0,1-1-1 0 0,-1 1 1 0 0,1 0 0 0 0,-1 0-1 0 0,1 0 1 0 0,0 0 0 0 0,-1 1 0 0 0,1-1-1 0 0,0 0 1 0 0,0 0 0 0 0,0 1-1 0 0,0-1 1 0 0,0 1 0 0 0,0-1-1 0 0,0 1 1 0 0,1-1 0 0 0,-1 1-1 0 0,0 0 1 0 0,1-1 0 0 0,-1 1 0 0 0,1 0-1 0 0,0-1 1 0 0,-1 1 0 0 0,1 0-1 0 0,0-1 1 0 0,0 1 0 0 0,0 0-1 0 0,1 0 1 0 0,-1 3 0 0 0,0 5-732 0 0,-10 11-1223 0 0,8 4-1376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5.7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3616 0 0,'3'2'9365'0'0,"20"27"-5696"0"0,-14 13-2666 0 0,20 92 127 0 0,-22-101-399 0 0,-5-45-870 0 0,24-101-282 0 0,-7 64 704 0 0,-18 46-277 0 0,1-1 0 0 0,0 1 0 0 0,0 0 0 0 0,0 0 0 0 0,0 1 0 0 0,0-1 0 0 0,3-3 0 0 0,-4 6-6 0 0,0-1 0 0 0,0 0-1 0 0,0 1 1 0 0,0-1-1 0 0,0 1 1 0 0,0-1 0 0 0,0 1-1 0 0,0-1 1 0 0,0 1-1 0 0,0 0 1 0 0,0 0 0 0 0,0-1-1 0 0,1 1 1 0 0,-1 0-1 0 0,0 0 1 0 0,0 0 0 0 0,0 0-1 0 0,0 0 1 0 0,0 0-1 0 0,0 1 1 0 0,0-1 0 0 0,0 0-1 0 0,1 1 1 0 0,-1-1-1 0 0,0 0 1 0 0,0 1-1 0 0,1 0 1 0 0,9 8-351 0 0,-1 1-1 0 0,-1 0 1 0 0,1 0-1 0 0,-2 0 1 0 0,1 1 0 0 0,-2 1-1 0 0,1-1 1 0 0,10 24 0 0 0,-4-2-5020 0 0,-1 0 1 0 0,13 56-1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6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64 2592 0 0,'-26'-19'10057'0'0,"23"17"-9663"0"0,-1 1 0 0 0,0 0 1 0 0,1 0-1 0 0,-1 0 0 0 0,0 0 0 0 0,0 0 1 0 0,0 1-1 0 0,0-1 0 0 0,-4 1 0 0 0,6 0-468 0 0,2 2 64 0 0,0-1 1 0 0,0 0 0 0 0,0 1-1 0 0,-1-1 1 0 0,1 0 0 0 0,0 1-1 0 0,0-1 1 0 0,-1 0 0 0 0,1 0-1 0 0,-1 1 1 0 0,1-1 0 0 0,-1 0-1 0 0,0 0 1 0 0,1 0 0 0 0,-1 0-1 0 0,0 0 1 0 0,0 0 0 0 0,0 0-1 0 0,0 0 1 0 0,0 0 0 0 0,-1 2-1 0 0,-2 0 45 0 0,3-1-19 0 0,0 0-1 0 0,-1 0 1 0 0,1 0-1 0 0,0 0 1 0 0,0 0 0 0 0,0 1-1 0 0,0-1 1 0 0,0 0-1 0 0,1 1 1 0 0,-1-1-1 0 0,1 5 1 0 0,-2-1-52 0 0,1 0 0 0 0,0 0 0 0 0,0 0 0 0 0,1 0 0 0 0,0 1 0 0 0,0-1 0 0 0,1 0-1 0 0,-1 0 1 0 0,4 11 0 0 0,-4-16 22 0 0,0 0 0 0 0,1 0 0 0 0,-1 0 0 0 0,1 0-1 0 0,0 0 1 0 0,-1 0 0 0 0,1 0 0 0 0,0 0-1 0 0,-1 0 1 0 0,1 0 0 0 0,0 0 0 0 0,0-1 0 0 0,0 1-1 0 0,0 0 1 0 0,0 0 0 0 0,0-1 0 0 0,0 1-1 0 0,0-1 1 0 0,0 1 0 0 0,2 0 0 0 0,0-1-5 0 0,-1 0 1 0 0,0 0-1 0 0,1 0 1 0 0,-1 0 0 0 0,1 0-1 0 0,-1 0 1 0 0,1-1-1 0 0,-1 1 1 0 0,0-1-1 0 0,1 0 1 0 0,-1 0-1 0 0,0 0 1 0 0,5-2 0 0 0,-6 2 30 0 0,1 1 0 0 0,0-1 1 0 0,-1 0-1 0 0,1-1 0 0 0,-1 1 1 0 0,1 0-1 0 0,-1 0 0 0 0,1 0 1 0 0,-1-1-1 0 0,0 1 1 0 0,0-1-1 0 0,1 1 0 0 0,-1-1 1 0 0,0 0-1 0 0,0 1 0 0 0,-1-1 1 0 0,2-3-1 0 0,0 1 54 0 0,-1 0-45 0 0,0-1 0 0 0,0 0 0 0 0,0 0 0 0 0,0 1 0 0 0,-1-1 1 0 0,0 0-1 0 0,0 0 0 0 0,0 0 0 0 0,-2-5 0 0 0,1-2 290 0 0,1 11-279 0 0,0 0 0 0 0,0 0 0 0 0,0 1 0 0 0,1-1-1 0 0,-1 0 1 0 0,0 0 0 0 0,0 0 0 0 0,0 1 0 0 0,1-1 0 0 0,-1 0 0 0 0,0 0-1 0 0,1 1 1 0 0,-1-1 0 0 0,1 0 0 0 0,-1 0 0 0 0,1 1 0 0 0,-1-1 0 0 0,2 0-1 0 0,3-8 68 0 0,-3 2-41 0 0,-1-6-111 0 0,-1-27 1755 0 0,1 52-950 0 0,3 36-425 0 0,4 46-580 0 0,-8-89 183 0 0,1 1-1 0 0,-1-1 0 0 0,1 0 0 0 0,0 1 0 0 0,0-1 0 0 0,0 0 0 0 0,1 0 1 0 0,3 8-1 0 0,-3-5-1025 0 0,-1-7 969 0 0,-1 0-1 0 0,0 0 1 0 0,0 0-1 0 0,1 0 1 0 0,-1 0-1 0 0,0 0 1 0 0,1-1-1 0 0,-1 1 1 0 0,1 0-1 0 0,-1 0 1 0 0,1 0-1 0 0,0-1 1 0 0,-1 1-1 0 0,1 0 1 0 0,0-1-1 0 0,-1 1 1 0 0,1-1 0 0 0,0 1-1 0 0,0-1 1 0 0,-1 1-1 0 0,1-1 1 0 0,1 1-1 0 0,-1-1 18 0 0,0 1-1 0 0,0-1 1 0 0,0 1-1 0 0,-1-1 1 0 0,1 1 0 0 0,0-1-1 0 0,0 1 1 0 0,0-1-1 0 0,-1 1 1 0 0,1 0-1 0 0,-1-1 1 0 0,1 1 0 0 0,0 0-1 0 0,-1 0 1 0 0,1-1-1 0 0,-1 1 1 0 0,1 0-1 0 0,-1 0 1 0 0,0 0 0 0 0,1 0-1 0 0,-1 0 1 0 0,0 1-1 0 0,3 7-1433 0 0,11-7-2597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6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71 2400 0 0,'28'-70'15327'0'0,"-14"84"-13855"0"0,15 42 576 0 0,27 354-1248 0 0,28-16-8319 0 0,-70-380 6303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7.3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211 1 2944 0 0,'-15'1'3440'0'0,"-1"1"-1233"0"0,0 0 0 0 0,-1 1 0 0 0,-18 6 1 0 0,30-7-1881 0 0,-1 0 0 0 0,1 1 0 0 0,0-1 0 0 0,-1 1 1 0 0,2 1-1 0 0,-1-1 0 0 0,0 1 0 0 0,1-1 0 0 0,-1 1 1 0 0,1 0-1 0 0,0 1 0 0 0,-6 7 0 0 0,-1 3-291 0 0,8-12-48 0 0,1 0 1 0 0,0 0 0 0 0,0 0-1 0 0,0 0 1 0 0,0 0 0 0 0,1 1 0 0 0,-1-1-1 0 0,1 1 1 0 0,0-1 0 0 0,0 1-1 0 0,0-1 1 0 0,1 1 0 0 0,-1 7-1 0 0,-9 40 503 0 0,9-49-494 0 0,1-1 1 0 0,0 0-1 0 0,0 1 0 0 0,0-1 0 0 0,0 0 1 0 0,0 1-1 0 0,0-1 0 0 0,0 0 0 0 0,0 1 0 0 0,0-1 1 0 0,1 0-1 0 0,-1 1 0 0 0,0-1 0 0 0,1 0 1 0 0,-1 1-1 0 0,1-1 0 0 0,0 0 0 0 0,-1 0 1 0 0,1 0-1 0 0,0 0 0 0 0,0 0 0 0 0,-1 0 1 0 0,1 0-1 0 0,0 0 0 0 0,0 0 0 0 0,0 0 1 0 0,0 0-1 0 0,2 1 0 0 0,16 15-173 0 0,33 24 0 0 0,-51-39 167 0 0,0-1 0 0 0,1 0 0 0 0,-1 0 0 0 0,1 0-1 0 0,-1-1 1 0 0,1 1 0 0 0,-1 0 0 0 0,1 0 0 0 0,-1-1 0 0 0,1 1 0 0 0,0-1 0 0 0,-1 1 0 0 0,1-1-1 0 0,0 0 1 0 0,-1 0 0 0 0,1 0 0 0 0,0 0 0 0 0,0 0 0 0 0,-1 0 0 0 0,1 0 0 0 0,0-1-1 0 0,-1 1 1 0 0,1 0 0 0 0,0-1 0 0 0,-1 1 0 0 0,1-1 0 0 0,-1 0 0 0 0,1 0 0 0 0,-1 1 0 0 0,3-3-1 0 0,5-2 50 0 0,-1 0 0 0 0,0-1-1 0 0,0 0 1 0 0,-1 0 0 0 0,0-1-1 0 0,0 1 1 0 0,-1-2 0 0 0,1 1-1 0 0,-1-1 1 0 0,-1 0 0 0 0,0 0-1 0 0,0 0 1 0 0,0-1 0 0 0,-1 1-1 0 0,-1-1 1 0 0,1-1-1 0 0,-1 1 1 0 0,-1 0 0 0 0,0-1-1 0 0,0 1 1 0 0,-1-1 0 0 0,0-15-1 0 0,0 19 439 0 0,2 9-122 0 0,7 29-11 0 0,-3-7-735 0 0,1 0-1 0 0,1-1 1 0 0,1 0 0 0 0,18 31-1 0 0,-23-48-224 0 0,1 0-1 0 0,0-1 1 0 0,0 1-1 0 0,1-1 1 0 0,0 0-1 0 0,0-1 0 0 0,0 0 1 0 0,1 0-1 0 0,0 0 1 0 0,0-1-1 0 0,0 0 1 0 0,0-1-1 0 0,1 0 1 0 0,-1 0-1 0 0,1-1 1 0 0,10 2-1 0 0,-17-4 265 0 0,1 1-1 0 0,-1-1 1 0 0,0 0-1 0 0,1 0 0 0 0,-1 0 1 0 0,1 0-1 0 0,-1 0 1 0 0,0 0-1 0 0,1-1 0 0 0,-1 1 1 0 0,4-2-1 0 0,4-11-2815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7.6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3392 0 0,'226'268'15935'0'0,"-226"-212"-16543"0"0,-14-42 1120 0 0,-14-28-672 0 0,-29-42 1664 0 0,57 42-2048 0 0,-14-43 1600 0 0,28 15-1120 0 0,0 14 96 0 0,29-29-1024 0 0,69-13-19071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8.2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74 124 1472 0 0,'38'-10'11929'0'0,"-34"10"-11712"0"0,-1-1 1 0 0,1 1-1 0 0,-1-1 1 0 0,1 0-1 0 0,-1 0 1 0 0,1 0-1 0 0,-1-1 0 0 0,0 1 1 0 0,1-1-1 0 0,-1 0 1 0 0,3-2-1 0 0,-3 1-222 0 0,0 3 2 0 0,0-1 0 0 0,1-1 0 0 0,-1 1 0 0 0,0 0-1 0 0,0-1 1 0 0,0 1 0 0 0,0-1 0 0 0,0 0 0 0 0,0 0 0 0 0,0-1 0 0 0,-1 1 0 0 0,1 0 0 0 0,-1-1 0 0 0,0 1 0 0 0,3-5 0 0 0,1 1-65 0 0,-5 5 79 0 0,-1 0 1 0 0,1 0-1 0 0,-1 0 1 0 0,1 0 0 0 0,-1-1-1 0 0,0 1 1 0 0,1 0-1 0 0,-1 0 1 0 0,0 0 0 0 0,0 0-1 0 0,0-1 1 0 0,1 1-1 0 0,-1 0 1 0 0,-1 0 0 0 0,1 0-1 0 0,0-1 1 0 0,0 1-1 0 0,0 0 1 0 0,-1 0 0 0 0,1 0-1 0 0,0 0 1 0 0,-1 0-1 0 0,1 0 1 0 0,-1 0 0 0 0,1-1-1 0 0,-1 1 1 0 0,0 1 0 0 0,0-1-1 0 0,1 0 1 0 0,-1 0-1 0 0,0 0 1 0 0,0 0 0 0 0,-1-1-1 0 0,-2 0 91 0 0,1 0-1 0 0,-1 0 1 0 0,0 0-1 0 0,0 0 1 0 0,0 1 0 0 0,0-1-1 0 0,0 1 1 0 0,-1 0-1 0 0,1 0 1 0 0,0 1-1 0 0,-1-1 1 0 0,1 1-1 0 0,0 0 1 0 0,-1 0 0 0 0,1 0-1 0 0,0 1 1 0 0,0 0-1 0 0,-1-1 1 0 0,1 1-1 0 0,0 1 1 0 0,0-1-1 0 0,0 1 1 0 0,0 0 0 0 0,0-1-1 0 0,0 2 1 0 0,1-1-1 0 0,-5 4 1 0 0,0-1-18 0 0,1 0 1 0 0,1 0-1 0 0,-1 1 1 0 0,1 0-1 0 0,0 1 1 0 0,1-1-1 0 0,-1 1 1 0 0,1 0-1 0 0,1 1 1 0 0,-1-1-1 0 0,1 1 1 0 0,0 0-1 0 0,-3 10 1 0 0,5-11-88 0 0,0 0 1 0 0,1 0 0 0 0,0 1-1 0 0,0-1 1 0 0,0 0 0 0 0,1 0-1 0 0,0 0 1 0 0,2 11 0 0 0,-1-1-116 0 0,-2-5 185 0 0,1-11-57 0 0,0-1 0 0 0,0 1-1 0 0,0 0 1 0 0,0-1 0 0 0,0 1 0 0 0,0-1 0 0 0,1 1-1 0 0,-1 0 1 0 0,0-1 0 0 0,0 1 0 0 0,0-1 0 0 0,0 1-1 0 0,1-1 1 0 0,-1 1 0 0 0,0-1 0 0 0,1 1 0 0 0,-1-1-1 0 0,0 1 1 0 0,1-1 0 0 0,-1 1 0 0 0,0-1 0 0 0,1 1-1 0 0,-1-1 1 0 0,1 0 0 0 0,-1 1 0 0 0,1-1 0 0 0,-1 0-1 0 0,1 1 1 0 0,-1-1 0 0 0,2 1 0 0 0,25 25 248 0 0,-17-17-612 0 0,1-1 0 0 0,-1 0 0 0 0,2 0 0 0 0,-1-1 0 0 0,1-1 0 0 0,0 0 0 0 0,0 0-1 0 0,1-1 1 0 0,20 5 0 0 0,-18-6-627 0 0,-3-3 548 0 0,23-17-4742 0 0,-33 15 4900 0 0,59-25-10119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8.6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137 134 2464 0 0,'0'-2'1296'0'0,"-2"-19"4664"0"0,-6 8-3362 0 0,4 9-1162 0 0,4 3-1311 0 0,-1 0 0 0 0,0 0 0 0 0,1 0 1 0 0,-1 0-1 0 0,0 0 0 0 0,0 0 0 0 0,0 0 0 0 0,0 1 0 0 0,0-1 0 0 0,0 0 0 0 0,0 0 0 0 0,0 1 0 0 0,0-1 0 0 0,0 1 0 0 0,0-1 0 0 0,-1 1 0 0 0,1 0 0 0 0,0-1 0 0 0,-2 1 1 0 0,2 0-57 0 0,-2-1 38 0 0,0 0 0 0 0,0 0 0 0 0,0 1 0 0 0,0-1 0 0 0,0 1 0 0 0,0 0 0 0 0,0 0 0 0 0,0 0 0 0 0,0 0 1 0 0,0 1-1 0 0,0-1 0 0 0,0 1 0 0 0,0 0 0 0 0,0 0 0 0 0,0 0 0 0 0,0 0 0 0 0,0 0 0 0 0,1 1 0 0 0,-1-1 0 0 0,0 1 0 0 0,1 0 0 0 0,-1-1 1 0 0,1 1-1 0 0,0 0 0 0 0,-3 4 0 0 0,1 1-117 0 0,0 0 1 0 0,1 1-1 0 0,0-1 1 0 0,0 1-1 0 0,1-1 1 0 0,0 1-1 0 0,1 0 1 0 0,0 0-1 0 0,0 0 1 0 0,0 0-1 0 0,1 0 1 0 0,0 0 0 0 0,1 0-1 0 0,0 0 1 0 0,0 0-1 0 0,0 0 1 0 0,6 13-1 0 0,-7-20-8 0 0,1 1 0 0 0,-1-1-1 0 0,1 1 1 0 0,0-1 0 0 0,0 0 0 0 0,-1 0-1 0 0,1 1 1 0 0,0-1 0 0 0,0 0-1 0 0,0 0 1 0 0,1 0 0 0 0,-1 0 0 0 0,0 0-1 0 0,0 0 1 0 0,1 0 0 0 0,-1-1 0 0 0,0 1-1 0 0,1 0 1 0 0,-1-1 0 0 0,0 1 0 0 0,1-1-1 0 0,-1 1 1 0 0,1-1 0 0 0,-1 0-1 0 0,1 1 1 0 0,-1-1 0 0 0,1 0 0 0 0,-1 0-1 0 0,1 0 1 0 0,0 0 0 0 0,-1-1 0 0 0,1 1-1 0 0,1-1 1 0 0,10 0-177 0 0,-13 2 184 0 0,0-1 1 0 0,1 0-1 0 0,-1 0 0 0 0,1 0 1 0 0,-1 0-1 0 0,1 0 0 0 0,-1 0 1 0 0,0 0-1 0 0,1 0 0 0 0,-1 0 0 0 0,1 0 1 0 0,-1 0-1 0 0,1 0 0 0 0,-1 0 1 0 0,0-1-1 0 0,1 1 0 0 0,-1 0 1 0 0,0 0-1 0 0,1 0 0 0 0,-1 0 1 0 0,1-1-1 0 0,-1 1 0 0 0,0 0 0 0 0,1-1 1 0 0,-1 1-1 0 0,0 0 0 0 0,0 0 1 0 0,1-1-1 0 0,-1 1 0 0 0,0 0 1 0 0,0-1-1 0 0,1 0 0 0 0,8-10-20 0 0,19-11-481 0 0,-27 22 501 0 0,0-1-1 0 0,1 0 0 0 0,-1 0 1 0 0,0 0-1 0 0,-1 0 1 0 0,1 0-1 0 0,0 0 1 0 0,0 0-1 0 0,0 0 1 0 0,0 0-1 0 0,-1 0 0 0 0,1-1 1 0 0,-1 1-1 0 0,1 0 1 0 0,-1 0-1 0 0,1-1 1 0 0,-1-1-1 0 0,28-67 289 0 0,-26 63-135 0 0,0 0-1 0 0,-1 0 0 0 0,1 0 1 0 0,-2 0-1 0 0,1 0 0 0 0,-1 0 1 0 0,-1-7-1 0 0,-1-69 2078 0 0,0 106-1662 0 0,1 0 0 0 0,1 0 1 0 0,5 44-1 0 0,-2-51-552 0 0,1-1 0 0 0,0 0 0 0 0,1 0 0 0 0,0 0 0 0 0,2 0 0 0 0,-1-1-1 0 0,2 0 1 0 0,0-1 0 0 0,0 1 0 0 0,2-2 0 0 0,-1 1 0 0 0,21 19 0 0 0,-27-28-117 0 0,1 0 0 0 0,0-1 1 0 0,0 1-1 0 0,1-1 0 0 0,-1 1 0 0 0,1-1 0 0 0,6 3 0 0 0,-7-4 36 0 0,-3-2-114 0 0,-1 0-1 0 0,1 1 0 0 0,0-1 1 0 0,0 0-1 0 0,0 0 0 0 0,-1 1 1 0 0,1-1-1 0 0,0 0 0 0 0,0 0 1 0 0,0 0-1 0 0,-1 0 0 0 0,1 0 1 0 0,0 0-1 0 0,0-1 0 0 0,-1 1 1 0 0,1 0-1 0 0,0 0 0 0 0,0 0 1 0 0,0-1-1 0 0,58-11-17963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2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 2688 0 0,'-3'2'5434'0'0,"-6"15"-1093"0"0,7 18-1674 0 0,2 68 1056 0 0,0-93-3615 0 0,2 0 0 0 0,-1 0 0 0 0,1-1 0 0 0,6 17 1 0 0,-5-15 29 0 0,1-1 0 0 0,-2 1 0 0 0,0 0 0 0 0,2 20 1 0 0,-4-8 99 0 0,5 40-1 0 0,-4-49-175 0 0,0-1-1 0 0,0 0 0 0 0,-2 14 0 0 0,-16 161 451 0 0,13-136-379 0 0,4-50 710 0 0,0-1-786 0 0,0 0-1 0 0,0 0 1 0 0,0 0 0 0 0,0 0 0 0 0,0 0 0 0 0,0 0 0 0 0,0 1 0 0 0,0-1 0 0 0,0 0 0 0 0,0 0-1 0 0,-1 0 1 0 0,1 0 0 0 0,0 0 0 0 0,-2 1 0 0 0,-6 4 1090 0 0,8-6-1139 0 0,0 0 0 0 0,0 0 0 0 0,0 0 0 0 0,-1 0 1 0 0,1 0-1 0 0,0 0 0 0 0,0 0 0 0 0,0 0 0 0 0,0 0 0 0 0,-1 0 0 0 0,1 0 0 0 0,0 0 0 0 0,0 0 0 0 0,0 0 1 0 0,0 0-1 0 0,0 0 0 0 0,-1-1 0 0 0,1 1 0 0 0,0 0 0 0 0,0 0 0 0 0,0 0 0 0 0,0 0 0 0 0,0 0 0 0 0,0-1 1 0 0,0 1-1 0 0,-1 0 0 0 0,1 0 0 0 0,0 0 0 0 0,0 0 0 0 0,0-1 0 0 0,0 1 0 0 0,0 0 0 0 0,0 0 0 0 0,0 0 1 0 0,0 0-1 0 0,0-1 0 0 0,0 1 0 0 0,0 0 0 0 0,0 0 0 0 0,0 0 0 0 0,0-1 0 0 0,0 1 0 0 0,0 0 1 0 0,0 0-1 0 0,0 0 0 0 0,0 0 0 0 0,1-1 0 0 0,-1-1 88 0 0,7-3-496 0 0,10-4 483 0 0,0 1 0 0 0,0 1 0 0 0,34-9 0 0 0,-21 6-426 0 0,-7 8 397 0 0,156 2-684 0 0,-175 0 552 0 0,8-1-585 0 0,0 1 0 0 0,0 1 0 0 0,0 0 0 0 0,0 0 0 0 0,0 1-1 0 0,20 6 1 0 0,15-4-6862 0 0,-7 8-4021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2.6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0 1376 0 0,'-14'14'14496'0'0,"70"-14"-11777"0"0,-27 0-2239 0 0,-15 0-608 0 0,28 0 288 0 0,-13 0-32 0 0,-1 0-192 0 0,-14 0-32 0 0,14 0-160 0 0,0 0-320 0 0,28 15-7199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2.8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1376 0 0,'155'14'15615'0'0,"-42"-28"-15263"0"0,-85 14-640 0 0,-14 0 32 0 0,85 0-8255 0 0,-84 14 3807 0 0,-1-14 2944 0 0,0 0-64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4.1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28 178 2144 0 0,'-7'36'5463'0'0,"2"1"1"0"0,-1 41-1 0 0,8 6-3128 0 0,1-14-2103 0 0,-4-55-198 0 0,1-12-1 0 0,1 1 0 0 0,-1-1 0 0 0,0 0-1 0 0,1 1 1 0 0,0-1 0 0 0,0 1 0 0 0,0-1-1 0 0,2 5 1 0 0,3 15-18 0 0,-6 29 246 0 0,0-12 768 0 0,-5-46 362 0 0,-1-12-1267 0 0,3-14 228 0 0,3-49 0 0 0,0 46-395 0 0,1 2 143 0 0,0 17 18 0 0,-1-1-1 0 0,0 0 1 0 0,-4-20 0 0 0,3 30-115 0 0,-7-68-11 0 0,5-102 56 0 0,3 146 1 0 0,1-6 75 0 0,0 36-130 0 0,-1-1-1 0 0,1 0 1 0 0,0 1 0 0 0,-1-1-1 0 0,1 1 1 0 0,0-1-1 0 0,0 1 1 0 0,0-1 0 0 0,0 1-1 0 0,0 0 1 0 0,0-1 0 0 0,2-1-1 0 0,-2 3 1 0 0,0-1 1 0 0,0 0-1 0 0,-1 1 0 0 0,1-1 0 0 0,0 0 1 0 0,0 1-1 0 0,0-1 0 0 0,0 1 0 0 0,0-1 1 0 0,0 1-1 0 0,0 0 0 0 0,0-1 0 0 0,0 1 1 0 0,0 0-1 0 0,0 0 0 0 0,0-1 0 0 0,0 1 1 0 0,0 0-1 0 0,0 0 0 0 0,0 0 0 0 0,1 0 1 0 0,-1 1-1 0 0,0-1 0 0 0,1 0 0 0 0,9 3-31 0 0,0 0 0 0 0,-1 0-1 0 0,1 0 1 0 0,10 6 0 0 0,-13-4 21 0 0,0 0 1 0 0,-1 1 0 0 0,0 0 0 0 0,0 0-1 0 0,0 0 1 0 0,8 10 0 0 0,8 6-82 0 0,-3-4-79 0 0,33 40 0 0 0,-47-50 169 0 0,0 1 0 0 0,0 0 0 0 0,-1 0 0 0 0,0 0 1 0 0,0 1-1 0 0,-1 0 0 0 0,0 0 0 0 0,-1 0 0 0 0,3 12 1 0 0,-6-18 20 0 0,1 0 0 0 0,0 0 0 0 0,-1 0 0 0 0,0 1 0 0 0,0-1 0 0 0,0 0 0 0 0,-1 0 0 0 0,1 0 0 0 0,-1 0 0 0 0,0 0 0 0 0,0 0 0 0 0,0-1 0 0 0,-1 1 1 0 0,1 0-1 0 0,-1 0 0 0 0,0-1 0 0 0,0 1 0 0 0,0-1 0 0 0,0 1 0 0 0,-1-1 0 0 0,0 0 0 0 0,1 0 0 0 0,-1 0 0 0 0,0-1 0 0 0,0 1 0 0 0,-1-1 0 0 0,-4 4 1 0 0,1-1-25 0 0,-3 2-108 0 0,0-2 1 0 0,0 0 0 0 0,0 0 0 0 0,0-1 0 0 0,-1 0 0 0 0,1 0 0 0 0,-1-1 0 0 0,0-1-1 0 0,0 0 1 0 0,-18 1 0 0 0,16-2-168 0 0,6 1-240 0 0,0-1 0 0 0,0 0-1 0 0,0-1 1 0 0,0 0 0 0 0,-8 0-1 0 0,1-1-935 0 0,13 1 1147 0 0,0 0 0 0 0,0 0 0 0 0,0 0 0 0 0,0 0 0 0 0,0 0 0 0 0,0 0-1 0 0,0 0 1 0 0,0 0 0 0 0,0 0 0 0 0,1-1 0 0 0,-1 1 0 0 0,0 0 0 0 0,0-1 0 0 0,0 1 0 0 0,0 0 0 0 0,0-1-1 0 0,0 1 1 0 0,-1-2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4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1632 0 0,'0'2'13332'0'0,"0"11"-11625"0"0,24 408 2256 0 0,-20-377-3880 0 0,18 78 0 0 0,-20-116-52 0 0,4 35-589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5.0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2080 0 0,'4'30'10454'0'0,"9"4"-7485"0"0,-7-20-2664 0 0,5 5-131 0 0,-6-15-183 0 0,-3-2 7 0 0,15 13 73 0 0,-9-11-27 0 0,1 0 0 0 0,0 0-1 0 0,-1 0 1 0 0,18 3-1 0 0,-23-6-41 0 0,0 0-1 0 0,1-1 1 0 0,-1 1-1 0 0,0-1 1 0 0,1 0-1 0 0,-1 0 1 0 0,0 0-1 0 0,0 0 1 0 0,1-1-1 0 0,-1 1 1 0 0,0-1-1 0 0,0 0 1 0 0,1 0-1 0 0,-1 0 1 0 0,0 0-1 0 0,0-1 0 0 0,0 1 1 0 0,0-1-1 0 0,-1 0 1 0 0,1 1-1 0 0,3-4 1 0 0,-2-1 77 0 0,0 0-1 0 0,0-1 1 0 0,0 1 0 0 0,-1 0 0 0 0,0-1 0 0 0,-1 0-1 0 0,1 0 1 0 0,2-14 0 0 0,-4 16-10 0 0,-1 4-49 0 0,1-1-1 0 0,-1 1 0 0 0,1 0 0 0 0,-1-1 0 0 0,1 1 0 0 0,-1 0 0 0 0,1 0 0 0 0,0 0 0 0 0,-1-1 1 0 0,1 1-1 0 0,0 0 0 0 0,0 0 0 0 0,0 0 0 0 0,2-2 0 0 0,-3 3-2 0 0,0 0 0 0 0,1 0 1 0 0,-1-1-1 0 0,0 1 0 0 0,1 0 0 0 0,-1-1 0 0 0,0 1 0 0 0,1-1 1 0 0,-1 1-1 0 0,0 0 0 0 0,0-1 0 0 0,1 1 0 0 0,-1-1 0 0 0,0 1 1 0 0,0-1-1 0 0,0 1 0 0 0,0-1 0 0 0,1 1 0 0 0,-1-1 0 0 0,0 1 1 0 0,0-1-1 0 0,0 1 0 0 0,0-1 0 0 0,0-2 458 0 0,0-6 1541 0 0,-1 19-1546 0 0,1-4-363 0 0,0 0 0 0 0,0 0 0 0 0,0 0 0 0 0,1 0 1 0 0,0 0-1 0 0,0 0 0 0 0,0 0 0 0 0,5 11 0 0 0,31 56-304 0 0,-34-68-26 0 0,0 0 1 0 0,1 1-1 0 0,-1-1 1 0 0,1-1-1 0 0,0 1 1 0 0,0 0-1 0 0,0-1 1 0 0,9 7-1 0 0,-5-5-883 0 0,-7-5 1014 0 0,-1-1 1 0 0,1 1-1 0 0,-1-1 0 0 0,1 0 1 0 0,-1 1-1 0 0,1-1 1 0 0,0 0-1 0 0,-1 1 1 0 0,1-1-1 0 0,0 0 0 0 0,-1 0 1 0 0,1 0-1 0 0,0 0 1 0 0,-1 0-1 0 0,1 0 1 0 0,0 0-1 0 0,-1 0 0 0 0,1 0 1 0 0,0 0-1 0 0,0 0 1 0 0,0 0-207 0 0,1 0 0 0 0,-1 0-1 0 0,0-1 1 0 0,0 2 0 0 0,0-1 0 0 0,0 0 0 0 0,0 0 0 0 0,0 0 0 0 0,1 0 0 0 0,-1 1 0 0 0,0-1 0 0 0,0 0-1 0 0,0 1 1 0 0,2 0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5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2688 0 0,'3'17'4205'0'0,"5"45"5804"0"0,-5-12-7258 0 0,-3-45-2732 0 0,0 0 1 0 0,0 0 0 0 0,0 0 0 0 0,1 0-1 0 0,0 0 1 0 0,0 0 0 0 0,1 0-1 0 0,-1 0 1 0 0,1-1 0 0 0,0 1-1 0 0,0-1 1 0 0,3 6 0 0 0,3 5 97 0 0,-6-14-133 0 0,0-8 244 0 0,8-30-579 0 0,-4 10 512 0 0,-6 26-151 0 0,0-1 0 0 0,0 0 0 0 0,0 1 0 0 0,0-1 0 0 0,1 1 0 0 0,-1-1 0 0 0,0 1 0 0 0,1-1 0 0 0,-1 1 0 0 0,1-1 0 0 0,-1 1 0 0 0,1-1 0 0 0,0 1 0 0 0,0 0 0 0 0,0-1 0 0 0,1-1 0 0 0,0-4-31 0 0,-2 6 20 0 0,0 0 1 0 0,0 0 0 0 0,1-1 0 0 0,-1 1-1 0 0,0 0 1 0 0,0 0 0 0 0,1-1-1 0 0,-1 1 1 0 0,1 0 0 0 0,-1 0-1 0 0,1 0 1 0 0,-1-1 0 0 0,1 1 0 0 0,0-1-1 0 0,10-19 91 0 0,-9 17-86 0 0,0 1 0 0 0,1-1-1 0 0,-1 0 1 0 0,1 1 0 0 0,0 0 0 0 0,0 0-1 0 0,0 0 1 0 0,1 0 0 0 0,-1 0 0 0 0,1 0-1 0 0,-1 1 1 0 0,1 0 0 0 0,0 0 0 0 0,0 0 0 0 0,0 0-1 0 0,6-1 1 0 0,-9 2 4 0 0,0 1-1 0 0,-1-1 1 0 0,1 1-1 0 0,0 0 1 0 0,0-1-1 0 0,0 1 0 0 0,0 0 1 0 0,0 0-1 0 0,0 0 1 0 0,0 0-1 0 0,-1 0 1 0 0,1 0-1 0 0,0 0 1 0 0,0 0-1 0 0,0 0 1 0 0,0 0-1 0 0,0 0 1 0 0,0 0-1 0 0,0 1 1 0 0,0-1-1 0 0,-1 0 1 0 0,1 1-1 0 0,0-1 1 0 0,0 1-1 0 0,0-1 1 0 0,-1 1-1 0 0,1-1 1 0 0,0 1-1 0 0,0 0 1 0 0,-1-1-1 0 0,1 1 1 0 0,-1 0-1 0 0,1-1 1 0 0,0 1-1 0 0,0 1 1 0 0,2 2-6 0 0,-1-1-20 0 0,-4 0-9 0 0,13 17-19 0 0,27 38 414 0 0,-37-56-336 0 0,1 0-1 0 0,-1 0 0 0 0,0 0 1 0 0,0-1-1 0 0,-1 1 0 0 0,1 0 1 0 0,0 0-1 0 0,-1 0 0 0 0,1 0 0 0 0,-1 0 1 0 0,1 1-1 0 0,-1-1 0 0 0,0 3 1 0 0,2 2-199 0 0,4-4-140 0 0,-2 0-59 0 0,-2 21 186 0 0,4-4-752 0 0,-1-9-237 0 0,2 15-4612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6.3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112 14 1472 0 0,'-11'4'3156'0'0,"5"-2"-2080"0"0,-1 0 0 0 0,1 0 0 0 0,0 1 0 0 0,0 0-1 0 0,0 0 1 0 0,-8 5 0 0 0,14-8-935 0 0,-1 1 1 0 0,0 0-1 0 0,1-1 0 0 0,-1 1 0 0 0,1 0 1 0 0,-1-1-1 0 0,1 1 0 0 0,-1 0 0 0 0,1 0 0 0 0,-1-1 1 0 0,1 1-1 0 0,0 0 0 0 0,0 0 0 0 0,-1 0 0 0 0,1 0 1 0 0,0 0-1 0 0,0-1 0 0 0,0 1 0 0 0,0 0 1 0 0,0 1-1 0 0,0 0-71 0 0,1 0 0 0 0,-1 0 0 0 0,1 0 0 0 0,0-1 0 0 0,-1 1 0 0 0,1 0 0 0 0,0-1 1 0 0,0 1-1 0 0,0 0 0 0 0,1-1 0 0 0,-1 0 0 0 0,0 1 0 0 0,2 1 0 0 0,31 22 80 0 0,-34-24-157 0 0,0-1 0 0 0,1 0 0 0 0,-1 1 0 0 0,0-1 0 0 0,1 0 1 0 0,-1 1-1 0 0,1-1 0 0 0,-1 0 0 0 0,1 0 0 0 0,-1 0 1 0 0,1 1-1 0 0,-1-1 0 0 0,1 0 0 0 0,-1 0 0 0 0,1 0 0 0 0,-1 0 1 0 0,0 0-1 0 0,1 0 0 0 0,-1 0 0 0 0,1 0 0 0 0,-1 0 1 0 0,1 0-1 0 0,-1 0 0 0 0,1 0 0 0 0,-1-1 0 0 0,1 1 1 0 0,-1 0-1 0 0,1 0 0 0 0,-1 0 0 0 0,1-1 0 0 0,-1 1 0 0 0,0 0 1 0 0,1 0-1 0 0,-1-1 0 0 0,1 0 0 0 0,4-1 86 0 0,0 0-1 0 0,0-1 0 0 0,-1 0 1 0 0,1 0-1 0 0,-1 0 0 0 0,0-1 1 0 0,0 1-1 0 0,0-1 1 0 0,0 0-1 0 0,-1 0 0 0 0,1 0 1 0 0,-1-1-1 0 0,0 1 0 0 0,0-1 1 0 0,-1 0-1 0 0,1 0 1 0 0,-1 0-1 0 0,0 0 0 0 0,-1 0 1 0 0,1 0-1 0 0,-1 0 0 0 0,1-15 2326 0 0,-2 49-1727 0 0,2 27-253 0 0,2 1 0 0 0,14 64 0 0 0,-7-47-405 0 0,-8-52-22 0 0,1 43 0 0 0,-4-60-45 0 0,-1 1 0 0 0,0 0 0 0 0,0 0 0 0 0,-1-1 0 0 0,1 1 1 0 0,-1-1-1 0 0,0 1 0 0 0,-4 5 0 0 0,4-8 11 0 0,0 0-1 0 0,0 0 1 0 0,0-1 0 0 0,0 1 0 0 0,0-1 0 0 0,-1 0 0 0 0,1 1 0 0 0,-1-1 0 0 0,1 0 0 0 0,-1-1 0 0 0,0 1 0 0 0,0 0 0 0 0,0-1-1 0 0,0 0 1 0 0,0 1 0 0 0,0-1 0 0 0,0 0 0 0 0,-6 0 0 0 0,-3 1 149 0 0,-1 0 0 0 0,0-1 1 0 0,-13-1-1 0 0,25 0-107 0 0,-3 0 76 0 0,0-1-1 0 0,0 0 1 0 0,1 0 0 0 0,-1 0 0 0 0,0 0-1 0 0,0-1 1 0 0,1 1 0 0 0,-1-1-1 0 0,1 0 1 0 0,0 0 0 0 0,-1 0 0 0 0,1-1-1 0 0,0 1 1 0 0,-3-5 0 0 0,-1-7-209 0 0,-17-26 736 0 0,24 40-602 0 0,0-1 1 0 0,0 0 0 0 0,0 1-1 0 0,0-1 1 0 0,0 1-1 0 0,-1-1 1 0 0,1 0 0 0 0,1 1-1 0 0,-1-1 1 0 0,0 0 0 0 0,0 1-1 0 0,0-1 1 0 0,0 1 0 0 0,0-1-1 0 0,0 0 1 0 0,1 1-1 0 0,-1-1 1 0 0,0 1 0 0 0,0-1-1 0 0,1 0 1 0 0,28-38-536 0 0,105-114-2612 0 0,-99 120 1653 0 0,-33 32 1212 0 0,0 0-1 0 0,0 0 1 0 0,0 1-1 0 0,0-1 0 0 0,1 0 1 0 0,-1 1-1 0 0,0-1 0 0 0,0 1 1 0 0,4 0-1 0 0,-5-1 153 0 0,23-3-3235 0 0,11-2-1334 0 0,4 5-1303 0 0,-26 1 4844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6.8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57 128 1984 0 0,'-28'-128'14112'0'0,"14"142"-14080"0"0,0 1 351 0 0,14 224 577 0 0,169-182-6591 0 0,-98-71-6209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7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71 2464 0 0,'21'9'13875'0'0,"-21"-8"-13612"0"0,11 13 156 0 0,81 101 1594 0 0,-70-86-2092 0 0,-17-20 41 0 0,-4-8 39 0 0,-1 1 1 0 0,1-1-1 0 0,0 1 0 0 0,0 0 1 0 0,-1-1-1 0 0,1 1 1 0 0,-1 0-1 0 0,1 0 1 0 0,-1-1-1 0 0,0 1 0 0 0,0 0 1 0 0,1 0-1 0 0,-1 0 1 0 0,0-1-1 0 0,-1 1 1 0 0,1 0-1 0 0,0 0 0 0 0,-1 0 1 0 0,1-1-1 0 0,-1 1 1 0 0,1 0-1 0 0,-1-1 0 0 0,0 1 1 0 0,1 0-1 0 0,-1-1 1 0 0,0 1-1 0 0,0-1 1 0 0,0 1-1 0 0,-2 1 0 0 0,1-1 18 0 0,-1 1-1 0 0,1 0 0 0 0,-1-1 0 0 0,0 0 0 0 0,0 1 0 0 0,0-1 0 0 0,0 0 0 0 0,0-1 1 0 0,0 1-1 0 0,0 0 0 0 0,-1-1 0 0 0,1 0 0 0 0,0 0 0 0 0,-1 0 0 0 0,1 0 1 0 0,-1 0-1 0 0,0-1 0 0 0,1 0 0 0 0,-1 0 0 0 0,1 0 0 0 0,-1 0 0 0 0,0 0 0 0 0,1-1 1 0 0,-5 0-1 0 0,6 1-4 0 0,1-1-1 0 0,0 1 1 0 0,0 0 0 0 0,-1-1 0 0 0,1 1 0 0 0,0-1-1 0 0,0 1 1 0 0,-1-1 0 0 0,1 0 0 0 0,0 0 0 0 0,0 1-1 0 0,0-1 1 0 0,0 0 0 0 0,0 0 0 0 0,-1-1 0 0 0,2 1 23 0 0,-1 1 0 0 0,1-1 0 0 0,0 1 1 0 0,-1 0-1 0 0,1-1 0 0 0,0 1 0 0 0,-1 0 1 0 0,1-1-1 0 0,0 1 0 0 0,-1 0 0 0 0,1 0 0 0 0,-1-1 1 0 0,1 1-1 0 0,-1 0 0 0 0,1 0 0 0 0,0 0 1 0 0,-1 0-1 0 0,1 0 0 0 0,-1 0 0 0 0,1-1 1 0 0,-1 1-1 0 0,1 0 0 0 0,-2 0 0 0 0,-2-14 817 0 0,-3 6-737 0 0,7 8-93 0 0,-1-1 1 0 0,1 0-1 0 0,-1 1 0 0 0,1-1 1 0 0,-1 1-1 0 0,1-1 1 0 0,-1 0-1 0 0,1 1 0 0 0,0-1 1 0 0,-1 0-1 0 0,1 0 1 0 0,0 1-1 0 0,-1-1 0 0 0,1 0 1 0 0,0 0-1 0 0,0 1 1 0 0,0-1-1 0 0,0-2 0 0 0,0-2 108 0 0,1 1 0 0 0,1-1 0 0 0,-1 0 0 0 0,0 0 0 0 0,1 0 0 0 0,4-6 0 0 0,48-93 929 0 0,-50 97-1227 0 0,-1 0 1 0 0,2 1-1 0 0,-1-1 0 0 0,1 1 1 0 0,0 0-1 0 0,0 1 0 0 0,1-1 1 0 0,0 1-1 0 0,0 0 0 0 0,0 0 1 0 0,1 1-1 0 0,-1-1 0 0 0,1 2 1 0 0,0-1-1 0 0,12-4 0 0 0,9-4-5572 0 0,33-9-1 0 0,-53 19 4103 0 0,-1 0 0 0 0,1 1-1 0 0,0 0 1 0 0,-1 0-1 0 0,10 1 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7.8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12 141 1600 0 0,'-11'0'12944'0'0,"17"0"-12713"0"0,1 0 0 0 0,0 0 0 0 0,0-1 1 0 0,0 0-1 0 0,-1 0 0 0 0,1-1 0 0 0,0 0 1 0 0,-1 0-1 0 0,0 0 0 0 0,1-1 0 0 0,-1 0 1 0 0,0 0-1 0 0,0-1 0 0 0,-1 0 1 0 0,1 0-1 0 0,-1 0 0 0 0,0 0 0 0 0,0-1 1 0 0,0 0-1 0 0,0 0 0 0 0,6-11 0 0 0,-10 15-234 0 0,-1-1-1 0 0,1 0 0 0 0,-1 1 0 0 0,1-1 1 0 0,-1 0-1 0 0,0 0 0 0 0,1 0 0 0 0,-1 0 0 0 0,0 1 1 0 0,0-1-1 0 0,-1 0 0 0 0,1 0 0 0 0,0 0 0 0 0,-1 1 1 0 0,1-1-1 0 0,-1 0 0 0 0,1 0 0 0 0,-1 1 1 0 0,0-1-1 0 0,1 0 0 0 0,-1 1 0 0 0,0-1 0 0 0,0 1 1 0 0,-1-1-1 0 0,1 1 0 0 0,0-1 0 0 0,0 1 1 0 0,-1 0-1 0 0,1 0 0 0 0,0 0 0 0 0,-1 0 0 0 0,-1-1 1 0 0,0 0-84 0 0,1 0 1 0 0,-1 0-1 0 0,0 1 1 0 0,0-1 0 0 0,1 1-1 0 0,-1 0 1 0 0,0 0-1 0 0,0 0 1 0 0,0 0 0 0 0,-1 0-1 0 0,1 1 1 0 0,0-1-1 0 0,0 1 1 0 0,0 0 0 0 0,0 0-1 0 0,-1 0 1 0 0,-5 1-1 0 0,9-1 2 0 0,-1 1 0 0 0,1-1 0 0 0,-1 0-1 0 0,1 1 1 0 0,-1-1 0 0 0,1 0 0 0 0,-1 1-1 0 0,1-1 1 0 0,-1 1 0 0 0,1-1-1 0 0,-1 1 1 0 0,1-1 0 0 0,-1 1 0 0 0,1-1-1 0 0,0 1 1 0 0,0 0 0 0 0,-1-1-1 0 0,1 1 1 0 0,0-1 0 0 0,0 1 0 0 0,-1 0-1 0 0,1 0 1 0 0,-2 6-1287 0 0,-17 33-9054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9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 1 2592 0 0,'-84'35'12576'0'0,"81"-34"-12282"0"0,0 0 1 0 0,1 0-1 0 0,-1 1 1 0 0,0-1-1 0 0,1 1 1 0 0,-1-1 0 0 0,1 1-1 0 0,-3 2 1 0 0,-2 10-260 0 0,7-12-20 0 0,0-1 0 0 0,0 1 0 0 0,-1-1 0 0 0,1 0 0 0 0,-1 1 0 0 0,1-1 0 0 0,-1 0 0 0 0,0 1 0 0 0,1-1 0 0 0,-1 0 0 0 0,0 0 0 0 0,0 1-1 0 0,-2 0 1 0 0,2-1 6 0 0,0 0 0 0 0,0 0-1 0 0,0 0 1 0 0,0 0-1 0 0,0 0 1 0 0,0 0-1 0 0,0 1 1 0 0,0-1-1 0 0,0 0 1 0 0,1 0-1 0 0,-1 1 1 0 0,0-1-1 0 0,1 0 1 0 0,-1 1-1 0 0,1-1 1 0 0,0 1-1 0 0,-1-1 1 0 0,1 0-1 0 0,0 1 1 0 0,0 1-1 0 0,9 10-121 0 0,-6-11 129 0 0,15 23 188 0 0,-17-24-230 0 0,44 6 228 0 0,105 14 436 0 0,-94-10-783 0 0,-16-6 528 0 0,-39-5-407 0 0,0 1 1 0 0,0-1 0 0 0,0 0-1 0 0,-1 0 1 0 0,1 1 0 0 0,0-1 0 0 0,0 0-1 0 0,0 1 1 0 0,-1-1 0 0 0,1 1-1 0 0,0-1 1 0 0,-1 1 0 0 0,1 0-1 0 0,-1-1 1 0 0,1 1 0 0 0,0 0-1 0 0,0 0 1 0 0,2 2-25 0 0,3 0 4 0 0,-6-3 45 0 0,1 0-1 0 0,-1 1 1 0 0,0-1 0 0 0,1 0-1 0 0,-1 0 1 0 0,1 0 0 0 0,-1 0-1 0 0,0 1 1 0 0,1-1-1 0 0,-1 0 1 0 0,0 0 0 0 0,1 1-1 0 0,-1-1 1 0 0,0 0 0 0 0,1 0-1 0 0,-1 1 1 0 0,0-1 0 0 0,0 0-1 0 0,0 1 1 0 0,1-1-1 0 0,-1 1 1 0 0,0-1 0 0 0,0 0-1 0 0,0 1 1 0 0,0-1 0 0 0,1 0-1 0 0,-1 1 1 0 0,0-1 0 0 0,0 1-1 0 0,0-1 1 0 0,0 0-1 0 0,0 1 1 0 0,0-1 0 0 0,0 1-1 0 0,0 2 191 0 0,2-1-342 0 0,8 7-186 0 0,-12-3 108 0 0,-29 17 199 0 0,-113 80 829 0 0,108-80-571 0 0,21-22-320 0 0,11-2-4 0 0,1 1 26 0 0,0-1 1 0 0,0 1-1 0 0,1-1 1 0 0,-1 0-1 0 0,0 0 1 0 0,0 0 0 0 0,1 0-1 0 0,-1-1 1 0 0,0 1-1 0 0,1-1 1 0 0,-1 1-1 0 0,1-1 1 0 0,0 0-1 0 0,0 0 1 0 0,0 0-1 0 0,-3-3 1 0 0,-4-7-521 0 0,4 7 52 0 0,0-25-2893 0 0,-4-60-7151 0 0,7 57 6330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9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1952 0 0,'0'-12'9168'0'0,"0"34"-3968"0"0,0 22-2833 0 0,2 8-1695 0 0,8 153 779 0 0,-3-104-918 0 0,-4-82-494 0 0,-2-1 42 0 0,2-1 0 0 0,0 1 0 0 0,1-1 0 0 0,1 1 0 0 0,1-1 0 0 0,0 0 0 0 0,1-1 0 0 0,11 19 0 0 0,-11-24-319 0 0,0-2 0 0 0,1 1 0 0 0,0-1 0 0 0,1 0 0 0 0,0-1 0 0 0,17 13 0 0 0,-22-18-114 0 0,1 0 0 0 0,0 0 1 0 0,0 0-1 0 0,0-1 1 0 0,0 0-1 0 0,0 0 0 0 0,1 0 1 0 0,-1-1-1 0 0,0 0 1 0 0,1 0-1 0 0,-1 0 0 0 0,1 0 1 0 0,-1-1-1 0 0,1 0 1 0 0,0 0-1 0 0,-1-1 0 0 0,1 1 1 0 0,-1-1-1 0 0,1-1 1 0 0,7-2-1 0 0,55-24-8800 0 0,-51 21 5243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9.8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2496 0 0,'0'0'7488'0'0,"14"0"-7040"0"0,0 0 1120 0 0,1 14-1248 0 0,-1-14 32 0 0,0 0 192 0 0,0 0-512 0 0,56 14 416 0 0,142 0-14144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0.3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2048 0 0,'0'0'10570'0'0,"20"2"-8511"0"0,-2 7-1190 0 0,-11-2-383 0 0,-3 0-308 0 0,0-1 1 0 0,0-1-1 0 0,1 1 1 0 0,0-1 0 0 0,9 9-1 0 0,5 4 147 0 0,58 64 835 0 0,-69-72-1107 0 0,0 0 0 0 0,0 1 0 0 0,-1 0 0 0 0,-1 1 0 0 0,0 0 1 0 0,0 0-1 0 0,4 14 0 0 0,-7-11-158 0 0,-4-11-20 0 0,1-3 130 0 0,-1 0 0 0 0,1 0 0 0 0,-1-1 0 0 0,1 1-1 0 0,-1 0 1 0 0,1-1 0 0 0,-1 1 0 0 0,0 0-1 0 0,1-1 1 0 0,-1 1 0 0 0,0-1 0 0 0,0 1-1 0 0,1-1 1 0 0,-1 1 0 0 0,0-1 0 0 0,0 1 0 0 0,0-1-1 0 0,-1 1 1 0 0,-19-8 240 0 0,17 4-232 0 0,0 1 1 0 0,0-1-1 0 0,0 0 0 0 0,0 0 0 0 0,1 0 0 0 0,0 0 0 0 0,-1-1 0 0 0,1 1 0 0 0,0-1 0 0 0,1 0 0 0 0,-1 0 0 0 0,1 0 0 0 0,-1 0 0 0 0,1-1 0 0 0,1 1 0 0 0,-1 0 0 0 0,0-1 0 0 0,1 0 0 0 0,0 1 0 0 0,-1-8 1 0 0,1 4-282 0 0,1 0 0 0 0,0 0 0 0 0,0 0 0 0 0,0 0 0 0 0,1 0 1 0 0,0 0-1 0 0,0 0 0 0 0,1 0 0 0 0,0 0 0 0 0,6-14 0 0 0,-3 15-667 0 0,-1 0-1 0 0,1 0 1 0 0,0 0-1 0 0,0 1 1 0 0,1 0-1 0 0,-1 0 1 0 0,1 1-1 0 0,1-1 1 0 0,-1 1-1 0 0,1 0 1 0 0,8-3-1 0 0,3-4-3517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0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97 2272 0 0,'-1'15'4733'0'0,"0"-12"-4181"0"0,1 0 1 0 0,-1 0-1 0 0,1 0 0 0 0,0 0 1 0 0,0-1-1 0 0,0 1 1 0 0,0 0-1 0 0,1 0 1 0 0,-1 0-1 0 0,1-1 0 0 0,0 1 1 0 0,1 5-1 0 0,6 7-44 0 0,-6-11-380 0 0,0 1 0 0 0,0-1 0 0 0,0 1 0 0 0,1-1 0 0 0,0 0 0 0 0,0 0-1 0 0,0 0 1 0 0,0-1 0 0 0,1 1 0 0 0,0-1 0 0 0,-1 1 0 0 0,7 3 0 0 0,2 8 326 0 0,-3-2-402 0 0,-1-8 10 0 0,0-2 0 0 0,0 1-1 0 0,0-1 1 0 0,0 0-1 0 0,0-1 1 0 0,12 2 0 0 0,-12-2-94 0 0,-5-2 29 0 0,0 0 0 0 0,0 0 0 0 0,0 0 0 0 0,0 0-1 0 0,0-1 1 0 0,0 1 0 0 0,0-1 0 0 0,0 0 0 0 0,0 0-1 0 0,0 0 1 0 0,-1 0 0 0 0,1-1 0 0 0,0 1 0 0 0,-1-1-1 0 0,1 1 1 0 0,-1-1 0 0 0,1 0 0 0 0,-1 0 0 0 0,0 0-1 0 0,0 0 1 0 0,0-1 0 0 0,0 1 0 0 0,0 0 0 0 0,0-1-1 0 0,-1 0 1 0 0,1 1 0 0 0,-1-1 0 0 0,0 0 0 0 0,2-3-1 0 0,-1 0 18 0 0,0 1-1 0 0,0-1 0 0 0,0 0 1 0 0,-1 0-1 0 0,0 0 0 0 0,0 0 1 0 0,-1 0-1 0 0,1 0 0 0 0,-1 0 1 0 0,-1 0-1 0 0,1 0 0 0 0,-1 0 1 0 0,0 0-1 0 0,0 0 0 0 0,-3-6 1 0 0,0-17-41 0 0,-34-27 619 0 0,34 52-561 0 0,-1 0 0 0 0,1 0 1 0 0,-1 1-1 0 0,0-1 0 0 0,0 1 0 0 0,0 0 0 0 0,0 1 0 0 0,-1-1 0 0 0,1 1 0 0 0,-1 0 1 0 0,-7-1-1 0 0,-3-2-101 0 0,4 5-16 0 0,-12 12-164 0 0,4 0-321 0 0,0 1 1 0 0,-27 25-1 0 0,45-37 366 0 0,1 1-1 0 0,-1-1 0 0 0,0 1 1 0 0,1-1-1 0 0,-1 1 0 0 0,1 0 1 0 0,0-1-1 0 0,-1 1 0 0 0,1 0 1 0 0,0 0-1 0 0,0 0 0 0 0,0 0 1 0 0,1 0-1 0 0,-1 0 0 0 0,0 0 1 0 0,1 1-1 0 0,-1-1 0 0 0,1 0 1 0 0,0 0-1 0 0,0 0 0 0 0,0 1 1 0 0,0 3-1 0 0,0-3-514 0 0,5 14-2400 0 0,18 21-4512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1.1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2976 0 0,'0'-29'12512'0'0,"0"15"-11425"0"0,14 57 2561 0 0,-14-29-3392 0 0,71 254 672 0 0,14 14-7551 0 0,-71-240-2625 0 0,0-28 6752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1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211 20 2752 0 0,'-5'-19'18059'0'0,"-1"26"-18305"0"0,-20 30 944 0 0,-2 18-511 0 0,7-26 90 0 0,-1 0 1 0 0,-34 32-1 0 0,55-59-246 0 0,-1-1 0 0 0,1 0 0 0 0,-1 0 0 0 0,1 0 0 0 0,0 0 0 0 0,-1 0 0 0 0,0-1 0 0 0,1 1 0 0 0,-1 0 0 0 0,1-1 0 0 0,-1 1 0 0 0,0-1 0 0 0,0 1 0 0 0,1-1 0 0 0,-4 0 0 0 0,0 0-116 0 0,3-2-571 0 0,1 1 622 0 0,-1 0 0 0 0,1-1 0 0 0,0 1 1 0 0,0 0-1 0 0,1 0 0 0 0,-1-1 0 0 0,0 1 0 0 0,0-1 1 0 0,1 1-1 0 0,-1 0 0 0 0,1-1 0 0 0,-1 0 1 0 0,1 1-1 0 0,-1-4 0 0 0,1 3-169 0 0,0-14 358 0 0,0 15-158 0 0,0 0 1 0 0,1 0-1 0 0,-1 0 1 0 0,0 0-1 0 0,1 1 1 0 0,-1-1-1 0 0,0 0 1 0 0,1 0-1 0 0,-1 0 1 0 0,1 1-1 0 0,0-1 0 0 0,-1 0 1 0 0,1 1-1 0 0,-1-1 1 0 0,1 0-1 0 0,0 1 1 0 0,0-1-1 0 0,-1 1 1 0 0,1-1-1 0 0,0 1 0 0 0,0-1 1 0 0,1 0-1 0 0,57-29-23 0 0,-57 28 25 0 0,1 1 0 0 0,-1 0 0 0 0,1 0 0 0 0,-1 0 1 0 0,1 1-1 0 0,-1-1 0 0 0,1 1 0 0 0,0-1 0 0 0,3 1 0 0 0,4 7 168 0 0,-7-2-155 0 0,26 24 247 0 0,-15-16-34 0 0,-1 1 0 0 0,13 17 0 0 0,-4-4-206 0 0,-15-16-266 0 0,-3-2 224 0 0,22 38-124 0 0,-26-48 60 0 0,-2 4 76 0 0,2-2 31 0 0,0-1 0 0 0,0 1 0 0 0,0-1 0 0 0,0 0 0 0 0,0 1 1 0 0,0-1-1 0 0,0 0 0 0 0,0 1 0 0 0,0-1 0 0 0,0 1 0 0 0,1-1 1 0 0,-1 0-1 0 0,0 1 0 0 0,0-1 0 0 0,0 0 0 0 0,0 1 0 0 0,1-1 0 0 0,-1 0 1 0 0,0 0-1 0 0,0 1 0 0 0,1-1 0 0 0,-1 0 0 0 0,0 0 0 0 0,1 1 1 0 0,-1-1-1 0 0,0 0 0 0 0,1 0 0 0 0,-1 0 0 0 0,0 1 0 0 0,1-1 1 0 0,-1 0-1 0 0,1 0 0 0 0,-1 0-19 0 0,1 0-1 0 0,-1 0 1 0 0,0 1 0 0 0,1-1-1 0 0,-1 0 1 0 0,0 0 0 0 0,1 0-1 0 0,-1 0 1 0 0,0 1 0 0 0,1-1-1 0 0,-1 0 1 0 0,0 0 0 0 0,1 1 0 0 0,-1-1-1 0 0,0 0 1 0 0,0 0 0 0 0,1 1-1 0 0,-1-1 1 0 0,0 0 0 0 0,0 1-1 0 0,0-1 1 0 0,0 0 0 0 0,1 1-1 0 0,-1-1 1 0 0,0 1 0 0 0,0-1 0 0 0,0 0-1 0 0,0 1 1 0 0,0-1 0 0 0,0 0-1 0 0,0 1 1 0 0,0 0 0 0 0,0-1-180 0 0,0 1 0 0 0,0-1 0 0 0,0 1 0 0 0,0 0 0 0 0,0-1 0 0 0,0 1 0 0 0,1-1 1 0 0,-1 1-1 0 0,0-1 0 0 0,0 1 0 0 0,1-1 0 0 0,-1 1 0 0 0,0-1 0 0 0,0 1 0 0 0,1-1 1 0 0,-1 0-1 0 0,3 3-895 0 0,-2-3 895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2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88 241 2592 0 0,'5'0'7141'0'0,"-2"0"-6518"0"0,1 0 1 0 0,-1-1-1 0 0,1 1 1 0 0,-1-1-1 0 0,1 0 0 0 0,-1 0 1 0 0,0 0-1 0 0,5-3 1 0 0,65-34 2527 0 0,-43 19-2540 0 0,-20 15-411 0 0,-10 4-195 0 0,1 0-1 0 0,-1 0 1 0 0,0 0-1 0 0,0 0 1 0 0,0 0 0 0 0,0 0-1 0 0,1 0 1 0 0,-1-1-1 0 0,0 1 1 0 0,0 0 0 0 0,0 0-1 0 0,0 0 1 0 0,0 0-1 0 0,0 0 1 0 0,1 0 0 0 0,-1-1-1 0 0,0 1 1 0 0,0 0-1 0 0,0 0 1 0 0,0 0 0 0 0,0 0-1 0 0,0-1 1 0 0,0 1-1 0 0,0 0 1 0 0,0 0 0 0 0,0 0-1 0 0,0 0 1 0 0,0-1-1 0 0,0 1 1 0 0,0 0 0 0 0,0 0-1 0 0,0 0 1 0 0,0-1-1 0 0,0 1 1 0 0,0 0 0 0 0,0 0-1 0 0,0 0 1 0 0,0 0-1 0 0,0-1 1 0 0,0 1 0 0 0,2-11 62 0 0,-1 10-66 0 0,0 0 1 0 0,0 0-1 0 0,0-1 1 0 0,0 1-1 0 0,0 0 1 0 0,0 0-1 0 0,0-1 0 0 0,-1 1 1 0 0,1-1-1 0 0,0 1 1 0 0,-1-1-1 0 0,1 1 1 0 0,-1-1-1 0 0,1-2 0 0 0,-1 1 277 0 0,0 0-138 0 0,1 0 1 0 0,-1-1 0 0 0,0 1 0 0 0,0-1-1 0 0,-1 0 1 0 0,1 1 0 0 0,0 0-1 0 0,-1-1 1 0 0,0 1 0 0 0,0-1 0 0 0,0 1-1 0 0,-2-5 1 0 0,0 3 17 0 0,1 0 0 0 0,-1 0 0 0 0,1 1-1 0 0,-1-1 1 0 0,-1 0 0 0 0,1 1 0 0 0,-1 0 0 0 0,0 0 0 0 0,0 0 0 0 0,0 0-1 0 0,0 1 1 0 0,0-1 0 0 0,-1 1 0 0 0,0 0 0 0 0,1 1 0 0 0,-1-1 0 0 0,0 1 0 0 0,-1 0-1 0 0,-5-2 1 0 0,6 3-88 0 0,4 1-63 0 0,1 0-1 0 0,0-1 1 0 0,-1 1-1 0 0,1 0 1 0 0,-1 0-1 0 0,1 0 1 0 0,0-1-1 0 0,-1 1 1 0 0,1 0-1 0 0,-1 0 1 0 0,1 0-1 0 0,0 0 1 0 0,-1 0-1 0 0,1 0 0 0 0,-1 0 1 0 0,1 0-1 0 0,-1 0 1 0 0,1 0-1 0 0,0 0 1 0 0,-1 0-1 0 0,1 0 1 0 0,-1 0-1 0 0,1 1 1 0 0,0-1-1 0 0,-1 0 1 0 0,1 0-1 0 0,-1 0 1 0 0,1 1-1 0 0,0-1 1 0 0,-1 0-1 0 0,1 0 0 0 0,0 1 1 0 0,-1-1-1 0 0,1 0 1 0 0,0 1-1 0 0,-24 19 171 0 0,-63 34 458 0 0,85-52-625 0 0,-1-1 0 0 0,1 1 0 0 0,0 0 0 0 0,-1-1-1 0 0,1 1 1 0 0,0 0 0 0 0,0 1 0 0 0,0-1 0 0 0,0 0 0 0 0,1 0 0 0 0,-1 1 0 0 0,0-1 0 0 0,1 1 0 0 0,0-1 0 0 0,0 1 0 0 0,0 0-1 0 0,0 0 1 0 0,0-1 0 0 0,0 1 0 0 0,1 0 0 0 0,-1 0 0 0 0,1 0 0 0 0,0 0 0 0 0,0 0 0 0 0,0 0 0 0 0,0-1 0 0 0,0 1 0 0 0,1 4-1 0 0,1 10-45 0 0,-2-15 46 0 0,0-1 0 0 0,0 1 1 0 0,0-1-1 0 0,0 1 0 0 0,1-1 0 0 0,-1 1 1 0 0,1-1-1 0 0,-1 1 0 0 0,1-1 1 0 0,0 1-1 0 0,-1-1 0 0 0,1 0 1 0 0,0 1-1 0 0,0-1 0 0 0,0 0 1 0 0,0 0-1 0 0,0 1 0 0 0,0-1 1 0 0,2 1-1 0 0,13 16 221 0 0,-8-7-141 0 0,-4-4-108 0 0,1 0 0 0 0,0 0 0 0 0,0-1 0 0 0,0 0 0 0 0,1 0 0 0 0,0-1 0 0 0,7 6 1 0 0,4 1-46 0 0,-1 1 1 0 0,19 18 0 0 0,-32-28 36 0 0,0 0 1 0 0,1-1-1 0 0,-1 0 1 0 0,1 0-1 0 0,0 0 0 0 0,-1 0 1 0 0,7 1-1 0 0,10 6-414 0 0,-12-3 235 0 0,-5-4 78 0 0,0 0 1 0 0,0-1 0 0 0,0 1 0 0 0,0-1 0 0 0,0 0 0 0 0,0 0-1 0 0,0 0 1 0 0,1 0 0 0 0,5 0 0 0 0,16 7-1400 0 0,17 4-1377 0 0,-1-9-5814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2.9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66 2560 0 0,'-2'-4'976'0'0,"0"0"1"0"0,0 0-1 0 0,0 0 1 0 0,1 0-1 0 0,-1-1 1 0 0,1 1-1 0 0,0 0 1 0 0,0-1-1 0 0,1 1 0 0 0,-1-8 1 0 0,1 12-941 0 0,0 0-1 0 0,0-1 1 0 0,0 1 0 0 0,0 0-1 0 0,0 0 1 0 0,0 0 0 0 0,0 0 0 0 0,0 0-1 0 0,0 0 1 0 0,0-1 0 0 0,0 1-1 0 0,0 0 1 0 0,0 0 0 0 0,0 0 0 0 0,0 0-1 0 0,0 0 1 0 0,0 0 0 0 0,0 0-1 0 0,-1 0 1 0 0,1-1 0 0 0,0 1-1 0 0,0 0 1 0 0,0 0 0 0 0,0 0 0 0 0,0 0-1 0 0,0 0 1 0 0,0 0 0 0 0,-1 0-1 0 0,1 0 1 0 0,0 0 0 0 0,0 0 0 0 0,0 0-1 0 0,0 0 1 0 0,0 0 0 0 0,0 0-1 0 0,0 0 1 0 0,-1 0 0 0 0,1 0-1 0 0,0 0 1 0 0,0 0 0 0 0,0 0 0 0 0,0 0-1 0 0,0 0 1 0 0,0 0 0 0 0,-1 0-1 0 0,1 0 1 0 0,0 0 0 0 0,0 0 0 0 0,0 0-1 0 0,0 0 1 0 0,0 0 0 0 0,0 0-1 0 0,-1 1 1 0 0,1-1 11 0 0,0 0 0 0 0,0 0 1 0 0,-1 0-1 0 0,1 0 0 0 0,0 0 0 0 0,-1 0 0 0 0,1 0 1 0 0,0 0-1 0 0,0 0 0 0 0,-1 0 0 0 0,1 0 0 0 0,0 0 1 0 0,-1 0-1 0 0,1 0 0 0 0,0 0 0 0 0,-1 0 0 0 0,1 0 1 0 0,0 0-1 0 0,0 0 0 0 0,-1 0 0 0 0,1 0 0 0 0,0-1 1 0 0,0 1-1 0 0,-1 0 0 0 0,1 0 0 0 0,0 0 0 0 0,0 0 1 0 0,-1-1-1 0 0,1 1 0 0 0,0 0 0 0 0,0 0 0 0 0,0-1 1 0 0,-1 1-1 0 0,1 0 0 0 0,0 0 0 0 0,0-1 0 0 0,0 1 1 0 0,0 0-1 0 0,0 0 0 0 0,0-1 0 0 0,0 1 0 0 0,0 0 1 0 0,-1-1-1 0 0,1 1 0 0 0,0 0 0 0 0,0 0 0 0 0,0-1 1 0 0,0 1-1 0 0,1 0 0 0 0,-1-1 0 0 0,0 1 0 0 0,0 0 1 0 0,0-1-1 0 0,0 1 0 0 0,0 0 0 0 0,0-1 0 0 0,10 86 3308 0 0,30 234-246 0 0,-38-299-2954 0 0,0-1 0 0 0,1 0-1 0 0,2-1 1 0 0,9 29 0 0 0,-9-34-140 0 0,2 3 27 0 0,0 1 1 0 0,1-1 0 0 0,1 0 0 0 0,1-1 0 0 0,12 16 0 0 0,-16-22-11 0 0,5 7-55 0 0,1-1 0 0 0,25 25-1 0 0,-14-7 83 0 0,20 19-1035 0 0,-42-50 954 0 0,0-1 0 0 0,0 0 0 0 0,1 0 0 0 0,-1 0 0 0 0,0 0 0 0 0,1 0 0 0 0,-1 0 0 0 0,1 0 0 0 0,-1 0 0 0 0,1-1 0 0 0,-1 1 0 0 0,1 0 0 0 0,-1-1 0 0 0,3 1 0 0 0,-1-1-43 0 0,5 3-99 0 0,1-1-213 0 0,0 0 0 0 0,0 0 1 0 0,0 0-1 0 0,15-1 0 0 0,-20-1 42 0 0,0-1-1 0 0,0 0 1 0 0,0 0 0 0 0,0-1-1 0 0,-1 1 1 0 0,1-1-1 0 0,0 0 1 0 0,-1 0 0 0 0,1 0-1 0 0,-1 0 1 0 0,0-1-1 0 0,0 1 1 0 0,0-1-1 0 0,0 0 1 0 0,0 0 0 0 0,2-3-1 0 0,-1 2-276 0 0,-4 4 570 0 0,0-1 1 0 0,0 1 0 0 0,0 0-1 0 0,0 0 1 0 0,0 0-1 0 0,1-1 1 0 0,-1 1 0 0 0,0 0-1 0 0,0 0 1 0 0,0 0-1 0 0,0 0 1 0 0,0-1 0 0 0,0 1-1 0 0,0 0 1 0 0,0 0-1 0 0,1 0 1 0 0,-1 0 0 0 0,0 0-1 0 0,0-1 1 0 0,0 1-1 0 0,0 0 1 0 0,0 0-1 0 0,1 0 1 0 0,-1 0 0 0 0,0 0-1 0 0,0 0 1 0 0,0 0-1 0 0,0 0 1 0 0,1 0 0 0 0,-1-1-1 0 0,0 1 1 0 0,0 0-1 0 0,0 0 1 0 0,1 0 0 0 0,-1 0-1 0 0,0 0 1 0 0,0 0-1 0 0,0 0 1 0 0,1 0 0 0 0,-1 0-1 0 0,0 1 1 0 0,0-1-1 0 0,0 0 1 0 0,1 0-1 0 0,-1 0 1 0 0,0 0 0 0 0,0 0-1 0 0,0 0 1 0 0,0 0-1 0 0,1 0 1 0 0,-1 0 0 0 0,0 1-1 0 0,0-1 1 0 0,5 1-325 0 0,16-18-3501 0 0,4-9-5381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3.3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28 169 3264 0 0,'8'3'3130'0'0,"-3"-2"-2106"0"0,-1 1 0 0 0,1-1 0 0 0,-1 1 0 0 0,1 0 0 0 0,-1 0 0 0 0,0 1 0 0 0,0-1 0 0 0,7 6 0 0 0,-10-7-964 0 0,1 0 0 0 0,-1-1 0 0 0,0 1 0 0 0,1-1 0 0 0,-1 1 0 0 0,1-1-1 0 0,-1 0 1 0 0,1 0 0 0 0,-1 1 0 0 0,1-1 0 0 0,-1 0 0 0 0,0 0 0 0 0,1-1 0 0 0,-1 1 0 0 0,3-1-1 0 0,1 1-115 0 0,-3 0 74 0 0,-1 0 0 0 0,1 0 1 0 0,-1 0-1 0 0,0 0 0 0 0,1 0 1 0 0,-1 0-1 0 0,0 0 1 0 0,1-1-1 0 0,-1 1 0 0 0,1 0 1 0 0,-1-1-1 0 0,0 1 0 0 0,0-1 1 0 0,1 1-1 0 0,-1-1 1 0 0,0 0-1 0 0,0 0 0 0 0,0 1 1 0 0,0-1-1 0 0,2-2 0 0 0,9-6 55 0 0,47-24-654 0 0,-58 32 590 0 0,1-1 1 0 0,-1 1-1 0 0,0 0 1 0 0,1-1 0 0 0,-1 1-1 0 0,0-1 1 0 0,0 0-1 0 0,0 1 1 0 0,0-1-1 0 0,0 0 1 0 0,0 0-1 0 0,0 0 1 0 0,-1 0 0 0 0,1 1-1 0 0,-1-1 1 0 0,1 0-1 0 0,-1 0 1 0 0,0 0-1 0 0,0 0 1 0 0,0 0-1 0 0,0 0 1 0 0,0 0-1 0 0,0 0 1 0 0,0 0 0 0 0,-1 0-1 0 0,0-3 1 0 0,0-8-50 0 0,-6-6 446 0 0,3 14-231 0 0,0 0 1 0 0,0 0 0 0 0,0 1-1 0 0,0-1 1 0 0,-1 1 0 0 0,0 0-1 0 0,0 0 1 0 0,0 0 0 0 0,0 1-1 0 0,-1-1 1 0 0,1 1 0 0 0,-1 1-1 0 0,0-1 1 0 0,1 1 0 0 0,-8-2-1 0 0,12 4-147 0 0,-1-1 0 0 0,0 1 0 0 0,0 0-1 0 0,0 0 1 0 0,0 0 0 0 0,0 0-1 0 0,0 0 1 0 0,0 0 0 0 0,0 1 0 0 0,0-1-1 0 0,1 0 1 0 0,-1 1 0 0 0,0 0-1 0 0,0-1 1 0 0,0 1 0 0 0,1 0 0 0 0,-1 0-1 0 0,0 0 1 0 0,-2 2 0 0 0,-6 3-33 0 0,-8 10 213 0 0,9-7-30 0 0,1-1 1 0 0,0 1 0 0 0,0 1-1 0 0,-6 11 1 0 0,11-17-130 0 0,0 1 0 0 0,1 0 0 0 0,0 0 0 0 0,0 0 0 0 0,1 0 0 0 0,-1 1 0 0 0,1-1 0 0 0,0 0 0 0 0,0 1 0 0 0,1-1 0 0 0,0 0-1 0 0,0 1 1 0 0,1 9 0 0 0,-1-8-93 0 0,1-1 0 0 0,0 1-1 0 0,1 0 1 0 0,-1 0 0 0 0,1 0-1 0 0,0-1 1 0 0,1 1 0 0 0,0-1-1 0 0,0 0 1 0 0,0 0-1 0 0,1 0 1 0 0,0 0 0 0 0,0 0-1 0 0,0-1 1 0 0,1 0 0 0 0,-1 0-1 0 0,1 0 1 0 0,10 7 0 0 0,2-1-172 0 0,-11-7-158 0 0,0 0 0 0 0,1-1 0 0 0,-1 0 0 0 0,13 5 0 0 0,-16-7 269 0 0,1 0-427 0 0,0 0 1 0 0,0 0 0 0 0,0 0 0 0 0,0 0 0 0 0,1-1 0 0 0,7 1 0 0 0,87-11-14877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3.8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42 2944 0 0,'0'57'13663'0'0,"29"112"-11647"0"0,27-367-672 0 0,28 128-896 0 0,15 155 992 0 0,-70-29-1312 0 0,-29-27-320 0 0,0-15 704 0 0,0 70-2880 0 0,0-70 1888 0 0,0 28-9247 0 0,0-13-1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4.5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41 2688 0 0,'-2'-2'7861'0'0,"-6"-9"-5849"0"0,7 10-1885 0 0,1 0 0 0 0,0 0 0 0 0,-1 0 1 0 0,1 0-1 0 0,-1 0 0 0 0,1 1 0 0 0,-1-1 0 0 0,1 0 1 0 0,-1 1-1 0 0,0-1 0 0 0,1 0 0 0 0,-1 1 1 0 0,0-1-1 0 0,0 0 0 0 0,1 1 0 0 0,-1-1 0 0 0,0 1 1 0 0,0 0-1 0 0,0-1 0 0 0,0 1 0 0 0,-1-1 1 0 0,-8-4 810 0 0,8 4-836 0 0,0 0 0 0 0,0 0 0 0 0,0 0 0 0 0,0 1 0 0 0,0-1 0 0 0,0 0 0 0 0,0 1 0 0 0,0-1 0 0 0,-1 1-1 0 0,1 0 1 0 0,0 0 0 0 0,0 0 0 0 0,0 0 0 0 0,-1 0 0 0 0,1 0 0 0 0,0 1 0 0 0,0-1 0 0 0,0 1 0 0 0,-1-1 0 0 0,1 1 0 0 0,0 0 0 0 0,0 0 0 0 0,0 0 0 0 0,0 0-1 0 0,0 0 1 0 0,1 0 0 0 0,-3 2 0 0 0,-3 3 190 0 0,-1 0 0 0 0,2 0 0 0 0,-1 1 1 0 0,-7 9-1 0 0,13-15-239 0 0,1-1-45 0 0,-1 1 0 0 0,1-1 0 0 0,-1 1 0 0 0,1-1 0 0 0,0 1 0 0 0,-1-1 0 0 0,1 0 0 0 0,-1 1 0 0 0,1 0 0 0 0,0-1 0 0 0,0 1 0 0 0,-1-1 0 0 0,1 1 0 0 0,0-1 0 0 0,0 1 0 0 0,0-1 0 0 0,0 1 0 0 0,0 0 0 0 0,0-1 0 0 0,0 1 0 0 0,0-1 0 0 0,0 1 0 0 0,0 0 0 0 0,0-1 0 0 0,0 1 0 0 0,0-1 0 0 0,0 1 0 0 0,0 0 0 0 0,0-1 0 0 0,1 1 0 0 0,-1-1 0 0 0,0 1 0 0 0,1-1 0 0 0,-1 1 0 0 0,0-1 0 0 0,1 1 0 0 0,-1-1 0 0 0,0 1 0 0 0,1-1 0 0 0,-1 0 0 0 0,1 1 0 0 0,-1-1 0 0 0,1 1 0 0 0,-1-1 0 0 0,1 0 0 0 0,-1 0 0 0 0,1 1 0 0 0,-1-1 0 0 0,1 0 0 0 0,-1 0 0 0 0,2 1 0 0 0,4 3 152 0 0,15 10-48 0 0,-19-13-108 0 0,0-1 0 0 0,0 1 1 0 0,1 0-1 0 0,-1-1 0 0 0,0 0 0 0 0,1 1 1 0 0,-1-1-1 0 0,0 0 0 0 0,1 0 0 0 0,-1 0 0 0 0,0-1 1 0 0,1 1-1 0 0,-1 0 0 0 0,0-1 0 0 0,1 0 1 0 0,-1 1-1 0 0,0-1 0 0 0,0 0 0 0 0,0 0 0 0 0,0 0 1 0 0,0-1-1 0 0,0 1 0 0 0,3-3 0 0 0,32-32-153 0 0,-33 30 193 0 0,1 1-1 0 0,0 0 0 0 0,0 0 0 0 0,10-8 0 0 0,-14 13-25 0 0,-1 0-1 0 0,0 0 0 0 0,0 0 0 0 0,1 0 1 0 0,-1 0-1 0 0,0-1 0 0 0,0 1 0 0 0,0 0 1 0 0,1 0-1 0 0,-1 0 0 0 0,0 0 0 0 0,0 0 1 0 0,1 0-1 0 0,-1 0 0 0 0,0 0 0 0 0,0 0 1 0 0,1 0-1 0 0,-1 0 0 0 0,0 0 1 0 0,0 0-1 0 0,1 0 0 0 0,-1 0 0 0 0,0 1 1 0 0,0-1-1 0 0,1 0 0 0 0,-1 0 0 0 0,0 0 1 0 0,0 0-1 0 0,0 0 0 0 0,1 0 0 0 0,-1 1 1 0 0,0-1-1 0 0,0 0 0 0 0,0 0 0 0 0,1 0 1 0 0,-1 1-1 0 0,0-1 0 0 0,0 0 1 0 0,0 0-1 0 0,0 0 0 0 0,0 1 0 0 0,0-1 1 0 0,1 1-1 0 0,-2 25 1455 0 0,-1 14-736 0 0,7 31-1120 0 0,16 65 544 0 0,-18-116-352 0 0,0 1-1 0 0,-2-1 1 0 0,0 1 0 0 0,-1 0 0 0 0,-2-1-1 0 0,0 1 1 0 0,-7 32 0 0 0,7-43 103 0 0,0-3 22 0 0,3-6 62 0 0,-1 0 0 0 0,0 0 0 0 0,0 1 0 0 0,-1-1 1 0 0,1 0-1 0 0,0 0 0 0 0,0 0 0 0 0,-1 1 0 0 0,1-1 0 0 0,0 0 0 0 0,-1 0 0 0 0,1 0 0 0 0,-1 0 0 0 0,0 0 0 0 0,1 0 0 0 0,-1 0 0 0 0,0 0 0 0 0,1 0 0 0 0,-1 0 0 0 0,0 0 0 0 0,0 0 0 0 0,0 0 0 0 0,-1 0 0 0 0,-3 1 7 0 0,1 0 1 0 0,0-1 0 0 0,-1 1-1 0 0,1-1 1 0 0,-1 0-1 0 0,0 0 1 0 0,1-1 0 0 0,-1 1-1 0 0,0-1 1 0 0,0 0 0 0 0,1 0-1 0 0,-1-1 1 0 0,-5 0-1 0 0,3-1 63 0 0,1 0-1 0 0,-1-1 1 0 0,1 1-1 0 0,-1-1 1 0 0,1 0-1 0 0,0-1 1 0 0,0 1-1 0 0,0-1 1 0 0,1-1-1 0 0,-1 1 0 0 0,1-1 1 0 0,-8-8-1 0 0,6 5 29 0 0,0 0 0 0 0,1 1 0 0 0,0-2-1 0 0,0 1 1 0 0,1-1 0 0 0,0 0 0 0 0,1 0-1 0 0,-5-11 1 0 0,9 17-91 0 0,-1 1 0 0 0,0-1 0 0 0,1 1 0 0 0,0-1 0 0 0,0 1 0 0 0,0-1 0 0 0,0 1 0 0 0,0-1 0 0 0,0 1 0 0 0,0-1 0 0 0,1 1 0 0 0,0-1 0 0 0,-1 1 0 0 0,1-1 0 0 0,0 1 1 0 0,0 0-1 0 0,2-3 0 0 0,-1 1-52 0 0,1 1 0 0 0,0 0 0 0 0,0 0 0 0 0,0 0 0 0 0,0 1 0 0 0,1-1 0 0 0,-1 1 0 0 0,1 0 0 0 0,-1 0 0 0 0,1 0 1 0 0,0 0-1 0 0,0 1 0 0 0,0-1 0 0 0,5 0 0 0 0,6-2-458 0 0,-1 1 1 0 0,0 0 0 0 0,1 2-1 0 0,-1-1 1 0 0,1 2-1 0 0,18 1 1 0 0,14-1-2581 0 0,-17 1-3333 0 0,2 10 1269 0 0,-18-9 2928 0 0,0-2-789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5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77 2624 0 0,'-3'-11'2779'0'0,"-8"-39"4394"0"0,10 49-6883 0 0,1 0 1 0 0,0 0 0 0 0,0 0 0 0 0,-1 0 0 0 0,1 0 0 0 0,0 0 0 0 0,-1 0-1 0 0,1 1 1 0 0,-1-1 0 0 0,0 0 0 0 0,1 0 0 0 0,-1 0 0 0 0,0 1 0 0 0,1-1-1 0 0,-1 0 1 0 0,-1 0 0 0 0,2 1-225 0 0,0 0 0 0 0,-1 0 0 0 0,1 0-1 0 0,0 0 1 0 0,-1 0 0 0 0,1 0 0 0 0,0 0 0 0 0,-1 0 0 0 0,1 0-1 0 0,0 0 1 0 0,-1 1 0 0 0,1-1 0 0 0,0 0 0 0 0,0 0 0 0 0,-1 0-1 0 0,1 1 1 0 0,0-1 0 0 0,0 0 0 0 0,-1 0 0 0 0,1 0 0 0 0,0 1-1 0 0,0-1 1 0 0,-1 0 0 0 0,1 1 0 0 0,0-1 0 0 0,0 0 0 0 0,0 0-1 0 0,0 1 1 0 0,0 0 0 0 0,-9 27 1014 0 0,-10 128 515 0 0,18-145-1551 0 0,-2 9 166 0 0,0 40 0 0 0,4-29-137 0 0,0 1 0 0 0,2-1 0 0 0,1 0 0 0 0,2 0-1 0 0,10 32 1 0 0,-8-41-530 0 0,2 0 0 0 0,1-1 0 0 0,0 0 0 0 0,2-1 0 0 0,0 0 0 0 0,19 21-1 0 0,-6-14-489 0 0,-14-23 268 0 0,-3-5-427 0 0,-1 1 1 0 0,1-1 0 0 0,-1-1-1 0 0,1 0 1 0 0,-1 0-1 0 0,0 0 1 0 0,0-1-1 0 0,0-1 1 0 0,0 1 0 0 0,8-6-1 0 0,5-3-2728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5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2592 0 0,'0'-14'11392'0'0,"29"14"-9120"0"0,-15 0-2176 0 0,0 0 95 0 0,0 0 129 0 0,0 0-192 0 0,15 0-192 0 0,-15 0 64 0 0,0 0-128 0 0,155 14-12191 0 0,-155-14 7839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5.8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 2656 0 0,'-9'25'13777'0'0,"8"-1"-8772"0"0,12 29-3727 0 0,-10-50-1253 0 0,12 43 166 0 0,-2-14-159 0 0,-2 0 0 0 0,-2 1 0 0 0,-1-1 0 0 0,2 36 1 0 0,-5-38 153 0 0,9 38-340 0 0,28 88-1 0 0,-15-90 294 0 0,-20-61-91 0 0,-3-27 128 0 0,3-11 84 0 0,0 0 0 0 0,14-44 1 0 0,-14 62-273 0 0,0 1 1 0 0,1 0 0 0 0,7-13-1 0 0,-11 23-3 0 0,0 1 0 0 0,-1 0 0 0 0,1 1 0 0 0,0-1-1 0 0,1 0 1 0 0,-1 0 0 0 0,0 1 0 0 0,1 0-1 0 0,-1-1 1 0 0,1 1 0 0 0,0 0 0 0 0,0 0-1 0 0,6-3 1 0 0,-8 5 21 0 0,1 0 0 0 0,0 0 0 0 0,0 0 0 0 0,0 0-1 0 0,-1 0 1 0 0,1 0 0 0 0,0 0 0 0 0,0 0 0 0 0,0 0 0 0 0,-1 1-1 0 0,1-1 1 0 0,0 1 0 0 0,-1 0 0 0 0,1-1 0 0 0,0 1-1 0 0,-1 0 1 0 0,1 0 0 0 0,-1 0 0 0 0,1 0 0 0 0,-1 0 0 0 0,1 0-1 0 0,1 3 1 0 0,2 1 23 0 0,0 1-1 0 0,0-1 0 0 0,-1 1 1 0 0,0 0-1 0 0,3 6 0 0 0,-4-6-60 0 0,0 0 0 0 0,0-1 0 0 0,-1 1 0 0 0,0 0 0 0 0,0 0 0 0 0,0 0 0 0 0,0 9 0 0 0,-1-9 35 0 0,0 0 0 0 0,0-1 0 0 0,1 0 0 0 0,-1 1 0 0 0,1-1 0 0 0,4 8 1 0 0,30 38-2052 0 0,-36-48 1583 0 0,2 6 461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1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274 582 3168 0 0,'-43'2'9751'0'0,"5"2"-5572"0"0,13 1-2619 0 0,-34 10 0 0 0,57-15-1540 0 0,-1 1 0 0 0,1-1 0 0 0,-1 1 0 0 0,1 0 0 0 0,-1-1 0 0 0,1 1 0 0 0,-1 1 0 0 0,1-1 0 0 0,0 0 0 0 0,0 0 0 0 0,0 1 0 0 0,-1-1 0 0 0,1 1 0 0 0,1 0 0 0 0,-1 0 0 0 0,-3 3 0 0 0,-8 10 8 0 0,-29 27 111 0 0,30-25-99 0 0,12-14-27 0 0,0 0 0 0 0,0 0 1 0 0,0 0-1 0 0,1 0 0 0 0,-1 0 1 0 0,1 0-1 0 0,-1 0 0 0 0,3 5 1 0 0,0 4 66 0 0,1-1 0 0 0,1 0 0 0 0,9 18 0 0 0,-11-24-35 0 0,0 0 0 0 0,0 0 1 0 0,1-1-1 0 0,0 1 0 0 0,0-1 1 0 0,0 1-1 0 0,0-1 0 0 0,1-1 1 0 0,0 1-1 0 0,-1-1 0 0 0,9 5 1 0 0,-6-5 25 0 0,1-1 0 0 0,-1 0-1 0 0,1 0 1 0 0,-1 0 0 0 0,1-1 0 0 0,-1 0 0 0 0,1-1 0 0 0,0 0 0 0 0,10-1 0 0 0,-1-1 123 0 0,-1 0 0 0 0,30-8-1 0 0,-43 9-178 0 0,0 1-1 0 0,0-1 1 0 0,0 0-1 0 0,0 0 0 0 0,0 0 1 0 0,0 0-1 0 0,0-1 1 0 0,0 1-1 0 0,0-1 1 0 0,-1 1-1 0 0,1-1 1 0 0,-1 0-1 0 0,1 0 0 0 0,-1 0 1 0 0,0-1-1 0 0,0 1 1 0 0,0 0-1 0 0,3-5 1 0 0,-4 5-7 0 0,12-19 179 0 0,0-1-1 0 0,-2 0 1 0 0,13-37 0 0 0,-19 26-177 0 0,-5-14-154 0 0,-1 21 195 0 0,-7-45 0 0 0,-44-213-67 0 0,41 236 147 0 0,-3 0 1 0 0,-30-72-1 0 0,44 118-125 0 0,0 1-1 0 0,-1 0 1 0 0,1 0-1 0 0,-1 0 1 0 0,0 0-1 0 0,1 0 1 0 0,-1 0-1 0 0,0 0 1 0 0,0 1-1 0 0,0-1 1 0 0,1 0-1 0 0,-1 0 1 0 0,0 0-1 0 0,0 1 1 0 0,-1-2-1 0 0,1 3-3 0 0,1-1 0 0 0,-1 0-1 0 0,1 0 1 0 0,0 0 0 0 0,-1 0 0 0 0,1 0 0 0 0,0 0-1 0 0,-1 0 1 0 0,1 1 0 0 0,0-1 0 0 0,-1 0-1 0 0,1 0 1 0 0,0 0 0 0 0,-1 1 0 0 0,1-1-1 0 0,0 0 1 0 0,0 0 0 0 0,-1 1 0 0 0,1-1 0 0 0,0 0-1 0 0,0 1 1 0 0,0-1 0 0 0,-1 0 0 0 0,1 1-1 0 0,0-1 1 0 0,0 0 0 0 0,0 1 0 0 0,0-1-1 0 0,0 0 1 0 0,0 1 0 0 0,0 0 0 0 0,-2 7 3 0 0,1 0 0 0 0,-1 1 0 0 0,2-1 1 0 0,0 10-1 0 0,6 1-16 0 0,-1-8 11 0 0,23 88 102 0 0,-23-82-44 0 0,35 119 209 0 0,87 219-208 0 0,-85-255-621 0 0,-39-94 366 0 0,1 2-219 0 0,21 38-968 0 0,2-6-2483 0 0,2-4-3611 0 0,10-6-3685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2.4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2176 0 0,'0'0'15871'0'0,"0"14"-15135"0"0,0 0 256 0 0,14 0-896 0 0,14 57 480 0 0,0 14-864 0 0,-14-43-512 0 0,-14-28-32 0 0,14 0-512 0 0,-14 0-1791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2.6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71 3072 0 0,'-14'-29'10688'0'0,"14"15"-7745"0"0,0 0-1919 0 0,0 0-448 0 0,29 42-9695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3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85 2432 0 0,'35'82'9829'0'0,"-28"-65"-7669"0"0,-7-17-2151 0 0,1 0 0 0 0,0 0 0 0 0,-1 1 1 0 0,1-1-1 0 0,0 0 0 0 0,-1 0 0 0 0,1 1 0 0 0,-1-1 0 0 0,1 0 1 0 0,-1 1-1 0 0,1-1 0 0 0,0 1 0 0 0,-1-1 0 0 0,1 1 1 0 0,-1-1-1 0 0,0 1 0 0 0,1-1 0 0 0,-1 1 0 0 0,1-1 0 0 0,-1 1 1 0 0,0-1-1 0 0,0 1 0 0 0,1 0 0 0 0,-1-1 0 0 0,0 1 1 0 0,0 0-1 0 0,0-1 0 0 0,1 1 0 0 0,-1 0 0 0 0,0 1 0 0 0,1 25 317 0 0,-1-23-269 0 0,0 34 796 0 0,-3-38-708 0 0,2-1-139 0 0,1 1-1 0 0,0 0 0 0 0,-1 0 0 0 0,1 0 1 0 0,-1 0-1 0 0,1 0 0 0 0,-1 0 1 0 0,1 0-1 0 0,0 0 0 0 0,-1 0 0 0 0,1 0 1 0 0,-1 0-1 0 0,1 0 0 0 0,-1 0 0 0 0,1 0 1 0 0,0 0-1 0 0,-1 1 0 0 0,1-1 1 0 0,-1 0-1 0 0,1 0 0 0 0,0 0 0 0 0,-1 1 1 0 0,1-1-1 0 0,0 0 0 0 0,-1 1 1 0 0,1-1 59 0 0,-1 1 0 0 0,1-1 0 0 0,0 1 1 0 0,0-1-1 0 0,0 0 0 0 0,0 1 1 0 0,0-1-1 0 0,0 1 0 0 0,0-1 1 0 0,0 1-1 0 0,0-1 0 0 0,1 0 0 0 0,-1 1 1 0 0,0-1-1 0 0,0 1 0 0 0,0-1 1 0 0,0 0-1 0 0,0 1 0 0 0,1-1 1 0 0,-1 0-1 0 0,0 1 0 0 0,0-1 1 0 0,1 0-1 0 0,-1 1 0 0 0,0-1 0 0 0,1 0 1 0 0,-1 1-1 0 0,0-1 0 0 0,1 0 1 0 0,-1 0-1 0 0,0 1 0 0 0,1-1 1 0 0,-1 0-1 0 0,1 0 0 0 0,-1 0 0 0 0,0 0 1 0 0,1 0-1 0 0,-1 0 0 0 0,1 1 1 0 0,-1-1-1 0 0,0 0 0 0 0,1 0 1 0 0,-1 0-1 0 0,1 0 0 0 0,-1 0 1 0 0,1 0-1 0 0,-1-1 0 0 0,1 1 0 0 0,1 0 101 0 0,13-17 734 0 0,1 1 573 0 0,-10 9-966 0 0,-4 5-392 0 0,-1 0 0 0 0,1 0 0 0 0,0 0 0 0 0,-1 0 0 0 0,1-1 1 0 0,-1 1-1 0 0,1 0 0 0 0,-1-1 0 0 0,0 1 0 0 0,0-1 0 0 0,0 0 0 0 0,-1 1 0 0 0,1-1 1 0 0,-1 1-1 0 0,1-1 0 0 0,-1-4 0 0 0,0 4-79 0 0,1 0 0 0 0,-1 0 0 0 0,1 0 1 0 0,-1 0-1 0 0,1 0 0 0 0,0 0 0 0 0,0 1 0 0 0,0-1 0 0 0,3-5 1 0 0,3-7 156 0 0,31-72 868 0 0,-38 86-1047 0 0,1 0 0 0 0,-1 0 0 0 0,1 0 0 0 0,-1 0 0 0 0,1 0 0 0 0,-1-1 0 0 0,0 1 0 0 0,1 0 0 0 0,-1 0 0 0 0,0 0 0 0 0,0 0 0 0 0,0 0 1 0 0,0-1-1 0 0,0 1 0 0 0,0 0 0 0 0,0 0 0 0 0,0 0 0 0 0,-1 0 0 0 0,1-1 0 0 0,-1 0 0 0 0,1 1-5 0 0,-1 1 0 0 0,1-1 0 0 0,0 1-1 0 0,-1-1 1 0 0,1 1 0 0 0,0-1 0 0 0,-1 1 0 0 0,1 0 0 0 0,-1-1 0 0 0,1 1 0 0 0,-1-1 0 0 0,1 1-1 0 0,-1 0 1 0 0,1 0 0 0 0,-1-1 0 0 0,0 1 0 0 0,1 0 0 0 0,-1 0 0 0 0,1-1 0 0 0,-1 1 0 0 0,-1 0 0 0 0,2 0-14 0 0,0 0 0 0 0,0 0 0 0 0,0 0 0 0 0,0 0 0 0 0,0 0 0 0 0,-1 0 0 0 0,1 0 0 0 0,0 0 0 0 0,0 0 0 0 0,0 0 0 0 0,0 0 0 0 0,0 0 0 0 0,0-1 0 0 0,-1 1 0 0 0,1 0 1 0 0,0 0-1 0 0,0 0 0 0 0,0 0 0 0 0,0 0 0 0 0,0 0 0 0 0,0 0 0 0 0,0 0 0 0 0,0-1 0 0 0,0 1 0 0 0,0 0 0 0 0,0 0 0 0 0,-1 0 0 0 0,1 0 0 0 0,0 0 0 0 0,0 0 0 0 0,0-1 0 0 0,0 1 1 0 0,0 0-1 0 0,0 0 0 0 0,0 0 0 0 0,0 0 0 0 0,0 0 0 0 0,0-1 0 0 0,0 1 0 0 0,0 0 0 0 0,1 0 0 0 0,-1 0 0 0 0,0 0 0 0 0,0 0 0 0 0,0 0 0 0 0,0-1 0 0 0,0 1 0 0 0,0 0 0 0 0,0 0 7 0 0,0-1-1 0 0,0 1 0 0 0,0-1 0 0 0,1 1 0 0 0,-1 0 1 0 0,0-1-1 0 0,0 1 0 0 0,0-1 0 0 0,0 1 0 0 0,0 0 1 0 0,0-1-1 0 0,-1 1 0 0 0,1-1 0 0 0,0 1 0 0 0,0 0 1 0 0,0-1-1 0 0,0 1 0 0 0,0-1 0 0 0,-1 1 0 0 0,1 0 1 0 0,0-1-1 0 0,0 1 0 0 0,0 0 0 0 0,-1-1 0 0 0,1 1 1 0 0,0 0-1 0 0,-1 0 0 0 0,1-1 0 0 0,0 1 0 0 0,-1 0 0 0 0,1 0 1 0 0,-1-1-1 0 0,-5-1 42 0 0,0 0 0 0 0,0 0 1 0 0,0 0-1 0 0,0 1 0 0 0,-1 0 0 0 0,1 0 1 0 0,0 0-1 0 0,-13 2 0 0 0,18-1-46 0 0,-1 0-1 0 0,1 1 1 0 0,-1-1-1 0 0,1 1 1 0 0,0 0 0 0 0,0-1-1 0 0,-1 1 1 0 0,1 0-1 0 0,0 0 1 0 0,0 0-1 0 0,0 0 1 0 0,0 0 0 0 0,0 0-1 0 0,0 0 1 0 0,0 0-1 0 0,0 0 1 0 0,0 0-1 0 0,1 1 1 0 0,-1-1 0 0 0,0 0-1 0 0,1 1 1 0 0,-1-1-1 0 0,1 0 1 0 0,-1 1-1 0 0,1-1 1 0 0,0 1 0 0 0,-1 2-1 0 0,1-4 12 0 0,0 0-1 0 0,0 1 0 0 0,0-1 1 0 0,0 0-1 0 0,0 1 0 0 0,0-1 1 0 0,0 0-1 0 0,0 1 0 0 0,0-1 1 0 0,0 1-1 0 0,0-1 0 0 0,0 0 1 0 0,0 1-1 0 0,-1-1 0 0 0,1 0 1 0 0,0 1-1 0 0,0-1 0 0 0,0 0 1 0 0,-1 0-1 0 0,1 1 0 0 0,0-1 1 0 0,0 0-1 0 0,-1 0 0 0 0,1 1 1 0 0,0-1-1 0 0,-1 0 0 0 0,1 0 1 0 0,-1 1-1 0 0,-6 6 228 0 0,-7 30-555 0 0,12-16 294 0 0,3-3 46 0 0,1 0 0 0 0,0 0 0 0 0,2-1 0 0 0,0 1 0 0 0,10 28 0 0 0,-6-23 25 0 0,-6-16-33 0 0,5 14-1 0 0,-3-17-60 0 0,7 4-16 0 0,-3 3 41 0 0,-7-9 23 0 0,0 0 0 0 0,0 0 0 0 0,0 0 0 0 0,1-1 0 0 0,-1 1 0 0 0,1 0 0 0 0,0-1 0 0 0,-1 1 0 0 0,1-1 0 0 0,0 1 0 0 0,0-1 0 0 0,0 0 0 0 0,0 0 0 0 0,0 0 0 0 0,0 0 0 0 0,0 0 0 0 0,4 1 0 0 0,-4-2-15 0 0,0 1 5 0 0,0 0 0 0 0,-1-1 0 0 0,1 1 0 0 0,0-1 0 0 0,-1 0 0 0 0,1 1 0 0 0,0-1 0 0 0,-1 0-1 0 0,1 0 1 0 0,0 0 0 0 0,0 0 0 0 0,-1-1 0 0 0,1 1 0 0 0,3-1 0 0 0,-2-1 12 0 0,0 1 0 0 0,-1-1-1 0 0,1 0 1 0 0,0 0 0 0 0,0 0 0 0 0,-1 0 0 0 0,1 0-1 0 0,-1-1 1 0 0,0 1 0 0 0,0-1 0 0 0,0 1-1 0 0,0-1 1 0 0,0 0 0 0 0,0 0 0 0 0,-1 0-1 0 0,1 0 1 0 0,-1 0 0 0 0,0 0 0 0 0,0-1-1 0 0,1-5 1 0 0,5-24 79 0 0,-2-1 0 0 0,2-40 0 0 0,-6 24-96 0 0,-7 37-109 0 0,1 8 90 0 0,-5-9 218 0 0,6 15-24 0 0,4 12-15 0 0,2 3-51 0 0,1 0 0 0 0,0 0 0 0 0,10 28 1 0 0,-6-28-70 0 0,1 0 0 0 0,0 0 0 0 0,1-1 0 0 0,0 0 0 0 0,1-1 0 0 0,1 0 0 0 0,17 18 0 0 0,31 18-1101 0 0,-17-22-801 0 0,-4-4-3306 0 0,-34-22 3547 0 0,15 0-2379 0 0,31 10-9898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4.7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1984 0 0,'0'0'4032'0'0,"2"10"-288"0"0,2 10-363 0 0,-2-5-2340 0 0,1 1 0 0 0,1 0 1 0 0,6 15-1 0 0,9 14-652 0 0,-8-22-298 0 0,-9-19-65 0 0,0 0 0 0 0,0-1 0 0 0,0 1 0 0 0,-1 0 1 0 0,1 0-1 0 0,-1 1 0 0 0,0-1 0 0 0,0 0 1 0 0,-1 0-1 0 0,1 9 0 0 0,0-10-2 0 0,-1 1-1 0 0,1 0 1 0 0,-1 0-1 0 0,1 0 0 0 0,1 0 1 0 0,-1 0-1 0 0,0-1 1 0 0,1 1-1 0 0,3 6 1 0 0,7 21 216 0 0,-10-22-256 0 0,-2 1 26 0 0,0-121 529 0 0,0 108-526 0 0,0 0 0 0 0,0 0 1 0 0,1 0-1 0 0,-1 0 0 0 0,1 0 0 0 0,-1 0 0 0 0,1 0 1 0 0,0 1-1 0 0,0-1 0 0 0,1-2 0 0 0,0 2 1 0 0,-1 0-1 0 0,0 0 1 0 0,0 0-1 0 0,-1 0 1 0 0,1 0-1 0 0,0 0 1 0 0,-1 0-1 0 0,0 0 0 0 0,0 0 1 0 0,0-4-1 0 0,2 2 0 0 0,-1 1-1 0 0,1-1 0 0 0,0 0 0 0 0,0 1 1 0 0,0-1-1 0 0,1 1 0 0 0,-1-1 0 0 0,1 1 1 0 0,0 0-1 0 0,1 0 0 0 0,3-3 0 0 0,-2 0 49 0 0,-3 6-42 0 0,-1 0-1 0 0,1 0 1 0 0,0 0 0 0 0,0 0-1 0 0,-1 0 1 0 0,1 1-1 0 0,0-1 1 0 0,0 1-1 0 0,0-1 1 0 0,0 1-1 0 0,0 0 1 0 0,0-1 0 0 0,0 1-1 0 0,0 0 1 0 0,0 0-1 0 0,-1 1 1 0 0,1-1-1 0 0,0 0 1 0 0,0 1-1 0 0,0-1 1 0 0,0 1 0 0 0,2 0-1 0 0,0 5 124 0 0,-4-5-136 0 0,0-1 1 0 0,0 0-1 0 0,1 1 0 0 0,-1-1 0 0 0,0 0 1 0 0,0 1-1 0 0,0-1 0 0 0,1 0 0 0 0,-1 0 1 0 0,0 1-1 0 0,0-1 0 0 0,1 0 0 0 0,-1 0 1 0 0,0 1-1 0 0,1-1 0 0 0,-1 0 0 0 0,0 0 1 0 0,1 0-1 0 0,-1 0 0 0 0,0 1 0 0 0,1-1 1 0 0,-1 0-1 0 0,0 0 0 0 0,1 0 0 0 0,-1 0 1 0 0,1 0-1 0 0,-1 0 0 0 0,0 0 1 0 0,1 0-1 0 0,0 0 0 0 0,0 0-8 0 0,0 0 0 0 0,-1 1 0 0 0,1-1 0 0 0,0 0 0 0 0,0 1 0 0 0,0-1-1 0 0,0 1 1 0 0,0 0 0 0 0,-1-1 0 0 0,1 1 0 0 0,0-1 0 0 0,0 1 0 0 0,-1 0 0 0 0,1 0 0 0 0,0-1 0 0 0,-1 1 0 0 0,1 1 0 0 0,3 3 66 0 0,5 4 51 0 0,-1 0 0 0 0,0 0 0 0 0,-1 1 1 0 0,0 0-1 0 0,-1 0 0 0 0,0 1 1 0 0,0 0-1 0 0,-1 0 0 0 0,0 0 0 0 0,-1 1 1 0 0,2 12-1 0 0,-3-15 11 0 0,0-2-19 0 0,-6 7 154 0 0,-6-2-325 0 0,7-10 139 0 0,-1-4 5 0 0,2 1-102 0 0,0 0 0 0 0,0 0 1 0 0,0 0-1 0 0,1-1 1 0 0,-1 1-1 0 0,0 0 0 0 0,0 0 1 0 0,1-1-1 0 0,-1 1 1 0 0,1 0-1 0 0,-1-1 0 0 0,1 1 1 0 0,-1-2-1 0 0,0-30-255 0 0,1 22 19 0 0,1-8-115 0 0,0 0 0 0 0,2 1-1 0 0,1-1 1 0 0,0 1 0 0 0,8-23-1 0 0,-8 32 268 0 0,-4 9 100 0 0,0-1-1 0 0,0 0 0 0 0,1 1 0 0 0,-1-1 0 0 0,0 0 0 0 0,1 1 1 0 0,-1-1-1 0 0,0 1 0 0 0,1-1 0 0 0,-1 0 0 0 0,1 1 0 0 0,-1-1 1 0 0,1 1-1 0 0,-1-1 0 0 0,1 1 0 0 0,-1 0 0 0 0,1-1 0 0 0,-1 1 0 0 0,1-1 1 0 0,0 1-1 0 0,-1 0 0 0 0,1 0 0 0 0,0-1 0 0 0,0 1 0 0 0,14-8-52 0 0,-11 6 78 0 0,0 0-1 0 0,0 1 1 0 0,0-1-1 0 0,0 1 1 0 0,1 0-1 0 0,-1 0 1 0 0,0 0-1 0 0,0 0 1 0 0,1 1-1 0 0,-1 0 0 0 0,1-1 1 0 0,5 2-1 0 0,0-2 21 0 0,-8 0-22 0 0,-1 1 0 0 0,0 0 0 0 0,0 0 0 0 0,0 0 0 0 0,0 0 0 0 0,0 0 0 0 0,1 0 0 0 0,-1 0 0 0 0,0 0 0 0 0,0 0 0 0 0,0 0 0 0 0,0 1 0 0 0,0-1 0 0 0,0 0 0 0 0,2 2 0 0 0,3 1 60 0 0,1 1 0 0 0,-2 1 0 0 0,1-1 0 0 0,0 1 1 0 0,5 7-1 0 0,-11-12-77 0 0,10 9-74 0 0,-1 1 0 0 0,0 0 0 0 0,0 1 0 0 0,-1 0 0 0 0,0 1 0 0 0,12 23 0 0 0,-18-29-221 0 0,0 1-1 0 0,0-1 0 0 0,0 1 1 0 0,-1-1-1 0 0,1 1 0 0 0,-2-1 0 0 0,1 1 1 0 0,-1 0-1 0 0,0-1 0 0 0,0 1 1 0 0,-2 8-1 0 0,0 12-3326 0 0,1 10-3436 0 0,1-23 1863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5.2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30 186 1280 0 0,'15'0'10631'0'0,"4"0"-6144"0"0,-17 0-4463 0 0,0 0 0 0 0,0 0 0 0 0,0 0-1 0 0,0-1 1 0 0,0 1 0 0 0,0-1-1 0 0,0 1 1 0 0,0-1 0 0 0,0 0 0 0 0,0 1-1 0 0,0-1 1 0 0,0 0 0 0 0,0 0 0 0 0,0 0-1 0 0,2-3 1 0 0,-1 2 616 0 0,0 2-621 0 0,-2 0 4 0 0,0 0-1 0 0,0 0 0 0 0,0 0 1 0 0,-1 0-1 0 0,1 0 0 0 0,0 0 0 0 0,0 0 1 0 0,0 0-1 0 0,-1-1 0 0 0,1 1 1 0 0,0 0-1 0 0,0 0 0 0 0,-1 0 1 0 0,1-1-1 0 0,0 1 0 0 0,0-1 0 0 0,-1 1 1 0 0,1 0-1 0 0,0-2 0 0 0,16-28 549 0 0,-11 18-487 0 0,-4 7-3 0 0,-1 1 0 0 0,0-1-1 0 0,0 0 1 0 0,0 1 0 0 0,-1-1 0 0 0,0 0 0 0 0,0 1-1 0 0,0-1 1 0 0,0 0 0 0 0,-1 0 0 0 0,1 1 0 0 0,-1-1-1 0 0,-1 1 1 0 0,1-1 0 0 0,0 1 0 0 0,-1-1 0 0 0,0 1-1 0 0,0 0 1 0 0,-6-8 0 0 0,7 10-39 0 0,-1 0 0 0 0,1 0 0 0 0,-1 0 0 0 0,0 0-1 0 0,1 1 1 0 0,-1-1 0 0 0,0 0 0 0 0,0 1 0 0 0,0 0 0 0 0,-1 0 0 0 0,1-1 0 0 0,0 1-1 0 0,0 0 1 0 0,-1 1 0 0 0,1-1 0 0 0,0 0 0 0 0,-1 1 0 0 0,1-1 0 0 0,0 1 0 0 0,-1 0-1 0 0,1 0 1 0 0,-1 0 0 0 0,1 0 0 0 0,-1 0 0 0 0,-3 1 0 0 0,-5-1 282 0 0,9 1-320 0 0,0-1-1 0 0,1 1 0 0 0,-1 0 0 0 0,1 0 0 0 0,-1 0 0 0 0,1 0 0 0 0,-1 0 1 0 0,1 0-1 0 0,-1 0 0 0 0,1 1 0 0 0,0-1 0 0 0,0 0 0 0 0,0 1 1 0 0,0-1-1 0 0,0 1 0 0 0,0-1 0 0 0,0 1 0 0 0,0-1 0 0 0,1 1 1 0 0,-1 0-1 0 0,0-1 0 0 0,0 3 0 0 0,-14 22 346 0 0,14-25-346 0 0,0 0 1 0 0,0 1 0 0 0,-1-1 0 0 0,1 1-1 0 0,1-1 1 0 0,-1 1 0 0 0,0 0 0 0 0,0-1 0 0 0,1 1-1 0 0,-1 0 1 0 0,1-1 0 0 0,-1 1 0 0 0,1 0-1 0 0,0 0 1 0 0,-1-1 0 0 0,1 4 0 0 0,-1 2-1 0 0,0 1 0 0 0,0-1 0 0 0,1 0 0 0 0,0 0 0 0 0,0 1 1 0 0,1-1-1 0 0,0 0 0 0 0,0 0 0 0 0,1 0 0 0 0,-1 0 0 0 0,2 0 0 0 0,-1 0 1 0 0,1 0-1 0 0,0 0 0 0 0,0-1 0 0 0,1 0 0 0 0,0 0 0 0 0,0 0 1 0 0,0 0-1 0 0,1 0 0 0 0,7 7 0 0 0,-2-4-305 0 0,1 0 0 0 0,0-1 0 0 0,1 0-1 0 0,0-1 1 0 0,0 0 0 0 0,25 10 0 0 0,8-5-4926 0 0,7-7-6378 0 0,-38-5 8433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5.8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35 1664 0 0,'0'0'1637'0'0,"-1"1"-1538"0"0,1-1-1 0 0,-1 0 0 0 0,1 0 1 0 0,-1 0-1 0 0,1 0 1 0 0,-1 0-1 0 0,1 0 1 0 0,-1 0-1 0 0,1 0 0 0 0,-1 0 1 0 0,1 0-1 0 0,-1 0 1 0 0,1 0-1 0 0,-1-1 1 0 0,1 1-1 0 0,-1 0 0 0 0,1 0 1 0 0,-1-1-1 0 0,1 1 1 0 0,-1 0-1 0 0,0-1 0 0 0,-1-13 2078 0 0,2 13-2087 0 0,0 1 0 0 0,1-1-1 0 0,-1 1 1 0 0,0-1-1 0 0,0 0 1 0 0,0 1-1 0 0,0-1 1 0 0,0 0 0 0 0,0 1-1 0 0,0-1 1 0 0,0 0-1 0 0,0 1 1 0 0,0-1 0 0 0,0 1-1 0 0,-1-1 1 0 0,1 0-1 0 0,0 1 1 0 0,0-1-1 0 0,-1 1 1 0 0,1-1 0 0 0,0 0-1 0 0,-1 1 1 0 0,1-1-1 0 0,0 1 1 0 0,-1-1-1 0 0,1 1 1 0 0,-1 0 0 0 0,1-1-1 0 0,-1 1 1 0 0,1-1-1 0 0,-2 0 1 0 0,-5 6 2207 0 0,4 3-1393 0 0,0 1 0 0 0,1 0-1 0 0,0 1 1 0 0,0-1 0 0 0,1 0 0 0 0,0 12 0 0 0,-11 153 1417 0 0,10-144-2247 0 0,1 0 0 0 0,2-1 1 0 0,6 48-1 0 0,-2-43-158 0 0,-4-21 70 0 0,0 1 5 0 0,1 0 0 0 0,0-1 1 0 0,6 20-1 0 0,8 16-624 0 0,-10-35 497 0 0,-5-10 80 0 0,0 0-1 0 0,1-1 0 0 0,0 1 1 0 0,0 0-1 0 0,0 0 1 0 0,1-1-1 0 0,4 7 0 0 0,-7-10 47 0 0,1 0 0 0 0,-1 0 0 0 0,0 0 0 0 0,0 0 0 0 0,0 0 0 0 0,1 0 0 0 0,-1 0 0 0 0,0 0 0 0 0,0 0 0 0 0,0 0 0 0 0,0 1 0 0 0,1-1 0 0 0,-1 0-1 0 0,0 0 1 0 0,0 0 0 0 0,0 0 0 0 0,0 0 0 0 0,0 1 0 0 0,1-1 0 0 0,-1 0 0 0 0,0 0 0 0 0,0 0 0 0 0,0 0 0 0 0,0 1 0 0 0,0-1 0 0 0,0 0 0 0 0,0 0 0 0 0,0 0-1 0 0,0 0 1 0 0,0 1 0 0 0,0-1 0 0 0,0 0 0 0 0,1 0 0 0 0,-1 0 0 0 0,-1 1 0 0 0,1-1 0 0 0,0 0 0 0 0,0 0 0 0 0,0 0 0 0 0,0 1 0 0 0,0-1 0 0 0,0 0 0 0 0,0 0-1 0 0,0 0 1 0 0,0 1 0 0 0,0-1 0 0 0,0 0 0 0 0,0 0 0 0 0,-1 1 0 0 0,0 4-73 0 0,16 12-281 0 0,-13-15 122 0 0,0 0 0 0 0,1 0 0 0 0,-1-1 0 0 0,0 1 0 0 0,1-1 1 0 0,0 0-1 0 0,-1 0 0 0 0,1 0 0 0 0,0 0 0 0 0,0 0 0 0 0,-1 0 0 0 0,5 0 1 0 0,99 20-11177 0 0,-78-16 8043 0 0,-16-5 1995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6.2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15 2304 0 0,'-4'-3'9952'0'0,"-16"-6"-5169"0"0,16 7-3268 0 0,32 2-1318 0 0,240 0-2687 0 0,-248-1 682 0 0,43 4-7557 0 0,-33 9 4277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7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34 162 2112 0 0,'0'0'9162'0'0,"-4"-2"-8186"0"0,4 2-963 0 0,0 0 0 0 0,-1 0 0 0 0,1 0 0 0 0,0 0 1 0 0,0 0-1 0 0,0 0 0 0 0,-1 0 0 0 0,1 0 0 0 0,0 0 0 0 0,0 0 0 0 0,0 0 0 0 0,-1 0 0 0 0,1 1 0 0 0,0-1 0 0 0,0 0 0 0 0,0 0 0 0 0,-1 0 0 0 0,1 0 0 0 0,0 0 0 0 0,0 0 0 0 0,0 0 0 0 0,0 1 0 0 0,0-1 0 0 0,-1 0 0 0 0,1 0 0 0 0,0 0 0 0 0,0 0 0 0 0,0 1 0 0 0,0-1 0 0 0,0 0 0 0 0,0 0 0 0 0,0 0 1 0 0,-1 0-1 0 0,1 1 0 0 0,0-1 0 0 0,0 0 0 0 0,0 0 0 0 0,0 0 0 0 0,0 1 0 0 0,0-1 0 0 0,0 0 0 0 0,0 0 0 0 0,0 1 0 0 0,0-1 0 0 0,0 0 0 0 0,0 0 0 0 0,1 0 0 0 0,-1 1 0 0 0,0-1 0 0 0,0 0 0 0 0,0 0 0 0 0,0 0 0 0 0,0 0 0 0 0,0 1 0 0 0,0-1 0 0 0,0 0 0 0 0,1 0 0 0 0,-1 0 0 0 0,0 0 0 0 0,0 1 1 0 0,0-1-1 0 0,1 0 0 0 0,2 5 219 0 0,0 0 1 0 0,0-1 0 0 0,1 1 0 0 0,0-1 0 0 0,0 0 0 0 0,0 0 0 0 0,1 0 0 0 0,-1 0 0 0 0,1-1-1 0 0,0 0 1 0 0,0 0 0 0 0,0 0 0 0 0,0 0 0 0 0,8 2 0 0 0,-11-4-220 0 0,0-1 0 0 0,-1 1-1 0 0,1-1 1 0 0,-1 1 0 0 0,1-1 0 0 0,0 0 0 0 0,-1 1 0 0 0,1-1-1 0 0,0 0 1 0 0,0 0 0 0 0,-1 0 0 0 0,1 0 0 0 0,0 0 0 0 0,-1-1-1 0 0,1 1 1 0 0,0 0 0 0 0,-1-1 0 0 0,1 0 0 0 0,-1 1 0 0 0,1-1-1 0 0,0 0 1 0 0,-1 0 0 0 0,0 1 0 0 0,1-1 0 0 0,-1 0 0 0 0,2-2-1 0 0,14-4 74 0 0,-13 0-64 0 0,0 0 0 0 0,0 0 0 0 0,-1 0 0 0 0,1 0 0 0 0,-2 0 0 0 0,5-15 0 0 0,-7 20-54 0 0,0-7 43 0 0,0-1 39 0 0,0 0-4 0 0,0 0-1 0 0,-1 0 0 0 0,-2-16 0 0 0,2 22-18 0 0,0 0 0 0 0,0 0 0 0 0,-1 0 0 0 0,1 1 0 0 0,-1-1 0 0 0,0 1 0 0 0,0-1-1 0 0,0 1 1 0 0,0 0 0 0 0,0 0 0 0 0,-1 0 0 0 0,0 0 0 0 0,1 0 0 0 0,-6-3 0 0 0,6 4-17 0 0,-1 0 1 0 0,0 0-1 0 0,0 0 0 0 0,0 0 1 0 0,0 1-1 0 0,0 0 1 0 0,0-1-1 0 0,0 1 1 0 0,0 0-1 0 0,-1 1 0 0 0,1-1 1 0 0,0 1-1 0 0,-1-1 1 0 0,1 1-1 0 0,0 0 1 0 0,-1 0-1 0 0,1 0 0 0 0,0 1 1 0 0,-1-1-1 0 0,1 1 1 0 0,-4 1-1 0 0,1 0-3 0 0,-21 9 150 0 0,26-11-153 0 0,1 0-1 0 0,-1 1 1 0 0,0-1-1 0 0,1 1 1 0 0,-1-1 0 0 0,0 1-1 0 0,1-1 1 0 0,-1 1 0 0 0,1-1-1 0 0,-1 1 1 0 0,1-1-1 0 0,-1 1 1 0 0,1 0 0 0 0,-1-1-1 0 0,1 1 1 0 0,0 0-1 0 0,-1-1 1 0 0,1 1 0 0 0,0 0-1 0 0,0 0 1 0 0,-1-1 0 0 0,1 1-1 0 0,0 1 1 0 0,-12 3-186 0 0,2 34 278 0 0,9-36-89 0 0,-1 2-3 0 0,0 0 0 0 0,1-1 0 0 0,-1 1 0 0 0,1 0 0 0 0,0 1 0 0 0,0-1 0 0 0,1 0 0 0 0,-1 0 0 0 0,1 0 0 0 0,0 0 0 0 0,1 0 0 0 0,-1 1 0 0 0,1-1 0 0 0,0 0 0 0 0,0 0 0 0 0,3 5 0 0 0,2 2-51 0 0,0-1 0 0 0,1 0 0 0 0,1 0 0 0 0,-1-1 0 0 0,2 1-1 0 0,0-2 1 0 0,0 1 0 0 0,0-2 0 0 0,1 1 0 0 0,0-1 0 0 0,13 7 0 0 0,-10-8-170 0 0,0 0 0 0 0,1-1 1 0 0,0 0-1 0 0,0-1 0 0 0,0-1 1 0 0,1 0-1 0 0,22 2 1 0 0,-19-4-1193 0 0,0 0 0 0 0,21-1 1 0 0,-30-1 487 0 0,-7 0 547 0 0,0 0-1 0 0,0 0 1 0 0,0-1 0 0 0,-1 1-1 0 0,1 0 1 0 0,0-1-1 0 0,0 1 1 0 0,0-1 0 0 0,-1 1-1 0 0,1-1 1 0 0,0 0 0 0 0,-1 0-1 0 0,3-1 1 0 0,-3 1 106 0 0,0 0 1 0 0,0 0-1 0 0,0 1 1 0 0,1-1-1 0 0,-1 1 1 0 0,0-1-1 0 0,0 1 1 0 0,0-1-1 0 0,1 1 1 0 0,-1 0-1 0 0,0-1 1 0 0,0 1-1 0 0,2 0 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7.6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1984 0 0,'84'61'9280'0'0,"-81"-59"-9125"0"0,0 0 0 0 0,0 0 0 0 0,-1 0 0 0 0,1 0 0 0 0,-1 1 0 0 0,1-1 0 0 0,-1 1 0 0 0,0-1 0 0 0,0 1 0 0 0,0 0 0 0 0,-1 0 0 0 0,4 5 0 0 0,2 5-186 0 0,-3-2-15 0 0,-3-6 54 0 0,27 31 206 0 0,-17-15-244 0 0,16 42 1 0 0,-27-62 29 0 0,0 0 0 0 0,1 0 1 0 0,-1 0-1 0 0,0-1 0 0 0,1 1 0 0 0,-1 0 0 0 0,0 0 1 0 0,0 0-1 0 0,0 0 0 0 0,0 0 0 0 0,0 0 1 0 0,0 0-1 0 0,0 0 0 0 0,0 0 0 0 0,-1 0 0 0 0,1 0 1 0 0,0 0-1 0 0,0 0 0 0 0,-1-1 0 0 0,1 1 1 0 0,-1 0-1 0 0,1 0 0 0 0,-1 0 0 0 0,1 0 0 0 0,-1-1 1 0 0,1 1-1 0 0,-1 0 0 0 0,0-1 0 0 0,1 1 1 0 0,-1 0-1 0 0,0-1 0 0 0,1 1 0 0 0,-1-1 0 0 0,0 1 1 0 0,0-1-1 0 0,0 1 0 0 0,0-1 0 0 0,0 0 1 0 0,1 1-1 0 0,-1-1 0 0 0,-2 0 0 0 0,0 1 18 0 0,0 0 0 0 0,0-1-1 0 0,0 0 1 0 0,-1 0 0 0 0,1 0 0 0 0,0 0-1 0 0,0 0 1 0 0,-1-1 0 0 0,-5 0 0 0 0,6-1 21 0 0,1 2-17 0 0,0-1 1 0 0,0 1-1 0 0,-1-1 1 0 0,1 0-1 0 0,0 0 1 0 0,0 0 0 0 0,0 0-1 0 0,0 0 1 0 0,0 0-1 0 0,1-1 1 0 0,-1 1-1 0 0,0-1 1 0 0,0 1-1 0 0,1-1 1 0 0,-1 0-1 0 0,1 1 1 0 0,0-1-1 0 0,-1 0 1 0 0,1 0 0 0 0,0 0-1 0 0,0 0 1 0 0,0 0-1 0 0,1 0 1 0 0,-2-3-1 0 0,-8-13 393 0 0,8 15-352 0 0,0 0 0 0 0,1 0 1 0 0,-1 0-1 0 0,0 0 0 0 0,1 0 0 0 0,0-1 0 0 0,0 1 0 0 0,0 0 0 0 0,0-1 0 0 0,0 1 0 0 0,1-1 1 0 0,-1 1-1 0 0,1-1 0 0 0,0 1 0 0 0,0-1 0 0 0,0 1 0 0 0,1-1 0 0 0,-1 1 0 0 0,1-1 0 0 0,0 1 1 0 0,0 0-1 0 0,2-5 0 0 0,25-70 427 0 0,-18 59-676 0 0,11 15-2993 0 0,40-20-9967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8.2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128 1 2720 0 0,'-26'1'10600'0'0,"-4"9"-8251"0"0,26-7-2236 0 0,1 1-1 0 0,0-1 1 0 0,0 0 0 0 0,0 1 0 0 0,1 0 0 0 0,-1 0-1 0 0,1 0 1 0 0,0 0 0 0 0,0 0 0 0 0,0 0 0 0 0,0 0-1 0 0,1 1 1 0 0,0-1 0 0 0,0 1 0 0 0,0-1 0 0 0,0 1-1 0 0,1-1 1 0 0,0 1 0 0 0,0 8 0 0 0,4-6-72 0 0,0 1 0 0 0,0-1-1 0 0,1 1 1 0 0,-1-1 0 0 0,2 0 0 0 0,-1-1 0 0 0,1 1 0 0 0,8 6 0 0 0,29 25-148 0 0,-20-33 91 0 0,-19 1-71 0 0,-4-6 78 0 0,0 0-1 0 0,1 1 1 0 0,-1-1 0 0 0,0 1 0 0 0,0-1-1 0 0,1 0 1 0 0,-1 1 0 0 0,0-1-1 0 0,0 0 1 0 0,1 1 0 0 0,-1-1 0 0 0,0 0-1 0 0,1 0 1 0 0,-1 1 0 0 0,1-1 0 0 0,-1 0-1 0 0,0 0 1 0 0,1 0 0 0 0,-1 0-1 0 0,1 1 1 0 0,-1-1 0 0 0,1 0 0 0 0,-1 0-1 0 0,0 0 1 0 0,1 0 0 0 0,-1 0 0 0 0,1 0-1 0 0,-1 0 1 0 0,1 0 0 0 0,-1 0-1 0 0,1 0 1 0 0,1 0 14 0 0,-1 0-1 0 0,0 0 0 0 0,1 1 1 0 0,-1-1-1 0 0,0 1 1 0 0,0-1-1 0 0,1 1 1 0 0,-1-1-1 0 0,0 1 1 0 0,0 0-1 0 0,0-1 1 0 0,0 1-1 0 0,0 0 0 0 0,0 0 1 0 0,0 0-1 0 0,0 0 1 0 0,0 0-1 0 0,0 0 1 0 0,0 0-1 0 0,1 3 1 0 0,4 4-110 0 0,0-2 98 0 0,0 0 0 0 0,0 1 0 0 0,-1-1 0 0 0,0 1 0 0 0,-1 0 0 0 0,0 0 0 0 0,0 1 0 0 0,0-1-1 0 0,-1 1 1 0 0,0 0 0 0 0,0 0 0 0 0,-1 0 0 0 0,0 0 0 0 0,0 1 0 0 0,0 8 0 0 0,-2-14 8 0 0,0-2 3 0 0,0 1-1 0 0,1-1 1 0 0,-1 0 0 0 0,0 1-1 0 0,0-1 1 0 0,0 1-1 0 0,-1-1 1 0 0,1 0-1 0 0,0 1 1 0 0,-1-1-1 0 0,1 1 1 0 0,0-1-1 0 0,-1 0 1 0 0,0 0-1 0 0,1 1 1 0 0,-1-1-1 0 0,0 0 1 0 0,1 0-1 0 0,-1 0 1 0 0,0 1-1 0 0,0-1 1 0 0,0 0-1 0 0,0 0 1 0 0,0 0-1 0 0,0-1 1 0 0,-1 1 0 0 0,1 0-1 0 0,0 0 1 0 0,0-1-1 0 0,-1 1 1 0 0,1 0-1 0 0,0-1 1 0 0,-1 0-1 0 0,1 1 1 0 0,-2-1-1 0 0,0 2 25 0 0,-7 2-6 0 0,3 1 14 0 0,3 0 34 0 0,2-5-49 0 0,0 0 0 0 0,1 1 0 0 0,-1-1 0 0 0,1 0 0 0 0,-1 1 0 0 0,0-1 0 0 0,1 0 0 0 0,-1 0 0 0 0,0 0 0 0 0,1-1 0 0 0,-1 1 0 0 0,0 0 0 0 0,-2-1-1 0 0,-67-11 151 0 0,68 11-215 0 0,0 0 0 0 0,0 1 0 0 0,1-1 0 0 0,-1 0 0 0 0,0-1 0 0 0,1 1 0 0 0,-1 0 0 0 0,1-1 0 0 0,-4-2 0 0 0,3 2-113 0 0,0-1-42 0 0,-2-1-553 0 0,-1 0 1 0 0,1 0-1 0 0,1-1 0 0 0,-1 1 0 0 0,-4-8 1 0 0,-4-6-5464 0 0,-15-35 1 0 0,26 49 5539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8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70 1824 0 0,'0'0'10597'0'0,"-1"0"-10571"0"0,1 0 0 0 0,0 0 0 0 0,-1 0 1 0 0,1-1-1 0 0,0 1 0 0 0,0 0 0 0 0,-1 0 0 0 0,1 0 0 0 0,0 0 1 0 0,-1 0-1 0 0,1 0 0 0 0,0 0 0 0 0,-1 0 0 0 0,1 0 0 0 0,-1 0 0 0 0,1 0 1 0 0,0 0-1 0 0,0 0 0 0 0,-1 0 0 0 0,1 0 0 0 0,0 1 0 0 0,-1-1 1 0 0,1 0-1 0 0,0 0 0 0 0,-1 0 0 0 0,1 0 0 0 0,0 1 0 0 0,0-1 1 0 0,-1 0-1 0 0,1 0 0 0 0,0 1 0 0 0,0-1 0 0 0,-1 0 0 0 0,1 0 1 0 0,0 1-1 0 0,0-1 0 0 0,0 0 0 0 0,0 0 0 0 0,-1 1 0 0 0,1-1 0 0 0,0 1 1 0 0,0 0 7 0 0,-1 1 0 0 0,1-1 0 0 0,0 0 0 0 0,0 1 0 0 0,0-1 0 0 0,0 0 0 0 0,0 1 0 0 0,1-1 0 0 0,-1 1 0 0 0,0-1 0 0 0,0 0 0 0 0,1 1 0 0 0,-1-1 0 0 0,1 0 0 0 0,0 0 0 0 0,-1 1 0 0 0,1-1 0 0 0,0 0 0 0 0,-1 0 0 0 0,1 0 0 0 0,0 0 0 0 0,0 0 0 0 0,0 0 1 0 0,0 0-1 0 0,0 0 0 0 0,0 0 0 0 0,0 0 0 0 0,0-1 0 0 0,1 1 0 0 0,-1 0 0 0 0,0-1 0 0 0,0 1 0 0 0,3 0 0 0 0,-3-1-28 0 0,0 0 1 0 0,0 0-1 0 0,0 1 0 0 0,-1-1 0 0 0,1 0 1 0 0,0 0-1 0 0,0 1 0 0 0,-1-1 1 0 0,1 1-1 0 0,0-1 0 0 0,-1 1 1 0 0,1-1-1 0 0,0 1 0 0 0,-1-1 1 0 0,1 1-1 0 0,-1 0 0 0 0,2 0 1 0 0,1 3 34 0 0,1-3 30 0 0,0 0 1 0 0,0-1 0 0 0,0 1 0 0 0,0-1 0 0 0,0 1 0 0 0,1-1 0 0 0,-1-1 0 0 0,5 0-1 0 0,5 1 296 0 0,-11-2-223 0 0,9-16 358 0 0,-16 6-361 0 0,0 4 42 0 0,-26-53 825 0 0,29 59-1000 0 0,1 1-1 0 0,-1-1 0 0 0,1 1 0 0 0,-1 0 1 0 0,0-1-1 0 0,0 1 0 0 0,0 0 0 0 0,0-1 0 0 0,0 1 1 0 0,0 0-1 0 0,0 0 0 0 0,0 0 0 0 0,-1 0 0 0 0,1 0 1 0 0,0 0-1 0 0,0 0 0 0 0,-1 1 0 0 0,1-1 1 0 0,-1 0-1 0 0,1 1 0 0 0,-1-1 0 0 0,1 1 0 0 0,-1-1 1 0 0,1 1-1 0 0,-4-1 0 0 0,3 2-202 0 0,0 0 0 0 0,0 0 0 0 0,0 0-1 0 0,0 0 1 0 0,0 0 0 0 0,0 1 0 0 0,0-1 0 0 0,1 1-1 0 0,-1-1 1 0 0,0 1 0 0 0,1-1 0 0 0,-1 1 0 0 0,1 0-1 0 0,-1 0 1 0 0,1 0 0 0 0,-2 3 0 0 0,-36 80-14498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9.1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 1888 0 0,'-14'56'10848'0'0,"28"-42"-10496"0"0,-14 0-32 0 0,43 0 736 0 0,-29-14-352 0 0,14 0 799 0 0,-28-14-1151 0 0,0 0-352 0 0,-28-14-64 0 0,-29 14-6047 0 0,29 14-4545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2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341 29 3488 0 0,'-14'14'16197'0'0,"12"-11"-15872"0"0,-15 7 196 0 0,-16-9 28 0 0,14-1-392 0 0,-9-3-344 0 0,0-2 1 0 0,0 0-1 0 0,1-2 1 0 0,-50-19-1 0 0,75 25 181 0 0,-11-4-32 0 0,11 4 46 0 0,0 0 1 0 0,0 1-1 0 0,0-1 0 0 0,0 0 1 0 0,0 1-1 0 0,0 0 0 0 0,0-1 1 0 0,0 1-1 0 0,0 0 0 0 0,0 0 1 0 0,-2 0-1 0 0,-4 1-11 0 0,3 13 355 0 0,2-4-207 0 0,0 0 1 0 0,1 0-1 0 0,0 1 1 0 0,0-1-1 0 0,1 0 1 0 0,1 1 0 0 0,0-1-1 0 0,0 1 1 0 0,3 15-1 0 0,-2-16-128 0 0,3 35 325 0 0,3 63-167 0 0,-7-73-27 0 0,3 64-56 0 0,2-51-196 0 0,-1-9 12 0 0,-1 46 0 0 0,-3-83 88 0 0,0 1 0 0 0,0-1 0 0 0,0 0 0 0 0,0 1 0 0 0,1-1 0 0 0,-1 0 0 0 0,1 1 0 0 0,-1-1 0 0 0,1 0 0 0 0,0 0 0 0 0,0 0 0 0 0,0 0 0 0 0,1 2 0 0 0,2 3 12 0 0,-4-7-9 0 0,0 0 0 0 0,0 1-1 0 0,0-1 1 0 0,0 0 0 0 0,0 1 0 0 0,0-1 0 0 0,0 0-1 0 0,0 1 1 0 0,0-1 0 0 0,0 0 0 0 0,1 0-1 0 0,-1 1 1 0 0,0-1 0 0 0,0 0 0 0 0,0 0 0 0 0,0 1-1 0 0,1-1 1 0 0,-1 0 0 0 0,0 0 0 0 0,0 0 0 0 0,1 1-1 0 0,-1-1 1 0 0,0 0 0 0 0,0 0 0 0 0,1 0 0 0 0,-1 0-1 0 0,0 1 1 0 0,1-1 0 0 0,-1 0 0 0 0,0 0 0 0 0,0 0-1 0 0,1 0 1 0 0,-1 0 0 0 0,0 0 0 0 0,1 0 0 0 0,-1 0-1 0 0,0 0 1 0 0,1 0 0 0 0,-1 0 0 0 0,0 0-1 0 0,0 0 1 0 0,1 0 0 0 0,0-1 0 0 0,12-10 3 0 0,-11 9 1 0 0,48-55 168 0 0,-49 56-168 0 0,-1 0 1 0 0,1 0 0 0 0,0 0 0 0 0,0 0 0 0 0,0 0-1 0 0,-1 0 1 0 0,1 0 0 0 0,0 0 0 0 0,0 0-1 0 0,1 0 1 0 0,-1 1 0 0 0,0-1 0 0 0,0 0 0 0 0,0 1-1 0 0,0-1 1 0 0,1 1 0 0 0,-1-1 0 0 0,0 1-1 0 0,1 0 1 0 0,-1-1 0 0 0,0 1 0 0 0,0 0 0 0 0,3 0-1 0 0,5-1 0 0 0,26-4 4 0 0,43-1-1 0 0,-76 6-15 0 0,1 0 0 0 0,-1 0 0 0 0,1 1 0 0 0,-1-1 0 0 0,1 1-1 0 0,-1-1 1 0 0,1 1 0 0 0,-1 0 0 0 0,0 0 0 0 0,4 2 0 0 0,4 1 3 0 0,-1-4 23 0 0,-8 1 2 0 0,22 24 9 0 0,-14-17-45 0 0,1 1 4 0 0,-1 1-1 0 0,0 0 0 0 0,-1 0 0 0 0,11 16 0 0 0,-10-9 44 0 0,-1 0 0 0 0,-1 1 0 0 0,0 0 0 0 0,4 22 0 0 0,-9-36 14 0 0,-1 1 0 0 0,0-1 0 0 0,-1 0-1 0 0,1 0 1 0 0,-1 1 0 0 0,1-1 0 0 0,-2 9 0 0 0,1-13-28 0 0,0 1 0 0 0,-1 0 0 0 0,1 0 0 0 0,0-1 0 0 0,-1 1 0 0 0,1 0 0 0 0,-1-1 0 0 0,1 1 0 0 0,-1 0 0 0 0,1-1 0 0 0,-1 1 0 0 0,1-1 0 0 0,-1 1 0 0 0,0 0 0 0 0,1-1 0 0 0,-1 0 0 0 0,0 1 0 0 0,1-1 0 0 0,-1 1-1 0 0,-1-1 1 0 0,-10 9 204 0 0,9-6-111 0 0,1-1-74 0 0,0 0 1 0 0,1 0 0 0 0,-1-1-1 0 0,0 1 1 0 0,0 0 0 0 0,0-1-1 0 0,0 1 1 0 0,0-1 0 0 0,-1 0-1 0 0,1 0 1 0 0,0 1 0 0 0,-1-2-1 0 0,1 1 1 0 0,-1 0 0 0 0,1 0-1 0 0,-5 0 1 0 0,6-1-28 0 0,0 0 0 0 0,1 0 0 0 0,-1 0 1 0 0,1 0-1 0 0,-1 0 0 0 0,0 0 0 0 0,1 0 0 0 0,-1 0 1 0 0,0 0-1 0 0,1 1 0 0 0,-1-1 0 0 0,1 0 0 0 0,-1 0 0 0 0,1 1 1 0 0,-1-1-1 0 0,1 0 0 0 0,-1 1 0 0 0,1-1 0 0 0,-1 1 1 0 0,1-1-1 0 0,-1 1 0 0 0,1-1 0 0 0,-1 1 0 0 0,0 0 1 0 0,1-1 0 0 0,0 1 0 0 0,-1-1 0 0 0,1 1 0 0 0,0-1 0 0 0,-1 1 0 0 0,1-1 0 0 0,-1 1 0 0 0,1-1 0 0 0,-1 0 0 0 0,1 1 1 0 0,-1-1-1 0 0,0 0 0 0 0,1 1 0 0 0,-1-1 0 0 0,1 0 0 0 0,-1 0 0 0 0,1 1 0 0 0,-1-1 0 0 0,0 0 0 0 0,1 0 1 0 0,-1 0-1 0 0,0 0 0 0 0,1 0 0 0 0,-2 0 0 0 0,-4-1 1 0 0,0 1 0 0 0,0 0 0 0 0,0 1 0 0 0,-1-1 1 0 0,1 1-1 0 0,0 0 0 0 0,0 1 0 0 0,1 0 0 0 0,-11 4 0 0 0,14-6-2 0 0,0 1 0 0 0,1 0 0 0 0,-1 0 0 0 0,0-1 0 0 0,0 1 0 0 0,0-1 0 0 0,0 1-1 0 0,0-1 1 0 0,0 0 0 0 0,0 0 0 0 0,0 0 0 0 0,-3 0 0 0 0,-5-2-147 0 0,0-1 0 0 0,1 0 0 0 0,-17-6 0 0 0,5 0-1049 0 0,-1-1-1 0 0,1 0 1 0 0,1-2 0 0 0,-25-18 0 0 0,41 27 149 0 0,0-1 1 0 0,1 0 0 0 0,-1 0-1 0 0,1 0 1 0 0,0 0-1 0 0,0-1 1 0 0,0 0 0 0 0,1 1-1 0 0,0-1 1 0 0,0 0-1 0 0,0 0 1 0 0,0 0 0 0 0,1 0-1 0 0,-1 0 1 0 0,1 0-1 0 0,0-7 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3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2400 0 0,'0'0'5429'0'0,"0"7"-3360"0"0,0 22 177 0 0,0-22-1462 0 0,0-2-395 0 0,0 10-20 0 0,0 0 1 0 0,2 1-1 0 0,0-1 0 0 0,0 0 1 0 0,1 0-1 0 0,8 20 0 0 0,8 38 678 0 0,-16-54-813 0 0,-3-17-10 0 0,-1-27 56 0 0,1-6-39 0 0,6-55-1 0 0,-6 81-217 0 0,0 0 0 0 0,1 1 0 0 0,0-1 0 0 0,0 0-1 0 0,1 1 1 0 0,-1-1 0 0 0,1 1 0 0 0,0-1 0 0 0,0 1 0 0 0,1 0-1 0 0,-1-1 1 0 0,1 1 0 0 0,0 0 0 0 0,0 1 0 0 0,0-1 0 0 0,0 1-1 0 0,1-1 1 0 0,4-3 0 0 0,-5 6 21 0 0,0 0 0 0 0,0 0 0 0 0,0 1 0 0 0,0-1 0 0 0,1 1 0 0 0,-1-1 0 0 0,0 1 0 0 0,0 0 0 0 0,0 0 0 0 0,0 1 0 0 0,0-1 0 0 0,0 1 0 0 0,0-1 0 0 0,1 1 0 0 0,4 2 0 0 0,-7-3-16 0 0,1 1 0 0 0,0-1-1 0 0,0 1 1 0 0,0 0 0 0 0,-1 0 0 0 0,1-1 0 0 0,0 1-1 0 0,-1 0 1 0 0,1 1 0 0 0,-1-1 0 0 0,1 0-1 0 0,-1 0 1 0 0,1 1 0 0 0,-1-1 0 0 0,0 1 0 0 0,0-1-1 0 0,0 1 1 0 0,0-1 0 0 0,0 1 0 0 0,2 3-1 0 0,4 8 153 0 0,-5-12-146 0 0,0 1 14 0 0,0 0 0 0 0,0 0 1 0 0,0 0-1 0 0,0 0 0 0 0,0 0 0 0 0,-1 1 0 0 0,1-1 1 0 0,-1 1-1 0 0,1-1 0 0 0,-1 1 0 0 0,0 0 0 0 0,0-1 1 0 0,0 1-1 0 0,1 5 0 0 0,-2-7-34 0 0,0 0 0 0 0,1 0-1 0 0,-1 0 1 0 0,0-1 0 0 0,1 1 0 0 0,-1 0-1 0 0,1 0 1 0 0,-1 0 0 0 0,1 0 0 0 0,-1-1-1 0 0,1 1 1 0 0,-1 0 0 0 0,1-1 0 0 0,0 1 0 0 0,-1 0-1 0 0,2 0 1 0 0,3 4 56 0 0,0 1-2 0 0,6 28 153 0 0,-10-30-201 0 0,6 16 87 0 0,-7-20-110 0 0,0 0 0 0 0,0 0 1 0 0,0 0-1 0 0,0 0 0 0 0,0 0 0 0 0,1 0 1 0 0,-1 0-1 0 0,0 0 0 0 0,0 0 0 0 0,0 0 1 0 0,0 0-1 0 0,0 0 0 0 0,0 0 0 0 0,0 0 1 0 0,1 0-1 0 0,-1 0 0 0 0,0 0 1 0 0,0 0-1 0 0,0 0 0 0 0,0 0 0 0 0,0 0 1 0 0,0 0-1 0 0,1 0 0 0 0,-1 0 0 0 0,0 0 1 0 0,0 0-1 0 0,0 0 0 0 0,0 0 1 0 0,0 0-1 0 0,0 0 0 0 0,0 0 0 0 0,1 0 1 0 0,-1 0-1 0 0,0 0 0 0 0,0 0 0 0 0,0 0 1 0 0,0 0-1 0 0,0-1 0 0 0,0 1 0 0 0,0 0 1 0 0,0 0-1 0 0,0 0 0 0 0,0 0 1 0 0,1 0-1 0 0,-1 0 0 0 0,0 0 0 0 0,0-1 1 0 0,0 1-1 0 0,0 0 0 0 0,0 0 0 0 0,0 0 1 0 0,0 0-1 0 0,0 0 0 0 0,0 0 1 0 0,0 0-1 0 0,0-1 0 0 0,0 1 0 0 0,0 0 1 0 0,0 0-1 0 0,0 0 0 0 0,6-43-658 0 0,-1 3 358 0 0,-5 40 304 0 0,0-1 0 0 0,0 1 0 0 0,0-1 0 0 0,0 1 0 0 0,0 0 0 0 0,0-1 0 0 0,1 1 0 0 0,-1-1 0 0 0,0 1 0 0 0,0-1 0 0 0,0 1 0 0 0,0-1 0 0 0,1 1 0 0 0,-1 0 0 0 0,0-1 0 0 0,0 1 0 0 0,1 0 0 0 0,-1-1 0 0 0,0 1 0 0 0,1 0 0 0 0,-1-1 0 0 0,0 1 0 0 0,1 0 0 0 0,-1-1 0 0 0,0 1 0 0 0,1 0 0 0 0,-1 0 0 0 0,1 0 0 0 0,-1-1 0 0 0,0 1 0 0 0,1 0 0 0 0,-1 0 0 0 0,1 0 0 0 0,-1 0 0 0 0,1 0 0 0 0,-1 0 0 0 0,1 0 0 0 0,-1 0 0 0 0,1 0 0 0 0,1 0 18 0 0,3-6 24 0 0,7-2-6 0 0,-11 7-34 0 0,9-1 72 0 0,16 12 247 0 0,-4 2 33 0 0,0 1-1 0 0,-1 1 1 0 0,25 22 0 0 0,-41-32-432 0 0,0 1 0 0 0,-1 0 1 0 0,1 1-1 0 0,-1-1 1 0 0,0 1-1 0 0,0-1 0 0 0,-1 1 1 0 0,0 0-1 0 0,0 1 1 0 0,4 11-1 0 0,12 34-7059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4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0 690 2528 0 0,'5'0'3354'0'0,"2"1"-431"0"0,-4-1-2165 0 0,1 0 0 0 0,-1 0-1 0 0,1 0 1 0 0,-1 0 0 0 0,1 0 0 0 0,-1 0-1 0 0,0-1 1 0 0,1 0 0 0 0,-1 0-1 0 0,0 0 1 0 0,0 0 0 0 0,4-2-1 0 0,28-25 1617 0 0,-32 26-2323 0 0,-1 1 0 0 0,1-1 0 0 0,-1 0 0 0 0,0 1 0 0 0,0-1 0 0 0,0 0 0 0 0,0 0 1 0 0,0-1-1 0 0,-1 1 0 0 0,1 0 0 0 0,0-1 0 0 0,-1 1 0 0 0,0 0 0 0 0,0-1 0 0 0,0 0 0 0 0,0 1 1 0 0,0-1-1 0 0,0 0 0 0 0,0 1 0 0 0,-1-1 0 0 0,0 0 0 0 0,1 0 0 0 0,-1-5 0 0 0,2 3 13 0 0,-1 3-63 0 0,1 1 0 0 0,-1-1 0 0 0,0 0 0 0 0,0 0 0 0 0,0 0 0 0 0,0 0 0 0 0,0 0 0 0 0,0 0 0 0 0,-1 0 0 0 0,2-3 0 0 0,4-30 76 0 0,-2 0 1 0 0,-1 0-1 0 0,-2-45 0 0 0,-3-2 259 0 0,-22-142 0 0 0,22 209-339 0 0,1 10 52 0 0,1 0-1 0 0,-1-1 0 0 0,0 1 1 0 0,0 0-1 0 0,0 0 0 0 0,-1 0 1 0 0,1 1-1 0 0,-1-1 1 0 0,-4-7-1 0 0,5 12-35 0 0,1-1 0 0 0,-1 1 0 0 0,1 0 0 0 0,-1 0 0 0 0,1 0 1 0 0,-1 0-1 0 0,1 0 0 0 0,-1 0 0 0 0,1 0 0 0 0,-1 0 0 0 0,1 0 0 0 0,-1 0 0 0 0,1 0 0 0 0,-1 0 0 0 0,1 0 0 0 0,-1 0 1 0 0,1 0-1 0 0,-1 0 0 0 0,1 1 0 0 0,-1-1 0 0 0,1 0 0 0 0,-1 0 0 0 0,1 1 0 0 0,0-1 0 0 0,-1 0 0 0 0,1 1 1 0 0,-1-1-1 0 0,1 0 0 0 0,0 1 0 0 0,-1-1 0 0 0,1 1 0 0 0,-26 32 405 0 0,21-23-385 0 0,1 0 0 0 0,0 1-1 0 0,0 0 1 0 0,1-1 0 0 0,0 2 0 0 0,1-1 0 0 0,1 0 0 0 0,0 0 0 0 0,0 15 0 0 0,-1 1-37 0 0,-2 6 83 0 0,-4 85 39 0 0,8-102-157 0 0,2 43 137 0 0,10 4 142 0 0,-7-39-211 0 0,13 39 1 0 0,-13-49-94 0 0,1 0 1 0 0,-1 0-1 0 0,2-1 1 0 0,0 0-1 0 0,1-1 1 0 0,0 1-1 0 0,1-2 1 0 0,0 1-1 0 0,17 16 1 0 0,-1-9-497 0 0,2 0 0 0 0,0-2 0 0 0,1-1 0 0 0,37 16 0 0 0,-23-13-1040 0 0,-23-22-3609 0 0,16-22-9000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4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2368 0 0,'14'14'10368'0'0,"0"-14"-9760"0"0,0 0 1088 0 0,0 0-1344 0 0,57 0 1151 0 0,28 0-1247 0 0,70 14-17407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5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2176 0 0,'141'0'13952'0'0,"-28"0"-13121"0"0,-99 0-831 0 0,14 0-64 0 0,1 0-96 0 0,41 0-3839 0 0,-55 0-97 0 0,-1 0 1728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8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30 2784 0 0,'-18'-25'16255'0'0,"8"21"-13492"0"0,10 6-2422 0 0,9 46 369 0 0,96 327 1468 0 0,-90-325-2292 0 0,-3-9 122 0 0,-9-33 3 0 0,-1 0 0 0 0,1 1 0 0 0,-1-1 0 0 0,-1 1 0 0 0,0-1 0 0 0,0 1 0 0 0,-1 9 0 0 0,0-17-22 0 0,0 1 0 0 0,1-1 1 0 0,-1 1-1 0 0,0-1 0 0 0,0 0 1 0 0,1 1-1 0 0,-1-1 0 0 0,1 1 1 0 0,0-1-1 0 0,-1 0 0 0 0,1 1 1 0 0,0-1-1 0 0,-1 0 0 0 0,1 0 1 0 0,0 1-1 0 0,0-1 0 0 0,0 0 1 0 0,2 1-1 0 0,-3-2 10 0 0,0 0 1 0 0,0 0-1 0 0,1 0 0 0 0,-1 1 1 0 0,0-1-1 0 0,0 0 0 0 0,0 0 1 0 0,1 0-1 0 0,-1 1 0 0 0,0-1 1 0 0,0 0-1 0 0,0 0 1 0 0,0 0-1 0 0,0 1 0 0 0,1-1 1 0 0,-1 0-1 0 0,0 0 0 0 0,0 1 1 0 0,0-1-1 0 0,0 0 0 0 0,0 1 1 0 0,0-1-1 0 0,0 0 0 0 0,0 0 1 0 0,0 1-1 0 0,0-1 0 0 0,0 0 1 0 0,0 0-1 0 0,0 1 1 0 0,0-1-1 0 0,0 0 0 0 0,0 1 1 0 0,0-1-1 0 0,0 0 0 0 0,0 0 1 0 0,-1 1-1 0 0,1-1 0 0 0,0 0-10 0 0,0 1-1 0 0,0-1 1 0 0,-1 0 0 0 0,1 0-1 0 0,0 1 1 0 0,0-1-1 0 0,0 0 1 0 0,0 0-1 0 0,0 1 1 0 0,0-1-1 0 0,0 0 1 0 0,0 1 0 0 0,0-1-1 0 0,0 0 1 0 0,0 0-1 0 0,0 1 1 0 0,0-1-1 0 0,0 0 1 0 0,0 1-1 0 0,0-1 1 0 0,0 0 0 0 0,0 0-1 0 0,1 1 1 0 0,-1-1-1 0 0,0 0 1 0 0,0 0-1 0 0,0 1 1 0 0,0-1-1 0 0,0 0 1 0 0,1 0 0 0 0,-1 0-1 0 0,0 1 1 0 0,0-1-1 0 0,0 0 1 0 0,1 0-1 0 0,-1 1 1 0 0,1 0-292 0 0,0 0 0 0 0,0 0 0 0 0,0 0 0 0 0,0 0 0 0 0,0-1 0 0 0,0 1 0 0 0,0 0 0 0 0,0 0 0 0 0,1-1 0 0 0,-1 1 0 0 0,0 0 0 0 0,0-1 0 0 0,1 1 0 0 0,1 0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9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4256 0 0,'18'-5'9072'0'0,"-6"-5"-5180"0"0,-11 8-3747 0 0,0 1 0 0 0,1 0 0 0 0,-1 0 0 0 0,0 0 0 0 0,0 0 0 0 0,1 0 0 0 0,-1 0 0 0 0,0 0 0 0 0,1 1 0 0 0,-1-1 0 0 0,1 0 0 0 0,0 1 0 0 0,-1-1 0 0 0,1 1 0 0 0,-1-1 0 0 0,4 1 0 0 0,9-1 893 0 0,-11 1-912 0 0,-1-1-1 0 0,1 1 1 0 0,0 0 0 0 0,-1 0 0 0 0,1 0 0 0 0,0 0-1 0 0,-1 0 1 0 0,1 1 0 0 0,0-1 0 0 0,-1 1-1 0 0,1 0 1 0 0,-1 0 0 0 0,1 0 0 0 0,-1 0-1 0 0,1 0 1 0 0,-1 0 0 0 0,0 1 0 0 0,0-1-1 0 0,1 1 1 0 0,-1 0 0 0 0,0-1 0 0 0,2 4-1 0 0,6 9 163 0 0,-1 0 0 0 0,0 1 0 0 0,10 24 0 0 0,-15-29-259 0 0,0-1 0 0 0,-1 1 0 0 0,0-1-1 0 0,4 21 1 0 0,5 49-55 0 0,4 137-1 0 0,-16-215 26 0 0,0 1 1 0 0,0-1-1 0 0,0 1 1 0 0,-1 0-1 0 0,1-1 1 0 0,-1 1-1 0 0,1-1 0 0 0,-1 1 1 0 0,0-1-1 0 0,1 1 1 0 0,-1-1-1 0 0,0 0 1 0 0,-1 2-1 0 0,-4 7 105 0 0,-11 47 323 0 0,17-56-418 0 0,-1 1 1 0 0,0-1 0 0 0,1 1-1 0 0,-1-1 1 0 0,0 0-1 0 0,0 1 1 0 0,0-1 0 0 0,0 0-1 0 0,0 0 1 0 0,0 0 0 0 0,0 0-1 0 0,0 0 1 0 0,-1 0 0 0 0,1 0-1 0 0,0 0 1 0 0,-1 0 0 0 0,1 0-1 0 0,-1-1 1 0 0,1 1 0 0 0,-3 0-1 0 0,-7 2-34 0 0,1 0-1 0 0,-1-1 0 0 0,1 0 1 0 0,-17 0-1 0 0,26-2 24 0 0,0 0-1 0 0,0 0 1 0 0,0 0 0 0 0,0-1-1 0 0,0 1 1 0 0,-1 0 0 0 0,1 0-1 0 0,0-1 1 0 0,0 1-1 0 0,0-1 1 0 0,0 1 0 0 0,0-1-1 0 0,0 1 1 0 0,0-1 0 0 0,0 0-1 0 0,0 1 1 0 0,0-1-1 0 0,1 0 1 0 0,-1 0 0 0 0,0 1-1 0 0,0-1 1 0 0,1 0 0 0 0,-1 0-1 0 0,0 0 1 0 0,1 0-1 0 0,-1 0 1 0 0,1 0 0 0 0,-1 0-1 0 0,1 0 1 0 0,-1-2 0 0 0,0 1-15 0 0,-1-12-63 0 0,2 11 79 0 0,0 1-1 0 0,0-1 1 0 0,-1 1 0 0 0,1 0 0 0 0,-1 0 0 0 0,1-1 0 0 0,-1 1 0 0 0,0 0 0 0 0,0 0 0 0 0,-1-3 0 0 0,1 3-19 0 0,0 0-1 0 0,0 0 1 0 0,0 0 0 0 0,0-1 0 0 0,1 1-1 0 0,-1 0 1 0 0,1 0 0 0 0,-1 0-1 0 0,1-1 1 0 0,0-2 0 0 0,2 1 47 0 0,3-1 15 0 0,-1 0 0 0 0,1 1 0 0 0,0 0 0 0 0,0 0 1 0 0,0 1-1 0 0,8-5 0 0 0,-10 7-13 0 0,-1 1 0 0 0,1-1 1 0 0,-1 0-1 0 0,1 1 0 0 0,-1-1 0 0 0,1 1 0 0 0,-1 0 1 0 0,5 0-1 0 0,9-1 85 0 0,-13 0-129 0 0,0 1 0 0 0,-1-1 1 0 0,1 1-1 0 0,0-1 0 0 0,0 1 1 0 0,0 0-1 0 0,0 0 1 0 0,0 0-1 0 0,0 0 0 0 0,0 1 1 0 0,0-1-1 0 0,0 1 1 0 0,0 0-1 0 0,-1 0 0 0 0,1 0 1 0 0,0 0-1 0 0,3 2 1 0 0,5 3-49 0 0,7 2 0 0 0,0 2 0 0 0,0 0 0 0 0,-1 1 1 0 0,20 16-1 0 0,-28-19-59 0 0,3-1-115 0 0,14 4-716 0 0,42 19-5869 0 0,-7-11-10153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50.2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0 2400 0 0,'-16'3'15087'0'0,"15"-2"-14926"0"0,0 0 0 0 0,0 1 0 0 0,0-1-1 0 0,0 0 1 0 0,0 1 0 0 0,1-1 0 0 0,-1 1 0 0 0,0-1-1 0 0,1 1 1 0 0,-1 0 0 0 0,1-1 0 0 0,0 1-1 0 0,-1 3 1 0 0,-1 46 1357 0 0,2-15-833 0 0,5 6-424 0 0,16 80 182 0 0,-15-101-343 0 0,-1-18-11 0 0,4-37-49 0 0,-8 30-51 0 0,2-13 7 0 0,5-18 12 0 0,19-54-1 0 0,-25 80 40 0 0,1 1 1 0 0,0-1-1 0 0,1 1 0 0 0,-1 0 1 0 0,2 0-1 0 0,-1 1 0 0 0,9-11 1 0 0,-8 13-107 0 0,26 7-16 0 0,-22 8 123 0 0,-3 2 113 0 0,-6-12-161 0 0,0 0-1 0 0,0 0 1 0 0,0 1 0 0 0,0-1 0 0 0,0 0 0 0 0,0 0-1 0 0,0 0 1 0 0,0 1 0 0 0,0-1 0 0 0,1 0-1 0 0,-1 0 1 0 0,0 0 0 0 0,0 1 0 0 0,0-1-1 0 0,0 0 1 0 0,0 0 0 0 0,0 0 0 0 0,1 0-1 0 0,-1 1 1 0 0,0-1 0 0 0,0 0 0 0 0,0 0 0 0 0,1 0-1 0 0,-1 0 1 0 0,0 0 0 0 0,0 0 0 0 0,0 0-1 0 0,1 1 1 0 0,-1-1 0 0 0,0 0 0 0 0,0 0-1 0 0,0 0 1 0 0,1 0 0 0 0,-1 0 0 0 0,0 0-1 0 0,0 0 1 0 0,1 0 0 0 0,-1 0 0 0 0,0 0-1 0 0,0 0 1 0 0,0 0 0 0 0,1 0 0 0 0,-1-1 0 0 0,0 1-1 0 0,0 0 1 0 0,0 0 0 0 0,1 0 0 0 0,6 7 64 0 0,0 4-18 0 0,-1 0 1 0 0,-1 0 0 0 0,5 13-1 0 0,33 96 162 0 0,-34-92-234 0 0,-9-42-198 0 0,5-17 10 0 0,-2 15 155 0 0,2 0-1 0 0,0 1 0 0 0,0-1 0 0 0,9-15 1 0 0,-5 16 66 0 0,0 1 1 0 0,1 0-1 0 0,1 0 0 0 0,14-14 1 0 0,-24 27-3 0 0,0 0-1 0 0,0-1 1 0 0,0 1 0 0 0,0 0-1 0 0,0 0 1 0 0,0 0 0 0 0,1 0-1 0 0,-1 0 1 0 0,0 0 0 0 0,1 0-1 0 0,-1 0 1 0 0,1 0 0 0 0,-1 1-1 0 0,1-1 1 0 0,2 0 0 0 0,-3 1-2 0 0,0 0 1 0 0,0 0 0 0 0,0 1-1 0 0,-1-1 1 0 0,1 0-1 0 0,0 0 1 0 0,0 1 0 0 0,0-1-1 0 0,-1 1 1 0 0,1-1 0 0 0,0 1-1 0 0,-1-1 1 0 0,1 1 0 0 0,0-1-1 0 0,-1 1 1 0 0,1 0-1 0 0,0 0 1 0 0,2 3-32 0 0,5 0 59 0 0,0 1-1 0 0,-1 0 1 0 0,0 1 0 0 0,0 0-1 0 0,0 0 1 0 0,-1 1 0 0 0,0-1-1 0 0,0 1 1 0 0,-1 1 0 0 0,0-1-1 0 0,8 15 1 0 0,13 30-111 0 0,-16-27-900 0 0,9 36-1 0 0,-6-21-1106 0 0,-13-38 1965 0 0,1 0 0 0 0,-1-1-1 0 0,1 1 1 0 0,0-1 0 0 0,0 1 0 0 0,0-1-1 0 0,0 0 1 0 0,0 1 0 0 0,0-1-1 0 0,0 0 1 0 0,0 1 0 0 0,2 1 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51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58 2464 0 0,'11'1'8656'0'0,"-8"11"-3917"0"0,0 7-2812 0 0,39 82-167 0 0,-37-82-1654 0 0,-4-14-86 0 0,1 0 1 0 0,-1 0 0 0 0,1 0-1 0 0,0-1 1 0 0,0 1-1 0 0,0 0 1 0 0,1-1-1 0 0,-1 0 1 0 0,1 1-1 0 0,0-1 1 0 0,7 6-1 0 0,-9 7-15 0 0,0-12 19 0 0,-1-36-149 0 0,1 12 178 0 0,0 0-1 0 0,2 0 1 0 0,0 1 0 0 0,1-1-1 0 0,1 1 1 0 0,0 0 0 0 0,15-31-1 0 0,-19 48-33 0 0,0-1-1 0 0,0 0 0 0 0,0 1 1 0 0,0-1-1 0 0,0 1 1 0 0,0-1-1 0 0,0 1 0 0 0,1 0 1 0 0,-1-1-1 0 0,0 1 0 0 0,1 0 1 0 0,-1 0-1 0 0,1 0 0 0 0,-1 0 1 0 0,1 0-1 0 0,0 0 0 0 0,-1 1 1 0 0,1-1-1 0 0,0 0 1 0 0,0 1-1 0 0,0-1 0 0 0,-1 1 1 0 0,1 0-1 0 0,0 0 0 0 0,0 0 1 0 0,0 0-1 0 0,0 0 0 0 0,-1 0 1 0 0,1 0-1 0 0,0 0 0 0 0,0 1 1 0 0,0-1-1 0 0,0 1 1 0 0,-1-1-1 0 0,1 1 0 0 0,0 0 1 0 0,-1 0-1 0 0,1 0 0 0 0,0 0 1 0 0,-1 0-1 0 0,1 0 0 0 0,0 1 1 0 0,-1-1-9 0 0,-1-1 1 0 0,1 1 0 0 0,-1 0 0 0 0,1-1-1 0 0,-1 1 1 0 0,0 0 0 0 0,1-1 0 0 0,-1 1-1 0 0,0 0 1 0 0,0 0 0 0 0,0-1 0 0 0,1 1-1 0 0,-1 0 1 0 0,0 0 0 0 0,0-1 0 0 0,0 1-1 0 0,0 0 1 0 0,0 0 0 0 0,-1 0-1 0 0,1-1 1 0 0,0 2 0 0 0,1 9 286 0 0,1-10-246 0 0,15 22 239 0 0,44 106 590 0 0,-57-117-669 0 0,-6-10-155 0 0,4-28-127 0 0,0 1 0 0 0,6-27 0 0 0,-5 22-92 0 0,-1 3 6 0 0,-1 19 103 0 0,0-1 0 0 0,1 1 0 0 0,0-1 0 0 0,0 1 0 0 0,7-15 1 0 0,-8 21 69 0 0,0-1 1 0 0,1 1-1 0 0,0-1 1 0 0,-1 1-1 0 0,1 0 1 0 0,0 0-1 0 0,0-1 1 0 0,0 1-1 0 0,0 1 1 0 0,0-1 0 0 0,1 0-1 0 0,-1 0 1 0 0,1 1-1 0 0,-1-1 1 0 0,1 1-1 0 0,0 0 1 0 0,-1 0-1 0 0,1 0 1 0 0,0 0 0 0 0,0 0-1 0 0,-1 1 1 0 0,1-1-1 0 0,0 1 1 0 0,6 0-1 0 0,-8 0-19 0 0,0 0-1 0 0,-1 1 1 0 0,1-1-1 0 0,0 0 1 0 0,0 1-1 0 0,0-1 0 0 0,0 0 1 0 0,0 1-1 0 0,-1-1 1 0 0,1 1-1 0 0,0 0 1 0 0,0-1-1 0 0,-1 1 1 0 0,1 0-1 0 0,0-1 0 0 0,0 2 1 0 0,4 3 37 0 0,15 6 98 0 0,-11-6-80 0 0,1 1 1 0 0,-1 0-1 0 0,13 11 0 0 0,0 9 23 0 0,104 169-182 0 0,-112-172-4408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0.8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 2080 0 0,'2'0'9509'0'0,"17"7"-4261"0"0,23 24-1627 0 0,-15-10-2960 0 0,-21-17-685 0 0,-1 0-1 0 0,1 1 0 0 0,-1-1 1 0 0,0 1-1 0 0,-1 1 0 0 0,1-1 1 0 0,3 7-1 0 0,22 21-23 0 0,4 4 101 0 0,-20-18 1 0 0,0-1-1 0 0,-1 2 0 0 0,-2 0 1 0 0,12 24-1 0 0,-11-11-14 0 0,-1 0 0 0 0,10 56 0 0 0,-19-85-34 0 0,-1 0 1 0 0,-1 1-1 0 0,1 0 0 0 0,0-1 0 0 0,-1 1 0 0 0,0-1 0 0 0,-1 8 0 0 0,1-12-8 0 0,0 1 0 0 0,-1-1 0 0 0,1 0 0 0 0,0 1 0 0 0,0-1 0 0 0,-1 0 0 0 0,1 1 0 0 0,0-1 0 0 0,0 0 0 0 0,-1 0 0 0 0,1 1 0 0 0,0-1 0 0 0,-1 0 0 0 0,1 0 0 0 0,0 0 0 0 0,-1 0 0 0 0,1 1 0 0 0,0-1 0 0 0,-1 0 0 0 0,1 0 0 0 0,-1 0 0 0 0,1 0 0 0 0,0 0 0 0 0,-1 0 0 0 0,1 0 0 0 0,-1 0 0 0 0,1 0 0 0 0,0 0 0 0 0,-1 0 0 0 0,1 0 0 0 0,0 0 0 0 0,-1 0 0 0 0,1-1 0 0 0,-1 1 0 0 0,0 0 0 0 0,-13 0-42 0 0,-9 9 136 0 0,21-9-86 0 0,0 1-1 0 0,-1-1 1 0 0,1 0 0 0 0,0 0-1 0 0,0 0 1 0 0,0 0-1 0 0,0 0 1 0 0,0-1 0 0 0,0 1-1 0 0,0-1 1 0 0,0 1-1 0 0,0-1 1 0 0,0 1 0 0 0,-3-3-1 0 0,-2 1 53 0 0,0-1 0 0 0,-1 1 0 0 0,1-1-1 0 0,0-1 1 0 0,1 0 0 0 0,-1 0-1 0 0,1 0 1 0 0,0-1 0 0 0,0 1 0 0 0,-7-8-1 0 0,10 6 13 0 0,-1 0-1 0 0,1 0 0 0 0,-1-1 1 0 0,2 0-1 0 0,-1 1 0 0 0,1-1 1 0 0,0 0-1 0 0,1 0 1 0 0,-1 0-1 0 0,0-14 0 0 0,1 14-41 0 0,1-1 0 0 0,0 0 0 0 0,0 1 0 0 0,0-1-1 0 0,1 1 1 0 0,0-1 0 0 0,0 0 0 0 0,1 1 0 0 0,0 0 0 0 0,0-1-1 0 0,1 1 1 0 0,0 0 0 0 0,0 0 0 0 0,7-9 0 0 0,1-5 18 0 0,22-28-98 0 0,-25 33 58 0 0,-4 8 52 0 0,1 0 0 0 0,0 0 0 0 0,0 1 0 0 0,1 0-1 0 0,0-1 1 0 0,0 2 0 0 0,0-1 0 0 0,9-5 0 0 0,119-89-3374 0 0,-133 99 2912 0 0,1 0-1 0 0,0 0 1 0 0,0 1-1 0 0,0 0 1 0 0,0-1-1 0 0,0 1 1 0 0,1 0-1 0 0,-1 0 1 0 0,0 0-1 0 0,0 0 1 0 0,1 0-1 0 0,-1 1 1 0 0,1-1-1 0 0,-1 1 1 0 0,1-1-1 0 0,-1 1 1 0 0,1 0-1 0 0,-1 0 1 0 0,4 0 0 0 0,9 1-2280 0 0,30-1-6851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1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1 2112 0 0,'0'0'1419'0'0,"-4"0"-145"0"0,0 0-489 0 0,0 0 0 0 0,0 0 0 0 0,0 1-1 0 0,1 0 1 0 0,-1 0 0 0 0,0 0 0 0 0,-4 3-1 0 0,7-4-666 0 0,1 0 0 0 0,0 0 0 0 0,-1 0 0 0 0,-2 2 1180 0 0,3-1-1180 0 0,0-1-1 0 0,0 0 1 0 0,-1 0 0 0 0,1 1 0 0 0,0-1 0 0 0,0 0 0 0 0,0 1 0 0 0,0-1 0 0 0,0 0 0 0 0,0 1 0 0 0,0-1 0 0 0,0 0 0 0 0,0 1 0 0 0,0 0 0 0 0,0 0 15 0 0,1-1 1 0 0,-1 1-1 0 0,1 0 1 0 0,0-1-1 0 0,0 1 0 0 0,-1 0 1 0 0,1-1-1 0 0,0 1 1 0 0,0-1-1 0 0,0 1 1 0 0,0-1-1 0 0,0 1 0 0 0,-1-1 1 0 0,1 0-1 0 0,0 1 1 0 0,2-1-1 0 0,19 3 1071 0 0,-4-3-968 0 0,212 0 671 0 0,-139 0-4598 0 0,-48 0-6874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1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1568 0 0,'0'0'3360'0'0,"-14"14"320"0"0,14 0 768 0 0,0 0-3488 0 0,14-14 288 0 0,142 14 1727 0 0,126-42-17726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2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278 29 2400 0 0,'-28'-28'13285'0'0,"14"30"-11995"0"0,11 0-1136 0 0,1-1-1 0 0,-1 1 0 0 0,1 0 0 0 0,0 0 0 0 0,0 1 0 0 0,0-1 0 0 0,0 0 0 0 0,1 1 0 0 0,-1-1 0 0 0,-2 5 0 0 0,-16 22 387 0 0,-1-6-92 0 0,-10 36 96 0 0,24-47-474 0 0,-16 30 119 0 0,2 0 0 0 0,2 1 1 0 0,-17 53-1 0 0,26-52-241 0 0,2-1 0 0 0,1 1 0 0 0,-1 89 0 0 0,11-82-38 0 0,3-35 88 0 0,-5-15 3 0 0,6 14 43 0 0,-6-13-44 0 0,0 0 1 0 0,-1 0-1 0 0,1 0 1 0 0,0-1 0 0 0,0 1-1 0 0,0 0 1 0 0,0-1 0 0 0,0 1-1 0 0,0-1 1 0 0,1 1 0 0 0,-1-1-1 0 0,0 1 1 0 0,1-1-1 0 0,-1 0 1 0 0,4 2 0 0 0,16 13-66 0 0,-18-14 70 0 0,-1 1 0 0 0,1-1 0 0 0,-1 0 0 0 0,1 0 0 0 0,0 0 0 0 0,0-1 0 0 0,0 1-1 0 0,0-1 1 0 0,0 1 0 0 0,0-1 0 0 0,4 1 0 0 0,8 0 20 0 0,-13-2-27 0 0,1 0 0 0 0,-1 0 0 0 0,1 1 1 0 0,-1-1-1 0 0,1 1 0 0 0,-1-1 1 0 0,1 1-1 0 0,-1 0 0 0 0,1 0 0 0 0,-1 0 1 0 0,0 0-1 0 0,0 0 0 0 0,4 3 0 0 0,-5-3 0 0 0,0-1-1 0 0,1 1 0 0 0,-1-1 1 0 0,0 1-1 0 0,1-1 0 0 0,-1 0 1 0 0,1 1-1 0 0,-1-1 0 0 0,1 0 1 0 0,-1 0-1 0 0,0 0 0 0 0,1 0 1 0 0,-1 0-1 0 0,1 0 0 0 0,2-1 1 0 0,1 0-4 0 0,9 1 20 0 0,0 0 0 0 0,0-1-1 0 0,0-1 1 0 0,0 0-1 0 0,18-5 1 0 0,-17 3 0 0 0,-10 3-1 0 0,0 0-1 0 0,-1-1 0 0 0,1 1 0 0 0,-1-1 1 0 0,1 0-1 0 0,-1 0 0 0 0,0-1 0 0 0,0 1 1 0 0,0-1-1 0 0,0 0 0 0 0,0 0 1 0 0,-1 0-1 0 0,1 0 0 0 0,4-6 0 0 0,5-5 162 0 0,-11 12-168 0 0,-1 1 1 0 0,0 0-1 0 0,0-1 1 0 0,0 1 0 0 0,0 0-1 0 0,-1-1 1 0 0,1 1-1 0 0,0-1 1 0 0,0 0 0 0 0,-1 1-1 0 0,1-1 1 0 0,-1 1-1 0 0,0-1 1 0 0,1 0-1 0 0,-1 1 1 0 0,0-4 0 0 0,0-1 13 0 0,0 0 1 0 0,0-1-1 0 0,-1 1 0 0 0,1 0 1 0 0,-1 0-1 0 0,-1-1 1 0 0,1 1-1 0 0,-1 0 1 0 0,-1 0-1 0 0,1 1 1 0 0,-1-1-1 0 0,0 0 0 0 0,0 1 1 0 0,0-1-1 0 0,-1 1 1 0 0,-8-9-1 0 0,1 2-2 0 0,-1 0 0 0 0,0 0 0 0 0,-1 1 0 0 0,-19-12 0 0 0,30 21-22 0 0,-1 0-1 0 0,1 0 1 0 0,-1 0-1 0 0,0 0 1 0 0,1 1 0 0 0,-1-1-1 0 0,0 1 1 0 0,0 0 0 0 0,0 0-1 0 0,-1 0 1 0 0,1 0-1 0 0,0 0 1 0 0,0 0 0 0 0,0 1-1 0 0,-1 0 1 0 0,1 0 0 0 0,0 0-1 0 0,-6 0 1 0 0,-2 2-25 0 0,3-3-153 0 0,-1 1 0 0 0,0 0 0 0 0,0 1 0 0 0,1 0 0 0 0,-1 0 0 0 0,0 1 1 0 0,1 0-1 0 0,-1 0 0 0 0,1 1 0 0 0,0 0 0 0 0,0 1 0 0 0,0 0 0 0 0,0 0 0 0 0,1 0 0 0 0,0 1 0 0 0,0 0 0 0 0,-9 9 0 0 0,14 0-2639 0 0,2-8 1404 0 0,0 0 0 0 0,0 1 0 0 0,1-1 0 0 0,0 0 0 0 0,0 0 0 0 0,3 9-1 0 0,-2-12 952 0 0,0 0 0 0 0,0 0 0 0 0,0 0 0 0 0,0 0-1 0 0,1 0 1 0 0,-1-1 0 0 0,1 1 0 0 0,0-1 0 0 0,0 1-1 0 0,0-1 1 0 0,5 3 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3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1920 0 0,'0'14'7463'0'0,"-2"18"-1592"0"0,2-31-5786 0 0,0 1 1 0 0,0 0-1 0 0,0-1 0 0 0,0 1 0 0 0,1 0 1 0 0,-1-1-1 0 0,0 1 0 0 0,1 0 0 0 0,-1-1 0 0 0,1 1 1 0 0,1 2-1 0 0,-2-3-64 0 0,1-1 14 0 0,0 1 1 0 0,0 0 0 0 0,0 0 0 0 0,0 0 0 0 0,0 0-1 0 0,-1 0 1 0 0,1 0 0 0 0,0 0 0 0 0,-1 0 0 0 0,1 0-1 0 0,0 0 1 0 0,-1 0 0 0 0,0 0 0 0 0,1 1 0 0 0,-1-1-1 0 0,0 0 1 0 0,1 0 0 0 0,-1 0 0 0 0,0 1 0 0 0,0-1-1 0 0,0 0 1 0 0,0 0 0 0 0,-1 2 0 0 0,1-2-25 0 0,0-1 0 0 0,0 1 1 0 0,0-1-1 0 0,0 0 0 0 0,0 1 1 0 0,0-1-1 0 0,0 0 0 0 0,1 1 1 0 0,-1-1-1 0 0,0 0 0 0 0,0 1 1 0 0,0-1-1 0 0,0 0 0 0 0,0 1 1 0 0,1-1-1 0 0,-1 0 0 0 0,0 1 1 0 0,0-1-1 0 0,0 0 0 0 0,1 0 1 0 0,-1 1-1 0 0,0-1 0 0 0,1 0 1 0 0,-1 0-1 0 0,0 1 0 0 0,0-1 1 0 0,1 0-1 0 0,-1 0 0 0 0,0 0 1 0 0,1 0-1 0 0,-1 1 0 0 0,0-1 1 0 0,1 0-1 0 0,0 0-3 0 0,-1 0 0 0 0,0 0 0 0 0,1 0 0 0 0,-1 0 0 0 0,0 0 0 0 0,1 1 0 0 0,-1-1 0 0 0,0 0 0 0 0,1 0 0 0 0,-1 0 0 0 0,0 1 0 0 0,1-1 0 0 0,-1 0 0 0 0,0 0 0 0 0,0 1 0 0 0,1-1-1 0 0,-1 0 1 0 0,0 0 0 0 0,0 1 0 0 0,0-1 0 0 0,1 0 0 0 0,-1 1 0 0 0,0-1 0 0 0,0 0 0 0 0,0 1 0 0 0,0-1 0 0 0,0 1 0 0 0,0-1 0 0 0,0 0 0 0 0,0 1 0 0 0,0-1 0 0 0,0 0 0 0 0,0 1 0 0 0,4 14 162 0 0,-1-10-124 0 0,-1-1 1 0 0,1 1 0 0 0,-2 0-1 0 0,1 1 1 0 0,0-1-1 0 0,0 6 1 0 0,17 67 507 0 0,-19-78-545 0 0,0 0-1 0 0,0 0 0 0 0,0 0 1 0 0,0 0-1 0 0,0 0 1 0 0,0 0-1 0 0,0 0 0 0 0,0 0 1 0 0,0 0-1 0 0,0 0 0 0 0,1 0 1 0 0,-1-1-1 0 0,0 1 0 0 0,0 0 1 0 0,0 0-1 0 0,0 0 0 0 0,0 0 1 0 0,0 0-1 0 0,0 0 0 0 0,0 0 1 0 0,1 0-1 0 0,-1 0 0 0 0,0 0 1 0 0,0 0-1 0 0,0 0 1 0 0,0 0-1 0 0,0 0 0 0 0,0 0 1 0 0,0 0-1 0 0,0 0 0 0 0,1 1 1 0 0,-1-1-1 0 0,0 0 0 0 0,0 0 1 0 0,0 0-1 0 0,0 0 0 0 0,0 0 1 0 0,0 0-1 0 0,0 0 0 0 0,0 0 1 0 0,0 0-1 0 0,0 0 0 0 0,0 0 1 0 0,1 0-1 0 0,-1 0 0 0 0,0 1 1 0 0,0-1-1 0 0,0 0 1 0 0,0 0-1 0 0,0 0 0 0 0,0 0 1 0 0,0 0-1 0 0,0 0 0 0 0,0 0 1 0 0,5-17 112 0 0,2-28-125 0 0,-6 42 35 0 0,-2 2-23 0 0,1-1-1 0 0,1 0 0 0 0,-1 0 0 0 0,0 1 0 0 0,0-1 1 0 0,1 0-1 0 0,-1 1 0 0 0,1-1 0 0 0,-1 0 0 0 0,1 1 1 0 0,0-1-1 0 0,-1 0 0 0 0,1 1 0 0 0,0-1 0 0 0,0 1 0 0 0,0 0 1 0 0,3-3-1 0 0,-4 3-6 0 0,0 1 0 0 0,1 0 0 0 0,-1-1 0 0 0,1 1 0 0 0,-1 0 0 0 0,0-1 0 0 0,0 1 0 0 0,1-1 0 0 0,-1 1 0 0 0,0-1 0 0 0,0 1 0 0 0,1-1-1 0 0,-1 1 1 0 0,0-1 0 0 0,0 1 0 0 0,0-1 0 0 0,0 1 0 0 0,0-1 0 0 0,0 1 0 0 0,0-1 0 0 0,0 1 0 0 0,0-1 0 0 0,0 0 0 0 0,0 1 0 0 0,0-1 0 0 0,0-3 17 0 0,1 1-1 0 0,0 0 1 0 0,0-1-1 0 0,0 1 1 0 0,0 0-1 0 0,0-1 1 0 0,0 1-1 0 0,1 0 1 0 0,0 0-1 0 0,0 0 1 0 0,4-5-1 0 0,24-26 280 0 0,-28 32-297 0 0,-1 1 7 0 0,-1 1 1 0 0,0 0-1 0 0,1-1 1 0 0,-1 1 0 0 0,1-1-1 0 0,-1 1 1 0 0,1 0-1 0 0,-1-1 1 0 0,1 1 0 0 0,-1 0-1 0 0,1 0 1 0 0,-1-1-1 0 0,1 1 1 0 0,-1 0 0 0 0,1 0-1 0 0,0 0 1 0 0,-1 0-1 0 0,1 0 1 0 0,-1 0 0 0 0,1 0-1 0 0,-1 0 1 0 0,1 0-1 0 0,0 0 1 0 0,-1 0-1 0 0,1 0 1 0 0,4 1 52 0 0,0-1 0 0 0,0 1 0 0 0,-1 0 0 0 0,1 0 0 0 0,0 1 0 0 0,-1 0 0 0 0,1-1 0 0 0,-1 2 0 0 0,0-1 0 0 0,0 0 0 0 0,1 1-1 0 0,-2 0 1 0 0,1 0 0 0 0,0 0 0 0 0,0 0 0 0 0,-1 0 0 0 0,0 1 0 0 0,0 0 0 0 0,0 0 0 0 0,0 0 0 0 0,-1 0 0 0 0,1 0 0 0 0,-1 0 0 0 0,0 0 0 0 0,0 1 0 0 0,0-1 0 0 0,-1 1 0 0 0,2 9 0 0 0,6 15-87 0 0,-7-26 2 0 0,-1-1 0 0 0,0 1 0 0 0,0 0 0 0 0,0 0 0 0 0,-1 0 1 0 0,1 0-1 0 0,-1 1 0 0 0,0 2 0 0 0,12-1-18 0 0,-7 30 139 0 0,9-86 24 0 0,-3 8-58 0 0,-4 27-52 0 0,-5 13-3 0 0,-1 0-1 0 0,0 0 0 0 0,0 0 0 0 0,0 0 1 0 0,0 0-1 0 0,-1 0 0 0 0,1-1 1 0 0,-1 1-1 0 0,0 0 0 0 0,0-4 1 0 0,0 5-34 0 0,0 2 26 0 0,0 0-1 0 0,1 0 1 0 0,-1 0 0 0 0,0 0 0 0 0,0 0-1 0 0,1 0 1 0 0,-1 0 0 0 0,0 0-1 0 0,0 0 1 0 0,0-1 0 0 0,1 1 0 0 0,-1 0-1 0 0,0 0 1 0 0,0 0 0 0 0,0 0-1 0 0,1 0 1 0 0,-1 0 0 0 0,0-1 0 0 0,0 1-1 0 0,0 0 1 0 0,0 0 0 0 0,0 0-1 0 0,1 0 1 0 0,-1-1 0 0 0,0 1 0 0 0,0 0-1 0 0,0 0 1 0 0,0 0 0 0 0,0-1-1 0 0,0 1 1 0 0,0 0 0 0 0,0 0 0 0 0,0 0-1 0 0,0-1 1 0 0,0 1 0 0 0,1 0 0 0 0,-2-1-1 0 0,5-5 16 0 0,13 6 133 0 0,-12 1-154 0 0,0 1 0 0 0,0 0 1 0 0,0 0-1 0 0,-1 0 0 0 0,1 0 0 0 0,-1 1 1 0 0,1 0-1 0 0,-1 0 0 0 0,0 0 0 0 0,0 1 0 0 0,0-1 1 0 0,0 1-1 0 0,-1 0 0 0 0,0 0 0 0 0,1 0 1 0 0,3 8-1 0 0,2 3-79 0 0,-2 0 0 0 0,0 1-1 0 0,6 20 1 0 0,-7-21-3 0 0,13 31-1536 0 0,-14-38 551 0 0,-4-6 487 0 0,0-1 0 0 0,0 1-1 0 0,0-1 1 0 0,0 1 0 0 0,1-1-1 0 0,-1 1 1 0 0,0-1 0 0 0,1 0-1 0 0,-1 0 1 0 0,1 0 0 0 0,1 2 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3.9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1696 0 0,'0'0'14736'0'0,"2"19"-12721"0"0,22 6-527 0 0,-19-6-832 0 0,12 37 182 0 0,-12-43-743 0 0,-1 1 0 0 0,0 0 0 0 0,-1-1 0 0 0,0 1 0 0 0,1 22 0 0 0,-4-33-217 0 0,0-6 68 0 0,0-6 102 0 0,-3 1-96 0 0,10-34 299 0 0,-4 29-155 0 0,0-1-1 0 0,1 1 1 0 0,9-21 0 0 0,-11 30-44 0 0,-1 1 0 0 0,1-1 0 0 0,0 1 0 0 0,0-1 0 0 0,0 1 0 0 0,1 0 0 0 0,-1 0 0 0 0,1 0 0 0 0,0 0 0 0 0,0 0 0 0 0,0 1 0 0 0,0-1 1 0 0,0 1-1 0 0,0 0 0 0 0,1 0 0 0 0,-1 0 0 0 0,1 0 0 0 0,-1 1 0 0 0,6-2 0 0 0,-9 3-39 0 0,1 0 1 0 0,0-1-1 0 0,-1 1 1 0 0,1 0-1 0 0,0 0 0 0 0,-1 0 1 0 0,1 0-1 0 0,0 0 1 0 0,-1 0-1 0 0,1 0 1 0 0,0 0-1 0 0,-1 0 0 0 0,1 1 1 0 0,0-1-1 0 0,-1 0 1 0 0,1 0-1 0 0,0 1 0 0 0,-1-1 1 0 0,1 0-1 0 0,0 1 1 0 0,-1-1-1 0 0,1 0 0 0 0,0 2 1 0 0,6 1 43 0 0,-2 11 193 0 0,47 85-95 0 0,-50-85-107 0 0,-4 4-19 0 0,1 0-12 0 0,6-28 161 0 0,12-28-247 0 0,-14 31 32 0 0,1-4-27 0 0,1 1-1 0 0,0 0 0 0 0,1 0 1 0 0,11-14-1 0 0,-16 21 54 0 0,1 1 0 0 0,0 0 0 0 0,-1 0 0 0 0,1 0-1 0 0,0 1 1 0 0,0-1 0 0 0,0 0 0 0 0,1 1 0 0 0,-1-1 0 0 0,0 1 0 0 0,1 0-1 0 0,-1 0 1 0 0,0 0 0 0 0,1 0 0 0 0,0 0 0 0 0,-1 0 0 0 0,1 1 0 0 0,-1-1-1 0 0,1 1 1 0 0,0-1 0 0 0,-1 1 0 0 0,1 0 0 0 0,0 1 0 0 0,-1-1 0 0 0,1 0-1 0 0,0 1 1 0 0,-1-1 0 0 0,4 2 0 0 0,7 6-29 0 0,-1 0-1 0 0,1 1 1 0 0,-1 1 0 0 0,-1 0-1 0 0,0 1 1 0 0,16 19-1 0 0,7 6-556 0 0,-19-15-690 0 0,4 29-19644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7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15 2944 0 0,'-17'-1'5294'0'0,"4"4"-1148"0"0,13-3-4051 0 0,-1 0 1 0 0,1 0 0 0 0,0 1-1 0 0,0-1 1 0 0,-1 0 0 0 0,1 0-1 0 0,0 0 1 0 0,-1 0 0 0 0,1 0 0 0 0,0 1-1 0 0,0-1 1 0 0,0 0 0 0 0,-1 0-1 0 0,1 0 1 0 0,0 1 0 0 0,0-1-1 0 0,0 0 1 0 0,-1 0 0 0 0,1 1 0 0 0,0-1-1 0 0,0 0 1 0 0,0 0 0 0 0,0 1-1 0 0,0-1 1 0 0,0 0 0 0 0,-1 1-1 0 0,1-1 1 0 0,0 0 0 0 0,0 0-1 0 0,0 1 1 0 0,0-1 0 0 0,0 0 0 0 0,0 1-1 0 0,0-1 1 0 0,0 0 0 0 0,0 1-1 0 0,1-1 1 0 0,-1 0 0 0 0,0 0-1 0 0,0 1 1 0 0,0-1 0 0 0,26 2 1618 0 0,35-7-1080 0 0,205-18 705 0 0,-265 23-1310 0 0,1-1-1 0 0,-1 1 1 0 0,0 0 0 0 0,1 0 0 0 0,-1 0-1 0 0,0 0 1 0 0,1 1 0 0 0,-1-1-1 0 0,0 0 1 0 0,0 0 0 0 0,1 1-1 0 0,-1-1 1 0 0,0 1 0 0 0,0-1 0 0 0,3 2-1 0 0,-7 6-11 0 0,2-6 275 0 0,-2-2-225 0 0,1 1-1 0 0,0-1 1 0 0,-1 1 0 0 0,1 0 0 0 0,0 0-1 0 0,0 0 1 0 0,0 0 0 0 0,0 0-1 0 0,0 1 1 0 0,0-1 0 0 0,0 0 0 0 0,0 1-1 0 0,0 0 1 0 0,1-1 0 0 0,-1 1-1 0 0,1 0 1 0 0,-1 0 0 0 0,-1 3-1 0 0,0-2 31 0 0,1 1 0 0 0,-1-1 0 0 0,0 0 0 0 0,1-1 0 0 0,-2 1 0 0 0,1 0 0 0 0,-6 3 0 0 0,-27 15 239 0 0,-11 19 91 0 0,43-37-365 0 0,0 1 1 0 0,0 0-1 0 0,1 1 0 0 0,-1-1 1 0 0,1 1-1 0 0,0-1 0 0 0,0 1 1 0 0,1 0-1 0 0,-3 6 0 0 0,5-9-21 0 0,-1 0-1 0 0,1 1 1 0 0,0-1-1 0 0,0 0 1 0 0,0 1-1 0 0,0-1 1 0 0,0 1-1 0 0,0-1 1 0 0,1 0-1 0 0,-1 1 1 0 0,1-1-1 0 0,-1 0 1 0 0,1 1 0 0 0,0-1-1 0 0,0 0 1 0 0,0 0-1 0 0,2 3 1 0 0,25 26 552 0 0,-27-30-583 0 0,0 1 0 0 0,0-1 0 0 0,1 0 0 0 0,-1 1 0 0 0,1-1 0 0 0,-1 0 0 0 0,1 0 0 0 0,-1 0 0 0 0,1 0 0 0 0,0 0 0 0 0,-1-1 0 0 0,1 1 0 0 0,0 0 0 0 0,0-1 0 0 0,0 1 1 0 0,-1-1-1 0 0,1 0 0 0 0,0 1 0 0 0,0-1 0 0 0,0 0 0 0 0,0 0 0 0 0,3-1 0 0 0,7 1-54 0 0,120 29-207 0 0,-125-27 221 0 0,0 0-1 0 0,0 1 1 0 0,0 0 0 0 0,-1 0 0 0 0,7 5 0 0 0,-6-3 65 0 0,0 0 1 0 0,0 0 0 0 0,-1 1 0 0 0,0 0 0 0 0,0 0 0 0 0,0 0 0 0 0,-1 1 0 0 0,0 0 0 0 0,0 0 0 0 0,-1 0-1 0 0,0 1 1 0 0,0-1 0 0 0,-1 1 0 0 0,0 0 0 0 0,0 0 0 0 0,1 9 0 0 0,0-3 62 0 0,-2 0 1 0 0,0 0-1 0 0,-1 1 0 0 0,0-1 1 0 0,-1 0-1 0 0,-1 1 0 0 0,-3 23 1 0 0,3-32-79 0 0,-1 0 0 0 0,0 0 0 0 0,0 0 1 0 0,0 0-1 0 0,0-1 0 0 0,-1 1 0 0 0,0-1 0 0 0,0 1 1 0 0,-1-1-1 0 0,0 0 0 0 0,0 0 0 0 0,0-1 1 0 0,0 1-1 0 0,0-1 0 0 0,-8 6 0 0 0,1-3 3 0 0,0 0 1 0 0,-1 0-1 0 0,0-2 0 0 0,-20 8 0 0 0,20-8 18 0 0,3 0-61 0 0,-1-1 1 0 0,1 0 0 0 0,-1-1-1 0 0,0 0 1 0 0,0-1-1 0 0,0 0 1 0 0,0 0-1 0 0,-1-1 1 0 0,1-1 0 0 0,0 1-1 0 0,-1-2 1 0 0,1 1-1 0 0,-20-5 1 0 0,13 3-678 0 0,0-1 0 0 0,0-1 0 0 0,0 0 0 0 0,1-1 1 0 0,-1-1-1 0 0,1-1 0 0 0,1 0 0 0 0,-23-14 0 0 0,34 17-126 0 0,-1 1 0 0 0,1-2 1 0 0,0 1-1 0 0,0 0 0 0 0,1-1 0 0 0,-1 0 0 0 0,1 0 0 0 0,0 0 1 0 0,0 0-1 0 0,-3-8 0 0 0,1-3-3059 0 0,0 1-1 0 0,-3-22 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8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2624 0 0,'0'2'12437'0'0,"-2"9"-10647"0"0,2 2-845 0 0,18 27 565 0 0,-3-3-637 0 0,-2 1 1 0 0,8 40-1 0 0,-21-76-853 0 0,5 17 391 0 0,-5-24-427 0 0,0-14 197 0 0,0 14-197 0 0,0 1 37 0 0,3-15-32 0 0,0 0-1 0 0,2 0 1 0 0,0 1-1 0 0,1-1 0 0 0,11-24 1 0 0,-16 41 27 0 0,0 0-19 0 0,-1 1 0 0 0,1-1 0 0 0,0 0 0 0 0,0 1 0 0 0,-1-1 0 0 0,1 0 0 0 0,0 1 0 0 0,1-1 0 0 0,-1 1 0 0 0,0-1-1 0 0,0 1 1 0 0,0 0 0 0 0,4-3 0 0 0,23-14-66 0 0,-27 17 77 0 0,1 0 5 0 0,-1 1 0 0 0,1-1-1 0 0,-1 1 1 0 0,1-1 0 0 0,-1 1-1 0 0,1 0 1 0 0,-1 0 0 0 0,1 0-1 0 0,-1-1 1 0 0,1 2-1 0 0,-1-1 1 0 0,1 0 0 0 0,0 0-1 0 0,-1 0 1 0 0,1 1 0 0 0,-1-1-1 0 0,1 1 1 0 0,-1-1 0 0 0,2 2-1 0 0,27 9 314 0 0,29 15-1 0 0,-24-4-49 0 0,-25-6-153 0 0,-6-4-186 0 0,-1-8 99 0 0,0 1 1 0 0,-1-1-1 0 0,0 1 0 0 0,0 0 1 0 0,0 0-1 0 0,-1 0 0 0 0,1 0 1 0 0,-1 1-1 0 0,0-1 0 0 0,-1 0 1 0 0,1 8-1 0 0,-2-11 177 0 0,0-5-52 0 0,10-21-176 0 0,9-11-33 0 0,-13 26-5 0 0,0 1 0 0 0,0 0 0 0 0,1 0 0 0 0,0 1 0 0 0,0-1 0 0 0,1 1 0 0 0,0 1 0 0 0,0-1 0 0 0,0 1 0 0 0,1 0 0 0 0,0 1 0 0 0,0 0 0 0 0,11-5 0 0 0,-13 8 62 0 0,1 0-1 0 0,-1 0 0 0 0,1 1 0 0 0,-1 0 1 0 0,1 0-1 0 0,-1 1 0 0 0,1-1 0 0 0,-1 2 0 0 0,1-1 1 0 0,-1 1-1 0 0,1 0 0 0 0,-1 0 0 0 0,1 0 1 0 0,-1 1-1 0 0,0 0 0 0 0,1 0 0 0 0,-1 1 1 0 0,0 0-1 0 0,-1 0 0 0 0,1 0 0 0 0,7 6 1 0 0,-6-4-24 0 0,-5-4 42 0 0,0 0-1 0 0,1 0 1 0 0,-1 0 0 0 0,0 1 0 0 0,0-1 0 0 0,0 0 0 0 0,-1 1-1 0 0,1 0 1 0 0,0-1 0 0 0,-1 1 0 0 0,1 0 0 0 0,-1 0 0 0 0,1 0-1 0 0,-1 0 1 0 0,0 0 0 0 0,0 0 0 0 0,0 0 0 0 0,0 1-1 0 0,0-1 1 0 0,0 0 0 0 0,-1 1 0 0 0,1-1 0 0 0,-1 0 0 0 0,0 1-1 0 0,1 3 1 0 0,5 19-24 0 0,-4-22 65 0 0,-1 0 1 0 0,0-1-1 0 0,0 1 1 0 0,0 1 0 0 0,0-1-1 0 0,-1 0 1 0 0,1 0-1 0 0,-1 0 1 0 0,0 4-1 0 0,2 2 18 0 0,-2-4-148 0 0,1-1 1 0 0,-1 1-1 0 0,0-1 0 0 0,0 1 0 0 0,0-1 0 0 0,-1 1 0 0 0,1-1 0 0 0,-1 1 0 0 0,-2 5 0 0 0,-4 33-5389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8.7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0 597 2528 0 0,'17'0'11029'0'0,"2"1"-7695"0"0,-13 0-2700 0 0,0 0-1 0 0,1-1 1 0 0,-1 0 0 0 0,1-1 0 0 0,-1 1 0 0 0,0-1 0 0 0,1 0-1 0 0,-1-1 1 0 0,0 0 0 0 0,0 0 0 0 0,0 0 0 0 0,0-1 0 0 0,9-5 0 0 0,16-11-400 0 0,-31 19-235 0 0,1-1 0 0 0,0 1 0 0 0,0-1-1 0 0,-1 1 1 0 0,1-1 0 0 0,0 1 0 0 0,-1-1-1 0 0,1 0 1 0 0,-1 1 0 0 0,1-1 0 0 0,-1 0-1 0 0,1 0 1 0 0,-1 1 0 0 0,0-1 0 0 0,1 0 0 0 0,-1 0-1 0 0,0 0 1 0 0,1 1 0 0 0,-1-1 0 0 0,0 0-1 0 0,0 0 1 0 0,0-1 0 0 0,4-14-83 0 0,2-3 40 0 0,0-1 0 0 0,-1 1 0 0 0,-1-1 0 0 0,0-1 0 0 0,-2 1 0 0 0,0-27 0 0 0,-3 5 190 0 0,-13-76 0 0 0,10 92-72 0 0,-1 1-1 0 0,-1 0 1 0 0,-2 0 0 0 0,-16-39-1 0 0,23 62-69 0 0,0 0-1 0 0,0 0 0 0 0,0 0 1 0 0,0 0-1 0 0,0 0 1 0 0,0 0-1 0 0,-1 1 0 0 0,1-1 1 0 0,-1 0-1 0 0,1 1 1 0 0,-1-1-1 0 0,1 1 0 0 0,-1 0 1 0 0,0-1-1 0 0,0 1 1 0 0,0 0-1 0 0,0 0 0 0 0,0 0 1 0 0,0 0-1 0 0,0 0 1 0 0,0 1-1 0 0,0-1 0 0 0,0 1 1 0 0,0-1-1 0 0,-1 1 1 0 0,1 0-1 0 0,0 0 0 0 0,0 0 1 0 0,0 0-1 0 0,-1 0 1 0 0,1 0-1 0 0,0 1 0 0 0,0-1 1 0 0,0 1-1 0 0,-4 1 1 0 0,2 0 17 0 0,0 0 0 0 0,0 0 1 0 0,1 0-1 0 0,-1 1 0 0 0,0-1 1 0 0,1 1-1 0 0,0 0 0 0 0,-1 0 1 0 0,1 0-1 0 0,0 1 0 0 0,1-1 1 0 0,-5 7-1 0 0,-7 18 155 0 0,14-28-174 0 0,-2 4 44 0 0,0 0-1 0 0,1 0 0 0 0,-1 1 1 0 0,1-1-1 0 0,0 0 1 0 0,-1 9-1 0 0,1-9-17 0 0,1 1 1 0 0,0 0-1 0 0,0-1 0 0 0,1 1 0 0 0,-1 0 0 0 0,1-1 0 0 0,2 7 1 0 0,5 15 144 0 0,1 0 1 0 0,14 27 0 0 0,32 57 266 0 0,97 147 0 0 0,-143-244-709 0 0,1-1-1 0 0,0 0 1 0 0,1 0 0 0 0,0-1 0 0 0,17 14 0 0 0,-24-22 33 0 0,1 0 0 0 0,-1-1 0 0 0,0 1 0 0 0,1-1 0 0 0,0 0 0 0 0,-1 0 0 0 0,1-1 0 0 0,5 2 0 0 0,-6-2-293 0 0,0 0 0 0 0,0-1-1 0 0,0 1 1 0 0,1-1 0 0 0,-1 0-1 0 0,7 0 1 0 0,2-7-2841 0 0,-8 3 1662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9.3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0 2336 0 0,'-9'3'12240'0'0,"15"-1"-11826"0"0,0 0 0 0 0,0 0 0 0 0,1 0 0 0 0,-1-1-1 0 0,1 0 1 0 0,0 0 0 0 0,11-1 0 0 0,3 0-99 0 0,85-2-22 0 0,47-5-4079 0 0,-136 7 109 0 0,1 1-1 0 0,-1 1 1 0 0,20 4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9.7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1792 0 0,'29'0'12768'0'0,"-15"0"-11808"0"0,0 0-64 0 0,0 0 95 0 0,0 0-671 0 0,15 0 224 0 0,-1 0-192 0 0,0 0-128 0 0,-14 0 32 0 0,170-14 320 0 0,-58 14-19167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7.1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0 2144 0 0,'-14'0'12352'0'0,"0"0"-10464"0"0,28 28 3455 0 0,198-14-4127 0 0,-15-28-3840 0 0,-155 14-4543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7.2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1536 0 0,'28'14'14720'0'0,"240"-14"-11681"0"0,-239 0-3071 0 0,154-14-14655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51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2080 0 0,'14'14'14399'0'0,"0"-14"-13567"0"0,0 14-192 0 0,14-14-160 0 0,-13 0-256 0 0,-1 14 160 0 0,0-14-160 0 0,197 14 672 0 0,15-42-21055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52.2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2304 0 0,'3'0'6080'0'0,"52"0"3326"0"0,62 0-7037 0 0,-107 0-2303 0 0,1 1 1 0 0,-1 0-1 0 0,20 4 0 0 0,-22-3-76 0 0,1 0 0 0 0,-1-1-1 0 0,16 1 1 0 0,26-2-3387 0 0,95 0-13589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8.1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2720 0 0,'-7'8'10453'0'0,"7"-7"-10266"0"0,19 37 5345 0 0,-12-25-4860 0 0,2-1-1 0 0,0 0 1 0 0,11 12-1 0 0,-13-18-582 0 0,0 0 0 0 0,0-1 0 0 0,1 1 1 0 0,0-2-1 0 0,0 1 0 0 0,8 3 0 0 0,97 46-62 0 0,-103-48 10 0 0,1 0 1 0 0,-1-1 0 0 0,1 0-1 0 0,19 5 1 0 0,-17-7-8 0 0,-12-3-18 0 0,0 0 0 0 0,0 0 0 0 0,1 1 1 0 0,-1-1-1 0 0,0 0 0 0 0,0 0 0 0 0,0 1 0 0 0,1-1 0 0 0,-1 1 0 0 0,0-1 0 0 0,0 1 0 0 0,0-1 0 0 0,0 1 0 0 0,0 0 0 0 0,0 0 0 0 0,0-1 0 0 0,0 1 0 0 0,0 0 0 0 0,-1 0 0 0 0,2 1 1 0 0,-2-1 69 0 0,-1 0 0 0 0,1 1 1 0 0,-1-1-1 0 0,1 0 1 0 0,-1 0-1 0 0,1 0 0 0 0,-1 0 1 0 0,0 0-1 0 0,1 0 1 0 0,-1 0-1 0 0,0 0 1 0 0,0 0-1 0 0,0 0 0 0 0,0 0 1 0 0,-1 0-1 0 0,-2 3 250 0 0,-15 10 884 0 0,12-9-1017 0 0,-1 0 0 0 0,0 0 1 0 0,1 1-1 0 0,0 0 0 0 0,-8 10 0 0 0,-66 72 108 0 0,49-51-2986 0 0,-15 12-7301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5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1504 0 0,'28'14'13600'0'0,"14"-14"-12033"0"0,43 14-895 0 0,-57 0-512 0 0,43-14-320 0 0,-29 0 64 0 0,71 14-11999 0 0,-113-28 6943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5.7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2176 0 0,'0'0'13504'0'0,"14"15"-12001"0"0,0-15-479 0 0,28 0 640 0 0,0 0-1568 0 0,0 0 288 0 0,-27 0-320 0 0,41 0-192 0 0,29 0 256 0 0,13-15-12063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6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0 100 2016 0 0,'62'47'16527'0'0,"-54"-42"-14800"0"0,-4-2-1452 0 0,0 0 0 0 0,1 0 1 0 0,-1 0-1 0 0,0 1 0 0 0,-1-1 0 0 0,5 6 1 0 0,76 92 838 0 0,18 16-1071 0 0,-101-115-43 0 0,0-1 0 0 0,0 0 0 0 0,0 0 0 0 0,0 1 0 0 0,0-1 0 0 0,0 1 0 0 0,0-1 0 0 0,-1 1 0 0 0,1-1 0 0 0,0 1 0 0 0,-1-1 0 0 0,1 4 0 0 0,0-4 3 0 0,-1 0 0 0 0,0 0 0 0 0,1 0 0 0 0,-1 0 0 0 0,0 0 0 0 0,0 0 0 0 0,0 0 0 0 0,1 0 0 0 0,-1 0 0 0 0,0 0 0 0 0,-1 0 0 0 0,1 0 0 0 0,0 0 0 0 0,0 0 0 0 0,0 0 0 0 0,-1 0 0 0 0,1 0 0 0 0,0 0 0 0 0,-1 0-1 0 0,1 0 1 0 0,-1 0 0 0 0,1 0 0 0 0,-1 0 0 0 0,0 0 0 0 0,1 0 0 0 0,-1 0 0 0 0,0-1 0 0 0,0 1 0 0 0,1 0 0 0 0,-1 0 0 0 0,0-1 0 0 0,0 1 0 0 0,0-1 0 0 0,0 1 0 0 0,0-1 0 0 0,0 1 0 0 0,0-1 0 0 0,0 0 0 0 0,0 1 0 0 0,0-1 0 0 0,0 0 0 0 0,-2 1 0 0 0,-4 0 18 0 0,0 0 1 0 0,0-1-1 0 0,0 0 0 0 0,0 0 1 0 0,0 0-1 0 0,0 0 0 0 0,0-1 1 0 0,0-1-1 0 0,0 1 0 0 0,0-1 1 0 0,0 0-1 0 0,1-1 0 0 0,-1 1 1 0 0,1-1-1 0 0,-11-7 0 0 0,14 6-9 0 0,0 0 0 0 0,0 0-1 0 0,0 0 1 0 0,1 0 0 0 0,-1-1-1 0 0,1 1 1 0 0,0-1 0 0 0,1 1-1 0 0,-1-1 1 0 0,1 0 0 0 0,-1 0-1 0 0,2 0 1 0 0,-1 0 0 0 0,0 1-1 0 0,1-1 1 0 0,0 0 0 0 0,0 0 0 0 0,1 0-1 0 0,-1 0 1 0 0,2-7 0 0 0,0 3-41 0 0,0-1 0 0 0,1 0 0 0 0,0 1 1 0 0,0-1-1 0 0,1 1 0 0 0,9-16 1 0 0,-5 11-1 0 0,21-37 222 0 0,-18 34-114 0 0,13-12-133 0 0,-18 23-14 0 0,27-25-3607 0 0,54-46-11119 0 0,-65 58 9274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9.3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29 1984 0 0,'-11'-28'16650'0'0,"34"33"-15551"0"0,1 2-602 0 0,-1 2 1 0 0,31 17 0 0 0,132 73 51 0 0,-155-83-470 0 0,-9-3 16 0 0,-19-7-119 0 0,-1-5 8 0 0,-1 0 24 0 0,0 0-1 0 0,0 0 1 0 0,-1 0-1 0 0,1-1 1 0 0,0 1 0 0 0,0 0-1 0 0,-1 0 1 0 0,1 0-1 0 0,-1 0 1 0 0,1 0-1 0 0,-1 0 1 0 0,1 0-1 0 0,-1 1 1 0 0,1-1-1 0 0,-1 0 1 0 0,0 0-1 0 0,0 0 1 0 0,0 0-1 0 0,0 0 1 0 0,0 1-1 0 0,0-1 1 0 0,0 0-1 0 0,0 2 1 0 0,0-1 3 0 0,-1 4 241 0 0,1-6-244 0 0,0 0 1 0 0,0 0-1 0 0,0 0 0 0 0,0 0 0 0 0,0 0 0 0 0,0 0 1 0 0,0 0-1 0 0,0 0 0 0 0,0 0 0 0 0,0 0 1 0 0,0 0-1 0 0,0 0 0 0 0,0 0 0 0 0,0 0 0 0 0,0 0 1 0 0,0 0-1 0 0,-1 0 0 0 0,1 0 0 0 0,0 0 1 0 0,0 0-1 0 0,0 0 0 0 0,0 0 0 0 0,0 0 0 0 0,0 0 1 0 0,0 0-1 0 0,0 0 0 0 0,0 0 0 0 0,0 1 1 0 0,0-1-1 0 0,0 0 0 0 0,0 0 0 0 0,0 0 0 0 0,0 0 1 0 0,0 0-1 0 0,0 0 0 0 0,0 0 0 0 0,0 0 1 0 0,0 0-1 0 0,0 0 0 0 0,-5-5 416 0 0,4 3-326 0 0,0 0 1 0 0,-1 0 0 0 0,1 1-1 0 0,-1-1 1 0 0,0 1 0 0 0,1-1 0 0 0,-1 1-1 0 0,0 0 1 0 0,0 0 0 0 0,-3-2-1 0 0,-1-1 175 0 0,4 3-213 0 0,1 0-1 0 0,0 0 0 0 0,-1 0 0 0 0,1 0 0 0 0,0 1 1 0 0,-1-1-1 0 0,1 1 0 0 0,-1-1 0 0 0,1 1 0 0 0,-1-1 1 0 0,0 1-1 0 0,1 0 0 0 0,-1 0 0 0 0,1 0 0 0 0,-1 0 1 0 0,1 0-1 0 0,-3 0 0 0 0,-34 0 373 0 0,38 0-430 0 0,-1 0 0 0 0,1 0 0 0 0,-1 0 1 0 0,1 0-1 0 0,-1 0 0 0 0,1 0 0 0 0,-1 0 0 0 0,1 0 0 0 0,0 0 0 0 0,-1 1 1 0 0,1-1-1 0 0,-1 0 0 0 0,1 0 0 0 0,0 0 0 0 0,-1 0 0 0 0,1 1 1 0 0,-1-1-1 0 0,1 0 0 0 0,0 0 0 0 0,-1 1 0 0 0,1-1 0 0 0,0 0 1 0 0,0 1-1 0 0,-1-1 0 0 0,1 0 0 0 0,0 1 0 0 0,0-1 0 0 0,-1 1 0 0 0,1-1 1 0 0,0 0-1 0 0,0 1 0 0 0,0-1 0 0 0,0 1 0 0 0,-1-1 0 0 0,1 0 1 0 0,0 1-1 0 0,0-1 0 0 0,0 1 0 0 0,0-1 0 0 0,0 1 0 0 0,0 0 1 0 0,-2 1-30 0 0,1-2 44 0 0,0 0 0 0 0,0 0-1 0 0,0 0 1 0 0,0 0-1 0 0,0 0 1 0 0,0 0 0 0 0,1 0-1 0 0,-1 0 1 0 0,0 1 0 0 0,0-1-1 0 0,0 0 1 0 0,0 1-1 0 0,0-1 1 0 0,0 0 0 0 0,1 1-1 0 0,-1-1 1 0 0,0 1 0 0 0,0 0-1 0 0,1-1 1 0 0,-1 1-1 0 0,0-1 1 0 0,1 1 0 0 0,-1 0-1 0 0,0 1 1 0 0,-227 226 1823 0 0,224-217-2140 0 0,3-6 269 0 0,-1 0 24 0 0,0-3 6 0 0,1 1 1 0 0,0 0-1 0 0,0 0 0 0 0,0-1 0 0 0,0 1 1 0 0,0 0-1 0 0,0 0 0 0 0,1 0 0 0 0,-1 0 1 0 0,1 0-1 0 0,0 6 0 0 0,-5 12-1847 0 0,1-8-135 0 0,4-13 1931 0 0,0 1-1 0 0,0-1 1 0 0,0 0 0 0 0,0 0 0 0 0,0 1-1 0 0,0-1 1 0 0,1 0 0 0 0,-1 0 0 0 0,0 1-1 0 0,0-1 1 0 0,0 0 0 0 0,0 0-1 0 0,0 0 1 0 0,0 1 0 0 0,0-1 0 0 0,0 0-1 0 0,1 0 1 0 0,-1 0 0 0 0,0 0 0 0 0,0 1-1 0 0,0-1 1 0 0,0 0 0 0 0,1 0-1 0 0,-1 0 1 0 0,0 0 0 0 0,0 0 0 0 0,0 1-1 0 0,1-1 1 0 0,-1 0 0 0 0,0 0 0 0 0,0 0-1 0 0,1 0 1 0 0,-1 0 0 0 0,0 0 0 0 0,0 0-1 0 0,0 0 1 0 0,1 0 0 0 0,-1 0-1 0 0,0 0 1 0 0,0 0 0 0 0,1 0 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35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85 184 2784 0 0,'0'-2'885'0'0,"0"-5"-90"0"0,0 1-1 0 0,0-1 0 0 0,1 1 0 0 0,0-1 1 0 0,3-10-1 0 0,-1 7 34 0 0,-1 1 0 0 0,-1 0 0 0 0,0-1-1 0 0,0 0 1 0 0,-1-15 0 0 0,0 23-758 0 0,-2 0 260 0 0,-5-8 384 0 0,7 9-664 0 0,-1 0-1 0 0,1 0 1 0 0,0 0 0 0 0,-1 0 0 0 0,1 0-1 0 0,-1 1 1 0 0,1-1 0 0 0,-1 0 0 0 0,0 0-1 0 0,1 1 1 0 0,-1-1 0 0 0,0 0 0 0 0,0 1-1 0 0,1-1 1 0 0,-1 1 0 0 0,0-1 0 0 0,0 1-1 0 0,0-1 1 0 0,0 1 0 0 0,1 0 0 0 0,-1-1-1 0 0,0 1 1 0 0,0 0 0 0 0,0-1 0 0 0,0 1-1 0 0,0 0 1 0 0,-1 0 0 0 0,-4 6 207 0 0,-3 37 616 0 0,-12 157 2834 0 0,16-124-2550 0 0,5-63-1624 0 0,0 16 688 0 0,0-28-219 0 0,0-1-1 0 0,0 1 0 0 0,0-1 0 0 0,1 1 1 0 0,-1 0-1 0 0,0-1 0 0 0,0 1 0 0 0,0-1 1 0 0,1 1-1 0 0,-1-1 0 0 0,0 1 1 0 0,1 0-1 0 0,-1-1 0 0 0,0 1 0 0 0,1-1 1 0 0,-1 0-1 0 0,1 1 0 0 0,-1-1 1 0 0,1 1-1 0 0,-1-1 0 0 0,1 0 0 0 0,-1 1 1 0 0,1-1-1 0 0,-1 0 0 0 0,1 1 0 0 0,-1-1 1 0 0,1 0-1 0 0,-1 0 0 0 0,1 0 1 0 0,0 1-1 0 0,-1-1 0 0 0,1 0 0 0 0,0 0 1 0 0,0 0 19 0 0,0-1-1 0 0,0 1 1 0 0,0-1 0 0 0,0 1 0 0 0,0-1 0 0 0,0 1 0 0 0,0-1 0 0 0,0 1-1 0 0,0-1 1 0 0,0 0 0 0 0,0 1 0 0 0,0-1 0 0 0,-1 0 0 0 0,1 0 0 0 0,0 0-1 0 0,-1 0 1 0 0,1 0 0 0 0,-1 0 0 0 0,1 1 0 0 0,-1-1 0 0 0,1-1 0 0 0,-1 1-1 0 0,0 0 1 0 0,1 0 0 0 0,-1 0 0 0 0,0 0 0 0 0,0 0 0 0 0,0-1 0 0 0,6-46 264 0 0,-4 33-130 0 0,1-26-45 0 0,-3-60 1 0 0,-1 22 73 0 0,1-4 232 0 0,0 64 187 0 0,0 93-1680 0 0,-5 13 1946 0 0,-14 94-5 0 0,17-160-41 0 0,5-39-888 0 0,5-56-442 0 0,5-60 443 0 0,-12 111-23 0 0,2-1-386 0 0,-3 24 517 0 0,0 0 0 0 0,1-1 0 0 0,-1 1 1 0 0,0-1-1 0 0,1 1 0 0 0,-1 0 0 0 0,0-1 0 0 0,1 1 0 0 0,-1 0 1 0 0,0 0-1 0 0,1-1 0 0 0,-1 1 0 0 0,1 0 0 0 0,-1 0 1 0 0,1-1-1 0 0,-1 1 0 0 0,1 0 0 0 0,-1 0 0 0 0,0 0 0 0 0,1 0 1 0 0,-1 0-1 0 0,1 0 0 0 0,-1 0 0 0 0,1 0 0 0 0,-1 0 1 0 0,1 0-1 0 0,0 0 0 0 0,-1-12-743 0 0,1 33 1462 0 0,-4 41-1872 0 0,-7 67 1914 0 0,8-80-979 0 0,2-45 182 0 0,0-1-1 0 0,0 0 1 0 0,0 0 0 0 0,0 0 0 0 0,-1 1 0 0 0,1-1 0 0 0,-1 0 0 0 0,0 0 0 0 0,0 0-1 0 0,0 0 1 0 0,-1 0 0 0 0,1 0 0 0 0,-3 4 0 0 0,3-5-19 0 0,0 1 0 0 0,1 0-1 0 0,0-1 1 0 0,-1 1 0 0 0,1-1 0 0 0,0 1 0 0 0,0 0 0 0 0,0-1-1 0 0,1 1 1 0 0,-1 0 0 0 0,0-1 0 0 0,1 1 0 0 0,0-1 0 0 0,0 1 0 0 0,0-1-1 0 0,0 1 1 0 0,0-1 0 0 0,0 0 0 0 0,1 1 0 0 0,2 2 0 0 0,-3-2 42 0 0,-1-49-426 0 0,0-196-708 0 0,5 229 1435 0 0,-5 13-334 0 0,0 0 1 0 0,0 0 0 0 0,0 0-1 0 0,0 0 1 0 0,0 1 0 0 0,0-1-1 0 0,0 0 1 0 0,0 0 0 0 0,0 0-1 0 0,0 0 1 0 0,0 0 0 0 0,0 0-1 0 0,0 0 1 0 0,1 1 0 0 0,-1-1-1 0 0,0 0 1 0 0,0 0 0 0 0,0 0-1 0 0,0 0 1 0 0,0 0 0 0 0,0 0-1 0 0,0 0 1 0 0,1 0 0 0 0,-1 0-1 0 0,0 0 1 0 0,0 0 0 0 0,0 0-1 0 0,0 0 1 0 0,0 0 0 0 0,0 0-1 0 0,1 0 1 0 0,-1 0 0 0 0,0 0-1 0 0,0 0 1 0 0,0 0 0 0 0,0 0-1 0 0,0 0 1 0 0,0 0 0 0 0,1 0-1 0 0,-1 0 1 0 0,0 0 0 0 0,0 0-1 0 0,0 0 1 0 0,0 0 0 0 0,-3 20 61 0 0,1-14 13 0 0,1 1 1 0 0,0 0-1 0 0,0 0 1 0 0,0 0-1 0 0,1 7 1 0 0,0-11-105 0 0,0-1 0 0 0,0 1 0 0 0,0-1 0 0 0,0 1 0 0 0,0 0 0 0 0,-1-1 0 0 0,0 1 0 0 0,1-1 0 0 0,-1 0 0 0 0,0 1 0 0 0,-2 3 0 0 0,2-3 80 0 0,-1 0 1 0 0,1 0 0 0 0,0 0-1 0 0,0 0 1 0 0,1 0 0 0 0,-1 0 0 0 0,1 0-1 0 0,-1 0 1 0 0,1 0 0 0 0,0 0-1 0 0,0 5 1 0 0,1 58-947 0 0,-4-7 1325 0 0,-1-38 210 0 0,4-21-630 0 0,0 0 1 0 0,-1 0-1 0 0,1 0 1 0 0,0 0-1 0 0,0 0 1 0 0,0 0-1 0 0,0 0 0 0 0,0 0 1 0 0,0 1-1 0 0,0-1 1 0 0,0 0-1 0 0,0 0 1 0 0,0 0-1 0 0,-1 0 1 0 0,1 0-1 0 0,0 0 1 0 0,0 0-1 0 0,0 0 1 0 0,0 0-1 0 0,0 0 0 0 0,0 0 1 0 0,0 0-1 0 0,0 0 1 0 0,-1 0-1 0 0,1 0 1 0 0,0 0-1 0 0,0 0 1 0 0,0 0-1 0 0,0 0 1 0 0,0 0-1 0 0,0 0 0 0 0,0 0 1 0 0,0 0-1 0 0,0-1 1 0 0,-1 1-1 0 0,1 0 1 0 0,0 0-1 0 0,0 0 1 0 0,0 0-1 0 0,0 0 1 0 0,0 0-1 0 0,0 0 1 0 0,0 0-1 0 0,0 0 0 0 0,0 0 1 0 0,0 0-1 0 0,0 0 1 0 0,0-1-1 0 0,0 1 1 0 0,0 0-1 0 0,0 0 1 0 0,0 0-1 0 0,0 0 1 0 0,0 0-1 0 0,0 0 1 0 0,0 0-1 0 0,0 0 0 0 0,0-1 1 0 0,0 1-1 0 0,0 0 1 0 0,0 0-1 0 0,0 0 1 0 0,0 0-1 0 0,0 0 1 0 0,0 0-1 0 0,0 0 1 0 0,0 0-1 0 0,0 0 1 0 0,0-1-1 0 0,-4-29-294 0 0,4-144 936 0 0,0 177-682 0 0,0 0 0 0 0,0 0 0 0 0,0-1 0 0 0,-1 1 0 0 0,0 0 0 0 0,1 0 0 0 0,-1-1 0 0 0,0 1 0 0 0,-2 4 0 0 0,-4 8-181 0 0,-1 21 554 0 0,-8 63 0 0 0,15-85-255 0 0,-2 4 5 0 0,4 12-627 0 0,-1-24 854 0 0,11-16-580 0 0,-10 7 199 0 0,0 0 1 0 0,0 0 0 0 0,0 0 0 0 0,-1 0-1 0 0,1 0 1 0 0,-1 0 0 0 0,0 0 0 0 0,0-1 0 0 0,0 1-1 0 0,0 0 1 0 0,-2-6 0 0 0,1-2-701 0 0,1-33 63 0 0,3-34-882 0 0,8 28 238 0 0,-11 45 665 0 0,0 16 691 0 0,-2 26 89 0 0,-10 19 107 0 0,13-56-203 0 0,-1 1-1 0 0,0-1 0 0 0,0 1 0 0 0,0-1 0 0 0,0 1 1 0 0,0-1-1 0 0,1 1 0 0 0,-1-1 0 0 0,0 1 1 0 0,0-1-1 0 0,0 1 0 0 0,0-1 0 0 0,0 1 0 0 0,-1-1 1 0 0,1 1-1 0 0,0-1 0 0 0,0 1 0 0 0,0-1 1 0 0,0 1-1 0 0,0-1 0 0 0,-1 1 0 0 0,1-1 1 0 0,0 1-1 0 0,0-1 0 0 0,-1 0 0 0 0,1 1 0 0 0,0-1 1 0 0,-1 0-1 0 0,1 1 0 0 0,-1-1 0 0 0,1 0 1 0 0,0 1-1 0 0,-1-1 0 0 0,1 0 0 0 0,-1 1 0 0 0,1-1 1 0 0,-1 0-1 0 0,1 0 0 0 0,-1 0 0 0 0,1 0 1 0 0,0 1-1 0 0,-1-1 0 0 0,1 0 0 0 0,-1 0 0 0 0,0 0 1 0 0,1 0-1 0 0,-1 0 0 0 0,-1 2-115 0 0,1 10-23 0 0,1 44-192 0 0,0-42-138 0 0,0 3-4947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1.1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209 15 1600 0 0,'0'-14'14501'0'0,"3"26"-14170"0"0,13 75 804 0 0,15 89-383 0 0,-28-164-619 0 0,-1 1 0 0 0,0-1-1 0 0,-1 1 1 0 0,-1 20 0 0 0,-1-10 339 0 0,1-22-461 0 0,0 1 0 0 0,-1-1 0 0 0,1 0 0 0 0,0 0 0 0 0,-1 1 0 0 0,1-1 0 0 0,-1 0 0 0 0,1 0 0 0 0,-1 0 0 0 0,0 0 0 0 0,1 0 0 0 0,-1 0 0 0 0,0 0 0 0 0,0 0 0 0 0,0 0 1 0 0,0 0-1 0 0,0 0 0 0 0,0 0 0 0 0,0-1 0 0 0,0 1 0 0 0,-2 1 0 0 0,-6 4-40 0 0,9-4 59 0 0,-3 0-35 0 0,1-1-1 0 0,0 1 0 0 0,0 0 1 0 0,0-1-1 0 0,-1 1 0 0 0,1-1 1 0 0,-1 1-1 0 0,0-1 0 0 0,1 0 1 0 0,-1 0-1 0 0,-3 0 0 0 0,-121 39-1802 0 0,122-38 1201 0 0,0-1 0 0 0,1 0 0 0 0,-1 0-1 0 0,0 0 1 0 0,-1 0 0 0 0,1-1 0 0 0,0 0-1 0 0,-10-1 1 0 0,-10-21-9639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1.5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42 2080 0 0,'-14'-10'9715'0'0,"14"8"-9521"0"0,-10 0 3199 0 0,51 2-1960 0 0,12 1-158 0 0,209-4 1461 0 0,-6-9-2709 0 0,52 0-1089 0 0,-216 10-388 0 0,-90 2 1169 0 0,1 0 1 0 0,-1 0 0 0 0,1 1-1 0 0,-1-1 1 0 0,1 1 0 0 0,-1-1-1 0 0,0 1 1 0 0,1 0-1 0 0,-1 0 1 0 0,3 1 0 0 0,-3 0-32 0 0,0-2 0 0 0,0 1 1 0 0,0 0-1 0 0,0 0 1 0 0,0-1-1 0 0,0 1 0 0 0,0-1 1 0 0,0 1-1 0 0,0-1 1 0 0,3 0-1 0 0,-4 0 49 0 0,0 1-1 0 0,0-1 1 0 0,0 1-1 0 0,0-1 1 0 0,0 1 0 0 0,0-1-1 0 0,0 1 1 0 0,0-1-1 0 0,0 1 1 0 0,0 0-1 0 0,0 0 1 0 0,0-1 0 0 0,-1 1-1 0 0,1 0 1 0 0,0 0-1 0 0,-1 0 1 0 0,1 0 0 0 0,0 0-1 0 0,-1 0 1 0 0,0 0-1 0 0,1 0 1 0 0,0 2-1 0 0,10 20-4802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2.2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1856 0 0,'0'2'6858'0'0,"0"49"1755"0"0,0 77-6261 0 0,0-117-2383 0 0,1-1-1 0 0,1 1 0 0 0,-1-1 1 0 0,2 0-1 0 0,-1 1 1 0 0,6 11-1 0 0,4 20 184 0 0,37 160-525 0 0,-47-193 393 0 0,5 17-16 0 0,-9-23-44 0 0,2 0-19 0 0,0 3 106 0 0,0 8 275 0 0,0-10-301 0 0,2-5-240 0 0,8-18-2075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3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242 14 2112 0 0,'-2'-2'7109'0'0,"1"1"-6797"0"0,0 0 1 0 0,0 0-1 0 0,0 0 0 0 0,-1 0 0 0 0,1 0 1 0 0,0 0-1 0 0,0 0 0 0 0,-1 1 1 0 0,1-1-1 0 0,0 0 0 0 0,-1 1 0 0 0,1 0 1 0 0,0-1-1 0 0,-1 1 0 0 0,1 0 1 0 0,-1-1-1 0 0,-2 1 0 0 0,2 12 360 0 0,-24-8 443 0 0,18 3-894 0 0,0 0-1 0 0,1 1 1 0 0,0-1 0 0 0,-8 14 0 0 0,2-5 111 0 0,0 0 0 0 0,1 2 1 0 0,-17 32-1 0 0,17-23-88 0 0,1 1 1 0 0,2 0-1 0 0,0 0 0 0 0,2 1 0 0 0,-5 41 0 0 0,3 27 291 0 0,5 139-1 0 0,24 73 35 0 0,-18-283-540 0 0,2 0 0 0 0,1 0 0 0 0,15 45 0 0 0,-19-68-37 0 0,0 1 0 0 0,1-1 0 0 0,-1 0 1 0 0,1 0-1 0 0,0 0 0 0 0,0-1 0 0 0,0 1 0 0 0,0 0 0 0 0,0-1 0 0 0,1 1 0 0 0,-1-1 0 0 0,1 0 0 0 0,4 4 0 0 0,14 7 29 0 0,0 0 1 0 0,0-1-1 0 0,1-1 0 0 0,1-1 1 0 0,44 13-1 0 0,12 8-618 0 0,-74-29 608 0 0,-1 0 0 0 0,1 0-1 0 0,-1 0 1 0 0,1 0 0 0 0,-1-1 0 0 0,1 1 0 0 0,6 0 0 0 0,45 11-3720 0 0,62 24-9645 0 0,-78-27 8629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29.1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29 155 2528 0 0,'0'0'154'0'0,"0"-1"1"0"0,0 1-1 0 0,0-1 0 0 0,0 1 0 0 0,0-1 1 0 0,0 1-1 0 0,0-1 0 0 0,0 1 1 0 0,0 0-1 0 0,0-1 0 0 0,0 1 1 0 0,0-1-1 0 0,0 1 0 0 0,0-1 1 0 0,-1 1-1 0 0,-1-4 1389 0 0,1 4-1389 0 0,1 0 1 0 0,-1-1-1 0 0,-6-6 1883 0 0,5-44 6288 0 0,14 248-6016 0 0,-10 107-1429 0 0,-2-173-1205 0 0,0-48 581 0 0,0-76-379 0 0,1 9 1 0 0,-1-1-1 0 0,-3 29 0 0 0,-5-34 460 0 0,4-1-178 0 0,4-7 12 0 0,-2-4 53 0 0,0 0-214 0 0,1-1 0 0 0,-1 1 0 0 0,1 0 0 0 0,0 0 0 0 0,0-1 0 0 0,0 1 0 0 0,0-1 0 0 0,0 1 0 0 0,1-1 0 0 0,-1 1 0 0 0,1-1 0 0 0,0 0 0 0 0,-1-2 0 0 0,2-35 184 0 0,-1 30-48 0 0,0-65 46 0 0,7-196-91 0 0,26-7-197 0 0,-7 159 187 0 0,-18 90 157 0 0,-3 21-14 0 0,-2 5-178 0 0,0 0 30 0 0,-1 1-177 0 0,2-2 6 0 0,-3 2 97 0 0,1 0 0 0 0,0 1 0 0 0,-1-1 0 0 0,1 0 0 0 0,0 1 0 0 0,0-1 0 0 0,0 1 0 0 0,0-1 0 0 0,0 1 1 0 0,0 0-1 0 0,1 0 0 0 0,-1 0 0 0 0,0 0 0 0 0,5-1 0 0 0,-5 2 4 0 0,5 0-43 0 0,11 5 159 0 0,-12-2-91 0 0,0 1 0 0 0,0 0 0 0 0,-1 1 1 0 0,0-1-1 0 0,6 7 0 0 0,20 21 85 0 0,-2 2-1 0 0,-1 1 1 0 0,-1 2-1 0 0,-2 0 1 0 0,-2 2 0 0 0,-2 0-1 0 0,-1 2 1 0 0,16 45 0 0 0,15 60-222 0 0,-37-96 117 0 0,-9-35-161 0 0,-1 0 0 0 0,11 21-1 0 0,11 25-361 0 0,11 28-52 0 0,-35-86 544 0 0,-1 0 0 0 0,0 0-1 0 0,1-1 1 0 0,-1 1 0 0 0,-1 0 0 0 0,1 0 0 0 0,0 0 0 0 0,-1 0 0 0 0,1 0 0 0 0,-1 1 0 0 0,0-1 0 0 0,0 0 0 0 0,-1 3 0 0 0,1-5-2 0 0,0 0 0 0 0,0 0 0 0 0,0-1-1 0 0,0 1 1 0 0,0 0 0 0 0,0 0 0 0 0,0 0 0 0 0,0 0 0 0 0,0 0 0 0 0,0 0 0 0 0,1 0 0 0 0,-1-1-1 0 0,0 1 1 0 0,0 0 0 0 0,1 0 0 0 0,0 1 0 0 0,1 1 17 0 0,0 0 0 0 0,-1 1-1 0 0,0-1 1 0 0,1 0 0 0 0,-1 1 0 0 0,0-1 0 0 0,-1 1-1 0 0,1 0 1 0 0,0 5 0 0 0,-1-9 3 0 0,0 0 1 0 0,0 0-1 0 0,0 0 1 0 0,-1 0-1 0 0,1 0 0 0 0,0 0 1 0 0,0 0-1 0 0,0 0 1 0 0,0 0-1 0 0,0 0 1 0 0,0 0-1 0 0,0 0 0 0 0,0 0 1 0 0,0 0-1 0 0,0 0 1 0 0,-1 0-1 0 0,1 0 0 0 0,0 0 1 0 0,0 0-1 0 0,0 0 1 0 0,0 0-1 0 0,0 0 1 0 0,0 0-1 0 0,0 0 0 0 0,0 0 1 0 0,0 0-1 0 0,-1 0 1 0 0,1 0-1 0 0,0 0 0 0 0,0 0 1 0 0,0 0-1 0 0,0 0 1 0 0,0 0-1 0 0,0 0 0 0 0,0 0 1 0 0,0 0-1 0 0,0 0 1 0 0,0 0-1 0 0,0 1 1 0 0,0-1-1 0 0,-1 0 0 0 0,1 0 1 0 0,0 0-1 0 0,0 0 1 0 0,0 0-1 0 0,0 0 0 0 0,0 0 1 0 0,0 0-1 0 0,0 0 1 0 0,0 0-1 0 0,0 1 1 0 0,0-1-1 0 0,0 0 0 0 0,0 0 1 0 0,0 0-1 0 0,0 0 1 0 0,0 0-1 0 0,0 0 0 0 0,0 0 1 0 0,0 0-1 0 0,0 0 1 0 0,0 0-1 0 0,0 1 0 0 0,0-1 1 0 0,0 0-1 0 0,1 0 1 0 0,-9-10 196 0 0,-5-13-19 0 0,12 20-113 0 0,0 0 1 0 0,0 1-1 0 0,-1 0 1 0 0,1-1 0 0 0,-1 1-1 0 0,0 0 1 0 0,0 0-1 0 0,0 0 1 0 0,-3-3 0 0 0,-8-9 128 0 0,9 7-224 0 0,3 5 2 0 0,-1 1-1 0 0,1-1 1 0 0,0 0-1 0 0,0 1 1 0 0,-1-1-1 0 0,1 0 1 0 0,-1 1-1 0 0,0 0 1 0 0,1-1-1 0 0,-1 1 0 0 0,0 0 1 0 0,0 0-1 0 0,-3-2 1 0 0,3 2 31 0 0,-1-1 0 0 0,1 1-1 0 0,-1-1 1 0 0,1 0 0 0 0,0 1 0 0 0,0-1 0 0 0,0 0 0 0 0,0 0-1 0 0,0-1 1 0 0,1 1 0 0 0,-3-4 0 0 0,1 2 6 0 0,0 1 1 0 0,1-1-1 0 0,-2 1 1 0 0,1-1 0 0 0,0 1-1 0 0,-1 0 1 0 0,1 0-1 0 0,-1 0 1 0 0,0 1-1 0 0,0-1 1 0 0,0 1-1 0 0,0 0 1 0 0,-1 0 0 0 0,1 0-1 0 0,-9-1 1 0 0,9 1-66 0 0,-7-1-679 0 0,0-1 0 0 0,0 2 0 0 0,0 0-1 0 0,0 0 1 0 0,-12 0 0 0 0,-154 9-18787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29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 2048 0 0,'-14'0'8864'0'0,"14"14"-8096"0"0,14-14 480 0 0,0 0-416 0 0,0 14-544 0 0,99-14 544 0 0,-85 0-768 0 0,99 0-640 0 0,-56 14-4576 0 0,-43-14 2272 0 0,-14 0-1984 0 0,0 0 3392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29.7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2080 0 0,'14'0'9984'0'0,"0"0"-8672"0"0,0 0-608 0 0,0 0 32 0 0,311 14 3263 0 0,-268-14-5471 0 0,-43 0 65 0 0,0 0 511 0 0,0 0-256 0 0,0 0-2496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4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2464 0 0,'0'0'7008'0'0,"14"56"-3136"0"0,-14-42-3680 0 0,0 0-32 0 0,0 1-160 0 0,0 13 0 0 0,14-14 224 0 0,-14 14-128 0 0,0-13-608 0 0,0-1 96 0 0,14 0-896 0 0,-14 14-3040 0 0,0-14 2368 0 0,14 0-3456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5.0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18 139 3680 0 0,'-2'0'5033'0'0,"-8"3"-2429"0"0,9 1-2138 0 0,0 1-1 0 0,0-1 1 0 0,0 0 0 0 0,0 1-1 0 0,1-1 1 0 0,0 1 0 0 0,0-1-1 0 0,0 1 1 0 0,2 6-1 0 0,-1 9 569 0 0,-1 3-372 0 0,7 41-204 0 0,-1-19-228 0 0,49 272 778 0 0,-36-256-774 0 0,-19-60-225 0 0,0 0-1 0 0,0 0 1 0 0,0-1-1 0 0,0 1 1 0 0,1 0-1 0 0,-1 0 1 0 0,0 0-1 0 0,1 0 1 0 0,-1-1-1 0 0,0 1 1 0 0,1 0-1 0 0,-1 0 1 0 0,1-1-1 0 0,-1 1 1 0 0,1 0-1 0 0,0-1 1 0 0,-1 1-1 0 0,1 0 1 0 0,0-1-1 0 0,-1 1 1 0 0,2 0-1 0 0,0-8 28 0 0,-1 0 0 0 0,0-1-1 0 0,0 1 1 0 0,-1 0 0 0 0,0 0 0 0 0,-1-14 0 0 0,-21-376 593 0 0,21 299-448 0 0,5 72-70 0 0,-2 6-3 0 0,-1 4-169 0 0,0 0-1 0 0,1 0 1 0 0,6-28 0 0 0,-3 24 494 0 0,-5 18-443 0 0,0 1 0 0 0,0 0 1 0 0,1-1-1 0 0,-1 1 0 0 0,0-1 1 0 0,1 1-1 0 0,-1 0 0 0 0,1-1 1 0 0,-1 1-1 0 0,1 0 0 0 0,0 0 1 0 0,0-1-1 0 0,-1 1 0 0 0,3-2 1 0 0,1 2-45 0 0,9 9 188 0 0,19 20 300 0 0,-18-12-209 0 0,-1 2 0 0 0,19 30 0 0 0,122 250 1141 0 0,-150-290-1335 0 0,59 122 236 0 0,17 27 10 0 0,-69-139-261 0 0,-7-10-57 0 0,0-2 0 0 0,1 1 0 0 0,0 0 1 0 0,0-1-1 0 0,6 6 0 0 0,8 14 94 0 0,11 37-63 0 0,-23-30 10 0 0,-7-33 3 0 0,0 0 1 0 0,0 1-1 0 0,0-1 1 0 0,0 0-1 0 0,0 1 1 0 0,0-1 0 0 0,-1 0-1 0 0,1 1 1 0 0,0-1-1 0 0,0 1 1 0 0,0-1 0 0 0,0 0-1 0 0,0 1 1 0 0,0-1-1 0 0,1 0 1 0 0,-1 1-1 0 0,0-1 1 0 0,0 0 0 0 0,0 1-1 0 0,0-1 1 0 0,0 0-1 0 0,0 1 1 0 0,1-1-1 0 0,-1 0 1 0 0,0 1 0 0 0,0-1-1 0 0,0 0 1 0 0,1 0-1 0 0,-1 1 1 0 0,0-1-1 0 0,0 0 1 0 0,1 0 0 0 0,-1 1-1 0 0,0-1 1 0 0,1 0-1 0 0,-1 0 1 0 0,0 0-1 0 0,0 0 1 0 0,1 1 0 0 0,-1-1-1 0 0,1 0 1 0 0,-1 0-1 0 0,0 0 1 0 0,1 0 0 0 0,-1 0-1 0 0,0 0 1 0 0,1 0-1 0 0,-1 0 1 0 0,1 0-1 0 0,0 0 37 0 0,-4-5-38 0 0,1-1-1 0 0,-1 1 1 0 0,0 1-1 0 0,0-1 1 0 0,0 0-1 0 0,-1 1 0 0 0,0-1 1 0 0,0 1-1 0 0,0 0 1 0 0,-7-4-1 0 0,-2-5 21 0 0,-43-44 138 0 0,17 16-237 0 0,29 29-17 0 0,-2 1 0 0 0,0 0 0 0 0,0 0 0 0 0,-1 1 0 0 0,-19-11 1 0 0,11 6-228 0 0,-2-1-40 0 0,-1 1-1 0 0,-27-12 1 0 0,35 20-518 0 0,-1 1 1 0 0,1 0 0 0 0,-22-4 0 0 0,37 10 627 0 0,0-1-1 0 0,0 1 1 0 0,0-1-1 0 0,0 1 1 0 0,0 0-1 0 0,0 0 1 0 0,-1-1-1 0 0,1 1 1 0 0,0 0-1 0 0,0 0 1 0 0,0 0-1 0 0,0 0 1 0 0,0 0-1 0 0,0 0 0 0 0,0 0 1 0 0,0 1-1 0 0,-1-1 1 0 0,1 0-1 0 0,0 1 1 0 0,0-1-1 0 0,0 1 1 0 0,0-1-1 0 0,0 1 1 0 0,0-1-1 0 0,0 1 1 0 0,1-1-1 0 0,-1 1 1 0 0,0 0-1 0 0,0 0 1 0 0,0 0-1 0 0,1-1 0 0 0,-1 1 1 0 0,0 0-1 0 0,1 0 1 0 0,-1 0-1 0 0,1 0 1 0 0,-1 0-1 0 0,1 0 1 0 0,-1 0-1 0 0,1 2 1 0 0,-4 4-1436 0 0,-10 9-5225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5.5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3072 0 0,'21'-7'6852'0'0,"-16"5"-5696"0"0,0 1 0 0 0,0-1 1 0 0,0 1-1 0 0,1 1 0 0 0,-1-1 0 0 0,0 1 1 0 0,1-1-1 0 0,6 2 0 0 0,2-2-1087 0 0,28 1 141 0 0,-39 1-197 0 0,0-1 0 0 0,-1 0 0 0 0,1 0 0 0 0,-1 1 0 0 0,1 0 0 0 0,-1-1 0 0 0,1 1 0 0 0,-1 0 0 0 0,1 0 0 0 0,-1 0 0 0 0,0 1 0 0 0,4 1 0 0 0,7 3-169 0 0,-4-1 153 0 0,1 20-51 0 0,-7-17 6 0 0,-1 1 1 0 0,0 0-1 0 0,0 0 1 0 0,-1 0-1 0 0,0 0 1 0 0,-1 0-1 0 0,0 1 1 0 0,-1-1 0 0 0,-2 13-1 0 0,2-15-17 0 0,-1 0-1 0 0,-1 0 1 0 0,1-1 0 0 0,-1 1-1 0 0,0-1 1 0 0,-1 0 0 0 0,-3 6-1 0 0,-45 45-686 0 0,48-45 789 0 0,3-7 17 0 0,0-3-54 0 0,0 0 0 0 0,0 0 0 0 0,0 0 0 0 0,-1 0 0 0 0,1 0 0 0 0,-1 0 0 0 0,1-1 0 0 0,-1 1 0 0 0,0 0 0 0 0,0-1 0 0 0,0 1 0 0 0,1-1 0 0 0,-5 2 0 0 0,5-2 7 0 0,0-1 0 0 0,0 1 0 0 0,0-1 0 0 0,0 1 0 0 0,1-1 1 0 0,-1 1-1 0 0,0 0 0 0 0,0 0 0 0 0,0-1 0 0 0,1 1 0 0 0,-1 0 0 0 0,0 0 0 0 0,1 0 1 0 0,-1 0-1 0 0,1 0 0 0 0,-1 0 0 0 0,1 0 0 0 0,-1 0 0 0 0,1 0 0 0 0,0 0 0 0 0,0 0 0 0 0,-1 0 1 0 0,1 0-1 0 0,0 0 0 0 0,0 0 0 0 0,0 0 0 0 0,0 0 0 0 0,0 1 0 0 0,0 0 0 0 0,1-1 17 0 0,-1 0 0 0 0,1 0 0 0 0,-1 0 0 0 0,1 0 0 0 0,0 0 0 0 0,-1 0 0 0 0,1 0 0 0 0,0 0 0 0 0,0 0 0 0 0,0-1-1 0 0,0 1 1 0 0,-1 0 0 0 0,1 0 0 0 0,0-1 0 0 0,0 1 0 0 0,0-1 0 0 0,0 1 0 0 0,1-1 0 0 0,-1 1 0 0 0,0-1 0 0 0,0 0 0 0 0,0 1-1 0 0,0-1 1 0 0,0 0 0 0 0,0 0 0 0 0,1 0 0 0 0,-1 0 0 0 0,0 0 0 0 0,0 0 0 0 0,2-1 0 0 0,177 10-1401 0 0,-144-6 636 0 0,-22-3-633 0 0,0 1 0 0 0,-1 1 0 0 0,1 0 0 0 0,13 4 0 0 0,2 2-2449 0 0,3 1-1030 0 0,-13-7 2656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6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3104 0 0,'354'0'-3104'0'0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6.2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2464 0 0,'71'0'13184'0'0,"-57"0"-12704"0"0,127-15 1567 0 0,-14 1-1503 0 0,-112 14-672 0 0,-1 0-64 0 0,0 0-192 0 0,28-14-1663 0 0,-28 14 895 0 0,56 14-13664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7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6 545 2048 0 0,'5'13'12368'0'0,"2"-12"-10795"0"0,-5-1-704 0 0,15 0 454 0 0,3 0-887 0 0,1-1 0 0 0,-1-1 0 0 0,0 0 0 0 0,0-2 0 0 0,0 0 1 0 0,31-12-1 0 0,-37 11-346 0 0,-1-2 0 0 0,0 0 1 0 0,0 0-1 0 0,0-1 0 0 0,-1-1 1 0 0,20-18-1 0 0,-27 23-79 0 0,0-1-1 0 0,0-1 1 0 0,-1 1 0 0 0,1-1-1 0 0,-1 0 1 0 0,-1 0 0 0 0,1 0-1 0 0,-1 0 1 0 0,0-1 0 0 0,-1 1-1 0 0,1-1 1 0 0,0-7 0 0 0,-2 11-18 0 0,0 1 0 0 0,0 0 1 0 0,-1-1-1 0 0,1 1 0 0 0,-1-1 1 0 0,0 1-1 0 0,0-1 0 0 0,0 1 1 0 0,0-1-1 0 0,0 1 0 0 0,-1-4 1 0 0,-8-18 50 0 0,0 1 0 0 0,-18-30 0 0 0,16 30 69 0 0,-1-2-30 0 0,-1 1-1 0 0,-1 0 1 0 0,-1 1 0 0 0,-1 0-1 0 0,-28-29 1 0 0,44 52-83 0 0,-3-3-30 0 0,0 0 0 0 0,0 1 1 0 0,0-1-1 0 0,-1 1 0 0 0,0 0 0 0 0,1 0 1 0 0,-1 0-1 0 0,0 0 0 0 0,0 1 0 0 0,0 0 0 0 0,-6-2 1 0 0,-8-2 8 0 0,0 1 1 0 0,-1 1 0 0 0,0 1 0 0 0,-27-1-1 0 0,45 3 39 0 0,-1 0-1 0 0,0 1 1 0 0,0-1-1 0 0,0 0 1 0 0,1 0-1 0 0,-1 1 1 0 0,0-1-1 0 0,0 1 0 0 0,1 0 1 0 0,-1-1-1 0 0,1 1 1 0 0,-1 0-1 0 0,1 0 1 0 0,-1 0-1 0 0,-1 2 1 0 0,2-3-3 0 0,1 1 1 0 0,0-1-1 0 0,-1 1 1 0 0,1-1-1 0 0,0 1 1 0 0,0-1-1 0 0,-1 1 1 0 0,1-1-1 0 0,0 1 1 0 0,0-1-1 0 0,0 1 1 0 0,-1 0 0 0 0,1-1-1 0 0,0 1 1 0 0,0-1-1 0 0,0 1 1 0 0,0 0-1 0 0,0-1 1 0 0,0 1-1 0 0,0-1 1 0 0,1 1-1 0 0,-1 0 1 0 0,0-1-1 0 0,0 1 1 0 0,0-1-1 0 0,1 1 1 0 0,0 1 24 0 0,0-1 1 0 0,1 1-1 0 0,-1-1 0 0 0,1 0 1 0 0,-1 0-1 0 0,1 1 0 0 0,0-1 1 0 0,-1 0-1 0 0,1-1 0 0 0,0 1 0 0 0,0 0 1 0 0,0 0-1 0 0,-1-1 0 0 0,1 1 1 0 0,0-1-1 0 0,0 0 0 0 0,0 1 1 0 0,0-1-1 0 0,3 0 0 0 0,17 4 55 0 0,-17-1-95 0 0,-1-2-1 0 0,1 1 1 0 0,1-1-1 0 0,-1 1 1 0 0,0-1-1 0 0,0-1 1 0 0,0 1-1 0 0,8-1 1 0 0,51 3 420 0 0,-34 2-340 0 0,-10-2-64 0 0,1-1 0 0 0,37 0 0 0 0,-11-2 86 0 0,29 2 106 0 0,128 8-235 0 0,-162-8 36 0 0,-37-1 21 0 0,0 0-1 0 0,0-1 1 0 0,1 0-1 0 0,-1 0 0 0 0,0 0 1 0 0,0 0-1 0 0,0-1 1 0 0,0 0-1 0 0,0 0 1 0 0,-1 0-1 0 0,1-1 0 0 0,0 1 1 0 0,8-6-1 0 0,0-3 5 0 0,-13 10-35 0 0,0-1 1 0 0,0 1-1 0 0,0 0 1 0 0,0-1-1 0 0,0 1 1 0 0,0 0-1 0 0,0 0 1 0 0,-1-1-1 0 0,1 1 1 0 0,0 0-1 0 0,0 0 1 0 0,0-1-1 0 0,0 1 1 0 0,0 0-1 0 0,-1 0 1 0 0,1-1 0 0 0,0 1-1 0 0,0 0 1 0 0,0 0-1 0 0,-1 0 1 0 0,1-1-1 0 0,0 1 1 0 0,0 0-1 0 0,-1 0 1 0 0,1 0-1 0 0,0 0 1 0 0,0 0-1 0 0,-1-1 1 0 0,1 1-1 0 0,0 0 1 0 0,-1 0-1 0 0,1 0 1 0 0,0 0-1 0 0,0 0 1 0 0,-1 0-1 0 0,1 0 1 0 0,0 0-1 0 0,-1 0 1 0 0,1 0-1 0 0,0 0 1 0 0,0 0-1 0 0,-1 0 1 0 0,1 1-1 0 0,0-1 1 0 0,-1 0-1 0 0,1 0 1 0 0,-3 0 53 0 0,1-2 102 0 0,-4-4-67 0 0,0 1 0 0 0,0-1 0 0 0,-1 1-1 0 0,1 1 1 0 0,-15-8 0 0 0,0 0 20 0 0,20 11-76 0 0,-1 0 1 0 0,0-1 0 0 0,1 1-1 0 0,-1 0 1 0 0,0 0 0 0 0,0 0 0 0 0,0 0-1 0 0,0 1 1 0 0,0-1 0 0 0,0 0 0 0 0,0 1-1 0 0,0-1 1 0 0,0 1 0 0 0,0 0 0 0 0,0 0-1 0 0,0 0 1 0 0,0 0 0 0 0,0 0-1 0 0,0 0 1 0 0,0 0 0 0 0,-1 1 0 0 0,1-1-1 0 0,0 1 1 0 0,0-1 0 0 0,0 1 0 0 0,1 0-1 0 0,-1 0 1 0 0,0 0 0 0 0,0 0 0 0 0,0 0-1 0 0,-2 2 1 0 0,0 2 32 0 0,1-1 0 0 0,-1 1-1 0 0,1-1 1 0 0,0 1 0 0 0,0 0 0 0 0,1 0-1 0 0,-1 0 1 0 0,1 0 0 0 0,0 1 0 0 0,-1 5-1 0 0,-1 9 50 0 0,1 1-1 0 0,1-1 0 0 0,0 0 0 0 0,3 38 0 0 0,0-49-87 0 0,0 0 1 0 0,0 0 0 0 0,1-1-1 0 0,0 1 1 0 0,0 0 0 0 0,1-1-1 0 0,7 16 1 0 0,41 91 325 0 0,-45-102-408 0 0,1 0 1 0 0,-1-1-1 0 0,2 0 1 0 0,14 18-1 0 0,-5-7 377 0 0,6 6-577 0 0,29 30-1493 0 0,-50-57 1584 0 0,0 0 0 0 0,0 1 0 0 0,1-1 0 0 0,-1 0 0 0 0,0 0 1 0 0,1-1-1 0 0,0 1 0 0 0,-1 0 0 0 0,5 1 0 0 0,1 1-186 0 0,8-1-4156 0 0,55-3-15823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6.7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311 1 2176 0 0,'-5'0'-351'0'0,"3"0"689"0"0,1-1-1 0 0,-1 1 1 0 0,0 0-1 0 0,1 0 0 0 0,-1 1 1 0 0,0-1-1 0 0,0 0 1 0 0,1 0-1 0 0,-1 1 1 0 0,1-1-1 0 0,-1 1 1 0 0,0 0-1 0 0,1-1 1 0 0,-1 1-1 0 0,1 0 0 0 0,-1 0 1 0 0,1 0-1 0 0,0 0 1 0 0,-1 0-1 0 0,-1 2 1 0 0,-1 0 16 0 0,-9 5 70 0 0,1 1 0 0 0,0 1 0 0 0,0 0 0 0 0,1 1 0 0 0,0 0 0 0 0,1 1 0 0 0,0 0 0 0 0,-11 17 0 0 0,4-4-327 0 0,13-21-67 0 0,1 0 0 0 0,0 0 0 0 0,0 0 0 0 0,0 1 0 0 0,-3 8 1 0 0,-3 15 42 0 0,6-17-83 0 0,0 0-1 0 0,-1 0 1 0 0,-8 15 0 0 0,9-20 31 0 0,1 0 0 0 0,0-1 0 0 0,1 1 0 0 0,-1 0 0 0 0,1 0 0 0 0,0 0 1 0 0,0 13-1 0 0,1-13-10 0 0,0 0 1 0 0,-1 1-1 0 0,0-1 0 0 0,0 0 1 0 0,0 1-1 0 0,-1-1 1 0 0,0 0-1 0 0,-3 6 1 0 0,4-7-27 0 0,0 0 0 0 0,1 0 1 0 0,0 0-1 0 0,0 0 0 0 0,0 0 1 0 0,0 0-1 0 0,2 7 0 0 0,-1 3-30 0 0,0-1 0 0 0,8 30-1 0 0,-8-39 38 0 0,0 0 0 0 0,1-1 0 0 0,0 1 0 0 0,0 0 0 0 0,1 0 0 0 0,-1-1 0 0 0,1 1 0 0 0,0-1 0 0 0,0 0 0 0 0,0 0 0 0 0,1 0 0 0 0,0 0 0 0 0,-1-1 0 0 0,6 4 0 0 0,-1-2 5 0 0,0-2 0 0 0,0 1 0 0 0,1-1 0 0 0,-1 0 0 0 0,1-1 0 0 0,-1 0 0 0 0,1 0 0 0 0,0-1 0 0 0,12 0 0 0 0,6 0 26 0 0,42-4 0 0 0,-12-4 105 0 0,-44-1-67 0 0,-12 7-74 0 0,4-26-120 0 0,-3 24 155 0 0,0-1 1 0 0,-1 1-1 0 0,1-1 0 0 0,-1 0 1 0 0,0 0-1 0 0,0 0 0 0 0,0 0 1 0 0,-1 0-1 0 0,1 0 0 0 0,-1 0 1 0 0,0 0-1 0 0,0 0 0 0 0,0 0 1 0 0,-1 0-1 0 0,-1-8 0 0 0,1 7-4 0 0,-8-3 31 0 0,-11-7 114 0 0,1 1-118 0 0,0 1 0 0 0,-1 1 1 0 0,-21-10-1 0 0,19 13-57 0 0,1 2 0 0 0,-1 1 0 0 0,-28-5 0 0 0,47 10-18 0 0,0 0 1 0 0,1 1-1 0 0,-1-1 1 0 0,1 1-1 0 0,-1-1 1 0 0,0 1-1 0 0,0 0 1 0 0,1 0-1 0 0,-1 0 1 0 0,0 1-1 0 0,1-1 1 0 0,-1 1-1 0 0,0-1 1 0 0,-2 2-1 0 0,-1 0-383 0 0,1 1 0 0 0,-1 0-1 0 0,0 0 1 0 0,1 1 0 0 0,0 0-1 0 0,0 0 1 0 0,-6 6 0 0 0,-4 6-2949 0 0,1 2 0 0 0,-13 21 1 0 0,26-37 3126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7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4416 0 0,'0'0'12831'0'0,"0"14"-11327"0"0,57 57-448 0 0,41 28-1088 0 0,184 141-16735 0 0,-268-226 16127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7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200 0 2432 0 0,'-12'16'5678'0'0,"-12"16"1094"0"0,17-10-6060 0 0,7-21-709 0 0,0-1 1 0 0,0 0-1 0 0,1 1 0 0 0,-1-1 0 0 0,0 1 0 0 0,0-1 0 0 0,0 0 0 0 0,0 1 1 0 0,0-1-1 0 0,0 1 0 0 0,0-1 0 0 0,0 0 0 0 0,0 1 0 0 0,-1-1 1 0 0,1 1-1 0 0,0-1 0 0 0,0 0 0 0 0,0 1 0 0 0,0-1 0 0 0,-1 1 1 0 0,1-1-1 0 0,0 0 0 0 0,0 1 0 0 0,-1-1 0 0 0,1 0 0 0 0,0 0 1 0 0,0 1-1 0 0,-1-1 0 0 0,-15 18 172 0 0,-50 94 129 0 0,51-85-296 0 0,11-23-164 0 0,1 1 0 0 0,0 0 0 0 0,0 0-1 0 0,0 0 1 0 0,1 0 0 0 0,0 0 0 0 0,0 1 0 0 0,-3 10 0 0 0,5-15 117 0 0,0-1 0 0 0,0 1 0 0 0,0 0 1 0 0,-1 0-1 0 0,1 0 0 0 0,0-1 0 0 0,-1 1 1 0 0,1 0-1 0 0,0-1 0 0 0,-1 1 0 0 0,1 0 1 0 0,-1-1-1 0 0,0 1 0 0 0,1 0 0 0 0,-1-1 1 0 0,1 1-1 0 0,-2 0 0 0 0,-1 2-106 0 0,-12 23-2671 0 0,15-25 2733 0 0,0-1 1 0 0,-1 0-1 0 0,1 1 1 0 0,0-1-1 0 0,-1 0 1 0 0,1 1-1 0 0,0-1 1 0 0,0 1-1 0 0,-1-1 0 0 0,1 0 1 0 0,0 1-1 0 0,0-1 1 0 0,0 1-1 0 0,0-1 1 0 0,-1 1-1 0 0,1-1 1 0 0,0 1-1 0 0,0-1 1 0 0,0 0-1 0 0,0 1 0 0 0,0-1 1 0 0,0 1-1 0 0,0-1 1 0 0,0 1-1 0 0,1-1 1 0 0,-1 1-1 0 0,1 6-2696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8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3392 0 0,'0'14'15487'0'0,"0"43"-14911"0"0,0-43-352 0 0,0 0-128 0 0,0 1-128 0 0,15-1-96 0 0,27 112 0 0 0,-42-112-96 0 0,14 15-256 0 0,0-15-128 0 0,70 127-17567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8.3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23 211 3936 0 0,'-1'1'5652'0'0,"4"12"-3128"0"0,2-5-1464 0 0,2 10-184 0 0,4-14-364 0 0,15 22 122 0 0,-21-14-671 0 0,-5-11 54 0 0,0 0-1 0 0,1 0 1 0 0,-1 0 0 0 0,0-1 0 0 0,1 1 0 0 0,-1 0-1 0 0,1 0 1 0 0,-1-1 0 0 0,1 1 0 0 0,-1 0 0 0 0,1-1-1 0 0,0 1 1 0 0,-1-1 0 0 0,1 1 0 0 0,0-1 0 0 0,-1 1-1 0 0,1-1 1 0 0,0 1 0 0 0,0-1 0 0 0,0 0-1 0 0,1 1 1 0 0,-2-1 14 0 0,31 5 22 0 0,46 4-394 0 0,-76-8 330 0 0,0-1 1 0 0,0 1-1 0 0,0-1 0 0 0,0 0 1 0 0,0 0-1 0 0,0 1 0 0 0,0-1 1 0 0,0 0-1 0 0,0 0 0 0 0,0 0 1 0 0,0 0-1 0 0,0 0 0 0 0,0 0 1 0 0,0 0-1 0 0,0 0 0 0 0,0-1 1 0 0,0 1-1 0 0,0 0 0 0 0,-1-1 1 0 0,2 0-1 0 0,22-27-288 0 0,-4 1 329 0 0,19-31-1 0 0,-37 55 2 0 0,0 0 0 0 0,-1-1 0 0 0,1 1 0 0 0,-1-1 0 0 0,1 0 0 0 0,-1 0 0 0 0,0 1 0 0 0,-1-1 0 0 0,1 0 0 0 0,0-7 0 0 0,-1 11-11 0 0,0-1 0 0 0,0 0-1 0 0,0 0 1 0 0,0 1 0 0 0,0-1 0 0 0,0 0-1 0 0,0 0 1 0 0,-1 0 0 0 0,1 1 0 0 0,0-1-1 0 0,0 0 1 0 0,-1 0 0 0 0,1 1 0 0 0,0-1-1 0 0,-1 0 1 0 0,1 1 0 0 0,-1-1 0 0 0,1 0-1 0 0,-1 1 1 0 0,1-1 0 0 0,-1 1 0 0 0,1-1-1 0 0,-1 1 1 0 0,-1-2 0 0 0,-1-1 57 0 0,-7-29 123 0 0,10 30-188 0 0,0-1 1 0 0,-1 1-1 0 0,0 0 1 0 0,1-1-1 0 0,-1 1 1 0 0,0-1-1 0 0,0 1 1 0 0,0 0-1 0 0,0 0 1 0 0,-1 0-1 0 0,1 0 1 0 0,-1 0-1 0 0,1 0 1 0 0,-1 0-1 0 0,-3-3 1 0 0,-14-22 446 0 0,17 23-426 0 0,0 0 1 0 0,0 0 0 0 0,-1 1 0 0 0,0-1-1 0 0,1 1 1 0 0,-1 0 0 0 0,-6-5-1 0 0,7 6-11 0 0,0 1-1 0 0,0 0 0 0 0,0 0 0 0 0,-1 0 0 0 0,1 0 0 0 0,0 1 1 0 0,-1-1-1 0 0,1 1 0 0 0,-1-1 0 0 0,1 1 0 0 0,-1 0 0 0 0,1 0 1 0 0,-1 0-1 0 0,1 0 0 0 0,0 0 0 0 0,-1 0 0 0 0,1 1 0 0 0,-5 1 0 0 0,-5 1 26 0 0,0 2 0 0 0,0-1-1 0 0,-17 11 1 0 0,14-7-60 0 0,0 2-1 0 0,1-1 1 0 0,-23 21 0 0 0,35-28 15 0 0,0-1 0 0 0,0 1 0 0 0,0 0-1 0 0,1-1 1 0 0,-1 1 0 0 0,0 0 0 0 0,1 0 0 0 0,0 0 0 0 0,-1 0 0 0 0,1 1 0 0 0,0-1 0 0 0,0 0 0 0 0,0 0 0 0 0,0 1-1 0 0,0 3 1 0 0,-7 15 208 0 0,7-19-257 0 0,0 0 0 0 0,0 1 0 0 0,1-1 0 0 0,-1 0 1 0 0,0 1-1 0 0,1-1 0 0 0,0 0 0 0 0,-1 1 0 0 0,1-1 0 0 0,0 0 0 0 0,0 1 1 0 0,0-1-1 0 0,1 1 0 0 0,-1-1 0 0 0,1 0 0 0 0,-1 1 0 0 0,1-1 0 0 0,0 3 1 0 0,2 0-351 0 0,0 0-1 0 0,0 0 1 0 0,0 1 0 0 0,0-2 0 0 0,1 1 0 0 0,0 0 0 0 0,0-1 0 0 0,6 6 0 0 0,20 13-3989 0 0,0-2 1 0 0,32 18-1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8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4800 0 0,'70'0'13247'0'0,"-27"0"-12927"0"0,-29 0-320 0 0,71 0-224 0 0,-43 0 64 0 0,14 0-1599 0 0,15 0-4545 0 0,-57 0 4000 0 0,0 0 64 0 0,15 0-3136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9.3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4096 0 0,'-1'0'14999'0'0,"21"0"-12489"0"0,36 0-3209 0 0,-32 0 771 0 0,-1 1 1 0 0,26 5-1 0 0,-25-3-41 0 0,0 0 0 0 0,27-2-1 0 0,-50-1-29 0 0,0 0 0 0 0,-1 0 0 0 0,1 0 0 0 0,0 0 0 0 0,0 1 0 0 0,-1-1 0 0 0,1 0-1 0 0,0 0 1 0 0,0 1 0 0 0,-1-1 0 0 0,1 0 0 0 0,0 1 0 0 0,-1-1 0 0 0,1 0 0 0 0,-1 1 0 0 0,1-1-1 0 0,0 1 1 0 0,-1-1 0 0 0,1 1 0 0 0,-1 0 0 0 0,1-1 0 0 0,-1 1 0 0 0,1 0 0 0 0,-1 0 5 0 0,0 0 0 0 0,1 0 0 0 0,-1 0 1 0 0,0 1-1 0 0,0-1 0 0 0,0 0 0 0 0,0 0 0 0 0,0 0 1 0 0,0 0-1 0 0,0 0 0 0 0,0 0 0 0 0,-1 0 1 0 0,1 1-1 0 0,0-1 0 0 0,0 0 0 0 0,-1 0 0 0 0,1 0 1 0 0,-1 0-1 0 0,1 0 0 0 0,-1 0 0 0 0,0-1 1 0 0,1 1-1 0 0,-2 1 0 0 0,-92 88-54 0 0,89-79 273 0 0,5-6-242 0 0,-1-4 16 0 0,1-1 0 0 0,-1 0 0 0 0,1 1 1 0 0,-1-1-1 0 0,1 0 0 0 0,0 1 0 0 0,-1-1 0 0 0,1 1 0 0 0,0-1 0 0 0,-1 1 0 0 0,1-1 1 0 0,0 1-1 0 0,-1-1 0 0 0,1 1 0 0 0,0-1 0 0 0,0 1 0 0 0,0-1 0 0 0,-1 1 1 0 0,1-1-1 0 0,0 1 0 0 0,0-1 0 0 0,0 1 0 0 0,0-1 0 0 0,0 1 0 0 0,0 0 1 0 0,0-1-1 0 0,0 1 0 0 0,0-1 0 0 0,0 1 0 0 0,0-1 0 0 0,1 1 0 0 0,-1-1 0 0 0,0 1 1 0 0,0-1-1 0 0,1 1 0 0 0,-1 0 0 0 0,7 5 23 0 0,-3-3-39 0 0,0 1 0 0 0,0-1 0 0 0,0 0 0 0 0,0 0 0 0 0,1 0 0 0 0,-1-1 0 0 0,1 0 0 0 0,0 1 0 0 0,0-2 0 0 0,8 3 0 0 0,-13-4 12 0 0,1 0 0 0 0,0 0 1 0 0,-1 0-1 0 0,1 0 0 0 0,-1 0 1 0 0,1 1-1 0 0,0-1 0 0 0,-1 0 1 0 0,1 0-1 0 0,-1 0 0 0 0,1 0 1 0 0,-1 1-1 0 0,1-1 0 0 0,0 0 1 0 0,-1 0-1 0 0,1 1 1 0 0,-1-1-1 0 0,1 1 0 0 0,-1-1 1 0 0,0 0-1 0 0,1 1 0 0 0,-1-1 1 0 0,1 1-1 0 0,-1-1 0 0 0,1 1 1 0 0,-1 0 10 0 0,0-1 0 0 0,1 1 0 0 0,-1-1 0 0 0,1 1 0 0 0,-1-1 0 0 0,0 1 0 0 0,1-1 0 0 0,-1 1 0 0 0,1-1 1 0 0,-1 0-1 0 0,1 1 0 0 0,-1-1 0 0 0,1 0 0 0 0,0 0 0 0 0,-1 1 0 0 0,1-1 0 0 0,-1 0 0 0 0,1 0 0 0 0,-1 0 0 0 0,1 0 1 0 0,0 1-1 0 0,-1-1 0 0 0,1 0 0 0 0,-1 0 0 0 0,2-1 0 0 0,3 1-29 0 0,4 3 61 0 0,27 21-672 0 0,50 25-502 0 0,-83-48 1140 0 0,-1 0 0 0 0,0 0 0 0 0,1 0 0 0 0,-1 1 0 0 0,0-1 0 0 0,0 1 0 0 0,0 0 0 0 0,0-1 0 0 0,0 1 0 0 0,0 0 0 0 0,-1 0 0 0 0,1 0 0 0 0,-1 0 0 0 0,1 0 0 0 0,1 5 0 0 0,-2-5 42 0 0,0 0 0 0 0,0 0 0 0 0,0 1-1 0 0,0-1 1 0 0,0 0 0 0 0,-1 1-1 0 0,1-1 1 0 0,-1 1 0 0 0,0-1 0 0 0,1 0-1 0 0,-1 1 1 0 0,0-1 0 0 0,-1 1 0 0 0,1-1-1 0 0,0 1 1 0 0,-1-1 0 0 0,1 0-1 0 0,-1 1 1 0 0,0-1 0 0 0,0 0 0 0 0,0 1-1 0 0,0-1 1 0 0,0 0 0 0 0,0 0 0 0 0,-1 0-1 0 0,1 0 1 0 0,-1 0 0 0 0,1 0-1 0 0,-1 0 1 0 0,0-1 0 0 0,0 1 0 0 0,0-1-1 0 0,0 1 1 0 0,0-1 0 0 0,-4 3 0 0 0,-8 2 129 0 0,-1-1 1 0 0,1 0-1 0 0,-1 0 1 0 0,0-2-1 0 0,-16 3 1 0 0,-9 2 79 0 0,33-7-300 0 0,-1 0 0 0 0,1 0 0 0 0,-1-1-1 0 0,1 0 1 0 0,0-1 0 0 0,-1 1 0 0 0,1-1 0 0 0,0-1 0 0 0,-8-2 0 0 0,-29-3-235 0 0,40 6-127 0 0,0 0-1 0 0,0 0 0 0 0,0-1 1 0 0,0 1-1 0 0,1-1 1 0 0,-1 0-1 0 0,0-1 0 0 0,1 1 1 0 0,-1 0-1 0 0,1-1 1 0 0,0 0-1 0 0,0 0 0 0 0,0 0 1 0 0,0 0-1 0 0,1 0 1 0 0,-4-5-1 0 0,-3-3-2588 0 0,-22-19-8998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0.2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2816 0 0,'0'8'8160'0'0,"0"0"-6711"0"0,0-5-1186 0 0,0-1 0 0 0,0 0 1 0 0,0 0-1 0 0,0 0 0 0 0,1 0 0 0 0,-1 1 0 0 0,0-1 1 0 0,1 0-1 0 0,0 0 0 0 0,-1 0 0 0 0,1 0 0 0 0,1 2 1 0 0,42 61 1595 0 0,-41-60-1854 0 0,0 0-1 0 0,1-1 1 0 0,-1 1 0 0 0,1-1-1 0 0,0 0 1 0 0,1 0 0 0 0,8 7-1 0 0,-12-10-3 0 0,0-1 0 0 0,-1 0 0 0 0,1 0-1 0 0,0 1 1 0 0,-1-1 0 0 0,1 0 0 0 0,0 0 0 0 0,-1 0-1 0 0,1 0 1 0 0,0 0 0 0 0,-1 0 0 0 0,1 0 0 0 0,0 0-1 0 0,-1 0 1 0 0,1 0 0 0 0,0 0 0 0 0,-1-1-1 0 0,1 1 1 0 0,0 0 0 0 0,-1 0 0 0 0,1-1 0 0 0,-1 1-1 0 0,1 0 1 0 0,0-1 0 0 0,0 0 0 0 0,1-1 0 0 0,0 0 0 0 0,-1 0 0 0 0,1-1 0 0 0,0 1 1 0 0,-1 0-1 0 0,0-1 0 0 0,0 1 0 0 0,1-1 0 0 0,0-4 0 0 0,0 1 12 0 0,-1 0 0 0 0,2 1-1 0 0,-1-1 1 0 0,0 1 0 0 0,1-1-1 0 0,0 1 1 0 0,0 0 0 0 0,1 0-1 0 0,0 1 1 0 0,-1-1 0 0 0,2 1-1 0 0,-1-1 1 0 0,9-5 0 0 0,-8 7 4 0 0,1 0-1 0 0,0 1 1 0 0,-1 0 0 0 0,1 0 0 0 0,0 0-1 0 0,0 1 1 0 0,0 0 0 0 0,0 0 0 0 0,0 0 0 0 0,0 1-1 0 0,7 0 1 0 0,-11 0-65 0 0,17 24-197 0 0,-1 4 361 0 0,-2 1 0 0 0,-1 0 0 0 0,14 38 0 0 0,-26-38 322 0 0,-3-27-270 0 0,-1-16-150 0 0,1-50 184 0 0,14 41-340 0 0,45-62-60 0 0,-55 80 199 0 0,9-10 43 0 0,-12 14-40 0 0,-1 1 0 0 0,1 0 0 0 0,-1 0 0 0 0,1 0 0 0 0,-1 0 1 0 0,1 0-1 0 0,-1-1 0 0 0,1 1 0 0 0,0 0 0 0 0,-1 0 0 0 0,1 0 1 0 0,-1 0-1 0 0,1 0 0 0 0,-1 1 0 0 0,1-1 0 0 0,-1 0 0 0 0,1 0 0 0 0,-1 0 1 0 0,1 0-1 0 0,-1 1 0 0 0,1-1 0 0 0,-1 0 0 0 0,2 1 0 0 0,0 1-22 0 0,2 0-1 0 0,-1-1 0 0 0,0 1 0 0 0,0 0 0 0 0,0-1 0 0 0,1 0 0 0 0,-1 0 1 0 0,0 0-1 0 0,7 0 0 0 0,0 7 111 0 0,19 22-124 0 0,-23-25 61 0 0,0 1-1 0 0,-1 0 1 0 0,0 0-1 0 0,0 0 0 0 0,-1 1 1 0 0,0-1-1 0 0,4 9 1 0 0,3 5 85 0 0,-2-7 95 0 0,-6-10-233 0 0,-1 1 1 0 0,1-1-1 0 0,-1 1 0 0 0,0 0 1 0 0,1-1-1 0 0,-2 1 0 0 0,1 0 1 0 0,0 0-1 0 0,-1 1 0 0 0,0-1 1 0 0,1 5-1 0 0,-2-9 29 0 0,0 1-1 0 0,0-1 1 0 0,0 1-1 0 0,0-1 1 0 0,0 0-1 0 0,0 1 1 0 0,0-1-1 0 0,0 0 1 0 0,1 1 0 0 0,-1-1-1 0 0,0 0 1 0 0,0 1-1 0 0,0-1 1 0 0,0 0-1 0 0,0 1 1 0 0,1-1-1 0 0,-1 0 1 0 0,0 1-1 0 0,0-1 1 0 0,1 0 0 0 0,-1 0-1 0 0,0 1 1 0 0,1-1-1 0 0,-1 0 1 0 0,0 0-1 0 0,0 0 1 0 0,1 1-1 0 0,-1-1 1 0 0,0 0-1 0 0,1 0 1 0 0,-1 0 0 0 0,1 0-1 0 0,-1 0 1 0 0,1 1-4 0 0,-1-1 0 0 0,1 0 0 0 0,-1 0-1 0 0,0 0 1 0 0,1 0 0 0 0,-1 0 0 0 0,0 0 0 0 0,1 1 0 0 0,-1-1 0 0 0,0 0 0 0 0,1 0 0 0 0,-1 0 0 0 0,0 1 0 0 0,0-1 0 0 0,1 0 0 0 0,-1 0 0 0 0,0 1 0 0 0,0-1 0 0 0,0 0 0 0 0,1 1 0 0 0,-1-1-1 0 0,0 0 1 0 0,0 1 0 0 0,0-1 0 0 0,0 0 0 0 0,1 1 0 0 0,-1-1 0 0 0,0 0 0 0 0,0 1 0 0 0,0-1 0 0 0,0 0 0 0 0,0 1 0 0 0,0 0 0 0 0,0 0-114 0 0,-1-1 0 0 0,1 1 0 0 0,0 0-1 0 0,0 0 1 0 0,0 0 0 0 0,0-1 0 0 0,0 1 0 0 0,0 0 0 0 0,0 0 0 0 0,0 0 0 0 0,1-1 0 0 0,-1 1 0 0 0,0 0 0 0 0,0 0 0 0 0,1-1-1 0 0,-1 1 1 0 0,0 0 0 0 0,1-1 0 0 0,-1 1 0 0 0,0 0 0 0 0,1-1 0 0 0,-1 1 0 0 0,1 0 0 0 0,0-1 0 0 0,-1 1 0 0 0,1-1 0 0 0,-1 1 0 0 0,1-1-1 0 0,0 1 1 0 0,-1-1 0 0 0,1 0 0 0 0,0 1 0 0 0,0-1 0 0 0,1 1 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0.7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 2912 0 0,'0'-2'4019'0'0,"0"-8"-3238"0"0,3 9-124 0 0,20 2 1064 0 0,-17 0-1299 0 0,1 0 0 0 0,-1 0 0 0 0,1 1-1 0 0,-1-1 1 0 0,0 1 0 0 0,0 1 0 0 0,12 5-1 0 0,2 4 198 0 0,-1 1 0 0 0,-1 0 0 0 0,0 1 0 0 0,-1 1 0 0 0,17 19 0 0 0,85 103 1378 0 0,131 192 1 0 0,-224-291-1768 0 0,32 64 0 0 0,-54-93-231 0 0,-1 0-1 0 0,1 0 1 0 0,-1 0-1 0 0,2 15 1 0 0,2 30-36 0 0,0 13-249 0 0,-4 104 1 0 0,-6-149 168 0 0,-1 1 0 0 0,-1-1 0 0 0,-8 25 0 0 0,3-11 126 0 0,8-27-14 0 0,1-3 0 0 0,0-1-1 0 0,-1 1 1 0 0,0-1 0 0 0,0 1-1 0 0,0-1 1 0 0,-1 0 0 0 0,-3 7-1 0 0,-17 22-740 0 0,-1-2-1 0 0,-2-1 0 0 0,-55 53 1 0 0,80-82 364 0 0,-1 0 1 0 0,0-1 0 0 0,1 0 0 0 0,-1 1-1 0 0,0-1 1 0 0,0 0 0 0 0,0 0-1 0 0,0 0 1 0 0,0 0 0 0 0,0 0-1 0 0,0 0 1 0 0,-3 0 0 0 0,4 1-228 0 0,1 4-294 0 0,-28-4-10153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1.2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0 1632 0 0,'0'0'768'0'0,"0"156"10816"0"0,0-128-11488 0 0,0-14-160 0 0,0 0 96 0 0,0 0 96 0 0,0 14 96 0 0,0-14-224 0 0,0 1-64 0 0,0-1-32 0 0,-14 42-4704 0 0,14-41 96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2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26 1760 0 0,'0'0'2011'0'0,"0"-25"8463"0"0,-1 41-9663 0 0,0-15-747 0 0,1 1 1 0 0,-1 0-1 0 0,1 0 1 0 0,-1-1-1 0 0,1 1 0 0 0,-1 0 1 0 0,0-1-1 0 0,0 1 1 0 0,0 0-1 0 0,0-1 0 0 0,-2 2 1 0 0,3-2-62 0 0,-1 0 1 0 0,1 0 0 0 0,-1 0-1 0 0,1 0 1 0 0,-1 0 0 0 0,1 1-1 0 0,-1-1 1 0 0,1 0 0 0 0,0 0-1 0 0,0 0 1 0 0,0 0 0 0 0,0 1-1 0 0,0-1 1 0 0,0 0 0 0 0,0 0-1 0 0,0 0 1 0 0,0 1 0 0 0,0-1-1 0 0,1 2 1 0 0,-1-2-7 0 0,1 0 0 0 0,-1 0 1 0 0,0 0-1 0 0,0-1 0 0 0,0 1 1 0 0,0 0-1 0 0,0 0 0 0 0,0 0 0 0 0,0 0 1 0 0,0 0-1 0 0,0 0 0 0 0,0 0 0 0 0,0 0 1 0 0,0 0-1 0 0,-1-1 0 0 0,1 1 1 0 0,0 0-1 0 0,-1 1 0 0 0,-6 1 45 0 0,2 11 130 0 0,0 2-55 0 0,-24 128-171 0 0,20-98-20 0 0,1-20 9 0 0,7-23 61 0 0,2-5 29 0 0,7-25 168 0 0,16-50 191 0 0,25-65 901 0 0,-42 133-940 0 0,-6 18-150 0 0,-6 39-133 0 0,0 1-248 0 0,5-47 207 0 0,0 0-1 0 0,0 1 1 0 0,0-1-1 0 0,-1 0 1 0 0,1 1-1 0 0,-1-1 1 0 0,1 0-1 0 0,-1 0 1 0 0,0 0-1 0 0,-2 4 1 0 0,2-4-7 0 0,0 0 1 0 0,0 0-1 0 0,0 1 1 0 0,0-1-1 0 0,1 0 0 0 0,-1 0 1 0 0,1 1-1 0 0,0-1 1 0 0,-1 0-1 0 0,1 4 0 0 0,-1 3-6 0 0,0 0-1 0 0,0 0 1 0 0,-1 0-1 0 0,0-1 1 0 0,-5 13-1 0 0,4-13-80 0 0,0 0 0 0 0,0 0 0 0 0,1 1-1 0 0,1-1 1 0 0,-2 13 0 0 0,1-21-135 0 0,-7 0 64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8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0 2048 0 0,'0'0'1963'0'0,"-19"5"3098"0"0,5-2-3308 0 0,8-2-1230 0 0,-1 0-1 0 0,0 1 1 0 0,1-1-1 0 0,0 1 0 0 0,-1 1 1 0 0,1-1-1 0 0,0 1 1 0 0,0 0-1 0 0,0 1 0 0 0,0-1 1 0 0,1 1-1 0 0,-1 0 1 0 0,1 0-1 0 0,0 1 0 0 0,1 0 1 0 0,-1 0-1 0 0,-4 6 1 0 0,-10 15-18 0 0,11-17-327 0 0,1 1-1 0 0,1 1 0 0 0,-1 0 1 0 0,2 0-1 0 0,-1 0 0 0 0,2 0 0 0 0,-1 1 1 0 0,-4 20-1 0 0,-11 46 623 0 0,-14 109 0 0 0,22 32-512 0 0,12-219-288 0 0,0 57 112 0 0,-1-52-90 0 0,1 1 0 0 0,0-1 0 0 0,0 1 0 0 0,0-1 0 0 0,1 1 0 0 0,0-1 0 0 0,0 1 0 0 0,0-1 0 0 0,1 0 0 0 0,2 6 0 0 0,2 6-51 0 0,33 118 229 0 0,-22-70-160 0 0,2-20-200 0 0,-14-35 37 0 0,3 7 1 0 0,1 1-1 0 0,1-2 0 0 0,0 1 1 0 0,1-1-1 0 0,1-1 1 0 0,0 0-1 0 0,1-1 0 0 0,1 0 1 0 0,0-1-1 0 0,30 21 0 0 0,121 72-3781 0 0,-120-81 2384 0 0,-34-24 641 0 0,-4-3 153 0 0,43-1-5796 0 0,13-8-3078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9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128 15 3200 0 0,'0'-1'4074'0'0,"-3"-12"76"0"0,3 13-4114 0 0,0 0 1 0 0,0 0 0 0 0,-1 0 0 0 0,1 0-1 0 0,0 0 1 0 0,-1 0 0 0 0,1 0-1 0 0,0 0 1 0 0,-1 0 0 0 0,1 0 0 0 0,0 0-1 0 0,-1 0 1 0 0,1 0 0 0 0,0 0 0 0 0,-1 0-1 0 0,1 0 1 0 0,0 0 0 0 0,-1 0-1 0 0,1 0 1 0 0,0 1 0 0 0,0-1 0 0 0,-1 0-1 0 0,1 0 1 0 0,0 0 0 0 0,0 0 0 0 0,-1 1-1 0 0,1-1 1 0 0,0 0 0 0 0,0 0 0 0 0,-1 1-1 0 0,1-1 1 0 0,0 0 0 0 0,0 0-1 0 0,0 1 1 0 0,0-1 0 0 0,-1 1 0 0 0,-10 16 769 0 0,-3-2 39 0 0,7-9-541 0 0,0 1 0 0 0,0 0-1 0 0,0 1 1 0 0,1 0 0 0 0,1 0-1 0 0,-1 0 1 0 0,1 0 0 0 0,-4 11-1 0 0,-5 21-25 0 0,10-12-161 0 0,2-24-51 0 0,0 0-1 0 0,0 1 1 0 0,0-1 0 0 0,1 1-1 0 0,0-1 1 0 0,0 1-1 0 0,0-1 1 0 0,1 1 0 0 0,-1 9-1 0 0,2-13-55 0 0,-1 0 0 0 0,0 0-1 0 0,1 0 1 0 0,-1 0 0 0 0,0-1 0 0 0,1 1 0 0 0,-1 0-1 0 0,1 0 1 0 0,-1 0 0 0 0,1-1 0 0 0,0 1-1 0 0,-1 0 1 0 0,1-1 0 0 0,0 1 0 0 0,-1 0 0 0 0,2 0-1 0 0,3 4 108 0 0,-4-4-100 0 0,12 12 209 0 0,34 13 75 0 0,153 56 392 0 0,-151-57-577 0 0,-44-19-171 0 0,-4-6 25 0 0,5 0-6 0 0,-5 0 37 0 0,0 0 0 0 0,-1 1 0 0 0,1-1 0 0 0,0 0 0 0 0,0 1 1 0 0,0-1-1 0 0,0 1 0 0 0,-1-1 0 0 0,1 1 0 0 0,0 0 0 0 0,0-1 0 0 0,-1 1 0 0 0,1 0 1 0 0,-1-1-1 0 0,1 1 0 0 0,0 0 0 0 0,-1 0 0 0 0,1-1 0 0 0,-1 1 0 0 0,0 0 1 0 0,1 0-1 0 0,-1 0 0 0 0,0 0 0 0 0,1 0 0 0 0,-1 0 0 0 0,0 1 0 0 0,3 4 102 0 0,0-2-96 0 0,0-1 1 0 0,0 1-1 0 0,0 0 1 0 0,-1 0-1 0 0,1 0 1 0 0,-1 0-1 0 0,0 0 0 0 0,0 1 1 0 0,-1-1-1 0 0,1 0 1 0 0,1 9-1 0 0,-3-10-6 0 0,0 0-1 0 0,0-1 1 0 0,0 1 0 0 0,0 0-1 0 0,0 0 1 0 0,-1-1-1 0 0,1 1 1 0 0,-1 0 0 0 0,1-1-1 0 0,-1 1 1 0 0,0 0 0 0 0,0-1-1 0 0,-3 4 1 0 0,2-2-29 0 0,-1 0 0 0 0,0-1 1 0 0,0 1-1 0 0,-1-1 0 0 0,1 0 1 0 0,-1 0-1 0 0,1 0 0 0 0,-1 0 0 0 0,0-1 1 0 0,0 1-1 0 0,-5 1 0 0 0,-23 11-761 0 0,-1-2 0 0 0,-1-2-1 0 0,-39 9 1 0 0,68-19 432 0 0,0 0 0 0 0,0 0-1 0 0,0 0 1 0 0,-1-1 0 0 0,1 0-1 0 0,0 0 1 0 0,0 0 0 0 0,0 0-1 0 0,-1-1 1 0 0,1 0 0 0 0,0 0-1 0 0,0-1 1 0 0,-6-1 0 0 0,9 2 122 0 0,-9-3-1024 0 0,11 4 1180 0 0,-1 0 0 0 0,1 0-1 0 0,-1-1 1 0 0,1 1 0 0 0,-1 0 0 0 0,1 0 0 0 0,0 0-1 0 0,-1 0 1 0 0,1-1 0 0 0,-1 1 0 0 0,1 0 0 0 0,-1 0-1 0 0,1-1 1 0 0,0 1 0 0 0,-1 0 0 0 0,1-1 0 0 0,0 1 0 0 0,-1 0-1 0 0,1-1 1 0 0,0 1 0 0 0,0-1 0 0 0,-1 1 0 0 0,1 0-1 0 0,0-1 1 0 0,0 1 0 0 0,0-1 0 0 0,-1 0 0 0 0,-4-10-1426 0 0,-18-26-4143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9.4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2816 0 0,'381'-70'3168'0'0,"-339"70"-8640"0"0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0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3584 0 0,'211'141'15775'0'0,"-197"-127"-15743"0"0,15 14 64 0 0,-1 0-640 0 0,-14-13 288 0 0,15 13-96 0 0,-15-14-576 0 0,14 14-2207 0 0,-14-28 1855 0 0,-14 14-160 0 0,42 28-10112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0.2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254 1 4224 0 0,'0'14'11296'0'0,"-14"0"-8897"0"0,0-14-2047 0 0,14 14-32 0 0,-28 14 960 0 0,14-14-960 0 0,-1 15-224 0 0,-13 13 160 0 0,14-28-64 0 0,-14 29-32 0 0,14-15-384 0 0,0-14-224 0 0,0 0 288 0 0,0 0 32 0 0,-14 28-5247 0 0,13 1-9185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0.6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3328 0 0,'0'43'17599'0'0,"0"-15"-16991"0"0,0-14-416 0 0,0 42-64 0 0,0-28-32 0 0,14 100 384 0 0,1-114-640 0 0,-1 14-64 0 0,-14-14-32 0 0,14 14 224 0 0,-14-14-32 0 0,14 0-128 0 0,57 85-7807 0 0,-29-85-5505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0.9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87 253 3168 0 0,'12'38'10762'0'0,"-12"-36"-10637"0"0,1 0-1 0 0,0 0 1 0 0,0 1-1 0 0,0-1 1 0 0,0 0-1 0 0,1 0 1 0 0,-1 0-1 0 0,0 0 0 0 0,1 0 1 0 0,0-1-1 0 0,-1 1 1 0 0,1 0-1 0 0,0-1 1 0 0,0 1-1 0 0,0-1 1 0 0,0 1-1 0 0,0-1 1 0 0,0 0-1 0 0,0 0 1 0 0,0 0-1 0 0,0 0 1 0 0,5 1-1 0 0,6 3 90 0 0,2-1 83 0 0,-4-3-231 0 0,-2 0-49 0 0,0 0 0 0 0,0 0 0 0 0,0-1 0 0 0,0 0 0 0 0,0 0 0 0 0,0-1 0 0 0,0 0 0 0 0,-1-1 0 0 0,1 0 0 0 0,0 0 0 0 0,0-1 0 0 0,-1 0 0 0 0,0-1 0 0 0,0 0 0 0 0,9-5 0 0 0,-8 7-80 0 0,-5-2-13 0 0,-2-19 217 0 0,-1 7-4 0 0,9-111 988 0 0,-9 124-1099 0 0,-1 0-1 0 0,1 0 1 0 0,-1 0-1 0 0,0 0 1 0 0,0 0-1 0 0,1 0 1 0 0,-2 1-1 0 0,1-1 1 0 0,0 0-1 0 0,-1 0 1 0 0,1 0-1 0 0,-1 0 1 0 0,-2-4-1 0 0,-22-42 290 0 0,1 30 144 0 0,22 12-327 0 0,-2 1 66 0 0,-18 2-6 0 0,-44-5 123 0 0,63 9-297 0 0,-1-1 0 0 0,0 1 1 0 0,0 0-1 0 0,1 0 0 0 0,-1 0 0 0 0,0 1 0 0 0,0 0 1 0 0,1-1-1 0 0,-1 1 0 0 0,0 0 0 0 0,1 1 0 0 0,-1-1 1 0 0,1 1-1 0 0,0-1 0 0 0,-1 1 0 0 0,-4 4 0 0 0,-13 8 4 0 0,1 1-1 0 0,0 0 0 0 0,-22 25 1 0 0,38-37-12 0 0,1 1 1 0 0,0-1-1 0 0,0 1 1 0 0,0 0-1 0 0,0 0 1 0 0,1 0-1 0 0,-1 0 1 0 0,1 0-1 0 0,0 0 1 0 0,1 1-1 0 0,-1-1 1 0 0,1 1-1 0 0,-1-1 1 0 0,2 1-1 0 0,-1 0 1 0 0,0-1-1 0 0,1 1 1 0 0,0 0-1 0 0,0 9 1 0 0,0-11 3 0 0,0 6 6 0 0,-1-5-29 0 0,1 0 0 0 0,0 1 0 0 0,0-1 1 0 0,0 0-1 0 0,0 1 0 0 0,0-1 0 0 0,1 0 1 0 0,2 7-1 0 0,1-7-373 0 0,1 1 0 0 0,-1-1 0 0 0,1 0 0 0 0,0 0 0 0 0,0 0 0 0 0,1-1 0 0 0,7 4 0 0 0,142 90-12055 0 0,-151-94 11843 0 0,0-1 0 0 0,0 1 0 0 0,0 0 0 0 0,1-1 0 0 0,-1 0-1 0 0,0 0 1 0 0,1 0 0 0 0,0-1 0 0 0,5 2 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1.2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5248 0 0,'0'0'7264'0'0,"70"0"-2273"0"0,198-28-22494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1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3104 0 0,'4'-12'10237'0'0,"12"10"-6861"0"0,-10 2-3571 0 0,-1 11 232 0 0,-4-10-37 0 0,0 0-1 0 0,0-1 0 0 0,0 1 1 0 0,0-1-1 0 0,0 1 0 0 0,0-1 0 0 0,0 0 1 0 0,0 1-1 0 0,1-1 0 0 0,-1 0 1 0 0,0 0-1 0 0,0 0 0 0 0,0 0 0 0 0,1 0 1 0 0,-1 0-1 0 0,0 0 0 0 0,0 0 1 0 0,2-1-1 0 0,35 2-103 0 0,-31 1 156 0 0,0 0 1 0 0,0 0-1 0 0,0 1 0 0 0,-1-1 0 0 0,1 2 1 0 0,-1-1-1 0 0,0 1 0 0 0,1 0 1 0 0,6 6-1 0 0,-14-8 28 0 0,-1-1 0 0 0,1 1 0 0 0,0 0 0 0 0,-1-1 0 0 0,1 1 0 0 0,-1-1 0 0 0,1 0 0 0 0,-1 1 0 0 0,1-1 0 0 0,-1 0 0 0 0,0 0 0 0 0,0 0 0 0 0,0 0 0 0 0,-2 1 0 0 0,-2 2 79 0 0,4-3-119 0 0,1-1-1 0 0,0 1 1 0 0,0 0 0 0 0,-1 0 0 0 0,1-1-1 0 0,0 1 1 0 0,-1 0 0 0 0,1-1-1 0 0,-1 0 1 0 0,1 1 0 0 0,0-1 0 0 0,-1 0-1 0 0,1 0 1 0 0,-1 1 0 0 0,-2-2-1 0 0,1 2 4 0 0,-1 0 0 0 0,0 0-1 0 0,1 0 1 0 0,-1 0 0 0 0,1 0-1 0 0,0 1 1 0 0,0 0 0 0 0,-1-1-1 0 0,1 1 1 0 0,0 1 0 0 0,0-1-1 0 0,1 0 1 0 0,-1 1 0 0 0,0-1-1 0 0,1 1 1 0 0,-1 0 0 0 0,-2 4-1 0 0,4-6-41 0 0,0 0-1 0 0,0 0 0 0 0,1 0 1 0 0,-1 0-1 0 0,0 0 0 0 0,1 0 0 0 0,-1 0 1 0 0,1 0-1 0 0,-1 0 0 0 0,1 0 1 0 0,-1 1-1 0 0,1-1 0 0 0,0 0 1 0 0,0 0-1 0 0,-1 0 0 0 0,1 1 0 0 0,0-1 1 0 0,0 0-1 0 0,0 0 0 0 0,0 0 1 0 0,1 1-1 0 0,-1-1 0 0 0,0 0 1 0 0,0 0-1 0 0,1 0 0 0 0,-1 0 0 0 0,1 0 1 0 0,-1 1-1 0 0,1-1 0 0 0,-1 0 1 0 0,1 0-1 0 0,0 0 0 0 0,-1 0 0 0 0,1 0 1 0 0,0-1-1 0 0,0 1 0 0 0,0 0 1 0 0,0 0-1 0 0,0 0 0 0 0,0-1 1 0 0,0 1-1 0 0,0 0 0 0 0,0-1 0 0 0,2 1 1 0 0,-3 0-3 0 0,1-1 0 0 0,0 1 1 0 0,0-1-1 0 0,-1 1 0 0 0,1-1 0 0 0,0 1 1 0 0,0-1-1 0 0,-1 1 0 0 0,1 0 0 0 0,-1-1 1 0 0,1 1-1 0 0,-1 0 0 0 0,1 0 1 0 0,-1-1-1 0 0,1 1 0 0 0,0 2 0 0 0,-1-1 93 0 0,11-2 128 0 0,13 14-497 0 0,61 43-367 0 0,-81-55 658 0 0,-1 0 0 0 0,1 0 0 0 0,0 0-1 0 0,-1 1 1 0 0,0-1 0 0 0,1 1 0 0 0,-1 0 0 0 0,0 0 0 0 0,3 4 0 0 0,20 9 109 0 0,-24-15-96 0 0,1 0 1 0 0,-1 0 0 0 0,0 1-1 0 0,0-1 1 0 0,0 1 0 0 0,0-1-1 0 0,-1 1 1 0 0,1 0 0 0 0,0 0 0 0 0,-1 0-1 0 0,1 0 1 0 0,-1 0 0 0 0,1 0-1 0 0,-1 0 1 0 0,0 0 0 0 0,0 0-1 0 0,0 1 1 0 0,1 3 0 0 0,11 24 180 0 0,-10-26-327 0 0,-2-3 166 0 0,0 0 0 0 0,0 1 0 0 0,0-1 0 0 0,-1 0 0 0 0,1 1-1 0 0,0-1 1 0 0,0 0 0 0 0,-1 1 0 0 0,1-1 0 0 0,-1 1 0 0 0,1-1-1 0 0,-1 1 1 0 0,0-1 0 0 0,1 1 0 0 0,-1-1 0 0 0,0 1 0 0 0,0-1 0 0 0,0 1-1 0 0,0 0 1 0 0,0-1 0 0 0,-1 1 0 0 0,1-1 0 0 0,0 1 0 0 0,-1-1-1 0 0,-1 3 1 0 0,2-3 16 0 0,0 0-1 0 0,-1 0 0 0 0,1 0 1 0 0,-1-1-1 0 0,1 1 0 0 0,-1 0 1 0 0,0-1-1 0 0,1 1 0 0 0,-1 0 1 0 0,1-1-1 0 0,-1 1 0 0 0,0-1 1 0 0,0 1-1 0 0,1-1 0 0 0,-1 1 1 0 0,0-1-1 0 0,0 0 0 0 0,0 1 1 0 0,-1-1-1 0 0,-25 0 196 0 0,16 1-667 0 0,1-1 1 0 0,-1-1-1 0 0,1 1 1 0 0,0-2 0 0 0,0 0-1 0 0,-1 0 1 0 0,-9-4-1 0 0,-26-10-9261 0 0,-54-27-1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2.9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3328 0 0,'0'0'9898'0'0,"1"0"-9725"0"0,0 0-1 0 0,0 0 0 0 0,0 0 1 0 0,0 0-1 0 0,0 0 0 0 0,0 0 1 0 0,0 0-1 0 0,0 0 0 0 0,-1 0 1 0 0,1 0-1 0 0,0 0 0 0 0,0 1 1 0 0,0-1-1 0 0,0 0 0 0 0,1 1 1 0 0,21 37 1869 0 0,-22-37-2033 0 0,-1-1-1 0 0,0 0 1 0 0,0 0 0 0 0,1 0-1 0 0,-1 0 1 0 0,0 1 0 0 0,0-1-1 0 0,0 0 1 0 0,1 0 0 0 0,-1 0-1 0 0,0 1 1 0 0,0-1 0 0 0,0 0-1 0 0,0 0 1 0 0,0 1 0 0 0,1-1-1 0 0,-1 0 1 0 0,0 0-1 0 0,0 1 1 0 0,0-1 0 0 0,0 0-1 0 0,0 1 1 0 0,0-1 0 0 0,0 0-1 0 0,0 0 1 0 0,0 1 0 0 0,0-1-1 0 0,0 0 1 0 0,0 1 0 0 0,0-1-1 0 0,0 0 1 0 0,0 0 0 0 0,-1 1-1 0 0,1-1 1 0 0,0 0 0 0 0,0 1-1 0 0,0-1-5 0 0,-1 0-1 0 0,1 1 0 0 0,0-1 0 0 0,0 0 1 0 0,0 0-1 0 0,0 1 0 0 0,0-1 1 0 0,0 0-1 0 0,0 0 0 0 0,0 1 1 0 0,0-1-1 0 0,0 0 0 0 0,0 0 0 0 0,0 1 1 0 0,0-1-1 0 0,0 0 0 0 0,0 1 1 0 0,0-1-1 0 0,0 0 0 0 0,0 0 1 0 0,0 1-1 0 0,0-1 0 0 0,0 0 1 0 0,0 0-1 0 0,1 1 0 0 0,-1-1 0 0 0,0 0 1 0 0,0 0-1 0 0,0 1 0 0 0,0-1 1 0 0,1 0-1 0 0,-1 0 0 0 0,0 0 1 0 0,0 1-1 0 0,0-1 0 0 0,1 0 0 0 0,3 2 31 0 0,0 1-10 0 0,7 20 247 0 0,14 50-142 0 0,-15-33-1776 0 0,-10-42 1536 0 0,0 1 102 0 0,0 0 0 0 0,0 0 1 0 0,0-1-1 0 0,0 1 0 0 0,0 0 0 0 0,0 0 1 0 0,0 0-1 0 0,0-1 0 0 0,0 1 0 0 0,0 0 1 0 0,0 0-1 0 0,1 0 0 0 0,-1-1 0 0 0,1 1 1 0 0,-1 0-1 0 0,1 0 0 0 0,-1 0 0 0 0,1 0 1 0 0,0 0-1 0 0,-1 0 0 0 0,1 0 0 0 0,0 0 1 0 0,1-1-1 0 0,1-1 14 0 0,0-4 93 0 0,-3-2-41 0 0,13-17-102 0 0,12-13 470 0 0,-20 31-284 0 0,-1 1-1 0 0,1-1 1 0 0,0 1 0 0 0,1 0-1 0 0,0 0 1 0 0,0 1 0 0 0,12-11-1 0 0,-17 16-100 0 0,0 0 0 0 0,1 0 0 0 0,-1 0 0 0 0,0 1 0 0 0,0-1-1 0 0,0 0 1 0 0,0 0 0 0 0,1 1 0 0 0,-1-1 0 0 0,0 1 0 0 0,1 0 0 0 0,-1-1-1 0 0,0 1 1 0 0,1 0 0 0 0,-1 0 0 0 0,1-1 0 0 0,-1 1 0 0 0,0 0-1 0 0,1 0 1 0 0,-1 1 0 0 0,0-1 0 0 0,1 0 0 0 0,-1 0 0 0 0,1 1-1 0 0,-1-1 1 0 0,3 2 0 0 0,-2 0 17 0 0,1 0 0 0 0,0 1-1 0 0,0-1 1 0 0,-1 1 0 0 0,1 0 0 0 0,-1-1 0 0 0,4 7-1 0 0,5 6 173 0 0,-10-14-223 0 0,-1-1 0 0 0,0 0 0 0 0,0 0 0 0 0,1 0 0 0 0,-1 0-1 0 0,0 1 1 0 0,0-1 0 0 0,0 0 0 0 0,1 0 0 0 0,-1 0 0 0 0,0 1 0 0 0,0-1 0 0 0,0 0 0 0 0,0 0 0 0 0,0 1 0 0 0,1-1-1 0 0,-1 0 1 0 0,0 0 0 0 0,0 1 0 0 0,0-1 0 0 0,0 0 0 0 0,0 1 0 0 0,0-1 0 0 0,0 0 0 0 0,0 0 0 0 0,0 1-1 0 0,0-1 1 0 0,0 0 0 0 0,0 1 0 0 0,0-1 0 0 0,0 0 0 0 0,0 0 0 0 0,-1 1 0 0 0,1-1 0 0 0,0 0 0 0 0,0 1-1 0 0,0-1-7 0 0,-1 0 0 0 0,1 1 0 0 0,0-1 0 0 0,0 0 0 0 0,0 0 0 0 0,0 1 0 0 0,0-1 0 0 0,0 0 0 0 0,0 0 0 0 0,0 1 0 0 0,0-1 0 0 0,0 0 0 0 0,0 0 0 0 0,0 1 0 0 0,0-1 0 0 0,0 0 0 0 0,0 1 0 0 0,0-1 0 0 0,0 0 0 0 0,0 0 0 0 0,0 1 0 0 0,0-1 0 0 0,0 0 0 0 0,0 0 0 0 0,1 1 0 0 0,-1-1 0 0 0,0 0 0 0 0,0 0 0 0 0,0 1 0 0 0,0-1 0 0 0,1 0 0 0 0,-1 0 0 0 0,0 0-1 0 0,0 1 1 0 0,0-1 0 0 0,1 0 0 0 0,2 2 5 0 0,-1 0-1 0 0,0 1 0 0 0,0-1 0 0 0,0 1 1 0 0,0-1-1 0 0,0 1 0 0 0,-1-1 1 0 0,1 1-1 0 0,-1 0 0 0 0,1 0 0 0 0,-1 0 1 0 0,0 0-1 0 0,0 0 0 0 0,-1 0 0 0 0,1 0 1 0 0,0 0-1 0 0,-1 0 0 0 0,0 1 0 0 0,0-1 1 0 0,0 5-1 0 0,6-2 84 0 0,0-1 17 0 0,-5-4-95 0 0,-1 0 1 0 0,0 0 0 0 0,1 0 0 0 0,-1 0 0 0 0,1 0-1 0 0,-1 0 1 0 0,0 0 0 0 0,0 0 0 0 0,1 0 0 0 0,-1 0-1 0 0,0 0 1 0 0,0 0 0 0 0,0 0 0 0 0,0 0-1 0 0,0 0 1 0 0,-1 0 0 0 0,1 0 0 0 0,0 0 0 0 0,0 0-1 0 0,-1 1 1 0 0,0-3-7 0 0,1-1-1 0 0,0 1 0 0 0,0-1 1 0 0,0 1-1 0 0,-1-1 1 0 0,1 1-1 0 0,0-1 1 0 0,1 1-1 0 0,-1-1 0 0 0,0 1 1 0 0,0 0-1 0 0,1-1 1 0 0,-1 1-1 0 0,1-1 1 0 0,-1 1-1 0 0,2-2 0 0 0,9-25-64 0 0,-1 14 166 0 0,-1 3-79 0 0,-2 2-27 0 0,0-1 1 0 0,0 1-1 0 0,-1-1 1 0 0,7-14-1 0 0,7 4-309 0 0,-12 13 253 0 0,-5 6 94 0 0,0 1 0 0 0,0-1 1 0 0,0 0-1 0 0,0 1 1 0 0,0-1-1 0 0,0 1 0 0 0,0 0 1 0 0,0 0-1 0 0,0 0 1 0 0,0 0-1 0 0,3 1 0 0 0,14 0-270 0 0,-14-1 244 0 0,0 0 0 0 0,0 0 0 0 0,0 1 0 0 0,0-1 0 0 0,0 1 0 0 0,0 1 0 0 0,0-1 0 0 0,-1 1 0 0 0,8 3 0 0 0,-8-6-33 0 0,0 2 9 0 0,13 20 41 0 0,-10-10-449 0 0,76 110 1414 0 0,-57-73-3522 0 0,-7 0-3955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3.6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3392 0 0,'0'-15'8032'0'0,"28"15"-5376"0"0,-28-14-2048 0 0,56 28 2111 0 0,15 29-1055 0 0,254 888 1632 0 0,-325-832-3072 0 0,-14-42-64 0 0,0-29-224 0 0,14 0-64 0 0,-14-14-32 0 0,-86 99-64 0 0,-12-56-21951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11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0 2592 0 0,'-8'0'4929'0'0,"8"0"-4823"0"0,1 1-1 0 0,0-1 1 0 0,-1 0-1 0 0,1 1 1 0 0,-1-1 0 0 0,0 1-1 0 0,1-1 1 0 0,-1 0-1 0 0,1 1 1 0 0,-1-1-1 0 0,0 1 1 0 0,1-1 0 0 0,-1 1-1 0 0,0-1 1 0 0,1 1-1 0 0,-1 0 1 0 0,0-1 0 0 0,0 1-1 0 0,0-1 1 0 0,1 1-1 0 0,-1 0 1 0 0,0-1 0 0 0,0 1-1 0 0,0-1 1 0 0,0 2-1 0 0,4-2 1106 0 0,6-1 10 0 0,-6 1-951 0 0,0-1 0 0 0,-1 1 0 0 0,1 0-1 0 0,0 0 1 0 0,-1 0 0 0 0,1 1 0 0 0,0-1 0 0 0,-1 1 0 0 0,6 1 0 0 0,-2 4-77 0 0,2-1 35 0 0,36-2 44 0 0,-41-2-356 0 0,210 8 5 0 0,-81-7-5075 0 0,-37-2-5619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11.6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2528 0 0,'0'0'1504'0'0,"170"0"8608"0"0,84 14-23392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12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3392 0 0,'0'0'7168'0'0,"15"0"-3808"0"0,-1 0-2112 0 0,-14 14-800 0 0,282-14 1823 0 0,-70-28-17118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12.7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2496 0 0,'14'0'9856'0'0,"14"0"-7424"0"0,367 0-2656 0 0,-310 0-7072 0 0,-28 14 32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28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3776 0 0,'0'0'14975'0'0,"2"14"-13796"0"0,0-11-1034 0 0,8 27 889 0 0,-5 7-260 0 0,-4-21-405 0 0,2 1 0 0 0,0-1 0 0 0,1 0-1 0 0,5 16 1 0 0,-6-23-328 0 0,0-1-1 0 0,-1 1 1 0 0,0-1-1 0 0,1 17 1 0 0,-1-6 7 0 0,-1-11-9 0 0,1 6 148 0 0,0 39 72 0 0,7 121 168 0 0,-7-45-390 0 0,0-118-57 0 0,0-1 0 0 0,0 0 0 0 0,1 1 0 0 0,7 16 1 0 0,-3-8 17 0 0,-6-13 51 0 0,1 0 1 0 0,0 0-1 0 0,0 0 0 0 0,1 0 1 0 0,-1 0-1 0 0,1 0 1 0 0,1-1-1 0 0,-1 1 0 0 0,1-1 1 0 0,0 0-1 0 0,0 0 1 0 0,9 9-1 0 0,-3-5 552 0 0,2-4-347 0 0,-6-5-439 0 0,5 4 24 0 0,0 0 1 0 0,0 0-1 0 0,0-2 1 0 0,0 1 0 0 0,1-1-1 0 0,-1-1 1 0 0,0 0-1 0 0,13-1 1 0 0,-7 0-87 0 0,-13 0 133 0 0,0 0 0 0 0,0 0 0 0 0,1 0 0 0 0,-1-1 0 0 0,0 0 0 0 0,0 0 0 0 0,0 0 0 0 0,0 0 0 0 0,0-1 0 0 0,0 1 0 0 0,5-4 0 0 0,21-8-2304 0 0,-7 3-607 0 0,-18 7 1281 0 0,-1 0 0 0 0,1-1 0 0 0,-1 0 0 0 0,0 0 1 0 0,0 0-1 0 0,0 0 0 0 0,4-7 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29.0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57 2496 0 0,'339'-28'18399'0'0,"-255"14"-20607"0"0,-56 14 672 0 0,29 0-3007 0 0,-29 0 1375 0 0,1 0-32 0 0,13-14-3040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29.8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3200 0 0,'3'3'8597'0'0,"6"8"-6048"0"0,5 88 384 0 0,36 257-69 0 0,-46-327-2499 0 0,13 47-1 0 0,-15-55-213 0 0,-2-6-124 0 0,-1-11-59 0 0,1 0 0 0 0,-1 0 0 0 0,1 0 0 0 0,0 0 0 0 0,1 1 0 0 0,-1-1 0 0 0,1 0 0 0 0,0 0 0 0 0,0 0 0 0 0,0 0 0 0 0,0 0 0 0 0,1 0 0 0 0,-1 0 0 0 0,4 4 0 0 0,-1 4 27 0 0,-5 13 97 0 0,0-14-158 0 0,0-3-8 0 0,1-8 73 0 0,13 46-569 0 0,-9-35 191 0 0,-5-31 772 0 0,0-28-247 0 0,1 33-125 0 0,0 0 1 0 0,1-1-1 0 0,1 1 0 0 0,6-30 0 0 0,-7 43 12 0 0,0-2-21 0 0,-1 2-10 0 0,0 0 0 0 0,1 1-1 0 0,0-1 1 0 0,-1 0 0 0 0,1 0 0 0 0,0 0 0 0 0,0 1-1 0 0,0-1 1 0 0,0 0 0 0 0,3-2 0 0 0,2-2 42 0 0,2-1-1 0 0,-1 1 1 0 0,1 1 0 0 0,0 0 0 0 0,0 0 0 0 0,0 0-1 0 0,1 1 1 0 0,0 1 0 0 0,0-1 0 0 0,0 1 0 0 0,0 1-1 0 0,0 0 1 0 0,15-2 0 0 0,-21 3-26 0 0,0 1 1 0 0,-1 0-1 0 0,1-1 1 0 0,0 1-1 0 0,0 0 1 0 0,-1 1-1 0 0,1-1 0 0 0,0 0 1 0 0,-1 1-1 0 0,6 1 1 0 0,-6-1 1 0 0,-1 0 1 0 0,1 0-1 0 0,0 1 1 0 0,-1-1 0 0 0,0 1-1 0 0,1-1 1 0 0,-1 1-1 0 0,0-1 1 0 0,1 1 0 0 0,0 2-1 0 0,8 9 164 0 0,-1-2-106 0 0,0 1-1 0 0,-1 0 1 0 0,0 1-1 0 0,-1-1 1 0 0,0 1 0 0 0,-1 1-1 0 0,-1-1 1 0 0,0 1-1 0 0,-1 0 1 0 0,0 0-1 0 0,-1 1 1 0 0,2 21-1 0 0,-7 3-617 0 0,5-27-1308 0 0,0-4-249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0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0 198 2880 0 0,'7'0'10053'0'0,"45"0"-3888"0"0,30 0-3669 0 0,-79 0-2523 0 0,1 0 1 0 0,0 0-1 0 0,-1-1 1 0 0,1 1-1 0 0,-1-1 1 0 0,1 0-1 0 0,-1-1 1 0 0,1 1-1 0 0,-1 0 0 0 0,0-1 1 0 0,1 0-1 0 0,-1 0 1 0 0,4-3-1 0 0,2 0-65 0 0,-9 5 80 0 0,1 0 0 0 0,-1 0 1 0 0,1-1-1 0 0,-1 1 0 0 0,1 0 0 0 0,-1 0 1 0 0,1 0-1 0 0,-1 0 0 0 0,1 0 0 0 0,-1-1 1 0 0,1 1-1 0 0,-1 0 0 0 0,1 0 0 0 0,-1-1 0 0 0,0 1 1 0 0,1 0-1 0 0,-1-1 0 0 0,0 1 0 0 0,1 0 1 0 0,-1-1-1 0 0,0 1 0 0 0,1-1 0 0 0,-1 1 1 0 0,0 0-1 0 0,0-1 0 0 0,1 1 0 0 0,-1-1 0 0 0,0 1 1 0 0,0-1-1 0 0,0 1 0 0 0,0-1 0 0 0,0 1 1 0 0,0-1-1 0 0,0 1 0 0 0,1-1 0 0 0,-1 1 0 0 0,-1-1 1 0 0,2-3-97 0 0,7-2-247 0 0,-6 6 342 0 0,-1-1-1 0 0,0 0 1 0 0,0 1-1 0 0,0-1 0 0 0,0 0 1 0 0,0 0-1 0 0,0 0 1 0 0,0 0-1 0 0,0 0 0 0 0,-1 0 1 0 0,1 0-1 0 0,0 0 1 0 0,0 0-1 0 0,-1 0 0 0 0,1 0 1 0 0,-1 0-1 0 0,1-1 0 0 0,-1 1 1 0 0,1 0-1 0 0,-1 0 1 0 0,0-1-1 0 0,0 1 0 0 0,1 0 1 0 0,-1-1-1 0 0,0 1 1 0 0,0 0-1 0 0,-1-2 0 0 0,1-59 190 0 0,0 62-169 0 0,1 0 0 0 0,-1-1-1 0 0,0 1 1 0 0,-1 0-1 0 0,1-1 1 0 0,0 1 0 0 0,0 0-1 0 0,0-1 1 0 0,0 1-1 0 0,0 0 1 0 0,0-1 0 0 0,0 1-1 0 0,0 0 1 0 0,-1-1-1 0 0,1 1 1 0 0,0 0-1 0 0,0-1 1 0 0,0 1 0 0 0,-1 0-1 0 0,1-1 1 0 0,0 1-1 0 0,-1 0 1 0 0,1 0 0 0 0,0 0-1 0 0,0-1 1 0 0,-1 1-1 0 0,1 0 1 0 0,0 0 0 0 0,-1 0-1 0 0,1 0 1 0 0,0-1-1 0 0,-1 1 1 0 0,0 0 0 0 0,1 0-1 0 0,0 0 1 0 0,-1 0 0 0 0,1 0 0 0 0,0 0 0 0 0,-1 0 0 0 0,1-1 0 0 0,0 1 0 0 0,-1 0 0 0 0,1 0 0 0 0,0 0-1 0 0,-1-1 1 0 0,1 1 0 0 0,0 0 0 0 0,0 0 0 0 0,-1-1 0 0 0,1 1 0 0 0,0 0 0 0 0,0-1 0 0 0,0 1 0 0 0,-1 0-1 0 0,1 0 1 0 0,0-1 0 0 0,0 1 0 0 0,0 0 0 0 0,0-1 0 0 0,0 1 0 0 0,0-1 0 0 0,-1 1 0 0 0,1 0-1 0 0,0-1 1 0 0,0 1 0 0 0,0 0 0 0 0,0-1 0 0 0,0-1 8 0 0,0 1 1 0 0,0-1-1 0 0,0 1 0 0 0,0-1 1 0 0,-1 1-1 0 0,1-1 0 0 0,-1 1 1 0 0,1-1-1 0 0,-1 1 1 0 0,1-1-1 0 0,-1 1 0 0 0,0 0 1 0 0,0-1-1 0 0,0 1 0 0 0,0 0 1 0 0,0 0-1 0 0,0-1 0 0 0,0 1 1 0 0,0 0-1 0 0,0 0 0 0 0,-1 0 1 0 0,1 0-1 0 0,0 1 0 0 0,0-1 1 0 0,-1 0-1 0 0,1 1 0 0 0,-1-1 1 0 0,1 0-1 0 0,-1 1 1 0 0,-2-1-1 0 0,-6-1 175 0 0,1 1 1 0 0,-1 0-1 0 0,0 0 0 0 0,-10 1 1 0 0,11 0-163 0 0,-15 3 436 0 0,22-3-430 0 0,0 1 0 0 0,0-1 0 0 0,0 1 0 0 0,0-1-1 0 0,0 1 1 0 0,0 0 0 0 0,0 0 0 0 0,0 0 0 0 0,1 0 0 0 0,-1 0 0 0 0,-2 2 0 0 0,1 0 12 0 0,1 0 1 0 0,-1 0 0 0 0,1 0-1 0 0,0 0 1 0 0,0 0 0 0 0,0 0-1 0 0,1 1 1 0 0,-1-1 0 0 0,1 1-1 0 0,0 0 1 0 0,0-1 0 0 0,-1 6-1 0 0,-4 32 450 0 0,3 1 0 0 0,2 75 0 0 0,7-74-239 0 0,-5-42-272 0 0,-1 0 1 0 0,0-1 0 0 0,1 1-1 0 0,0 0 1 0 0,-1 0-1 0 0,1 0 1 0 0,-1-1-1 0 0,1 1 1 0 0,0 0-1 0 0,0-1 1 0 0,-1 1-1 0 0,1 0 1 0 0,0-1 0 0 0,0 1-1 0 0,0-1 1 0 0,-1 0-1 0 0,3 1 1 0 0,-1 0-41 0 0,23 16-827 0 0,25 13-1970 0 0,-37-21 1098 0 0,-12-8 1309 0 0,1 0-1 0 0,-1 0 0 0 0,1 0 0 0 0,-1-1 0 0 0,1 1 0 0 0,-1 0 1 0 0,1-1-1 0 0,-1 1 0 0 0,1-1 0 0 0,0 0 0 0 0,-1 1 0 0 0,1-1 1 0 0,0 0-1 0 0,-1 0 0 0 0,1 0 0 0 0,2 0 0 0 0,1-1-516 0 0,-4 1 977 0 0,6 4-2282 0 0,8 4-2838 0 0,-1-5 1654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0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2656 0 0,'9'23'7372'0'0,"2"8"-1486"0"0,-3-3-5102 0 0,-3-14-651 0 0,-3-6-76 0 0,0 0 1 0 0,0 1-1 0 0,0-1 0 0 0,-1 1 0 0 0,-1-1 0 0 0,0 15 0 0 0,0-22-56 0 0,0-1 0 0 0,0 0 0 0 0,0 1 0 0 0,0-1 0 0 0,0 1 0 0 0,0-1 0 0 0,0 1 0 0 0,0-1 0 0 0,0 1 0 0 0,0-1 0 0 0,1 1 0 0 0,-1-1 0 0 0,0 0 0 0 0,0 1 0 0 0,0-1 0 0 0,0 1 0 0 0,1-1 0 0 0,-1 0 0 0 0,0 1 0 0 0,0-1 0 0 0,1 1 0 0 0,-1-1 0 0 0,0 0 0 0 0,1 1 0 0 0,-1-1 0 0 0,0 0 0 0 0,1 0 0 0 0,0 1 0 0 0,5 6 146 0 0,-4 13 564 0 0,-1 2-635 0 0,-1-22-68 0 0,0 1 0 0 0,0-1 0 0 0,0 1 0 0 0,0-1 0 0 0,1 0 0 0 0,-1 1 0 0 0,0-1 0 0 0,0 1 0 0 0,0-1 0 0 0,1 1 0 0 0,-1-1 0 0 0,0 0 0 0 0,1 1 0 0 0,-1-1 0 0 0,0 1 0 0 0,1-1 0 0 0,-1 0 0 0 0,0 1 0 0 0,1-1 0 0 0,-1 0 0 0 0,0 0 0 0 0,1 1 0 0 0,-1-1 0 0 0,1 0 0 0 0,-1 0 0 0 0,1 0 0 0 0,-1 0 0 0 0,1 1 0 0 0,-1-1 0 0 0,1 0 0 0 0,-1 0 0 0 0,1 0 0 0 0,2 15 900 0 0,-3-8-516 0 0,2-13 1156 0 0,2-9-1376 0 0,-2 8-207 0 0,0 0 0 0 0,-1 0 0 0 0,1-1 0 0 0,-2 1 1 0 0,1-13-1 0 0,-1 19 20 0 0,0-1 0 0 0,0 0 0 0 0,1 1 1 0 0,-1-1-1 0 0,0 0 0 0 0,1 1 0 0 0,-1-1 1 0 0,1 0-1 0 0,0 1 0 0 0,-1-1 0 0 0,1 1 1 0 0,1-2-1 0 0,-1 1 18 0 0,0 1 0 0 0,0-1-1 0 0,0 1 1 0 0,-1-1 0 0 0,1 1 0 0 0,-1-1 0 0 0,1 1 0 0 0,-1-1 0 0 0,1 0-1 0 0,-1 1 1 0 0,0-1 0 0 0,0-1 0 0 0,7-21-248 0 0,30-51-1217 0 0,-35 72 1341 0 0,0 1-1 0 0,0-1 1 0 0,0 1-1 0 0,0 0 1 0 0,1-1 0 0 0,-1 1-1 0 0,1 0 1 0 0,-1 1-1 0 0,1-1 1 0 0,0 0-1 0 0,5-2 1 0 0,10-8-192 0 0,-17 12 297 0 0,0-1 1 0 0,-1 1-1 0 0,1 0 1 0 0,-1-1 0 0 0,1 1-1 0 0,0 0 1 0 0,-1-1-1 0 0,1 1 1 0 0,-1 0-1 0 0,1 0 1 0 0,0 0 0 0 0,-1 0-1 0 0,1 0 1 0 0,0-1-1 0 0,0 1 1 0 0,-1 0-1 0 0,1 1 1 0 0,0-1-1 0 0,-1 0 1 0 0,1 0 0 0 0,0 0-1 0 0,6 1-124 0 0,35-1-793 0 0,-30 4 797 0 0,16 27-139 0 0,3 17-584 0 0,26 53 0 0 0,3 23-5610 0 0,-44-96 1131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8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63 3008 0 0,'4'35'17138'0'0,"4"-14"-15311"0"0,6 8-1131 0 0,0 0 0 0 0,-3 1 0 0 0,11 38 0 0 0,-3-28-558 0 0,21 35-100 0 0,-21-26 132 0 0,-13-39-103 0 0,0-1 0 0 0,0 0 0 0 0,1 0 0 0 0,1-1 1 0 0,0 0-1 0 0,0 0 0 0 0,0 0 0 0 0,1-1 0 0 0,17 11 0 0 0,-13-10 54 0 0,1-1 0 0 0,-1 1 0 0 0,1-2 0 0 0,0 0 0 0 0,16 4 1 0 0,-29-10-122 0 0,1 1 1 0 0,-1-1 0 0 0,0 0-1 0 0,1 1 1 0 0,-1-1 0 0 0,1 0 0 0 0,-1 0-1 0 0,0 0 1 0 0,1 0 0 0 0,-1 0-1 0 0,1 0 1 0 0,-1 0 0 0 0,1-1 0 0 0,-1 1-1 0 0,0 0 1 0 0,1-1 0 0 0,-1 1-1 0 0,0-1 1 0 0,1 0 0 0 0,-1 1 0 0 0,0-1-1 0 0,0 0 1 0 0,0 0 0 0 0,1 0-1 0 0,-1 0 1 0 0,0 0 0 0 0,0 0-1 0 0,1-2 1 0 0,0 0-22 0 0,0-1-1 0 0,-1-1 1 0 0,1 1-1 0 0,-1 0 1 0 0,0 0 0 0 0,0 0-1 0 0,0-7 1 0 0,6-16 577 0 0,-3 17-531 0 0,1-1-1 0 0,-2 1 1 0 0,1-1 0 0 0,-1 0-1 0 0,-1 0 1 0 0,0 0 0 0 0,0-19-1 0 0,1-46 248 0 0,6-53-341 0 0,-8 95-88 0 0,3-56-1166 0 0,-4 83 760 0 0,1-1 1 0 0,0 1-1 0 0,0 0 0 0 0,0 0 1 0 0,1-1-1 0 0,4-7 0 0 0,-6 14 441 0 0,0 1 0 0 0,0-1 0 0 0,0 1 0 0 0,1 0 0 0 0,-1-1 0 0 0,0 1 0 0 0,0 0 0 0 0,1-1 0 0 0,-1 1 0 0 0,0 0 0 0 0,1-1 0 0 0,-1 1 0 0 0,0 0 0 0 0,1 0 0 0 0,-1-1 0 0 0,1 1 0 0 0,-1 0 0 0 0,0 0 0 0 0,1 0 0 0 0,-1 0 0 0 0,1 0 0 0 0,-1-1 0 0 0,1 1 0 0 0,-1 0 0 0 0,0 0 0 0 0,1 0 0 0 0,-1 0 0 0 0,1 0 0 0 0,-1 0 0 0 0,1 0 0 0 0,-1 1 0 0 0,0-1-1 0 0,2 0 1 0 0,15 14-5160 0 0,23 48-7174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8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0 2592 0 0,'-6'2'6009'0'0,"14"1"-3313"0"0,23 4 1153 0 0,14-4-1529 0 0,45-3 0 0 0,-25-1-1941 0 0,22 1-492 0 0,24 0-457 0 0,-22 0-4726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8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3552 0 0,'14'0'10080'0'0,"536"28"-4385"0"0,-536-28-7711 0 0,14 0-3743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40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87 156 2816 0 0,'0'6'5983'0'0,"0"21"-2804"0"0,0 223 928 0 0,-10-173-3718 0 0,-27 147 832 0 0,31-175-988 0 0,0-28-396 0 0,-1-8 40 0 0,3-12 284 0 0,3-22 562 0 0,-1-16-247 0 0,-1 26-263 0 0,0 1-1 0 0,1 0 1 0 0,0-1-1 0 0,1 1 1 0 0,0-1-1 0 0,1-18 1 0 0,0 3-61 0 0,-1-1 33 0 0,4-45 1 0 0,21-43 294 0 0,-19 92-434 0 0,58-257 404 0 0,-59 265-387 0 0,0 0 1 0 0,1 0 0 0 0,1 1 0 0 0,0 0-1 0 0,1 0 1 0 0,11-16 0 0 0,-16 27-30 0 0,-2 2-25 0 0,0 0 0 0 0,1 1 1 0 0,-1-1-1 0 0,0 1 1 0 0,1-1-1 0 0,-1 1 0 0 0,0-1 1 0 0,1 1-1 0 0,-1-1 1 0 0,1 1-1 0 0,-1-1 0 0 0,1 1 1 0 0,-1-1-1 0 0,1 1 0 0 0,-1 0 1 0 0,1-1-1 0 0,-1 1 1 0 0,1 0-1 0 0,0-1 0 0 0,-1 1 1 0 0,1 0-1 0 0,-1 0 1 0 0,1 0-1 0 0,0 0 0 0 0,-1 0 1 0 0,1-1-1 0 0,0 1 0 0 0,-1 0 1 0 0,1 0-1 0 0,0 0 1 0 0,-1 1-1 0 0,1-1 0 0 0,-1 0 1 0 0,1 0-1 0 0,0 0 1 0 0,-1 0-1 0 0,1 1 0 0 0,0-1 1 0 0,-1 0-1 0 0,1 1 0 0 0,-1-1 1 0 0,1 0-1 0 0,-1 1 1 0 0,1-1-1 0 0,0 1 0 0 0,17 26 101 0 0,-14-20-27 0 0,5 6-26 0 0,0 0 0 0 0,-2 1 0 0 0,1 0 0 0 0,9 30 0 0 0,13 30 308 0 0,45 146 371 0 0,-60-169-505 0 0,-6-20-251 0 0,0-1-1 0 0,2 0 1 0 0,1-1-1 0 0,17 29 0 0 0,-20-43 99 0 0,0 0 0 0 0,1-1-1 0 0,1 0 1 0 0,0-1 0 0 0,0 0 0 0 0,17 13-1 0 0,-6-10-1 0 0,1 0 0 0 0,0-2 0 0 0,39 18 0 0 0,-59-30-30 0 0,2 0 0 0 0,-1 0 0 0 0,0-1 0 0 0,0 1 0 0 0,0-1-1 0 0,8 1 1 0 0,-11-2-43 0 0,-1 0 1 0 0,0 0-1 0 0,0 0 0 0 0,1 0 0 0 0,-1 0 0 0 0,0 0 0 0 0,0 0 0 0 0,1 0 1 0 0,-1-1-1 0 0,0 1 0 0 0,0 0 0 0 0,0 0 0 0 0,1 0 0 0 0,-1-1 0 0 0,0 1 0 0 0,0 0 1 0 0,0 0-1 0 0,0 0 0 0 0,0-1 0 0 0,1 1 0 0 0,-1 0 0 0 0,0 0 0 0 0,0-1 1 0 0,0 1-1 0 0,0 0 0 0 0,0 0 0 0 0,0-1 0 0 0,0 1 0 0 0,0 0 0 0 0,0 0 0 0 0,0-1 1 0 0,0 1-1 0 0,0 0 0 0 0,0-1 0 0 0,0 1 0 0 0,0 0 0 0 0,0 0 0 0 0,0-1 1 0 0,0 1-1 0 0,-1 0 0 0 0,1 0 0 0 0,0-1 0 0 0,-1-5 5 0 0,2 2-48 0 0,-1 0-1 0 0,0-1 1 0 0,0 1 0 0 0,-1-1-1 0 0,1 1 1 0 0,-1 0 0 0 0,0-1-1 0 0,0 1 1 0 0,-1 0-1 0 0,1 0 1 0 0,-1-1 0 0 0,0 1-1 0 0,-4-5 1 0 0,0 4 111 0 0,6 5-65 0 0,-1 0 1 0 0,1 0-1 0 0,0 0 0 0 0,-1-1 0 0 0,1 1 1 0 0,0 0-1 0 0,-1 0 0 0 0,1-1 1 0 0,0 1-1 0 0,-1 0 0 0 0,1-1 0 0 0,0 1 1 0 0,0 0-1 0 0,-1-1 0 0 0,1 1 1 0 0,0-1-1 0 0,0 1 0 0 0,0 0 0 0 0,-1-1 1 0 0,1 1-1 0 0,0-1 0 0 0,0 1 0 0 0,0-1 1 0 0,0 1-1 0 0,0 0 0 0 0,0-1 1 0 0,0 1-1 0 0,0-1 0 0 0,0 1 0 0 0,0-1 1 0 0,0 0-1 0 0,0-1-18 0 0,-1-1 0 0 0,1 1 0 0 0,-1 0 0 0 0,0-1 0 0 0,0 1 0 0 0,0 0 0 0 0,0 0 0 0 0,0-1 0 0 0,-1 1 0 0 0,1 0 0 0 0,0 0 1 0 0,-1 0-1 0 0,0 1 0 0 0,1-1 0 0 0,-1 0 0 0 0,0 1 0 0 0,0-1 0 0 0,0 1 0 0 0,0-1 0 0 0,0 1 0 0 0,-4-1 0 0 0,-14-13-34 0 0,5-6-32 0 0,12 17 140 0 0,0 0 1 0 0,0 0-1 0 0,0 1 0 0 0,0-1 1 0 0,-1 0-1 0 0,1 1 1 0 0,-7-5-1 0 0,-18-8 39 0 0,27 15-101 0 0,-7-3-152 0 0,0 0 0 0 0,0 1 1 0 0,-1 0-1 0 0,0 0 0 0 0,1 1 1 0 0,-1 0-1 0 0,0 0 1 0 0,-14 0-1 0 0,-41-6-3925 0 0,-123 2 0 0 0,178 6 3003 0 0,1 1 1 0 0,0 0 0 0 0,0 1 0 0 0,0 0 0 0 0,0 0 0 0 0,-15 6 0 0 0,19-6-186 0 0,-1 1 1 0 0,1 0 0 0 0,-1 0 0 0 0,1 1-1 0 0,0-1 1 0 0,-4 5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41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4544 0 0,'0'0'12639'0'0,"29"0"-10815"0"0,-15 14-1120 0 0,28 29 288 0 0,99 56-544 0 0,-127-85-224 0 0,14 0-96 0 0,156 70-11135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41.4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283 0 4096 0 0,'-28'14'15071'0'0,"14"14"-14463"0"0,-71 57 384 0 0,0 0-640 0 0,71-57-576 0 0,-14-14-160 0 0,14 0-160 0 0,14 0-800 0 0,-14-14 224 0 0,14 14 160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42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2944 0 0,'0'-12'8538'0'0,"2"92"-773"0"0,7 153-4527 0 0,-6-95-2091 0 0,-3-92-1356 0 0,0 102 129 0 0,0-145 58 0 0,0 1 0 0 0,1-1 0 0 0,-1 0 0 0 0,1 0 0 0 0,0 1 0 0 0,0-1 0 0 0,0 0-1 0 0,2 3 1 0 0,3 18 35 0 0,-6 94 1139 0 0,0-116-1123 0 0,0-1 0 0 0,0 1 1 0 0,0-1-1 0 0,0 1 0 0 0,0-1 1 0 0,0 1-1 0 0,0-1 0 0 0,-1 1 1 0 0,1-1-1 0 0,0 0 0 0 0,-1 1 1 0 0,1-1-1 0 0,-1 1 0 0 0,0-1 1 0 0,1 0-1 0 0,-1 1 0 0 0,0-1 1 0 0,0 0-1 0 0,0 0 0 0 0,0 0 1 0 0,0 0-1 0 0,0 0 0 0 0,0 0 1 0 0,0 0-1 0 0,-1 0 0 0 0,1 0 1 0 0,0 0-1 0 0,0 0 0 0 0,-1-1 1 0 0,1 1-1 0 0,-1-1 0 0 0,1 1 1 0 0,-3 0 1172 0 0,5-1-1220 0 0,0 0-1 0 0,0 1 0 0 0,0-1 1 0 0,0 0-1 0 0,0 0 0 0 0,0 0 1 0 0,0 0-1 0 0,0 0 0 0 0,0 0 1 0 0,0 0-1 0 0,0 0 0 0 0,0 0 1 0 0,0-1-1 0 0,0 1 0 0 0,-1 0 1 0 0,1-1-1 0 0,0 1 0 0 0,0 0 1 0 0,0-1-1 0 0,0 1 0 0 0,0-1 1 0 0,0 0-1 0 0,0 0 0 0 0,8-3 92 0 0,0 0 0 0 0,1 1 0 0 0,-1 0 0 0 0,1 0 0 0 0,-1 1 0 0 0,1 0-1 0 0,0 1 1 0 0,17 0 0 0 0,7-6-465 0 0,-29 6 510 0 0,-1-1 1 0 0,1 1-1 0 0,0 0 1 0 0,-1 0-1 0 0,1 0 1 0 0,6 1 0 0 0,189 0-1543 0 0,-94 0-3291 0 0,-101 11 2672 0 0,7-9 92 0 0,-2-2-1552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7:58:19.8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1856 0 0,'0'0'1915'0'0,"3"-3"-1553"0"0,0 1-108 0 0,1 0 0 0 0,-1 1 0 0 0,1-1 1 0 0,0 1-1 0 0,-1-1 0 0 0,1 1 0 0 0,0 0 0 0 0,0 1 0 0 0,0-1 0 0 0,-1 1 0 0 0,1-1 0 0 0,0 1 0 0 0,7 1 0 0 0,5-1 258 0 0,-13 0-165 0 0,0 0-22 0 0,133 0 1403 0 0,-135 0-1717 0 0,0 0-1 0 0,0 0 0 0 0,-1 0 1 0 0,1 0-1 0 0,0 1 0 0 0,0-1 1 0 0,0 0-1 0 0,0 0 0 0 0,0 1 1 0 0,-1-1-1 0 0,1 1 1 0 0,0-1-1 0 0,0 0 0 0 0,-1 1 1 0 0,1-1-1 0 0,0 1 0 0 0,0 0 1 0 0,-1-1-1 0 0,1 1 0 0 0,-1 0 1 0 0,2 1-1 0 0,1 1 34 0 0,21 3-73 0 0,-6 0 93 0 0,-17-5-52 0 0,0 1-1 0 0,-1-1 0 0 0,1 0 1 0 0,0 1-1 0 0,-1-1 1 0 0,1 1-1 0 0,0-1 1 0 0,-1 0-1 0 0,0 1 1 0 0,1-1-1 0 0,-1 1 0 0 0,0-1 1 0 0,0 1-1 0 0,0 0 1 0 0,0-1-1 0 0,0 2 1 0 0,0-2-10 0 0,0-1 1 0 0,0 1-1 0 0,0 0 1 0 0,0-1-1 0 0,0 1 1 0 0,0-1 0 0 0,0 1-1 0 0,1 0 1 0 0,-1-1-1 0 0,0 1 1 0 0,0-1-1 0 0,1 1 1 0 0,-1-1-1 0 0,0 1 1 0 0,1-1 0 0 0,-1 1-1 0 0,0-1 1 0 0,1 0-1 0 0,-1 1 1 0 0,1-1-1 0 0,-1 1 1 0 0,1-1 0 0 0,0 1-1 0 0,0-1 12 0 0,-1 1 0 0 0,1-1-1 0 0,0 1 1 0 0,-1-1 0 0 0,1 1 0 0 0,-1-1-1 0 0,1 1 1 0 0,-1-1 0 0 0,1 1 0 0 0,-1 0-1 0 0,0-1 1 0 0,1 1 0 0 0,-1 0 0 0 0,0-1-1 0 0,1 1 1 0 0,-1 0 0 0 0,0-1 0 0 0,0 1-1 0 0,0 0 1 0 0,1 0 0 0 0,-1-1 0 0 0,0 1-1 0 0,0 0 1 0 0,0 1 0 0 0,0 97 418 0 0,0-99-425 0 0,0 1 0 0 0,0-1 1 0 0,0 1-1 0 0,0-1 0 0 0,0 1 0 0 0,0-1 1 0 0,0 1-1 0 0,0-1 0 0 0,-1 1 0 0 0,1-1 1 0 0,0 1-1 0 0,0-1 0 0 0,0 0 0 0 0,0 1 1 0 0,-1-1-1 0 0,1 1 0 0 0,0-1 0 0 0,-1 1 0 0 0,1-1 1 0 0,0 0-1 0 0,-1 1 0 0 0,1-1 0 0 0,0 0 1 0 0,-1 1-1 0 0,1-1 0 0 0,0 0 0 0 0,-1 1 1 0 0,1-1-1 0 0,-1 0 0 0 0,1 0 0 0 0,-1 0 1 0 0,1 1-1 0 0,-1-1 0 0 0,1 0 0 0 0,-1 0 1 0 0,1 0-1 0 0,-1 0 0 0 0,1 0 0 0 0,-1 0 0 0 0,1 0 1 0 0,-2 0-1 0 0,2 0-3 0 0,0 1-1 0 0,-1-1 1 0 0,1 1-1 0 0,0-1 1 0 0,-1 1-1 0 0,1-1 1 0 0,0 1 0 0 0,0 0-1 0 0,-1-1 1 0 0,1 1-1 0 0,0-1 1 0 0,0 1-1 0 0,0 0 1 0 0,0-1 0 0 0,0 1-1 0 0,0-1 1 0 0,0 1-1 0 0,0 0 1 0 0,0-1-1 0 0,0 1 1 0 0,0-1 0 0 0,0 1-1 0 0,1 1 1 0 0,-1-1 10 0 0,0 0-1 0 0,0 1 1 0 0,0-1 0 0 0,0 1 0 0 0,0-1 0 0 0,0 0 0 0 0,0 1 0 0 0,0-1 0 0 0,-1 1 0 0 0,1-1 0 0 0,0 0 0 0 0,-2 3 0 0 0,-47 44 796 0 0,48-47-809 0 0,0 1 0 0 0,-1-1-1 0 0,1 0 1 0 0,0 0 0 0 0,-1 0 0 0 0,0 0-1 0 0,1 0 1 0 0,-1 0 0 0 0,0-1-1 0 0,1 1 1 0 0,-1 0 0 0 0,0-1 0 0 0,0 1-1 0 0,-2-1 1 0 0,1 0 122 0 0,-2 5 40 0 0,-1 0 97 0 0,-42 15 405 0 0,40-17-628 0 0,-18-1 24 0 0,25-1-57 0 0,1-1 1 0 0,0 0 0 0 0,0 0 0 0 0,0 0 0 0 0,-1 0 0 0 0,1 0-1 0 0,0 0 1 0 0,0 1 0 0 0,0-1 0 0 0,-1 0 0 0 0,1 0-1 0 0,0 0 1 0 0,0 1 0 0 0,0-1 0 0 0,0 0 0 0 0,0 0-1 0 0,0 1 1 0 0,-1-1 0 0 0,1 0 0 0 0,0 0 0 0 0,0 0-1 0 0,0 1 1 0 0,0-1 0 0 0,0 0 0 0 0,0 0 0 0 0,0 1-1 0 0,0-1 1 0 0,0 0 0 0 0,0 0 0 0 0,0 1 0 0 0,0-1-1 0 0,0 0 1 0 0,1 1 0 0 0,-1 2 22 0 0,-35 3 21 0 0,34-5-4 0 0,-1 1 0 0 0,1 0 0 0 0,0 0 0 0 0,-1 0 0 0 0,1 0 0 0 0,0 0 0 0 0,0 1 0 0 0,1-1 0 0 0,-1 0 0 0 0,0 0 0 0 0,0 5 0 0 0,30-4 116 0 0,-26 4-118 0 0,2-3-31 0 0,22-2-315 0 0,201-2 805 0 0,-192-8-529 0 0,-31 6 49 0 0,-1 1 1 0 0,1-1 0 0 0,0 1-1 0 0,0 0 1 0 0,9 0 0 0 0,-11 1 52 0 0,12 0-154 0 0,11 0-244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7:58:21.2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1824 0 0,'0'0'7792'0'0,"0"0"-7767"0"0,1 0 1 0 0,-1 0 0 0 0,1 0-1 0 0,0 0 1 0 0,-1 0 0 0 0,1 0-1 0 0,0 0 1 0 0,-1 0 0 0 0,1 0-1 0 0,0 0 1 0 0,-1 0 0 0 0,1 0-1 0 0,0 0 1 0 0,-1-1-1 0 0,1 1 1 0 0,-1 0 0 0 0,1 0-1 0 0,0-1 1 0 0,-1 1 0 0 0,1-1-1 0 0,5-7 617 0 0,-6 7-602 0 0,0 1 1 0 0,0 0-1 0 0,1-1 1 0 0,-1 1 0 0 0,0 0-1 0 0,0-1 1 0 0,1 1 0 0 0,-1 0-1 0 0,0-1 1 0 0,1 1 0 0 0,-1 0-1 0 0,0 0 1 0 0,1-1 0 0 0,-1 1-1 0 0,0 0 1 0 0,1 0 0 0 0,-1 0-1 0 0,1-1 1 0 0,-1 1 0 0 0,0 0-1 0 0,1 0 1 0 0,-1 0-1 0 0,1 0 1 0 0,-1 0 0 0 0,1 0-1 0 0,-1 0 1 0 0,0 0 0 0 0,1 0-1 0 0,-1 0 1 0 0,1 0 0 0 0,-1 0-1 0 0,1 0 1 0 0,-1 0 0 0 0,1 1-1 0 0,44-1 872 0 0,-42 0-682 0 0,16 0-49 0 0,7 3-129 0 0,-20 3 66 0 0,-6-5-115 0 0,0-1 0 0 0,0 1 1 0 0,1-1-1 0 0,-1 1 0 0 0,0-1 1 0 0,0 0-1 0 0,1 1 0 0 0,-1-1 0 0 0,0 0 1 0 0,1 1-1 0 0,-1-1 0 0 0,0 0 1 0 0,1 1-1 0 0,-1-1 0 0 0,1 0 1 0 0,-1 0-1 0 0,1 0 0 0 0,-1 1 1 0 0,0-1-1 0 0,1 0 0 0 0,-1 0 1 0 0,1 0-1 0 0,-1 0 0 0 0,1 0 1 0 0,-1 0-1 0 0,1 0 0 0 0,-1 0 1 0 0,1 0-1 0 0,-1 0 0 0 0,1 0 1 0 0,-1 0-1 0 0,0 0 0 0 0,2 0 1 0 0,40 0 102 0 0,-41 0-104 0 0,1 0-1 0 0,-1 1 1 0 0,0-1 0 0 0,0 1-1 0 0,1-1 1 0 0,-1 1-1 0 0,0-1 1 0 0,0 1 0 0 0,0 0-1 0 0,0 0 1 0 0,0-1-1 0 0,0 1 1 0 0,0 0 0 0 0,0 0-1 0 0,0 0 1 0 0,0 0-1 0 0,0 0 1 0 0,-1 0 0 0 0,2 2-1 0 0,-2 32 181 0 0,0-30-299 0 0,0-4 132 0 0,1-1 0 0 0,-1 1 0 0 0,0 0 0 0 0,0-1 0 0 0,0 1 0 0 0,1 0 0 0 0,-1 0 0 0 0,0-1 0 0 0,0 1 0 0 0,0 0 0 0 0,0 0 0 0 0,0-1 0 0 0,-1 1 0 0 0,1 0 0 0 0,0 0 0 0 0,0-1 0 0 0,0 1-1 0 0,-1 0 1 0 0,1-1 0 0 0,0 1 0 0 0,-1 0 0 0 0,1-1 0 0 0,-1 1 0 0 0,1 0 0 0 0,0-1 0 0 0,-1 1 0 0 0,1-1 0 0 0,-1 1 0 0 0,0-1 0 0 0,1 1 0 0 0,-1-1 0 0 0,1 1 0 0 0,-1-1 0 0 0,0 0 0 0 0,1 1 0 0 0,-1-1 0 0 0,0 0 0 0 0,0 0 0 0 0,1 1 0 0 0,-1-1 0 0 0,-1 0 0 0 0,2 0-23 0 0,0 0 0 0 0,0 0 1 0 0,-1 0-1 0 0,1 0 1 0 0,0 1-1 0 0,0-1 1 0 0,0 0-1 0 0,0 0 0 0 0,-1 0 1 0 0,1 0-1 0 0,0 0 1 0 0,0 0-1 0 0,0 1 1 0 0,0-1-1 0 0,0 0 0 0 0,0 0 1 0 0,-1 0-1 0 0,1 0 1 0 0,0 0-1 0 0,0 1 1 0 0,0-1-1 0 0,0 0 0 0 0,0 0 1 0 0,0 0-1 0 0,0 1 1 0 0,0-1-1 0 0,0 0 1 0 0,0 0-1 0 0,0 0 0 0 0,0 1 1 0 0,0-1-1 0 0,0 0 1 0 0,0 0-1 0 0,0 0 1 0 0,0 0-1 0 0,0 1 1 0 0,0-1-1 0 0,0 0 0 0 0,0 0 1 0 0,0 0-1 0 0,0 1 1 0 0,-2 11 143 0 0,-9-1 259 0 0,8-8-288 0 0,1-1-294 0 0,-25 25-42 0 0,25-24 389 0 0,1-2-356 0 0,1 0 186 0 0,-1 0 1 0 0,0 0 0 0 0,1-1-1 0 0,-1 1 1 0 0,0 0 0 0 0,1 0-1 0 0,-1 0 1 0 0,0-1 0 0 0,0 1-1 0 0,0 0 1 0 0,1-1 0 0 0,-1 1-1 0 0,0-1 1 0 0,0 1 0 0 0,0-1-1 0 0,0 1 1 0 0,0-1 0 0 0,0 1-1 0 0,0-1 1 0 0,0 0 0 0 0,-2 0 0 0 0,-6 4 314 0 0,6 4-234 0 0,3-6-80 0 0,0-1 0 0 0,-1 0 0 0 0,1 0 0 0 0,0 0-1 0 0,0-1 1 0 0,-1 1 0 0 0,1 0 0 0 0,-1 0-1 0 0,1 0 1 0 0,-1 0 0 0 0,1 0 0 0 0,-1 0-1 0 0,0 0 1 0 0,1-1 0 0 0,-1 1 0 0 0,0 0-1 0 0,1-1 1 0 0,-1 1 0 0 0,0 0 0 0 0,0-1 0 0 0,0 1-1 0 0,0-1 1 0 0,0 1 0 0 0,1-1 0 0 0,-1 1-1 0 0,0-1 1 0 0,-2 1 0 0 0,3-2-3 0 0,-1 1 1 0 0,1 0 0 0 0,-1 0-1 0 0,1 0 1 0 0,-1 0-1 0 0,1 0 1 0 0,0 0-1 0 0,-1 0 1 0 0,1 0-1 0 0,-1 0 1 0 0,1 0 0 0 0,-1 1-1 0 0,1-1 1 0 0,-1 0-1 0 0,1 0 1 0 0,-1 0-1 0 0,1 0 1 0 0,0 1-1 0 0,-1-1 1 0 0,1 0 0 0 0,-1 1-1 0 0,1-1 1 0 0,0 0-1 0 0,-1 1 1 0 0,1-1-1 0 0,0 0 1 0 0,0 1-1 0 0,-1-1 1 0 0,1 0 0 0 0,0 1-1 0 0,0-1 1 0 0,-1 1-1 0 0,1-1 1 0 0,0 1-1 0 0,0-1 1 0 0,0 0-1 0 0,0 1 1 0 0,0-1 0 0 0,0 1-1 0 0,-1-1 1 0 0,1 1-1 0 0,0-1 1 0 0,0 1-1 0 0,1-1 1 0 0,-1 1-1 0 0,0-1 1 0 0,0 1 0 0 0,0 2 203 0 0,-1-3-201 0 0,1 0 1 0 0,-1 0-1 0 0,0 0 0 0 0,0-1 1 0 0,0 1-1 0 0,1 0 1 0 0,-1 0-1 0 0,0 0 1 0 0,0 1-1 0 0,1-1 1 0 0,-1 0-1 0 0,0 0 1 0 0,0 0-1 0 0,1 0 1 0 0,-1 1-1 0 0,0-1 1 0 0,1 0-1 0 0,-1 1 0 0 0,-1 0 1 0 0,2-1 29 0 0,0 1 1 0 0,0-1 0 0 0,0 1-1 0 0,0-1 1 0 0,0 1-1 0 0,0-1 1 0 0,0 1-1 0 0,0-1 1 0 0,0 0-1 0 0,0 1 1 0 0,0-1 0 0 0,0 1-1 0 0,0-1 1 0 0,0 1-1 0 0,0-1 1 0 0,1 1-1 0 0,-1-1 1 0 0,0 0-1 0 0,0 1 1 0 0,0-1-1 0 0,1 1 1 0 0,-1-1 0 0 0,0 0-1 0 0,1 1 1 0 0,-1-1-1 0 0,0 0 1 0 0,1 0-1 0 0,-1 1 1 0 0,0-1-1 0 0,1 0 1 0 0,-1 0 0 0 0,1 1-1 0 0,-1-1 1 0 0,0 0-1 0 0,1 0 1 0 0,-1 0-1 0 0,1 0 1 0 0,-1 1-1 0 0,1-1 1 0 0,-1 0-1 0 0,1 0 1 0 0,-1 0 0 0 0,0 0-1 0 0,1 0 1 0 0,-1 0-1 0 0,1 0 1 0 0,-1-1-1 0 0,1 1 1 0 0,2 0 159 0 0,-2 0-206 0 0,-1 0 0 0 0,1 0 0 0 0,-1 0 0 0 0,1 0 0 0 0,0 0 0 0 0,-1 0 0 0 0,1 0 0 0 0,-1 0 0 0 0,1 0 1 0 0,0 0-1 0 0,-1 0 0 0 0,1 0 0 0 0,-1 0 0 0 0,1 0 0 0 0,0 1 0 0 0,-1-1 0 0 0,1 0 0 0 0,-1 0 0 0 0,1 1 0 0 0,-1-1 0 0 0,1 1 0 0 0,3 6-54 0 0,0-2 69 0 0,26-4 611 0 0,115-1-756 0 0,-145 0 138 0 0,1 0-1 0 0,-1 0 1 0 0,1 0 0 0 0,-1 0-1 0 0,1 0 1 0 0,-1 0-1 0 0,1 1 1 0 0,-1-1 0 0 0,1 0-1 0 0,-1 0 1 0 0,1 0-1 0 0,-1 1 1 0 0,1-1 0 0 0,-1 0-1 0 0,1 0 1 0 0,-1 1-1 0 0,1-1 1 0 0,-1 0 0 0 0,0 1-1 0 0,1-1 1 0 0,-1 1-1 0 0,1-1 1 0 0,-1 0-1 0 0,0 1 1 0 0,1 0 0 0 0,-1 0 27 0 0,1-1 0 0 0,-1 1 0 0 0,1 0 1 0 0,-1-1-1 0 0,1 1 0 0 0,0 0 0 0 0,-1-1 0 0 0,1 1 1 0 0,0-1-1 0 0,0 1 0 0 0,-1-1 0 0 0,1 0 1 0 0,0 1-1 0 0,0-1 0 0 0,-1 0 0 0 0,1 1 1 0 0,0-1-1 0 0,0 0 0 0 0,0 0 0 0 0,0 0 0 0 0,0 0 1 0 0,-1 0-1 0 0,1 0 0 0 0,0 0 0 0 0,1 0 1 0 0,25 0 69 0 0,-25 0-432 0 0,17 0-1179 0 0,40 0-9146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4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216 15 2624 0 0,'0'0'4810'0'0,"-18"0"-2228"0"0,15 0-2336 0 0,0-1-87 0 0,0 1 0 0 0,-1 0 0 0 0,1 0 0 0 0,0 0 0 0 0,0 0 0 0 0,0 0 0 0 0,-1 1 0 0 0,1 0 0 0 0,0-1 0 0 0,0 1 0 0 0,0 0 0 0 0,0 1 0 0 0,0-1 0 0 0,0 0 0 0 0,1 1 0 0 0,-5 2 0 0 0,6-3-134 0 0,0 0 1 0 0,0-1 0 0 0,0 1-1 0 0,0-1 1 0 0,0 1-1 0 0,0-1 1 0 0,0 0-1 0 0,0 1 1 0 0,0-1-1 0 0,0 0 1 0 0,0 0 0 0 0,0 1-1 0 0,0-1 1 0 0,0 0-1 0 0,0 0 1 0 0,-1 0-1 0 0,1-1 1 0 0,-1 1-1 0 0,-12 1 242 0 0,9 2-161 0 0,1 0 1 0 0,-1 1-1 0 0,1-1 0 0 0,0 1 1 0 0,0 0-1 0 0,-5 6 0 0 0,6-6-56 0 0,0 0 0 0 0,0-1 0 0 0,-1 1 0 0 0,1-1-1 0 0,-1 0 1 0 0,-5 3 0 0 0,3-5 6 0 0,2 1-12 0 0,-5 14 150 0 0,3-5-112 0 0,5-8-59 0 0,-1-1 0 0 0,0 0 0 0 0,1 1 0 0 0,0-1 1 0 0,-1 1-1 0 0,1 0 0 0 0,0 0 0 0 0,0-1 0 0 0,1 1 0 0 0,-1 0 1 0 0,1 0-1 0 0,-1 0 0 0 0,1 0 0 0 0,0-1 0 0 0,0 1 0 0 0,0 0 1 0 0,0 0-1 0 0,1 0 0 0 0,-1 0 0 0 0,1 0 0 0 0,1 3 1 0 0,4 10 140 0 0,-6-15-163 0 0,0-1-1 0 0,0 0 1 0 0,0 0-1 0 0,0 1 1 0 0,0-1-1 0 0,0 0 1 0 0,0 1-1 0 0,1-1 1 0 0,-1 0-1 0 0,0 0 1 0 0,0 1-1 0 0,0-1 1 0 0,0 0-1 0 0,0 0 0 0 0,1 0 1 0 0,-1 1-1 0 0,0-1 1 0 0,0 0-1 0 0,1 0 1 0 0,-1 0-1 0 0,0 1 1 0 0,0-1-1 0 0,1 0 1 0 0,-1 0-1 0 0,0 0 1 0 0,0 0-1 0 0,1 0 1 0 0,-1 0-1 0 0,0 0 1 0 0,0 0-1 0 0,1 0 1 0 0,-1 0-1 0 0,0 0 0 0 0,1 0 1 0 0,-1 0-1 0 0,0 0 1 0 0,0 0-1 0 0,1 0 1 0 0,-1 0-1 0 0,0 0 1 0 0,1 0-1 0 0,-1 0 1 0 0,0 0-1 0 0,0 0 1 0 0,1-1-1 0 0,4 15 118 0 0,-3-11-96 0 0,1-1-15 0 0,22 9 150 0 0,4-5 73 0 0,-25-2-212 0 0,-3-3-10 0 0,0 0 0 0 0,-1 0 0 0 0,1-1 0 0 0,0 1 0 0 0,0 0 0 0 0,-1 0 0 0 0,1-1 0 0 0,0 1 0 0 0,0-1 0 0 0,0 1 0 0 0,0-1-1 0 0,0 1 1 0 0,0-1 0 0 0,0 0 0 0 0,0 1 0 0 0,0-1 0 0 0,0 0 0 0 0,0 0 0 0 0,0 0 0 0 0,0 1 0 0 0,0-1 0 0 0,0 0-1 0 0,0-1 1 0 0,0 1 0 0 0,0 0 0 0 0,1 0 0 0 0,-1 0 0 0 0,0-1 0 0 0,0 1 0 0 0,0 0 0 0 0,0-1 0 0 0,-1 1 0 0 0,3-2-1 0 0,1 1 51 0 0,1-1-1 0 0,-1 0 0 0 0,1-1 0 0 0,-1 1 0 0 0,0-1 1 0 0,0 1-1 0 0,0-1 0 0 0,0-1 0 0 0,-1 1 0 0 0,1 0 0 0 0,5-8 1 0 0,-1-1 361 0 0,-1 1 0 0 0,10-22 0 0 0,-12 24-187 0 0,-5 8-180 0 0,1-1 0 0 0,0 1 0 0 0,-1 0 0 0 0,1 0 0 0 0,-1-1 0 0 0,0 1-1 0 0,0-1 1 0 0,1 1 0 0 0,-1 0 0 0 0,0-1 0 0 0,0 1 0 0 0,0-1 0 0 0,0 1-1 0 0,0 0 1 0 0,-1-2 0 0 0,1 2-41 0 0,0 1 0 0 0,0-1-1 0 0,-1 1 1 0 0,1-1 0 0 0,0 1 0 0 0,0-1-1 0 0,0 1 1 0 0,0-1 0 0 0,0 1 0 0 0,0-1-1 0 0,0 1 1 0 0,0-1 0 0 0,0 1 0 0 0,1-1 0 0 0,-1 1-1 0 0,0-1 1 0 0,0 1 0 0 0,0-1 0 0 0,1 1-1 0 0,-1 0 1 0 0,0-1 0 0 0,0 1 0 0 0,1-1-1 0 0,6-3 177 0 0,-7 3-164 0 0,1 1-1 0 0,-1 0 0 0 0,1-1 1 0 0,-1 1-1 0 0,1-1 1 0 0,-1 1-1 0 0,1-1 1 0 0,-1 1-1 0 0,1-1 1 0 0,-1 1-1 0 0,0-1 1 0 0,1 1-1 0 0,-1-1 1 0 0,0 0-1 0 0,1 1 0 0 0,-1-1 1 0 0,0 1-1 0 0,0-1 1 0 0,0 0-1 0 0,1 1 1 0 0,-1-1-1 0 0,0 0 1 0 0,0 1-1 0 0,0-1 1 0 0,0 0-1 0 0,0 1 1 0 0,0-1-1 0 0,-1 0 0 0 0,1 1 1 0 0,0-1-1 0 0,0 0 1 0 0,-1 0-1 0 0,1-36 1002 0 0,1 35-971 0 0,-1 0 0 0 0,0 1 0 0 0,0-1 0 0 0,0 1 0 0 0,0-1 0 0 0,0 0 0 0 0,-1 1 0 0 0,1-1 0 0 0,0 1 0 0 0,-1-1 0 0 0,1 1 0 0 0,-1-1 0 0 0,1 1 0 0 0,-1-1 0 0 0,0 1 0 0 0,0 0 0 0 0,0-1 0 0 0,0 1 0 0 0,0 0 0 0 0,0-1-1 0 0,-2-1 1 0 0,-1 0 804 0 0,5-6-471 0 0,-1 9-383 0 0,0 0 1 0 0,0 0-1 0 0,0 0 1 0 0,1-1-1 0 0,-1 1 1 0 0,0 0-1 0 0,0 0 1 0 0,0 0-1 0 0,0 0 1 0 0,0 0-1 0 0,0 0 1 0 0,0 0-1 0 0,0-1 0 0 0,0 1 1 0 0,0 0-1 0 0,0 0 1 0 0,0 0-1 0 0,0 0 1 0 0,0 0-1 0 0,0 0 1 0 0,0-1-1 0 0,0 1 1 0 0,0 0-1 0 0,0 0 1 0 0,0 0-1 0 0,0 0 1 0 0,0 0-1 0 0,0 0 0 0 0,0 0 1 0 0,0-1-1 0 0,0 1 1 0 0,0 0-1 0 0,0 0 1 0 0,0 0-1 0 0,-1 0 1 0 0,1 0-1 0 0,0 0 1 0 0,0 0-1 0 0,0 0 1 0 0,0-1-1 0 0,0 1 1 0 0,0 0-1 0 0,0 0 0 0 0,0 0 1 0 0,0 0-1 0 0,-1 0 1 0 0,1 0-1 0 0,0 0 1 0 0,0 0-1 0 0,0 0 1 0 0,0 0-1 0 0,0 0 1 0 0,0 0-1 0 0,-1 0 1 0 0,1 0-1 0 0,0 0 1 0 0,0 0-1 0 0,0 0 1 0 0,0 0-1 0 0,0 0 0 0 0,0 0 1 0 0,-1 0-1 0 0,1 0 1 0 0,0 0-1 0 0,0 0 1 0 0,0 0-1 0 0,-3 4 32 0 0,1 0 0 0 0,0 0 0 0 0,1 1 0 0 0,-1-1 0 0 0,1 0 0 0 0,-1 1 0 0 0,1-1 0 0 0,1 1-1 0 0,-1-1 1 0 0,0 1 0 0 0,1-1 0 0 0,0 1 0 0 0,0-1 0 0 0,1 1 0 0 0,0 4 0 0 0,0 13 14 0 0,-1 8-59 0 0,-2-25-6 0 0,2-5 17 0 0,15 40-109 0 0,-13-34-58 0 0,0 0 0 0 0,0 0-1 0 0,0 0 1 0 0,1 0 0 0 0,0-1 0 0 0,0 1 0 0 0,7 6 0 0 0,-5-3-436 0 0,-5-9 552 0 0,1 1 0 0 0,-1-1-1 0 0,0 0 1 0 0,0 1-1 0 0,1-1 1 0 0,-1 1 0 0 0,0-1-1 0 0,0 0 1 0 0,1 1 0 0 0,-1-1-1 0 0,0 0 1 0 0,1 1-1 0 0,-1-1 1 0 0,1 0 0 0 0,-1 1-1 0 0,0-1 1 0 0,1 0-1 0 0,-1 0 1 0 0,1 1 0 0 0,-1-1-1 0 0,1 0 1 0 0,-1 0 0 0 0,1 0-1 0 0,-1 0 1 0 0,1 0-1 0 0,-1 0 1 0 0,1 0 0 0 0,-1 0-1 0 0,0 0 1 0 0,2 0 0 0 0,1 1-405 0 0,3 12-2963 0 0,-6-13 3338 0 0,1 0 1 0 0,-1 0 0 0 0,1 0-1 0 0,-1 0 1 0 0,1 0 0 0 0,-1 0-1 0 0,1 0 1 0 0,-1 0 0 0 0,1 0-1 0 0,-1 0 1 0 0,1 1-1 0 0,-1-1 1 0 0,1 0 0 0 0,-1 0-1 0 0,0 0 1 0 0,1 1 0 0 0,-1-1-1 0 0,1 0 1 0 0,-1 1 0 0 0,0-1-1 0 0,1 0 1 0 0,-1 1-1 0 0,1-1 1 0 0,-1 0 0 0 0,0 1-1 0 0,0-1 1 0 0,1 1 0 0 0,-1-1-1 0 0,0 1 1 0 0,0-1 0 0 0,1 1-1 0 0,-1-1 1 0 0,0 0-1 0 0,0 1 1 0 0,0-1 0 0 0,0 1-1 0 0,0-1 1 0 0,0 1 0 0 0,0-1-1 0 0,0 1 1 0 0,0 0 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5.0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46 2496 0 0,'0'-19'7450'0'0,"0"18"-7406"0"0,0 0-1 0 0,0 1 1 0 0,0-1 0 0 0,-1 0-1 0 0,1 1 1 0 0,0-1-1 0 0,0 0 1 0 0,0 1-1 0 0,-1-1 1 0 0,1 1-1 0 0,0-1 1 0 0,-1 0-1 0 0,1 1 1 0 0,0-1-1 0 0,-1 1 1 0 0,1-1 0 0 0,-1 1-1 0 0,1-1 1 0 0,-1 1-1 0 0,1 0 1 0 0,-1-1-1 0 0,0 0 1 0 0,0 1 146 0 0,1 0 1 0 0,-1-1-1 0 0,1 1 0 0 0,-1-1 1 0 0,1 1-1 0 0,-1-1 1 0 0,1 1-1 0 0,-1-1 1 0 0,1 1-1 0 0,-1-1 0 0 0,1 1 1 0 0,0-1-1 0 0,-1 1 1 0 0,1-1-1 0 0,0 0 1 0 0,0 1-1 0 0,-1-1 0 0 0,1 1 1 0 0,0-1-1 0 0,0 0 1 0 0,0 1-1 0 0,0-2 1 0 0,0 61 2144 0 0,0-57-2288 0 0,0 0-1 0 0,0 0 0 0 0,0 0 1 0 0,1-1-1 0 0,-1 1 1 0 0,1 0-1 0 0,-1 0 0 0 0,1 0 1 0 0,0-1-1 0 0,-1 1 0 0 0,1 0 1 0 0,2 2-1 0 0,-2-3-33 0 0,0 1 0 0 0,0-1 0 0 0,0 1 0 0 0,-1 0 1 0 0,1-1-1 0 0,0 1 0 0 0,-1 0 0 0 0,1 0 0 0 0,-1-1 0 0 0,0 1 0 0 0,1 0 1 0 0,-1 3-1 0 0,0-3-14 0 0,0-1 1 0 0,0 1 0 0 0,1 0 0 0 0,-1 0-1 0 0,1 0 1 0 0,-1-1 0 0 0,1 1-1 0 0,-1 0 1 0 0,1 0 0 0 0,0-1-1 0 0,1 3 1 0 0,4 8-28 0 0,-5 5 157 0 0,-1-15-103 0 0,0 0 0 0 0,0 1 0 0 0,0-1 0 0 0,0 1 0 0 0,0-1 0 0 0,1 0 0 0 0,-1 1 0 0 0,1-1 1 0 0,0 0-1 0 0,1 3 0 0 0,2 5 54 0 0,0 1 1 0 0,-1-1-1 0 0,0 1 1 0 0,-1-1-1 0 0,2 21 0 0 0,8 29 126 0 0,17 68-20 0 0,-23-103-186 0 0,-5-19 2 0 0,0-1-1 0 0,0 1 1 0 0,1-1 0 0 0,0 1 0 0 0,4 8 0 0 0,-5-11 0 0 0,1 0-14 0 0,-1 0 1 0 0,1-1-1 0 0,-1 1 1 0 0,0 0 0 0 0,-1 0-1 0 0,1 0 1 0 0,0 0-1 0 0,0 6 1 0 0,3 44-340 0 0,8 73-3821 0 0,-9-79-2004 0 0,-3-38 4550 0 0,0 11-5590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5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2 3200 0 0,'0'0'6896'0'0,"-20"0"-1211"0"0,16 0-5414 0 0,3-1-239 0 0,0 1 0 0 0,0 0 1 0 0,1 0-1 0 0,-1 0 0 0 0,0-1 1 0 0,0 1-1 0 0,1 0 0 0 0,-1 0 0 0 0,0 0 1 0 0,0 0-1 0 0,1 0 0 0 0,-1 0 1 0 0,0 0-1 0 0,0 1 0 0 0,1-1 0 0 0,-1 0 1 0 0,0 0-1 0 0,1 1 0 0 0,-1-1 1 0 0,0 0-1 0 0,1 1 0 0 0,-1-1 0 0 0,0 0 1 0 0,1 1-1 0 0,-1-1 0 0 0,1 1 1 0 0,-1-1-1 0 0,0 1 0 0 0,1-1 0 0 0,-1 1 1 0 0,1 0-1 0 0,0-1 0 0 0,-1 1 1 0 0,1 0-1 0 0,0-1 0 0 0,-1 1 0 0 0,1 0 1 0 0,0-1-1 0 0,0 1 0 0 0,-1 1 0 0 0,-12 3 550 0 0,8 22-22 0 0,2-25-556 0 0,2-1 30 0 0,0 0-1 0 0,0 0 0 0 0,0 0 1 0 0,0 0-1 0 0,0 0 1 0 0,1 1-1 0 0,-1-1 0 0 0,0 0 1 0 0,1 0-1 0 0,-1 1 0 0 0,0-1 1 0 0,1 0-1 0 0,0 1 0 0 0,-1-1 1 0 0,1 0-1 0 0,0 1 1 0 0,0-1-1 0 0,-1 1 0 0 0,1-1 1 0 0,0 0-1 0 0,1 1 0 0 0,-1-1 1 0 0,0 3-1 0 0,0-4-29 0 0,1 1 1 0 0,-1-1-1 0 0,0 1 1 0 0,0-1-1 0 0,0 1 1 0 0,0-1-1 0 0,0 1 0 0 0,0-1 1 0 0,0 1-1 0 0,0 0 1 0 0,0-1-1 0 0,0 1 0 0 0,0-1 1 0 0,-1 1-1 0 0,1-1 1 0 0,0 1-1 0 0,0-1 0 0 0,0 1 1 0 0,-1-1-1 0 0,1 1 1 0 0,0-1-1 0 0,-1 0 0 0 0,1 1 1 0 0,0-1-1 0 0,-1 1 1 0 0,1-1-1 0 0,0 0 0 0 0,-1 1 1 0 0,1-1-1 0 0,-1 0 1 0 0,1 1-1 0 0,-1-1 0 0 0,1 0 1 0 0,-1 0-1 0 0,1 1 1 0 0,-1-1-1 0 0,1 0 1 0 0,-1 0-1 0 0,1 0 0 0 0,-1 0 1 0 0,1 0-1 0 0,-1 0 1 0 0,1 0-1 0 0,-1 0 0 0 0,0 0 1 0 0,0 2 7 0 0,1-1 1 0 0,-1 1-1 0 0,1-1 1 0 0,0 0-1 0 0,-1 1 1 0 0,1-1-1 0 0,0 1 1 0 0,0 0-1 0 0,0-1 1 0 0,0 1-1 0 0,0-1 1 0 0,0 1-1 0 0,1-1 1 0 0,-1 1-1 0 0,0-1 1 0 0,1 0-1 0 0,0 2 1 0 0,-1-1 7 0 0,7 2 11 0 0,-7-4-28 0 0,1 1 0 0 0,-1-1 0 0 0,0 0 0 0 0,1 0 0 0 0,-1 0 0 0 0,1 1 0 0 0,-1-1 0 0 0,0 0 0 0 0,0 1 0 0 0,1-1 0 0 0,-1 0 0 0 0,0 1 0 0 0,1-1 0 0 0,-1 0 0 0 0,0 1 0 0 0,0-1 0 0 0,0 0-1 0 0,1 1 1 0 0,-1-1 0 0 0,0 1 0 0 0,0-1 0 0 0,0 0 0 0 0,0 1 0 0 0,0-1 0 0 0,0 1 0 0 0,0-1 0 0 0,0 1 0 0 0,0-1 0 0 0,0 0 0 0 0,0 1 0 0 0,0 2 50 0 0,3 10 70 0 0,4-9-115 0 0,-5-4-9 0 0,-1 0 0 0 0,0 0-1 0 0,0 0 1 0 0,0 1 0 0 0,0-1 0 0 0,0 0-1 0 0,0 1 1 0 0,0-1 0 0 0,0 1-1 0 0,0-1 1 0 0,-1 1 0 0 0,1-1-1 0 0,0 1 1 0 0,0 0 0 0 0,0 0-1 0 0,-1-1 1 0 0,1 1 0 0 0,0 0 0 0 0,-1 0-1 0 0,1 0 1 0 0,0 0 0 0 0,-1 0-1 0 0,1-1 1 0 0,-1 1 0 0 0,0 0-1 0 0,1 2 1 0 0,3 2-1 0 0,0 0 1 0 0,0 0-1 0 0,0 0 0 0 0,1-1 1 0 0,-1 1-1 0 0,1-1 0 0 0,6 4 1 0 0,10 10-29 0 0,-21-18 26 0 0,1 1 0 0 0,-1-1 0 0 0,0 0 0 0 0,0 1 0 0 0,1-1 0 0 0,-1 0 0 0 0,0 0 0 0 0,1 1 0 0 0,-1-1 0 0 0,1 0 0 0 0,-1 0-1 0 0,0 1 1 0 0,1-1 0 0 0,-1 0 0 0 0,1 0 0 0 0,-1 0 0 0 0,0 0 0 0 0,1 0 0 0 0,-1 0 0 0 0,1 0 0 0 0,-1 0 0 0 0,1 0 0 0 0,-1 0 0 0 0,1 0-1 0 0,-1 0 1 0 0,1 0 0 0 0,4 1-40 0 0,16 31-660 0 0,6-15 128 0 0,21 31-950 0 0,-45-44 1524 0 0,0 0 0 0 0,-1 0-1 0 0,0 0 1 0 0,0 1 0 0 0,0-1-1 0 0,-1 1 1 0 0,1 0 0 0 0,0 6-1 0 0,-2-6 16 0 0,0-5-12 0 0,0 1 0 0 0,0-1 0 0 0,0 1 0 0 0,0-1 0 0 0,0 1 0 0 0,0-1-1 0 0,0 1 1 0 0,0-1 0 0 0,0 1 0 0 0,0-1 0 0 0,0 1 0 0 0,-1-1 0 0 0,1 1 0 0 0,0-1 0 0 0,0 1-1 0 0,0-1 1 0 0,-1 0 0 0 0,1 1 0 0 0,0-1 0 0 0,-1 1 0 0 0,1-1 0 0 0,0 0 0 0 0,-1 1-1 0 0,1-1 1 0 0,-1 0 0 0 0,1 0 0 0 0,0 1 0 0 0,-1-1 0 0 0,-12 12-8 0 0,0-7-4 0 0,7-2-418 0 0,1-1 0 0 0,-1 0 0 0 0,0 0 0 0 0,0-1 0 0 0,0 0 0 0 0,-1 0 0 0 0,1 0 0 0 0,-8-1 0 0 0,13 0 230 0 0,0 0-1 0 0,0 0 0 0 0,0 0 1 0 0,-1 0-1 0 0,1-1 1 0 0,0 1-1 0 0,0 0 0 0 0,0-1 1 0 0,0 1-1 0 0,0-1 0 0 0,0 1 1 0 0,0-1-1 0 0,0 0 1 0 0,0 1-1 0 0,0-1 0 0 0,0 0 1 0 0,0 0-1 0 0,0 0 0 0 0,0 0 1 0 0,1 0-1 0 0,-1 0 1 0 0,0 0-1 0 0,1 0 0 0 0,-1 0 1 0 0,1 0-1 0 0,-1 0 0 0 0,1 0 1 0 0,-1 0-1 0 0,1 0 1 0 0,0 0-1 0 0,-1-3 0 0 0,-9-16-2990 0 0,-1 15 1718 0 0,9-9-656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6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45 2400 0 0,'0'3'4296'0'0,"0"-2"-4188"0"0,1-1 0 0 0,-1 1 0 0 0,0-1 0 0 0,0 1 0 0 0,0-1 0 0 0,0 1 0 0 0,0-1 0 0 0,0 1 0 0 0,0-1 0 0 0,0 0 0 0 0,0 1 0 0 0,0-1 0 0 0,0 1 0 0 0,0-1 0 0 0,-1 1 0 0 0,1-1 0 0 0,0 1 0 0 0,0-1 0 0 0,0 1 0 0 0,-1-1 0 0 0,1 1 0 0 0,0-1 0 0 0,0 0 0 0 0,-1 1 0 0 0,0 0 0 0 0,0-1 62 0 0,-1 1-1 0 0,1 0 1 0 0,-1-1 0 0 0,1 1 0 0 0,0 0-1 0 0,-1 0 1 0 0,1 0 0 0 0,0 0 0 0 0,-1 0 0 0 0,1 0-1 0 0,0 0 1 0 0,0 1 0 0 0,0-1 0 0 0,0 0 0 0 0,0 1-1 0 0,1-1 1 0 0,-1 0 0 0 0,0 1 0 0 0,1-1 0 0 0,-1 1-1 0 0,0-1 1 0 0,1 1 0 0 0,0 0 0 0 0,-1-1 0 0 0,1 1-1 0 0,0-1 1 0 0,0 4 0 0 0,-4 51 1140 0 0,4-53-1267 0 0,0 0 1 0 0,0 0-1 0 0,0 0 0 0 0,1 0 1 0 0,0 0-1 0 0,-1 0 1 0 0,1 0-1 0 0,0 0 1 0 0,0-1-1 0 0,0 1 1 0 0,1 0-1 0 0,-1-1 1 0 0,1 1-1 0 0,-1-1 1 0 0,1 1-1 0 0,0-1 1 0 0,0 0-1 0 0,0 1 1 0 0,0-1-1 0 0,0 0 1 0 0,3 1-1 0 0,6 8 211 0 0,21 13 125 0 0,-29-23-347 0 0,-1 1 1 0 0,0-1-1 0 0,0 0 1 0 0,1 0-1 0 0,-1-1 1 0 0,1 1-1 0 0,-1 0 1 0 0,0-1 0 0 0,1 0-1 0 0,-1 1 1 0 0,1-1-1 0 0,-1 0 1 0 0,1 0-1 0 0,0 0 1 0 0,-1-1-1 0 0,5 0 1 0 0,3 0 38 0 0,7 1 76 0 0,-13 0-124 0 0,0 0 0 0 0,1 0 1 0 0,-1 0-1 0 0,0-1 0 0 0,0 0 0 0 0,0 0 1 0 0,0 0-1 0 0,0 0 0 0 0,0-1 0 0 0,0 1 1 0 0,0-1-1 0 0,0 0 0 0 0,-1 0 0 0 0,5-3 1 0 0,-3 2-5 0 0,-1 0 1 0 0,0-1-1 0 0,1 1 0 0 0,-1-1 1 0 0,0 0-1 0 0,-1 0 1 0 0,1 0-1 0 0,-1-1 0 0 0,6-8 1 0 0,10-13 36 0 0,-17 26-47 0 0,-1-1-1 0 0,0 0 1 0 0,0 0-1 0 0,0 0 1 0 0,0 0-1 0 0,0 0 1 0 0,0 0-1 0 0,0 0 1 0 0,0 0-1 0 0,0 0 1 0 0,0 0-1 0 0,-1 0 1 0 0,1-1-1 0 0,0 1 1 0 0,-1 0-1 0 0,1-1 0 0 0,-1 1 1 0 0,0 0-1 0 0,1-1 1 0 0,-1 1-1 0 0,0-1 1 0 0,0 1-1 0 0,0-1 1 0 0,0 1-1 0 0,0 0 1 0 0,0-3-1 0 0,-1-15 238 0 0,-1 10-146 0 0,0 1-1 0 0,-1 0 1 0 0,0 1 0 0 0,0-1 0 0 0,0 0-1 0 0,-1 1 1 0 0,-1 0 0 0 0,1 0-1 0 0,-8-8 1 0 0,5 5 28 0 0,7 9-122 0 0,-1 0 0 0 0,0 0 0 0 0,0 0-1 0 0,0 0 1 0 0,0 0 0 0 0,0 0 0 0 0,0 0-1 0 0,0 0 1 0 0,0 0 0 0 0,-1 1 0 0 0,1-1-1 0 0,0 1 1 0 0,0-1 0 0 0,0 0 0 0 0,-1 1-1 0 0,1 0 1 0 0,0-1 0 0 0,-1 1 0 0 0,1 0-1 0 0,0 0 1 0 0,-1 0 0 0 0,1 0-1 0 0,-1 0 1 0 0,1 0 0 0 0,-2 0 0 0 0,-78 8-76 0 0,77-7 27 0 0,0-1 0 0 0,-1 1 0 0 0,1-1 0 0 0,-1 1 0 0 0,1 1 0 0 0,0-1 0 0 0,0 1-1 0 0,-1-1 1 0 0,1 1 0 0 0,0 0 0 0 0,0 1 0 0 0,1-1 0 0 0,-1 1 0 0 0,-3 2 0 0 0,-5 5-153 0 0,5-4-336 0 0,1 0 1 0 0,0 0-1 0 0,0 1 1 0 0,1 0-1 0 0,0 0 1 0 0,0 1-1 0 0,0-1 0 0 0,1 1 1 0 0,-5 14-1 0 0,3-10-1549 0 0,5-9 1643 0 0,0-1 1 0 0,1 1-1 0 0,0-1 1 0 0,-1 1-1 0 0,1 0 1 0 0,0-1-1 0 0,0 1 1 0 0,1-1-1 0 0,-1 1 1 0 0,0 0-1 0 0,1-1 1 0 0,0 1-1 0 0,0-1 1 0 0,-1 1 0 0 0,1-1-1 0 0,1 1 1 0 0,-1-1-1 0 0,0 0 1 0 0,4 4-1 0 0,0 4-913 0 0,8 6-516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7.1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68 176 4416 0 0,'0'0'8112'0'0,"0"18"-1947"0"0,0-13-5880 0 0,2 12 3345 0 0,-2-17-3595 0 0,0 0 0 0 0,1 0-1 0 0,-1 0 1 0 0,0 1-1 0 0,1-1 1 0 0,-1 0 0 0 0,0 0-1 0 0,1 0 1 0 0,-1 0 0 0 0,0 0-1 0 0,1 0 1 0 0,-1 0 0 0 0,0 0-1 0 0,1 0 1 0 0,-1 0 0 0 0,0 0-1 0 0,1 0 1 0 0,-1 0-1 0 0,0 0 1 0 0,1-1 0 0 0,-1 1-1 0 0,0 0 1 0 0,1 0 0 0 0,-1 0-1 0 0,0 0 1 0 0,0 0 0 0 0,1-1-1 0 0,-1 1 1 0 0,0 0 0 0 0,0 0-1 0 0,1-1 1 0 0,-1 1-1 0 0,0 0 1 0 0,0 0 0 0 0,0-1-1 0 0,1 1 1 0 0,-1 0 0 0 0,0-1-1 0 0,0 1 1 0 0,0 0 0 0 0,0-1-1 0 0,3-2 793 0 0,-2 4-805 0 0,0-1 0 0 0,0 0 1 0 0,0 0-1 0 0,0 0 0 0 0,0 0 1 0 0,1 0-1 0 0,-1 0 0 0 0,0 0 0 0 0,0 0 1 0 0,0-1-1 0 0,0 1 0 0 0,0 0 0 0 0,0-1 1 0 0,0 1-1 0 0,0 0 0 0 0,1-1 1 0 0,24-45 526 0 0,-23 32-480 0 0,-3 13-48 0 0,0-1-1 0 0,0 1 0 0 0,1-1 0 0 0,-1 0 1 0 0,0 1-1 0 0,1-1 0 0 0,-1 1 1 0 0,1-1-1 0 0,0 1 0 0 0,-1-1 0 0 0,1 1 1 0 0,0-1-1 0 0,0 1 0 0 0,1-2 1 0 0,3-5 96 0 0,5-17 571 0 0,-9 22-659 0 0,1 0 0 0 0,-1-1-1 0 0,0 1 1 0 0,0-1 0 0 0,0 1 0 0 0,0-1-1 0 0,-1 0 1 0 0,1 1 0 0 0,-1-8 0 0 0,-1 10 7 0 0,1 0 1 0 0,0-1 0 0 0,0 1 0 0 0,0 0 0 0 0,0-1 0 0 0,0 1 0 0 0,0 0 0 0 0,0-1 0 0 0,0 1 0 0 0,0 0 0 0 0,1-1 0 0 0,-1 1 0 0 0,1 0 0 0 0,-1 0-1 0 0,1-1 1 0 0,-1 1 0 0 0,1 0 0 0 0,0 0 0 0 0,-1 0 0 0 0,1 0 0 0 0,0 0 0 0 0,0 0 0 0 0,1-1 0 0 0,2-2-118 0 0,-1 0 124 0 0,7-5 51 0 0,-9 9-102 0 0,-1 1-1 0 0,0-1 1 0 0,1 0 0 0 0,-1 0 0 0 0,1 1 0 0 0,-1-1 0 0 0,0 0-1 0 0,1 1 1 0 0,-1-1 0 0 0,0 0 0 0 0,1 1 0 0 0,-1-1 0 0 0,0 0-1 0 0,0 1 1 0 0,1-1 0 0 0,-1 1 0 0 0,0-1 0 0 0,0 0 0 0 0,0 1-1 0 0,0-1 1 0 0,1 1 0 0 0,-1-1 0 0 0,0 1 0 0 0,0-1 0 0 0,0 1-1 0 0,0-1 1 0 0,0 1 0 0 0,0-1 0 0 0,0 0 0 0 0,0 1-1 0 0,0-1 1 0 0,0 1 0 0 0,-1-1 0 0 0,1 1 0 0 0,0-1 0 0 0,0 1-1 0 0,-1 28 3 0 0,1-15 16 0 0,-1 0-1 0 0,2 0 0 0 0,0 0 0 0 0,1-1 1 0 0,0 1-1 0 0,7 21 0 0 0,-8-30 0 0 0,1 0-1 0 0,-1 0 1 0 0,-1 0 0 0 0,1 0-1 0 0,-1-1 1 0 0,1 1-1 0 0,-1 0 1 0 0,-1 0 0 0 0,1 0-1 0 0,-2 8 1 0 0,1-8-3 0 0,0 0 0 0 0,0 0 0 0 0,1 0-1 0 0,0 0 1 0 0,0 0 0 0 0,0 0 0 0 0,0 0 0 0 0,1 0 0 0 0,0 0 0 0 0,2 7 0 0 0,19 60-1 0 0,10 34-104 0 0,-11-43-10 0 0,-19-46 60 0 0,-3-16 49 0 0,1 1 0 0 0,0-1 0 0 0,0 1-1 0 0,0-1 1 0 0,0 1 0 0 0,0-1-1 0 0,1 1 1 0 0,-1-1 0 0 0,0 1-1 0 0,1-1 1 0 0,-1 1 0 0 0,1-1-1 0 0,1 3 1 0 0,2 9-38 0 0,-1 1 0 0 0,0-1 0 0 0,-1 1 0 0 0,-1 0 0 0 0,0 0 0 0 0,0 0 0 0 0,-3 18 0 0 0,2-4 22 0 0,-1-26 15 0 0,1 0-1 0 0,-1 0 1 0 0,0 0-1 0 0,0 0 1 0 0,0 0-1 0 0,0 0 1 0 0,0-1-1 0 0,-1 1 1 0 0,1 0-1 0 0,-1 0 1 0 0,1-1-1 0 0,-1 1 1 0 0,1-1-1 0 0,-1 0 1 0 0,0 1-1 0 0,0-1 1 0 0,-2 1-1 0 0,1 1 3 0 0,-2 2 33 0 0,4-4-31 0 0,0 0 0 0 0,0 0 0 0 0,0-1 0 0 0,0 1 0 0 0,0 0 1 0 0,0 0-1 0 0,0-1 0 0 0,-1 1 0 0 0,1 0 0 0 0,0-1 0 0 0,-1 0 0 0 0,1 1 0 0 0,0-1 0 0 0,-1 0 0 0 0,1 1 1 0 0,0-1-1 0 0,-1 0 0 0 0,1 0 0 0 0,0 0 0 0 0,-1 0 0 0 0,1 0 0 0 0,-1-1 0 0 0,1 1 0 0 0,-2-1 0 0 0,-184 1 61 0 0,185 0-57 0 0,1 1-1 0 0,-1-1 0 0 0,0 0 0 0 0,1 0 0 0 0,-1 1 0 0 0,0-1 0 0 0,1 1 0 0 0,-1-1 1 0 0,1 1-1 0 0,-1 0 0 0 0,1 0 0 0 0,-1-1 0 0 0,1 1 0 0 0,-2 2 0 0 0,-5 1 25 0 0,3-2 7 0 0,-10 4 22 0 0,15-6-60 0 0,0 1 0 0 0,0-1 0 0 0,0 0 0 0 0,0 1 0 0 0,-1-1 0 0 0,1 1 1 0 0,0-1-1 0 0,0 0 0 0 0,0 1 0 0 0,0-1 0 0 0,0 1 0 0 0,0-1 0 0 0,0 0 0 0 0,0 1 0 0 0,0-1 0 0 0,0 1 0 0 0,0-1 1 0 0,0 0-1 0 0,0 1 0 0 0,0-1 0 0 0,0 0 0 0 0,1 1 0 0 0,-1-1 0 0 0,0 1 0 0 0,0-1 0 0 0,0 0 0 0 0,1 1 0 0 0,-1-1 1 0 0,0 0-1 0 0,0 1 0 0 0,1-1 0 0 0,-1 0 0 0 0,0 0 0 0 0,0 1 0 0 0,1-1 0 0 0,-1 0 0 0 0,0 0 0 0 0,1 1 0 0 0,1 0 0 0 0,-1 0 0 0 0,0 0-1 0 0,1 1 1 0 0,-1-1 0 0 0,1 0-1 0 0,-1 0 1 0 0,1 0 0 0 0,0-1-1 0 0,-1 1 1 0 0,1 0 0 0 0,0-1-1 0 0,0 1 1 0 0,-1-1 0 0 0,4 1-1 0 0,-2-1 38 0 0,29 3 27 0 0,-26 0-67 0 0,-3-2-1 0 0,0 1 1 0 0,0-1 0 0 0,0 0 0 0 0,0 0-1 0 0,0 0 1 0 0,1 0 0 0 0,-1 0 0 0 0,0-1 0 0 0,1 1-1 0 0,-1-1 1 0 0,7 0 0 0 0,44 0-68 0 0,101-3 227 0 0,-119-5-242 0 0,-8 3-303 0 0,-12 5 87 0 0,59 0-5262 0 0,-56 3-1662 0 0,-9 1 5289 0 0,26 5-9491 0 0,-34-9 10281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7.9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 3296 0 0,'0'0'10512'0'0,"0"3"-10134"0"0,0 6-58 0 0,0-7-253 0 0,0 0-1 0 0,0-1 0 0 0,-1 1 0 0 0,1 0 0 0 0,1 0 0 0 0,-1-1 0 0 0,0 1 0 0 0,0 0 0 0 0,1 0 0 0 0,-1-1 0 0 0,1 1 0 0 0,-1 0 0 0 0,1-1 1 0 0,0 1-1 0 0,-1-1 0 0 0,1 1 0 0 0,0-1 0 0 0,0 1 0 0 0,0-1 0 0 0,0 0 0 0 0,0 1 0 0 0,3 1 0 0 0,-4-2-44 0 0,1 0 0 0 0,-1 0 1 0 0,1 1-1 0 0,-1-1 0 0 0,1 0 0 0 0,-1 1 0 0 0,0-1 0 0 0,0 0 1 0 0,0 1-1 0 0,0-1 0 0 0,0 0 0 0 0,0 1 0 0 0,0-1 0 0 0,0 2 0 0 0,2 22 307 0 0,2-18-275 0 0,-3-6-28 0 0,0 1 1 0 0,0-1-1 0 0,0 1 0 0 0,0-1 0 0 0,0 1 1 0 0,0 0-1 0 0,-1-1 0 0 0,1 1 0 0 0,-1 0 1 0 0,0-1-1 0 0,1 1 0 0 0,-1 0 1 0 0,0 2-1 0 0,0 1 17 0 0,1 0 0 0 0,0 0 1 0 0,0 0-1 0 0,0 0 0 0 0,0 0 0 0 0,2 5 1 0 0,-1-6-11 0 0,0 1 0 0 0,-1 0 0 0 0,0-1 0 0 0,0 1 0 0 0,0 9 0 0 0,2-8 20 0 0,-2-6-45 0 0,1 1-1 0 0,-1 0 1 0 0,0 0-1 0 0,0 0 0 0 0,0 0 1 0 0,0 0-1 0 0,0 1 0 0 0,0-1 1 0 0,0 0-1 0 0,0 0 0 0 0,0 1 1 0 0,-1-1-1 0 0,1 0 0 0 0,0 1 1 0 0,-1-1-1 0 0,1 1 0 0 0,-1-1 1 0 0,0 1-1 0 0,1-1 0 0 0,-1 1 1 0 0,0-1-1 0 0,0 1 0 0 0,0-1 1 0 0,0 1-1 0 0,0-1 0 0 0,0 1 1 0 0,0-1-1 0 0,-1 1 0 0 0,0 1 1 0 0,0 4 49 0 0,1-6-51 0 0,0-1 0 0 0,0 1 0 0 0,-1-1 0 0 0,1 1 0 0 0,0-1 0 0 0,0 0 0 0 0,0 1 1 0 0,0-1-1 0 0,0 1 0 0 0,1-1 0 0 0,-1 1 0 0 0,0-1 0 0 0,0 1 0 0 0,0-1 0 0 0,0 1 0 0 0,0-1 0 0 0,1 0 1 0 0,-1 1-1 0 0,0-1 0 0 0,0 1 0 0 0,1-1 0 0 0,-1 0 0 0 0,0 1 0 0 0,0-1 0 0 0,1 0 0 0 0,-1 1 0 0 0,0-1 0 0 0,1 0 1 0 0,-1 0-1 0 0,1 1 0 0 0,-1-1 0 0 0,0 0 0 0 0,1 0 0 0 0,-1 0 0 0 0,1 1 0 0 0,-1-1 0 0 0,1 0 0 0 0,-1 0 1 0 0,0 0-1 0 0,1 0 0 0 0,-1 0 0 0 0,1 0 0 0 0,-1 0 0 0 0,1 0 0 0 0,-1 0 0 0 0,1 0 0 0 0,-1 0 0 0 0,1 0 0 0 0,2 0 538 0 0,-3-3-469 0 0,0 0-42 0 0,0 1 0 0 0,0-1 0 0 0,0 1 0 0 0,0-1 0 0 0,0 1 0 0 0,1-1 0 0 0,-1 1 0 0 0,1-1 0 0 0,0 1-1 0 0,0 0 1 0 0,0-1 0 0 0,0 1 0 0 0,0 0 0 0 0,0-1 0 0 0,1 1 0 0 0,1-2 0 0 0,-2 3-18 0 0,0-1-1 0 0,-1 1 1 0 0,1 0 0 0 0,-1 0-1 0 0,1-1 1 0 0,-1 1 0 0 0,1 0-1 0 0,-1 0 1 0 0,0-1-1 0 0,0 1 1 0 0,0 0 0 0 0,1-1-1 0 0,-1 1 1 0 0,-1 0 0 0 0,1-1-1 0 0,0-1 1 0 0,0-8 99 0 0,6 3-24 0 0,-5 7-73 0 0,-1-1 1 0 0,1 1-1 0 0,0-1 0 0 0,0 1 1 0 0,0-1-1 0 0,-1 1 0 0 0,1-1 1 0 0,-1 1-1 0 0,1-1 1 0 0,-1 1-1 0 0,0-1 0 0 0,1 0 1 0 0,-1 1-1 0 0,0-1 0 0 0,0-2 1 0 0,0 3-9 0 0,0-1 0 0 0,0 0 0 0 0,1 1 0 0 0,-1-1 1 0 0,0 0-1 0 0,1 1 0 0 0,0-1 0 0 0,-1 1 0 0 0,1-1 0 0 0,0 1 1 0 0,1-3-1 0 0,-1 2 9 0 0,0 1 0 0 0,0-1 0 0 0,0 0-1 0 0,0 0 1 0 0,0 0 0 0 0,0 0 0 0 0,-1 0 0 0 0,1 0 0 0 0,-1 0 0 0 0,0 0 0 0 0,1-4 0 0 0,-1 3 1 0 0,1 1 0 0 0,0-1 1 0 0,0 1-1 0 0,0-1 0 0 0,0 1 0 0 0,0-1 0 0 0,1 1 1 0 0,-1 0-1 0 0,1-1 0 0 0,-1 1 0 0 0,1 0 0 0 0,0 0 1 0 0,0 0-1 0 0,0 0 0 0 0,3-2 0 0 0,0 0 15 0 0,-5 4-28 0 0,0-1 0 0 0,1 1 0 0 0,-1-1 0 0 0,1 1 0 0 0,-1-1 0 0 0,0 1 0 0 0,1-1 0 0 0,-1 1 0 0 0,0-1 0 0 0,1 0 0 0 0,-1 1 0 0 0,0-1 0 0 0,0 1 0 0 0,0-1 0 0 0,0 0 0 0 0,0 1 0 0 0,0-1 0 0 0,1 0 0 0 0,-2 1 0 0 0,1-2 0 0 0,1-4 23 0 0,1 2-27 0 0,-2 4 0 0 0,0-1 0 0 0,0 0 0 0 0,0 1 1 0 0,1-1-1 0 0,-1 1 0 0 0,0 0 0 0 0,0-1 0 0 0,1 1 0 0 0,-1-1 0 0 0,0 1 1 0 0,1-1-1 0 0,-1 1 0 0 0,1 0 0 0 0,-1-1 0 0 0,0 1 0 0 0,1 0 0 0 0,-1-1 1 0 0,1 1-1 0 0,-1 0 0 0 0,1-1 0 0 0,-1 1 0 0 0,2 0 0 0 0,35-3 96 0 0,-32 3-74 0 0,-4 0-25 0 0,-1-1 1 0 0,1 1 0 0 0,0 0-1 0 0,0 0 1 0 0,-1 0 0 0 0,1 0 0 0 0,0-1-1 0 0,0 1 1 0 0,-1 0 0 0 0,1 0-1 0 0,0 1 1 0 0,0-1 0 0 0,-1 0-1 0 0,1 0 1 0 0,0 0 0 0 0,-1 0-1 0 0,1 1 1 0 0,0-1 0 0 0,-1 0 0 0 0,1 0-1 0 0,0 1 1 0 0,-1-1 0 0 0,1 1-1 0 0,0-1 1 0 0,-1 1 0 0 0,1-1-1 0 0,-1 1 1 0 0,1-1 0 0 0,-1 1-1 0 0,1-1 1 0 0,-1 1 0 0 0,1 0 0 0 0,-1-1-1 0 0,0 1 1 0 0,1-1 0 0 0,-1 1-1 0 0,0 0 1 0 0,0 0 0 0 0,1-1-1 0 0,-1 2 1 0 0,0-1 2 0 0,0 0-1 0 0,1 0 1 0 0,-1 0 0 0 0,0 0-1 0 0,1 0 1 0 0,-1 0-1 0 0,1 0 1 0 0,-1 0 0 0 0,1 0-1 0 0,-1-1 1 0 0,1 1 0 0 0,0 0-1 0 0,-1 0 1 0 0,1-1-1 0 0,0 1 1 0 0,-1 0 0 0 0,2 0-1 0 0,2 3 2 0 0,-1 3 1 0 0,-3-7-3 0 0,0 0 1 0 0,1 1-1 0 0,-1-1 1 0 0,0 1-1 0 0,0-1 1 0 0,0 1-1 0 0,0-1 1 0 0,1 1-1 0 0,-1-1 1 0 0,0 0-1 0 0,1 1 1 0 0,-1-1-1 0 0,0 0 1 0 0,0 1 0 0 0,1-1-1 0 0,-1 0 1 0 0,1 1-1 0 0,-1-1 1 0 0,0 0-1 0 0,1 0 1 0 0,-1 1-1 0 0,1-1 1 0 0,-1 0-1 0 0,0 0 1 0 0,1 0-1 0 0,-1 1 1 0 0,1-1-1 0 0,-1 0 1 0 0,1 0 0 0 0,-1 0-1 0 0,1 0 1 0 0,-1 0-1 0 0,1 0 1 0 0,-1 0-1 0 0,1 0 1 0 0,4 5 46 0 0,10 32-58 0 0,-17-26-10 0 0,2-11 20 0 0,0 0-1 0 0,0 1 1 0 0,0-1-1 0 0,0 0 1 0 0,0 0-1 0 0,-1 1 1 0 0,1-1-1 0 0,0 0 1 0 0,0 0-1 0 0,0 0 1 0 0,0 1-1 0 0,0-1 1 0 0,0 0 0 0 0,0 0-1 0 0,0 1 1 0 0,1-1-1 0 0,-1 0 1 0 0,0 0-1 0 0,0 1 1 0 0,0-1-1 0 0,0 0 1 0 0,0 0-1 0 0,0 0 1 0 0,0 1 0 0 0,0-1-1 0 0,1 0 1 0 0,-1 0-1 0 0,0 0 1 0 0,0 0-1 0 0,0 1 1 0 0,0-1-1 0 0,1 0 1 0 0,-1 0-1 0 0,0 0 1 0 0,0 0 0 0 0,0 0-1 0 0,1 1 1 0 0,-1-1-1 0 0,0 0 1 0 0,1 1-3 0 0,1 0 5 0 0,-1 0 0 0 0,0 0 1 0 0,0 0-1 0 0,0 0 0 0 0,-1 0 1 0 0,1 0-1 0 0,0 0 0 0 0,0 0 1 0 0,-1 0-1 0 0,1 1 0 0 0,0-1 1 0 0,-1 0-1 0 0,1 1 1 0 0,-1-1-1 0 0,0 0 0 0 0,1 1 1 0 0,-1-1-1 0 0,0 0 0 0 0,0 1 1 0 0,0-1-1 0 0,0 0 0 0 0,0 1 1 0 0,0 1-1 0 0,0 0-87 0 0,0 24 554 0 0,0-70-325 0 0,0 41-133 0 0,0 0 0 0 0,0 0 1 0 0,1 1-1 0 0,-1-1 0 0 0,1 0 0 0 0,-1 0 1 0 0,1 0-1 0 0,0 1 0 0 0,0-1 0 0 0,0 0 1 0 0,0 1-1 0 0,0-1 0 0 0,0 1 0 0 0,0-1 0 0 0,0 1 1 0 0,3-2-1 0 0,-2 1 1 0 0,-1 1-1 0 0,0-1 1 0 0,1 1 0 0 0,-1-1-1 0 0,0 0 1 0 0,0 1 0 0 0,0-1-1 0 0,0 0 1 0 0,0 0 0 0 0,0 0-1 0 0,0 0 1 0 0,0 0 0 0 0,-1 0-1 0 0,1 0 1 0 0,-1 0 0 0 0,1-3-1 0 0,-1 1 1 0 0,1 1-1 0 0,0-1 1 0 0,0 1 0 0 0,0-1-1 0 0,0 1 1 0 0,0-1-1 0 0,1 1 1 0 0,0 0 0 0 0,-1 0-1 0 0,1 0 1 0 0,1 0-1 0 0,-1 0 1 0 0,0 1-1 0 0,1-1 1 0 0,-1 0 0 0 0,1 1-1 0 0,0 0 1 0 0,-1 0-1 0 0,8-4 1 0 0,14-15 50 0 0,-21 19-59 0 0,0 1 0 0 0,0-1 1 0 0,1 0-1 0 0,-1 1 0 0 0,1 0 1 0 0,-1-1-1 0 0,1 1 0 0 0,-1 1 1 0 0,1-1-1 0 0,0 0 0 0 0,-1 1 1 0 0,1 0-1 0 0,0 0 0 0 0,-1 0 1 0 0,7 1-1 0 0,-8-1-3 0 0,-1 0 0 0 0,0 0 0 0 0,0 0 1 0 0,0 0-1 0 0,0 1 0 0 0,0-1 0 0 0,0 0 0 0 0,0 0 1 0 0,0 1-1 0 0,0-1 0 0 0,0 1 0 0 0,0-1 0 0 0,0 1 0 0 0,0-1 1 0 0,0 1-1 0 0,-1-1 0 0 0,1 1 0 0 0,0 0 0 0 0,0-1 1 0 0,-1 1-1 0 0,1 0 0 0 0,0 0 0 0 0,-1 0 0 0 0,1-1 1 0 0,-1 1-1 0 0,1 0 0 0 0,-1 0 0 0 0,1 1 0 0 0,8 11 22 0 0,-2-10 13 0 0,-6-3-32 0 0,0 0-1 0 0,0 0 0 0 0,1 0 0 0 0,-1 1 1 0 0,0-1-1 0 0,0 0 0 0 0,0 1 1 0 0,0-1-1 0 0,0 1 0 0 0,0-1 1 0 0,0 1-1 0 0,-1 0 0 0 0,1-1 1 0 0,0 1-1 0 0,0 0 0 0 0,0 0 0 0 0,0 0 1 0 0,-1-1-1 0 0,1 1 0 0 0,0 0 1 0 0,-1 0-1 0 0,1 0 0 0 0,-1 0 1 0 0,1 0-1 0 0,-1 0 0 0 0,0 0 1 0 0,1 0-1 0 0,-1 0 0 0 0,0 0 1 0 0,0 0-1 0 0,0 1 0 0 0,1-1 0 0 0,-1 0 1 0 0,0 0-1 0 0,0 0 0 0 0,-1 0 1 0 0,1 0-1 0 0,0 0 0 0 0,-1 2 1 0 0,1 2-6 0 0,0-3-1 0 0,14 23 43 0 0,-2-5-5 0 0,-9-16-59 0 0,0 0 1 0 0,-1 0-1 0 0,1 0 0 0 0,-1 1 1 0 0,0-1-1 0 0,0 1 1 0 0,-1-1-1 0 0,0 1 0 0 0,1 0 1 0 0,-1-1-1 0 0,0 11 0 0 0,-1-12-153 0 0,0 0-1 0 0,0 1 1 0 0,1-1-1 0 0,-1 0 0 0 0,1 0 1 0 0,0 0-1 0 0,0 1 1 0 0,0-1-1 0 0,2 4 1 0 0,3 12-3240 0 0,-4 1-3570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8.4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0 644 2240 0 0,'0'0'4085'0'0,"3"16"2704"0"0,8-16-4416 0 0,-9 1-2090 0 0,1-1 1 0 0,-1 0-1 0 0,1 0 0 0 0,0 0 0 0 0,-1 0 0 0 0,1 0 0 0 0,-1-1 0 0 0,1 1 1 0 0,-1-1-1 0 0,1 0 0 0 0,-1 0 0 0 0,0 1 0 0 0,1-2 0 0 0,-1 1 1 0 0,0 0-1 0 0,0 0 0 0 0,1-1 0 0 0,-1 1 0 0 0,0-1 0 0 0,0 0 1 0 0,2-2-1 0 0,1-1 16 0 0,-3 3-203 0 0,0 1 0 0 0,0-1 0 0 0,0 0 0 0 0,0 0 0 0 0,-1 0 0 0 0,1 0 0 0 0,-1 0 0 0 0,1-1 0 0 0,-1 1 0 0 0,0 0 0 0 0,0-1 0 0 0,0 1 0 0 0,0-1-1 0 0,0 1 1 0 0,0-1 0 0 0,0-2 0 0 0,-1 3-76 0 0,0 1 0 0 0,0-1 0 0 0,0 1 0 0 0,0-1 0 0 0,0 1 0 0 0,0-1 0 0 0,1 1-1 0 0,-1-1 1 0 0,0 1 0 0 0,1 0 0 0 0,0-1 0 0 0,-1 1 0 0 0,2-3 0 0 0,1-1 45 0 0,0 0 1 0 0,-1 0 0 0 0,0-1-1 0 0,0 1 1 0 0,2-10-1 0 0,17-69 634 0 0,-18 70-617 0 0,0 0-1 0 0,-1 0 1 0 0,-1 0 0 0 0,0 0-1 0 0,-3-26 1 0 0,0-16 148 0 0,2-222 2255 0 0,0 275-2346 0 0,-1 3-368 0 0,0 0 182 0 0,1-1 0 0 0,-1 1-1 0 0,1 0 1 0 0,-1 0 0 0 0,0 0 0 0 0,1 0-1 0 0,-1 0 1 0 0,1 0 0 0 0,-1 0-1 0 0,0 1 1 0 0,1-1 0 0 0,-1 0 0 0 0,1 0-1 0 0,-1 0 1 0 0,1 0 0 0 0,-1 1 0 0 0,1-1-1 0 0,-1 0 1 0 0,0 1 0 0 0,0 0 0 0 0,0 1 70 0 0,1 1 0 0 0,-1 0 1 0 0,0-1-1 0 0,1 1 1 0 0,-1 0-1 0 0,1 0 0 0 0,0-1 1 0 0,0 5-1 0 0,-1 7 55 0 0,-12 22-76 0 0,10-30-24 0 0,1 0 0 0 0,0 0 0 0 0,0 0 1 0 0,0 1-1 0 0,-1 9 0 0 0,1 41-10 0 0,2-51 39 0 0,-1 0-1 0 0,1 0 0 0 0,-1 0 0 0 0,0 1 0 0 0,0-1 0 0 0,-5 10 0 0 0,0 17-43 0 0,6 100 138 0 0,0-119-123 0 0,0-1-1 0 0,2 0 0 0 0,-1 1 1 0 0,2-1-1 0 0,0 0 0 0 0,0 0 1 0 0,1 0-1 0 0,1-1 0 0 0,0 1 1 0 0,0-1-1 0 0,12 17 0 0 0,7-4-27 0 0,-21-22 42 0 0,-1-1 0 0 0,1 1 0 0 0,0 0 0 0 0,-1 0 0 0 0,1 0 0 0 0,3 6 0 0 0,-5-6-4 0 0,0 0 1 0 0,1 0-1 0 0,0-1 1 0 0,-1 1-1 0 0,1 0 1 0 0,0-1 0 0 0,1 1-1 0 0,-1-1 1 0 0,0 1-1 0 0,1-1 1 0 0,-1 0-1 0 0,1 0 1 0 0,4 2 0 0 0,5 4-53 0 0,-10-6 50 0 0,-1-1 1 0 0,1 0 0 0 0,-1 1-1 0 0,1-1 1 0 0,-1 0 0 0 0,0 1 0 0 0,1 0-1 0 0,-1-1 1 0 0,0 1 0 0 0,0 0 0 0 0,1 2-1 0 0,8 10-232 0 0,7-6-58 0 0,-15-8 238 0 0,0 1 0 0 0,1-1 0 0 0,-1 1 0 0 0,0 0-1 0 0,0 0 1 0 0,0 0 0 0 0,0 0 0 0 0,0 0 0 0 0,2 3 0 0 0,1 0-380 0 0,1 1 0 0 0,-1-1 0 0 0,1 0 0 0 0,0-1 1 0 0,0 1-1 0 0,1-1 0 0 0,8 3 0 0 0,7 4-888 0 0,-19-9 895 0 0,0 0 0 0 0,0 0 0 0 0,0 0 0 0 0,0 0 1 0 0,0-1-1 0 0,0 1 0 0 0,0-1 0 0 0,1 0 0 0 0,-1 0 0 0 0,0 0 1 0 0,0 0-1 0 0,4-1 0 0 0,13 1-1771 0 0,-10 6 407 0 0,-9-5 1437 0 0,1 0 0 0 0,-1 0 0 0 0,1 0 0 0 0,-1 0 0 0 0,1-1 0 0 0,-1 1 0 0 0,1-1 0 0 0,-1 1 0 0 0,1-1 0 0 0,-1 0 1 0 0,1 1-1 0 0,0-1 0 0 0,-1 0 0 0 0,1 0 0 0 0,3-1 0 0 0,6 2-1043 0 0,20-4-942 0 0,-30 3 2306 0 0,-1-1 0 0 0,1 1 0 0 0,-1-1 0 0 0,0 1 0 0 0,1 0 0 0 0,-1-1 1 0 0,0 1-1 0 0,1-1 0 0 0,-1 1 0 0 0,0-1 0 0 0,1 1 0 0 0,-1-1 0 0 0,0 1 0 0 0,0-1 0 0 0,0 1 0 0 0,0-1 0 0 0,1 1 0 0 0,-1-1 0 0 0,0 1 1 0 0,0-1-1 0 0,0 1 0 0 0,0-1 0 0 0,0 0 0 0 0,0 1 0 0 0,0-1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9.1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17 1760 0 0,'-11'-16'14021'0'0,"161"16"-11365"0"0,6 0-3744 0 0,-79 0-3675 0 0,-75 0 4178 0 0,0 0 0 0 0,0 1 0 0 0,0-1 0 0 0,0 1 0 0 0,0-1 0 0 0,-1 1-1 0 0,1 0 1 0 0,0 0 0 0 0,0 0 0 0 0,-1 0 0 0 0,1 0 0 0 0,-1 0 0 0 0,3 3 0 0 0,-1 15-3810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9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1760 0 0,'0'0'9717'0'0,"8"0"-8592"0"0,5-1-91 0 0,-7 0-648 0 0,1 1 1 0 0,-1 0-1 0 0,1 0 1 0 0,-1 1-1 0 0,1-1 0 0 0,8 3 1 0 0,40 4 575 0 0,83 0 1 0 0,-136-8-961 0 0,0 1 0 0 0,-1 0 0 0 0,1 1 0 0 0,0-1 0 0 0,0 0-1 0 0,0 0 1 0 0,0 1 0 0 0,-1-1 0 0 0,1 1 0 0 0,0 0 0 0 0,0-1 0 0 0,1 3 0 0 0,17 4-123 0 0,8-4-1496 0 0,54-3-1 0 0,-39 0-4320 0 0,-42-1 5759 0 0,-1 1-1 0 0,1 0 1 0 0,-1 0 0 0 0,1 0 0 0 0,-1 0-1 0 0,1 0 1 0 0,-1 0 0 0 0,1 0-1 0 0,-1 0 1 0 0,1 0 0 0 0,-1 0-1 0 0,1 0 1 0 0,-1 1 0 0 0,1-1-1 0 0,-1 0 1 0 0,1 0 0 0 0,-1 0-1 0 0,1 1 1 0 0,-1-1 0 0 0,0 0 0 0 0,4 5-1794 0 0,1 2 714 0 0,8-4-741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2.6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81 2560 0 0,'0'-2'1195'0'0,"0"0"-614"0"0,1 0-394 0 0,-1 0 1 0 0,1 1 0 0 0,-1-1 0 0 0,0 0-1 0 0,0 0 1 0 0,0 0 0 0 0,0 0 0 0 0,0 1-1 0 0,-1-1 1 0 0,1 0 0 0 0,0 0 0 0 0,-1 0-1 0 0,1 1 1 0 0,-2-4 0 0 0,0 3 140 0 0,0 0 0 0 0,1-1 0 0 0,0 1 0 0 0,-1 0 1 0 0,1-1-1 0 0,0 1 0 0 0,0-1 0 0 0,1 1 0 0 0,-1-1 0 0 0,0 1 1 0 0,1-1-1 0 0,0 0 0 0 0,-1 1 0 0 0,1-10 3456 0 0,0 31-2307 0 0,3 13-1029 0 0,26 145 688 0 0,-23-153-1093 0 0,-2 0 0 0 0,-1 0-1 0 0,1 27 1 0 0,-4-41-20 0 0,1-1 0 0 0,0 1 0 0 0,4 14 0 0 0,1 12 50 0 0,26 245 194 0 0,-29-209-358 0 0,-3-69 86 0 0,-1-1 0 0 0,1 0 0 0 0,0 1 0 0 0,1-1 0 0 0,-1 1 0 0 0,0-1 0 0 0,1 0 0 0 0,-1 1 0 0 0,1-1 0 0 0,0 0 0 0 0,0 0 0 0 0,0 0-1 0 0,0 1 1 0 0,2 2 0 0 0,-2-4 9 0 0,0 0-1 0 0,-1 0 0 0 0,1 0 0 0 0,0 1 1 0 0,-1-1-1 0 0,1 0 0 0 0,-1 0 1 0 0,1 1-1 0 0,-1-1 0 0 0,0 0 1 0 0,0 0-1 0 0,1 1 0 0 0,-1-1 0 0 0,0 3 1 0 0,0 0 4 0 0,0-1 0 0 0,0 1 1 0 0,1 0-1 0 0,-1-1 0 0 0,1 1 1 0 0,0-1-1 0 0,0 1 0 0 0,0-1 0 0 0,1 1 1 0 0,-1-1-1 0 0,3 4 0 0 0,-3-4-6 0 0,2 13 67 0 0,-3-16-61 0 0,0 1 0 0 0,-1 0 0 0 0,1-1 0 0 0,1 1 0 0 0,-1 0-1 0 0,0-1 1 0 0,0 1 0 0 0,0 0 0 0 0,0-1 0 0 0,0 1 0 0 0,1-1-1 0 0,-1 1 1 0 0,0 0 0 0 0,0-1 0 0 0,1 1 0 0 0,-1-1 0 0 0,1 1-1 0 0,-1-1 1 0 0,0 1 0 0 0,1-1 0 0 0,-1 1 0 0 0,1-1 0 0 0,-1 1-1 0 0,1-1 1 0 0,-1 1 0 0 0,2-1 0 0 0,-1 1 20 0 0,-1-1 1 0 0,1 0-1 0 0,-1 1 0 0 0,1-1 0 0 0,-1 1 1 0 0,1-1-1 0 0,-1 1 0 0 0,1-1 1 0 0,-1 1-1 0 0,1-1 0 0 0,-1 1 1 0 0,0-1-1 0 0,1 1 0 0 0,-1-1 1 0 0,0 1-1 0 0,0 0 0 0 0,1-1 1 0 0,-1 1-1 0 0,0 0 0 0 0,0-1 0 0 0,0 1 1 0 0,0 0-1 0 0,0-1 0 0 0,1 1 1 0 0,-1 0-1 0 0,-1 0 0 0 0,15 2 404 0 0,-10 4-146 0 0,-3-7-268 0 0,-1 1 0 0 0,0-1 0 0 0,0 1 0 0 0,0-1 0 0 0,1 0 0 0 0,-1 1 0 0 0,0-1 0 0 0,0 0 0 0 0,1 1 0 0 0,-1-1 0 0 0,0 0 0 0 0,1 0 0 0 0,-1 1 0 0 0,0-1 0 0 0,1 0 0 0 0,-1 0 0 0 0,1 1-1 0 0,-1-1 1 0 0,0 0 0 0 0,1 0 0 0 0,-1 0 0 0 0,1 0 0 0 0,-1 0 0 0 0,0 0 0 0 0,1 1 0 0 0,-1-1 0 0 0,1 0 0 0 0,-1 0 0 0 0,1 0 0 0 0,0-1 0 0 0,1 1 243 0 0,17 0 433 0 0,-4 1-384 0 0,-8 0-232 0 0,-1 0 1 0 0,0-1-1 0 0,1 0 1 0 0,-1 0 0 0 0,0-1-1 0 0,1 1 1 0 0,11-4-1 0 0,-10-1-34 0 0,-7 4-41 0 0,0 0 0 0 0,1 0 0 0 0,-1 0 0 0 0,1 0 0 0 0,0 0 0 0 0,-1 1 0 0 0,1-1 0 0 0,0 1 0 0 0,-1-1-1 0 0,1 1 1 0 0,0 0 0 0 0,0-1 0 0 0,-1 1 0 0 0,1 0 0 0 0,3 0 0 0 0,20 0 55 0 0,1-1 9 0 0,47 5 0 0 0,-28 7-72 0 0,-24-10 42 0 0,-19-1-25 0 0,0-1 0 0 0,0 1 0 0 0,0 0 0 0 0,0 0 0 0 0,0 1 0 0 0,0-1-1 0 0,0 0 1 0 0,0 1 0 0 0,0-1 0 0 0,0 1 0 0 0,-1-1 0 0 0,3 2 0 0 0,1 5 37 0 0,-5-6-46 0 0,0-1-1 0 0,0 1 0 0 0,1-1 0 0 0,-1 1 1 0 0,0-1-1 0 0,1 1 0 0 0,-1-1 0 0 0,0 0 0 0 0,1 1 1 0 0,-1-1-1 0 0,1 0 0 0 0,-1 1 0 0 0,1-1 1 0 0,-1 0-1 0 0,1 1 0 0 0,-1-1 0 0 0,1 0 1 0 0,-1 0-1 0 0,1 1 0 0 0,-1-1 0 0 0,1 0 1 0 0,-1 0-1 0 0,1 0 0 0 0,-1 0 0 0 0,1 0 1 0 0,-1 0-1 0 0,1 0 0 0 0,0 0 0 0 0,-1 0 0 0 0,1 0 1 0 0,-1 0-1 0 0,1 0 0 0 0,-1 0 0 0 0,2-1 1 0 0,-2 1-4 0 0,1 0 0 0 0,-1 0 1 0 0,1 0-1 0 0,-1 0 0 0 0,1 0 1 0 0,-1 0-1 0 0,1 0 1 0 0,-1 0-1 0 0,1 0 0 0 0,-1 0 1 0 0,1 1-1 0 0,-1-1 0 0 0,1 0 1 0 0,-1 0-1 0 0,1 0 0 0 0,-1 1 1 0 0,0-1-1 0 0,1 0 1 0 0,-1 1-1 0 0,1-1 0 0 0,-1 0 1 0 0,0 1-1 0 0,1-1 0 0 0,-1 0 1 0 0,0 1-1 0 0,0-1 0 0 0,1 1 1 0 0,-1-1-1 0 0,0 1 1 0 0,0-1-1 0 0,1 1 0 0 0,-1-1 1 0 0,0 0-1 0 0,0 1 0 0 0,0-1 1 0 0,0 1-1 0 0,0-1 0 0 0,0 1 1 0 0,0-1-1 0 0,0 1 1 0 0,0 0-1 0 0,13 5 97 0 0,-12-6-93 0 0,-1 0 1 0 0,0 0-1 0 0,0 1 1 0 0,1-1-1 0 0,-1 0 1 0 0,0 1-1 0 0,0-1 1 0 0,0 0-1 0 0,0 1 1 0 0,1-1-1 0 0,-1 0 1 0 0,0 1-1 0 0,0-1 1 0 0,0 0-1 0 0,0 1 1 0 0,0-1-1 0 0,0 1 1 0 0,0-1-1 0 0,0 0 0 0 0,0 1 1 0 0,0-1-1 0 0,0 0 1 0 0,0 1-1 0 0,0-1 1 0 0,0 0-1 0 0,-1 1 1 0 0,1-1-1 0 0,0 0 1 0 0,0 1-1 0 0,0-1 1 0 0,0 0-1 0 0,-1 1 1 0 0,1-1-1 0 0,0 0 1 0 0,0 1-1 0 0,-1-1 1 0 0,1 0-1 0 0,0 0 1 0 0,0 1-1 0 0,-1-1 1 0 0,1 0-1 0 0,0 0 1 0 0,-1 0-1 0 0,1 0 0 0 0,0 1 1 0 0,-1-1-1 0 0,1 0 1 0 0,0 0-1 0 0,-1 0 1 0 0,1 0-1 0 0,0 0 1 0 0,-1 0-1 0 0,1 0 1 0 0,-1 0-1 0 0,1 0 1 0 0,-2 1 7 0 0,1-1 0 0 0,0 0 1 0 0,0 0-1 0 0,0 0 0 0 0,-1 1 1 0 0,1-1-1 0 0,0 0 0 0 0,0 0 1 0 0,0-1-1 0 0,-1 1 0 0 0,1 0 1 0 0,0 0-1 0 0,0-1 0 0 0,0 1 1 0 0,0 0-1 0 0,0-1 0 0 0,-1 1 1 0 0,1-1-1 0 0,-2-1 0 0 0,2 1-11 0 0,0 0 0 0 0,-1-1 0 0 0,1 1 0 0 0,-1 0 0 0 0,1 0 0 0 0,-1 0 0 0 0,0 0 0 0 0,1 1 0 0 0,-1-1 0 0 0,0 0 0 0 0,0 1 0 0 0,1-1 0 0 0,-1 1 0 0 0,-3-1 0 0 0,5 1-1 0 0,-1 0-1 0 0,1 0 1 0 0,0 0-1 0 0,-1 0 1 0 0,1 0-1 0 0,-1 0 1 0 0,1 0-1 0 0,0 0 0 0 0,-1 0 1 0 0,1 0-1 0 0,-1-1 1 0 0,1 1-1 0 0,0 0 1 0 0,-1 0-1 0 0,1 0 1 0 0,-1-1-1 0 0,1 1 1 0 0,0 0-1 0 0,-1 0 1 0 0,1-1-1 0 0,0 1 1 0 0,0 0-1 0 0,-1-1 0 0 0,1 1 1 0 0,0 0-1 0 0,0-1 1 0 0,-1 1-1 0 0,1 0 1 0 0,0-1-1 0 0,0 1 1 0 0,0-1-1 0 0,0 1 1 0 0,-1-1-1 0 0,1 1 3 0 0,0-1 1 0 0,0 1-1 0 0,0-1 0 0 0,0 1 0 0 0,0 0 0 0 0,0-1 1 0 0,-1 1-1 0 0,1 0 0 0 0,0-1 0 0 0,0 1 1 0 0,-1 0-1 0 0,1-1 0 0 0,0 1 0 0 0,0 0 0 0 0,-1-1 1 0 0,1 1-1 0 0,0 0 0 0 0,-1 0 0 0 0,1-1 1 0 0,0 1-1 0 0,-1 0 0 0 0,1 0 0 0 0,0 0 0 0 0,-1 0 1 0 0,1-1-1 0 0,-1 1 0 0 0,1 0 0 0 0,0 0 0 0 0,-1 0 1 0 0,1 0-1 0 0,-1 0 0 0 0,1 0 0 0 0,-1 0 1 0 0,-1 0 1 0 0,0 0 1 0 0,1-1 0 0 0,-1 1-1 0 0,0-1 1 0 0,1 1 0 0 0,-1-1-1 0 0,0 0 1 0 0,1 1 0 0 0,-1-1-1 0 0,1 0 1 0 0,-1 0 0 0 0,1 0-1 0 0,0 0 1 0 0,-1-1 0 0 0,-1-1-1 0 0,3 3 1 0 0,-1-1-1 0 0,1 1 1 0 0,-1-1-1 0 0,0 1 0 0 0,1 0 1 0 0,-1-1-1 0 0,1 1 1 0 0,-1 0-1 0 0,0-1 1 0 0,1 1-1 0 0,-1 0 0 0 0,0 0 1 0 0,1 0-1 0 0,-1-1 1 0 0,0 1-1 0 0,0 0 1 0 0,1 0-1 0 0,-1 0 0 0 0,-1 0 1 0 0,-5 0 7 0 0,-43-15 66 0 0,37 15-98 0 0,3 1 3 0 0,0-2 0 0 0,8-3 10 0 0,2 4 8 0 0,0-1 0 0 0,1 1 1 0 0,-1 0-1 0 0,0 0 1 0 0,0-1-1 0 0,0 1 0 0 0,-1 0 1 0 0,1 0-1 0 0,0-1 0 0 0,0 1 1 0 0,0 0-1 0 0,0 0 0 0 0,0-1 1 0 0,0 1-1 0 0,0 0 1 0 0,0 0-1 0 0,0 0 0 0 0,0-1 1 0 0,-1 1-1 0 0,1 0 0 0 0,0 0 1 0 0,0 0-1 0 0,0-1 0 0 0,0 1 1 0 0,-1 0-1 0 0,1 0 1 0 0,0 0-1 0 0,0 0 0 0 0,0 0 1 0 0,-1-1-1 0 0,1 1 0 0 0,0 0 1 0 0,0 0-1 0 0,-1 0 0 0 0,1 0 1 0 0,-37-4 54 0 0,-170 4-28 0 0,127 0 53 0 0,77 0-91 0 0,-10-2 75 0 0,2-11-2 0 0,10 12-64 0 0,-6 2 113 0 0,7-11-53 0 0,0-17-31 0 0,0 18-11 0 0,-1-48 191 0 0,0 15-57 0 0,6-58 0 0 0,1 75-117 0 0,-4 18-20 0 0,0 1-1 0 0,-1-1 1 0 0,0 0 0 0 0,0 0 0 0 0,-1 0 0 0 0,0-9 0 0 0,9-68 50 0 0,-4 47 7 0 0,-4 22-30 0 0,0 0 0 0 0,1 0 1 0 0,1 0 0 0 0,6-22 0 0 0,-8 33-38 0 0,0 0 0 0 0,0 0 1 0 0,0 0-1 0 0,-1 0 1 0 0,0 0-1 0 0,0 0 0 0 0,0 0 1 0 0,-1-7-1 0 0,0 7 8 0 0,1 0 0 0 0,0-1 0 0 0,0 1-1 0 0,0 0 1 0 0,0 0 0 0 0,1 0 0 0 0,-1 0 0 0 0,3-5 0 0 0,0-2 25 0 0,0 0 0 0 0,-1 0 0 0 0,0 1 1 0 0,1-22-1 0 0,-3 29 103 0 0,0 3-96 0 0,0-1 1 0 0,-1 1 0 0 0,1-1 0 0 0,0 0 0 0 0,0 1 0 0 0,0-1 0 0 0,0 0 0 0 0,0 1 0 0 0,0-1 0 0 0,0 0 0 0 0,1 1 0 0 0,-1-1 0 0 0,0 0 0 0 0,0 1 0 0 0,0-1 0 0 0,1 0-1 0 0,-1 1 1 0 0,0-1 0 0 0,1 1 0 0 0,0-1 0 0 0,1-2 99 0 0,-1 2-142 0 0,0 0 1 0 0,0 0 0 0 0,0 0-1 0 0,0 0 1 0 0,-1 0 0 0 0,1 0 0 0 0,0 0-1 0 0,0 0 1 0 0,-1 0 0 0 0,1-1-1 0 0,-1 1 1 0 0,1 0 0 0 0,-1 0-1 0 0,0-1 1 0 0,1 1 0 0 0,-1 0-1 0 0,0-1 1 0 0,0 1 0 0 0,0 0-1 0 0,0-1 1 0 0,0 1 0 0 0,0-3-1 0 0,0 2 437 0 0,-1-3-445 0 0,0 0 1 0 0,1-1 0 0 0,0 1-1 0 0,0 0 1 0 0,1-10 0 0 0,0 11-239 0 0,-1 1 64 0 0,0 3 176 0 0,1 0 0 0 0,0-1-1 0 0,-1 1 1 0 0,1 0 0 0 0,0-1 0 0 0,-1 1 0 0 0,1 0 0 0 0,0-1 0 0 0,-1 1-1 0 0,1-1 1 0 0,-1 1 0 0 0,1-1 0 0 0,-1 1 0 0 0,1-1 0 0 0,-1 1 0 0 0,0-1-1 0 0,1 0 1 0 0,0 0 0 0 0,3-3 168 0 0,-3 20-223 0 0,-1-14 81 0 0,0 1 0 0 0,0-1 0 0 0,0 1 0 0 0,0-1 0 0 0,-1 1 0 0 0,1-1 0 0 0,-1 0 0 0 0,1 1 0 0 0,-1-1 0 0 0,0 1 0 0 0,0-1 0 0 0,0 0 0 0 0,0 0 0 0 0,-1 0 0 0 0,1 0 0 0 0,-3 3 0 0 0,4-4-56 0 0,0-1 0 0 0,-1 1 0 0 0,1 0 0 0 0,-1-1-1 0 0,1 1 1 0 0,0 0 0 0 0,-1-1 0 0 0,1 1-1 0 0,0 0 1 0 0,0-1 0 0 0,0 1 0 0 0,-1 0-1 0 0,1-1 1 0 0,0 1 0 0 0,0 0 0 0 0,0 0-1 0 0,0-1 1 0 0,0 1 0 0 0,1 0 0 0 0,-1 0-1 0 0,0 1 1 0 0,1 3-75 0 0,-1-3 83 0 0,-1 1 0 0 0,1 0 0 0 0,0 0 0 0 0,-1 0 0 0 0,0-1 0 0 0,0 1 0 0 0,0 0 0 0 0,-2 4 0 0 0,2-4 20 0 0,-1-1 1 0 0,1 1-1 0 0,0 0 0 0 0,0-1 0 0 0,1 1 0 0 0,-1 0 1 0 0,1-1-1 0 0,-1 7 0 0 0,1-5 1 0 0,0 0-1 0 0,0 1 0 0 0,0-1 1 0 0,0 1-1 0 0,-1-1 0 0 0,0 0 1 0 0,0 1-1 0 0,0-1 1 0 0,0 0-1 0 0,-1 0 0 0 0,0 0 1 0 0,-2 4-1 0 0,-13 37-3 0 0,16-24 11 0 0,2-18 4 0 0,-1 1-1 0 0,0 0 0 0 0,0 0 0 0 0,0-1 0 0 0,-1 1 0 0 0,1 0 0 0 0,-1-1 1 0 0,0 1-1 0 0,-1 4 0 0 0,-3 10 5 0 0,2 0 1 0 0,0 0 0 0 0,1 0-1 0 0,1 33 1 0 0,1-47-13 0 0,0 0 1 0 0,0 0-1 0 0,0 0 1 0 0,-1 0-1 0 0,1 0 1 0 0,-1-1-1 0 0,0 1 1 0 0,-1 0-1 0 0,-1 4 1 0 0,2-4-5 0 0,-1-1 1 0 0,1 1-1 0 0,0 0 1 0 0,0 0-1 0 0,0-1 0 0 0,1 1 1 0 0,-1 0-1 0 0,1 0 1 0 0,0 5-1 0 0,0 119-73 0 0,0-125 83 0 0,1 0 0 0 0,-1 0-1 0 0,1-1 1 0 0,-1 1 0 0 0,1 0-1 0 0,0 0 1 0 0,0-1 0 0 0,2 6-1 0 0,-1-6-6 0 0,-1 1-1 0 0,0-1 1 0 0,0 1-1 0 0,0 0 1 0 0,-1 0 0 0 0,1-1-1 0 0,0 1 1 0 0,-1 5-1 0 0,0-5 5 0 0,0-1-1 0 0,1 0 0 0 0,-1 0 1 0 0,1 0-1 0 0,-1 0 0 0 0,1 1 1 0 0,0-1-1 0 0,-1 0 0 0 0,1 0 1 0 0,0 0-1 0 0,2 2 1 0 0,-2-3-2 0 0,0 1 0 0 0,0 0 0 0 0,-1-1 1 0 0,1 1-1 0 0,0 0 0 0 0,-1 0 0 0 0,1 0 1 0 0,-1 0-1 0 0,1-1 0 0 0,-1 5 1 0 0,0 0 2 0 0,2 13 28 0 0,-2-19-29 0 0,0 1 0 0 0,0-1 0 0 0,0 1-1 0 0,1-1 1 0 0,-1 1 0 0 0,0-1-1 0 0,1 0 1 0 0,-1 1 0 0 0,0-1-1 0 0,1 1 1 0 0,-1-1 0 0 0,0 0-1 0 0,1 1 1 0 0,-1-1 0 0 0,1 0-1 0 0,-1 0 1 0 0,0 1 0 0 0,1-1-1 0 0,-1 0 1 0 0,1 0 0 0 0,-1 0-1 0 0,1 0 1 0 0,-1 1 0 0 0,1-1-1 0 0,-1 0 1 0 0,1 0 0 0 0,-1 0 0 0 0,1 0-1 0 0,0 0 1 0 0,5 5-32 0 0,9 27 24 0 0,-15-27 41 0 0,-2-2-15 0 0,2-3-20 0 0,0 0 0 0 0,0 0 1 0 0,0 1-1 0 0,0-1 1 0 0,1 0-1 0 0,-1 0 1 0 0,0 0-1 0 0,0 1 1 0 0,0-1-1 0 0,1 0 0 0 0,-1 0 1 0 0,0 0-1 0 0,0 0 1 0 0,0 1-1 0 0,1-1 1 0 0,-1 0-1 0 0,0 0 1 0 0,0 0-1 0 0,1 0 1 0 0,-1 0-1 0 0,0 0 0 0 0,0 0 1 0 0,1 0-1 0 0,-1 0 1 0 0,0 0-1 0 0,0 0 1 0 0,1 0-1 0 0,-1 0 1 0 0,0 0-1 0 0,0 0 1 0 0,1 0-1 0 0,-1 0 0 0 0,0 0 1 0 0,0 0-1 0 0,1-1 1 0 0,-1 1 1 0 0,0 0 0 0 0,1 0 0 0 0,-1 0 0 0 0,0 0 0 0 0,0 0 0 0 0,0 0 0 0 0,1 0 0 0 0,-1 0 0 0 0,0 0 0 0 0,0 0 1 0 0,1 0-1 0 0,-1 0 0 0 0,0 0 0 0 0,0 0 0 0 0,1 0 0 0 0,-1 0 0 0 0,0 0 0 0 0,0 0 0 0 0,1 0 0 0 0,-1 0 0 0 0,0 0 0 0 0,0 1 0 0 0,1-1 0 0 0,-1 0 0 0 0,0 0 1 0 0,0 0-1 0 0,0 0 0 0 0,1 0 0 0 0,-1 1 0 0 0,0-1 0 0 0,0 0 0 0 0,0 0 0 0 0,0 0 0 0 0,1 1 0 0 0,-1-1 0 0 0,0 8 13 0 0,0-34 486 0 0,0-248-136 0 0,0-20-427 0 0,0 287 67 0 0,0 1-1 0 0,-1-1 1 0 0,0 1 0 0 0,0 0 0 0 0,0-1-1 0 0,-4-9 1 0 0,3 12 11 0 0,1 0 0 0 0,0-1 0 0 0,0 1 0 0 0,0 0 0 0 0,0-1 0 0 0,1-6 0 0 0,0-50 823 0 0,0 58-565 0 0,0-11-1253 0 0,0 143 816 0 0,-7-94 176 0 0,5-29-15 0 0,0 0-1 0 0,0 0 1 0 0,1 0-1 0 0,0 0 0 0 0,0 9 1 0 0,-7 67-116 0 0,4-54 55 0 0,-1 37-1 0 0,5 80-1560 0 0,1-141 1302 0 0,-1 1 1 0 0,1-1 0 0 0,1 0 0 0 0,-1 1 0 0 0,0-1 0 0 0,1 0-1 0 0,4 8 1 0 0,-6-12 338 0 0,3 6-799 0 0,-3 37-7050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4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3040 0 0,'0'0'12432'0'0,"0"19"-11147"0"0,7 0-804 0 0,-6-17-432 0 0,1 0 0 0 0,-1 1 0 0 0,0-1 0 0 0,0 0 0 0 0,0 1 0 0 0,-1-1 0 0 0,1 0 0 0 0,-1 1 0 0 0,1 3-1 0 0,-1-5-29 0 0,0 0 0 0 0,0 1 0 0 0,0-1-1 0 0,0 0 1 0 0,0 0 0 0 0,0 1-1 0 0,1-1 1 0 0,-1 0 0 0 0,0 0-1 0 0,1 1 1 0 0,-1-1 0 0 0,1 0-1 0 0,-1 0 1 0 0,1 0 0 0 0,1 2-1 0 0,0 1 46 0 0,0 1-1 0 0,1-1 0 0 0,-1 1 1 0 0,-1-1-1 0 0,1 1 0 0 0,-1 0 0 0 0,2 9 1 0 0,18 77 624 0 0,-19-85-637 0 0,0 1 1 0 0,-1-1-1 0 0,0 1 1 0 0,-1-1-1 0 0,1 10 1 0 0,0 3-4 0 0,5-3-11 0 0,-5-13-27 0 0,1 0 0 0 0,-1 0 0 0 0,0 0 1 0 0,0 1-1 0 0,-1-1 0 0 0,1 0 0 0 0,-1 0 0 0 0,1 4 0 0 0,-1-2-1 0 0,0 0-1 0 0,1 0 1 0 0,0-1 0 0 0,0 1-1 0 0,0 0 1 0 0,2 4-1 0 0,-1-3-2 0 0,0-1 0 0 0,-1 0 0 0 0,0 1 0 0 0,0-1 0 0 0,0 1 0 0 0,0 6-1 0 0,-1 93-31 0 0,0-104 21 0 0,0-1 0 0 0,0 1 0 0 0,0 0 0 0 0,0 0-1 0 0,0 0 1 0 0,0 0 0 0 0,1 0 0 0 0,-1 0 0 0 0,0-1 0 0 0,1 1 0 0 0,-1 0 0 0 0,1 0 0 0 0,-1 0 0 0 0,0-1 0 0 0,1 1 0 0 0,0 0 0 0 0,-1-1 0 0 0,1 1 0 0 0,-1 0 0 0 0,1-1 0 0 0,0 1-1 0 0,0 0 1 0 0,3 2-22 0 0,-3 0-35 0 0,0 1 1 0 0,0-1 0 0 0,0 1-1 0 0,-1 0 1 0 0,1-1 0 0 0,-1 1-1 0 0,0-1 1 0 0,0 1 0 0 0,0 0-1 0 0,-1-1 1 0 0,0 6 0 0 0,9 4-453 0 0,-7-12 456 0 0,-1-1 0 0 0,1 1 0 0 0,0 0 0 0 0,-1 0 0 0 0,1 0 1 0 0,0 0-1 0 0,-1 0 0 0 0,1-1 0 0 0,-1 1 0 0 0,1 0 0 0 0,-1 0 0 0 0,0 0 0 0 0,1 1 0 0 0,-1-1 0 0 0,0 0 0 0 0,0 1 0 0 0,0 1-422 0 0,35-3-13802 0 0,-22 0 11642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5.3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2688 0 0,'0'0'6250'0'0,"0"5"-4965"0"0,0-4-1238 0 0,0-1-1 0 0,0 0 1 0 0,-1 1-1 0 0,1-1 1 0 0,0 1-1 0 0,0-1 1 0 0,0 0-1 0 0,0 1 1 0 0,0-1-1 0 0,0 1 1 0 0,0-1-1 0 0,1 0 1 0 0,-1 1-1 0 0,0-1 0 0 0,0 0 1 0 0,0 1-1 0 0,0-1 1 0 0,0 0-1 0 0,1 1 1 0 0,-1-1-1 0 0,0 0 1 0 0,0 1-1 0 0,0-1 1 0 0,1 0-1 0 0,-1 1 1 0 0,0-1-1 0 0,1 1 1 0 0,-1-2-9 0 0,1 1 0 0 0,-1 0 0 0 0,0 0 0 0 0,0 0 0 0 0,1 0 1 0 0,-1 0-1 0 0,0 0 0 0 0,0-1 0 0 0,1 1 0 0 0,-1 0 0 0 0,0 0 0 0 0,1 0 0 0 0,-1 0 0 0 0,0 0 0 0 0,0 0 0 0 0,1 0 1 0 0,-1 0-1 0 0,0 0 0 0 0,1 0 0 0 0,-1 0 0 0 0,0 0 0 0 0,0 1 0 0 0,1-1 0 0 0,-1 0 0 0 0,0 0 0 0 0,1 0 1 0 0,-1 0-1 0 0,0 0 0 0 0,0 1 0 0 0,1-1 0 0 0,-1 0 0 0 0,0 0 0 0 0,0 0 0 0 0,0 0 0 0 0,1 1 0 0 0,-1-1 0 0 0,0 0 1 0 0,0 0-1 0 0,0 1 0 0 0,0-1 0 0 0,0 0 0 0 0,1 0 0 0 0,-1 1 0 0 0,0-1 0 0 0,0 0 0 0 0,0 1 0 0 0,0-1 0 0 0,0 1 1 0 0,5 16 1347 0 0,-4-15-1188 0 0,0 0-115 0 0,-1-1 0 0 0,1 0 0 0 0,-1 1 1 0 0,1-1-1 0 0,0 0 0 0 0,-1 1 0 0 0,1-1 1 0 0,0 0-1 0 0,0 0 0 0 0,0 0 0 0 0,0 0 1 0 0,0 0-1 0 0,0 0 0 0 0,0 0 0 0 0,1 0 0 0 0,-1 0 1 0 0,0 0-1 0 0,0-1 0 0 0,1 1 0 0 0,-1 0 1 0 0,0-1-1 0 0,4 1 0 0 0,-4 0-59 0 0,0-1 0 0 0,0 0 0 0 0,0 1 0 0 0,0-1 0 0 0,0 1-1 0 0,-1-1 1 0 0,1 1 0 0 0,0-1 0 0 0,0 1 0 0 0,0 0 0 0 0,0 0 0 0 0,-1-1 0 0 0,1 1 0 0 0,0 0-1 0 0,-1 0 1 0 0,1 0 0 0 0,0 0 0 0 0,-1 0 0 0 0,1 0 0 0 0,-1 0 0 0 0,0 0 0 0 0,1 0-1 0 0,-1 0 1 0 0,0 0 0 0 0,0 0 0 0 0,1 1 0 0 0,2 5 158 0 0,40 31 186 0 0,91 104 448 0 0,-89-96-616 0 0,-29-37-145 0 0,3 1-1 0 0,1 2-269 0 0,0 0 1 0 0,1-1-1 0 0,39 15 0 0 0,-59-26 152 0 0,1 0 0 0 0,-1 1 0 0 0,1-1 0 0 0,-1 1-1 0 0,0-1 1 0 0,1 1 0 0 0,-1-1 0 0 0,0 1 0 0 0,1 0 0 0 0,-1 0-1 0 0,0 0 1 0 0,0 0 0 0 0,0 0 0 0 0,0 0 0 0 0,0 0-1 0 0,1 1 1 0 0,-1-1 1 0 0,-1-1 0 0 0,0 0 0 0 0,1 1-1 0 0,-1-1 1 0 0,1 1 0 0 0,-1-1 0 0 0,0 0 0 0 0,1 1-1 0 0,-1-1 1 0 0,1 0 0 0 0,-1 1 0 0 0,1-1 0 0 0,-1 0-1 0 0,1 0 1 0 0,-1 1 0 0 0,1-1 0 0 0,-1 0 0 0 0,1 0-1 0 0,-1 0 1 0 0,1 0 0 0 0,-1 0 0 0 0,1 0 0 0 0,0 0-1 0 0,0 0 1 0 0,-1 0 31 0 0,1 0 0 0 0,-1 0 0 0 0,1 0 0 0 0,-1 0-1 0 0,0 0 1 0 0,1 0 0 0 0,-1 0 0 0 0,1 0 0 0 0,-1 1-1 0 0,1-1 1 0 0,-1 0 0 0 0,0 0 0 0 0,1 0 0 0 0,-1 0 0 0 0,0 1-1 0 0,1-1 1 0 0,-1 0 0 0 0,0 0 0 0 0,1 1 0 0 0,-1-1 0 0 0,0 0-1 0 0,1 1 1 0 0,-1-1 0 0 0,0 0 0 0 0,0 1 0 0 0,1-1 0 0 0,-1 0-1 0 0,0 1 1 0 0,0-1 0 0 0,0 0 0 0 0,0 1 0 0 0,1-1 0 0 0,-1 1-1 0 0,0 0-53 0 0,0-1-1 0 0,0 0 0 0 0,0 1 1 0 0,0-1-1 0 0,0 1 0 0 0,1-1 1 0 0,-1 0-1 0 0,0 1 0 0 0,0-1 1 0 0,1 0-1 0 0,-1 1 0 0 0,0-1 0 0 0,0 0 1 0 0,1 1-1 0 0,-1-1 0 0 0,0 0 1 0 0,1 0-1 0 0,-1 1 0 0 0,0-1 1 0 0,1 0-1 0 0,-1 0 0 0 0,0 0 1 0 0,1 1-1 0 0,-1-1 0 0 0,1 0 0 0 0,-1 0 1 0 0,0 0-1 0 0,1 0 0 0 0,-1 0 1 0 0,1 0-1 0 0,-1 0 0 0 0,0 0 1 0 0,1 0-1 0 0,0 0-96 0 0,-1 0 1 0 0,1 0-1 0 0,-1 0 1 0 0,1 0-1 0 0,-1 0 1 0 0,1 0-1 0 0,-1 0 1 0 0,1 0-1 0 0,-1 0 1 0 0,1 0-1 0 0,-1 0 1 0 0,1 0-1 0 0,-1 0 1 0 0,1 0-1 0 0,-1 1 0 0 0,1-1 1 0 0,-1 0-1 0 0,0 0 1 0 0,1 0-1 0 0,4 10-3993 0 0,-5-9 3994 0 0,0-1-1 0 0,0 0 0 0 0,0 1 1 0 0,0-1-1 0 0,-1 1 1 0 0,1-1-1 0 0,0 1 1 0 0,0 0-1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5.6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274 2 2464 0 0,'0'0'5141'0'0,"0"-1"-4927"0"0,-1 1 1 0 0,0 0-1 0 0,0 0 1 0 0,1 0-1 0 0,-1 0 0 0 0,0 0 1 0 0,0 0-1 0 0,0 0 1 0 0,1 0-1 0 0,-1 0 0 0 0,0 0 1 0 0,0 0-1 0 0,1 1 1 0 0,-1-1-1 0 0,0 0 0 0 0,1 0 1 0 0,-1 1-1 0 0,0-1 1 0 0,-1 1-1 0 0,2 2 89 0 0,-1 0-1 0 0,0 0 1 0 0,1 0 0 0 0,-1 0 0 0 0,-1-1-1 0 0,1 1 1 0 0,0 0 0 0 0,-1-1 0 0 0,1 1-1 0 0,-1-1 1 0 0,-2 3 0 0 0,-10 20 672 0 0,8-3-518 0 0,6-19-403 0 0,-1 0-1 0 0,0 0 1 0 0,0 0-1 0 0,0 0 1 0 0,0 0-1 0 0,0 0 1 0 0,-1 0-1 0 0,-2 4 0 0 0,-5 10 149 0 0,-14 22 130 0 0,20-36-321 0 0,-1 0 1 0 0,1 1 1 0 0,-1 0-1 0 0,1 0 0 0 0,-1 1 0 0 0,1-1 0 0 0,-3 7 0 0 0,-2 8 17 0 0,-5 8 43 0 0,10-25-71 0 0,1 1 0 0 0,0-1 0 0 0,-1 1-1 0 0,1 0 1 0 0,1 0 0 0 0,-1 0 0 0 0,0 0 0 0 0,-1 3-1 0 0,1-1-11 0 0,0-1-1 0 0,0 1 1 0 0,-1-1 0 0 0,0 0-1 0 0,1 0 1 0 0,-2 0-1 0 0,1 0 1 0 0,-4 3-1 0 0,-9 20-292 0 0,14-26 227 0 0,0 1-45 0 0,-1 0 1 0 0,1 1-1 0 0,0-1 0 0 0,-1 0 0 0 0,1 1 0 0 0,0-1 0 0 0,1 1 0 0 0,-1 0 1 0 0,0 0-1 0 0,1-1 0 0 0,0 1 0 0 0,-1 0 0 0 0,1 0 0 0 0,0 0 0 0 0,0 5 1 0 0,0-7-24 0 0,1 0 1 0 0,0 0 0 0 0,-1 0 0 0 0,1 0 0 0 0,-1 0 0 0 0,1 0 0 0 0,-1 0-1 0 0,1-1 1 0 0,-1 1 0 0 0,0 0 0 0 0,1 0 0 0 0,-1 0 0 0 0,0-1 0 0 0,0 1 0 0 0,0 0-1 0 0,1-1 1 0 0,-1 1 0 0 0,0 0 0 0 0,0-1 0 0 0,0 0 0 0 0,0 1 0 0 0,0-1 0 0 0,0 1-1 0 0,0-1 1 0 0,0 0 0 0 0,-2 0 0 0 0,-5 4-1591 0 0,8-1 1025 0 0,-3 5-2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6.0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 2592 0 0,'0'-14'13045'0'0,"0"42"-11733"0"0,0-26-1120 0 0,0 0-142 0 0,0-1 1 0 0,0 1-1 0 0,0-1 1 0 0,0 1-1 0 0,0-1 1 0 0,0 1-1 0 0,0-1 0 0 0,0 1 1 0 0,1-1-1 0 0,-1 0 1 0 0,1 1-1 0 0,0 2 1 0 0,3 9 71 0 0,-1 1 0 0 0,0-1 0 0 0,-1 1-1 0 0,-1 0 1 0 0,0 0 0 0 0,-2 22 0 0 0,1-31-117 0 0,0-4 1 0 0,0 1-1 0 0,1-1 1 0 0,-1 1-1 0 0,0-1 1 0 0,0 0-1 0 0,1 1 0 0 0,-1-1 1 0 0,0 1-1 0 0,1-1 1 0 0,0 0-1 0 0,-1 1 1 0 0,1-1-1 0 0,1 2 1 0 0,-1-1-5 0 0,1 0 0 0 0,-1 0 0 0 0,0 0 0 0 0,0 1 0 0 0,0-1 0 0 0,-1 0 0 0 0,1 0 0 0 0,-1 0 0 0 0,1 1 0 0 0,-1-1 0 0 0,0 0 0 0 0,1 1 0 0 0,-2 3 0 0 0,1 4-6 0 0,0-5 3 0 0,0 0-1 0 0,0 0 0 0 0,0-1 1 0 0,1 1-1 0 0,0 0 0 0 0,0 0 0 0 0,0 0 1 0 0,1-1-1 0 0,-1 1 0 0 0,1 0 0 0 0,3 4 1 0 0,0 26-68 0 0,5-10-46 0 0,-6-18 20 0 0,-1 0 0 0 0,0 0 0 0 0,-1 0 0 0 0,0 1 0 0 0,0-1-1 0 0,0 1 1 0 0,0 7 0 0 0,-2-14 85 0 0,0-1 0 0 0,0 1-1 0 0,0-1 1 0 0,0 1 0 0 0,0-1-1 0 0,0 0 1 0 0,0 1 0 0 0,0-1-1 0 0,0 1 1 0 0,1-1 0 0 0,-1 0-1 0 0,0 1 1 0 0,0-1 0 0 0,0 0-1 0 0,0 1 1 0 0,1-1 0 0 0,-1 1 0 0 0,0-1-1 0 0,0 0 1 0 0,1 0 0 0 0,-1 1-1 0 0,0-1 1 0 0,1 0 0 0 0,-1 1-1 0 0,0-1 1 0 0,1 0 0 0 0,-1 0-1 0 0,0 0 1 0 0,1 1 0 0 0,-1-1-1 0 0,1 0 1 0 0,-1 0 0 0 0,1 0-1 0 0,-1 0-5 0 0,1 0-1 0 0,-1 0 1 0 0,1 1-1 0 0,-1-1 1 0 0,0 0-1 0 0,1 0 1 0 0,-1 0-1 0 0,0 0 1 0 0,1 1-1 0 0,-1-1 0 0 0,0 0 1 0 0,1 0-1 0 0,-1 1 1 0 0,0-1-1 0 0,1 0 1 0 0,-1 1-1 0 0,0-1 1 0 0,0 0-1 0 0,1 1 1 0 0,-1-1-1 0 0,0 0 0 0 0,0 1 1 0 0,0-1-1 0 0,1 0 1 0 0,-1 1-1 0 0,0-1 1 0 0,0 1-1 0 0,0-1 1 0 0,0 1-1 0 0,0-1 0 0 0,0 0 1 0 0,0 1-1 0 0,0 0 1 0 0,16 41-3210 0 0,-3-36-885 0 0,9 21-3146 0 0,-9-24 5082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6.4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81 227 2272 0 0,'0'3'9865'0'0,"0"13"-8216"0"0,0-11-1478 0 0,0-2-62 0 0,0 0-1 0 0,0 0 1 0 0,0 0-1 0 0,0 0 0 0 0,0 0 1 0 0,0 0-1 0 0,1 1 1 0 0,0-1-1 0 0,0 0 1 0 0,-1 0-1 0 0,2 0 0 0 0,-1-1 1 0 0,0 1-1 0 0,1 0 1 0 0,-1 0-1 0 0,1-1 0 0 0,2 5 1 0 0,-1-5-65 0 0,-2-2-33 0 0,0 1-1 0 0,0-1 1 0 0,0 1 0 0 0,0 0-1 0 0,0-1 1 0 0,-1 1-1 0 0,1 0 1 0 0,0 0-1 0 0,0-1 1 0 0,-1 1 0 0 0,1 0-1 0 0,-1 0 1 0 0,1 0-1 0 0,-1 0 1 0 0,1 0-1 0 0,-1 0 1 0 0,1 0 0 0 0,-1 1-1 0 0,0-1-8 0 0,0-1-1 0 0,0 1 1 0 0,0-1 0 0 0,0 1-1 0 0,0-1 1 0 0,0 1 0 0 0,0-1-1 0 0,0 1 1 0 0,0-1 0 0 0,1 1-1 0 0,-1-1 1 0 0,0 1 0 0 0,0-1-1 0 0,0 1 1 0 0,1-1 0 0 0,-1 1-1 0 0,0-1 1 0 0,0 1 0 0 0,1-1-1 0 0,-1 0 1 0 0,0 1-1 0 0,1-1 1 0 0,-1 0 0 0 0,1 1-1 0 0,-1-1 1 0 0,0 0 0 0 0,1 1-1 0 0,-1-1 1 0 0,1 0 0 0 0,-1 0-1 0 0,1 1 1 0 0,-1-1 0 0 0,1 0-1 0 0,-1 0 1 0 0,1 0 0 0 0,-1 0-1 0 0,1 0 1 0 0,-1 0 0 0 0,1 0-1 0 0,-1 0 1 0 0,2 0 0 0 0,-2 0-2 0 0,0 0 1 0 0,0 1 0 0 0,0-1 0 0 0,1 0 0 0 0,-1 0 0 0 0,0 0 0 0 0,0 0 0 0 0,0 0 0 0 0,1 1 0 0 0,-1-1-1 0 0,0 0 1 0 0,0 0 0 0 0,0 1 0 0 0,0-1 0 0 0,0 0 0 0 0,0 0 0 0 0,1 0 0 0 0,-1 1 0 0 0,0-1 0 0 0,0 0-1 0 0,0 0 1 0 0,0 1 0 0 0,0-1 0 0 0,0 0 0 0 0,0 0 0 0 0,0 1 0 0 0,0-1 0 0 0,0 0 0 0 0,0 0 0 0 0,0 1-1 0 0,0-1 1 0 0,0 0 0 0 0,0 0 0 0 0,0 1 0 0 0,-1-1 0 0 0,1 0 0 0 0,0 1-1 0 0,0-1 1 0 0,0 0 0 0 0,0 0 0 0 0,0 1-1 0 0,0-1 1 0 0,0 0 0 0 0,0 0 0 0 0,0 1-1 0 0,0-1 1 0 0,0 0 0 0 0,0 0-1 0 0,0 1 1 0 0,0-1 0 0 0,0 0 0 0 0,0 0-1 0 0,0 1 1 0 0,0-1 0 0 0,0 0 0 0 0,0 0-1 0 0,0 0 1 0 0,0 1 0 0 0,0-1-1 0 0,1 0 1 0 0,-1 0 0 0 0,0 1 0 0 0,0-1-1 0 0,0 0 1 0 0,0 0 0 0 0,1 0 0 0 0,-1 0-1 0 0,0 1 1 0 0,0-1 0 0 0,0 0-1 0 0,1 0 1 0 0,1 0 0 0 0,-1 1 0 0 0,1-1 0 0 0,0 0 0 0 0,0 1 1 0 0,-1 0-1 0 0,1-1 0 0 0,0 1 0 0 0,-1 0 0 0 0,1 0 0 0 0,-1 0 0 0 0,1 0 0 0 0,-1 0 0 0 0,1 0 0 0 0,1 2 0 0 0,-2-2 1 0 0,-1-1 0 0 0,1 1 0 0 0,-1-1 0 0 0,1 0 0 0 0,-1 1 0 0 0,0-1 0 0 0,1 0 0 0 0,-1 0 0 0 0,1 1 0 0 0,-1-1 0 0 0,1 0 0 0 0,-1 0 0 0 0,1 0 0 0 0,0 1 0 0 0,-1-1 0 0 0,1 0 0 0 0,-1 0 0 0 0,1 0 0 0 0,-1 0 0 0 0,1 0 0 0 0,-1 0 0 0 0,1 0 0 0 0,-1 0 0 0 0,1 0 0 0 0,0-1 0 0 0,0 1 0 0 0,7-1 61 0 0,-7 1-60 0 0,0 0 0 0 0,0-1 0 0 0,0 1 0 0 0,0 0 0 0 0,0 0 0 0 0,0 0-1 0 0,0 0 1 0 0,0 1 0 0 0,0-1 0 0 0,0 0 0 0 0,0 0 0 0 0,0 0 0 0 0,0 1-1 0 0,0-1 1 0 0,0 1 0 0 0,0-1 0 0 0,0 1 0 0 0,0-1 0 0 0,0 1 0 0 0,0-1-1 0 0,-1 1 1 0 0,1 0 0 0 0,0 0 0 0 0,0-1 0 0 0,-1 1 0 0 0,2 1 0 0 0,1 1 5 0 0,-2-2-7 0 0,0-1 0 0 0,0 0 0 0 0,0 1 0 0 0,0-1 0 0 0,0 0 0 0 0,1 0 1 0 0,-1 0-1 0 0,0 0 0 0 0,0 0 0 0 0,0 0 0 0 0,0-1 0 0 0,0 1 0 0 0,0 0 0 0 0,1 0 0 0 0,-1-1 0 0 0,0 1 1 0 0,0-1-1 0 0,0 1 0 0 0,0-1 0 0 0,0 1 0 0 0,0-1 0 0 0,1-1 0 0 0,0 1 1 0 0,-1 0-1 0 0,1 0 1 0 0,0 0 0 0 0,-1 0-1 0 0,1 1 1 0 0,0-1-1 0 0,0 1 1 0 0,-1-1-1 0 0,1 1 1 0 0,3-1-1 0 0,0 1 16 0 0,0-1 0 0 0,0 0 0 0 0,0 0 0 0 0,0 0 0 0 0,0-1-1 0 0,-1 1 1 0 0,1-1 0 0 0,0 0 0 0 0,-1-1 0 0 0,8-4-1 0 0,3-1 45 0 0,-12 6-40 0 0,0 0 0 0 0,0 0 0 0 0,0 0 0 0 0,0 0 0 0 0,-1 0-1 0 0,1-1 1 0 0,-1 1 0 0 0,1-1 0 0 0,1-3 0 0 0,2-1 52 0 0,-6 7-66 0 0,1-1 0 0 0,-1 1-1 0 0,0 0 1 0 0,0-1 0 0 0,1 1-1 0 0,-1 0 1 0 0,0 0-1 0 0,1-1 1 0 0,-1 1 0 0 0,1 0-1 0 0,-1 0 1 0 0,0-1-1 0 0,1 1 1 0 0,-1 0 0 0 0,1 0-1 0 0,-1 0 1 0 0,1 0 0 0 0,-1 0-1 0 0,0 0 1 0 0,1 0-1 0 0,-1 0 1 0 0,1 0 0 0 0,-1 0-1 0 0,1 0 1 0 0,-1 0-1 0 0,1 0 1 0 0,4-1 49 0 0,16-42 499 0 0,-14 39-431 0 0,-7 3-100 0 0,1 1 1 0 0,0-1-1 0 0,0 0 1 0 0,-1 1-1 0 0,1-1 1 0 0,0 0-1 0 0,-1 1 1 0 0,1-1-1 0 0,-1 0 1 0 0,1 0 0 0 0,-1 0-1 0 0,0 1 1 0 0,1-1-1 0 0,-1 0 1 0 0,0 0-1 0 0,1 0 1 0 0,-1 0-1 0 0,0 0 1 0 0,0 0-1 0 0,0 0 1 0 0,0 0-1 0 0,0-1 1 0 0,3-6 120 0 0,0-3 209 0 0,-1 0 1 0 0,0-1-1 0 0,2-21 0 0 0,-3 12 56 0 0,0 16-308 0 0,-1-1 0 0 0,0 0 0 0 0,1 1 0 0 0,-2-1 0 0 0,1 0 0 0 0,-1 1 0 0 0,0-1 0 0 0,-2-8 0 0 0,-24-32 352 0 0,25 43-390 0 0,-14 0 10 0 0,8-1-40 0 0,1 0-17 0 0,-1 1-1 0 0,1-1 0 0 0,0 1 0 0 0,-1 0 0 0 0,0 1 1 0 0,0 0-1 0 0,0 0 0 0 0,1 1 0 0 0,-2 0 0 0 0,1 0 1 0 0,0 1-1 0 0,0 0 0 0 0,0 0 0 0 0,0 1 0 0 0,-10 2 1 0 0,-51 7-71 0 0,64-9 42 0 0,1-1 0 0 0,0 1 1 0 0,-1-1-1 0 0,1 1 0 0 0,0 0 0 0 0,0 1 0 0 0,0-1 0 0 0,0 1 0 0 0,0 0 0 0 0,-4 2 0 0 0,-4 3-27 0 0,-22 23-127 0 0,18-20-95 0 0,-27 25 0 0 0,42-35 244 0 0,1 1 1 0 0,-1-1-1 0 0,1 1 0 0 0,-1-1 1 0 0,1 1-1 0 0,0-1 1 0 0,-1 1-1 0 0,1 0 1 0 0,0-1-1 0 0,0 1 0 0 0,-1-1 1 0 0,1 1-1 0 0,0-1 1 0 0,0 1-1 0 0,0 0 1 0 0,0-1-1 0 0,0 1 1 0 0,0 0-1 0 0,0-1 0 0 0,0 2 1 0 0,-1 4-74 0 0,-1-1-157 0 0,-1 1-1 0 0,2 0 0 0 0,-1-1 1 0 0,0 1-1 0 0,1 0 0 0 0,0 0 0 0 0,0 0 1 0 0,1 9-1 0 0,0-14 206 0 0,0 0 1 0 0,0 0-1 0 0,0-1 1 0 0,0 1-1 0 0,1 0 0 0 0,-1-1 1 0 0,0 1-1 0 0,1 0 0 0 0,-1-1 1 0 0,0 1-1 0 0,1 0 0 0 0,-1-1 1 0 0,0 1-1 0 0,1-1 1 0 0,-1 1-1 0 0,1-1 0 0 0,-1 1 1 0 0,1-1-1 0 0,-1 1 0 0 0,1-1 1 0 0,0 0-1 0 0,-1 1 1 0 0,2-1-1 0 0,7 8-1114 0 0,36 22-2390 0 0,-39-25 2838 0 0,0 0 1 0 0,1 0-1 0 0,0-1 1 0 0,0 0-1 0 0,0 0 1 0 0,0-1-1 0 0,1 0 1 0 0,-1 0-1 0 0,1 0 1 0 0,0-1-1 0 0,13 2 1 0 0,25-1-3336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7.0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2784 0 0,'0'0'8000'0'0,"19"0"-4144"0"0,76 0-213 0 0,32 0-3687 0 0,-124 0 53 0 0,-1-1 0 0 0,0 1 0 0 0,1 0-1 0 0,-1 0 1 0 0,0 0 0 0 0,0 0-1 0 0,1 0 1 0 0,-1 1 0 0 0,0-1 0 0 0,0 1-1 0 0,1-1 1 0 0,-1 1 0 0 0,0 0 0 0 0,0 0-1 0 0,4 2 1 0 0,5 3-10 0 0,-3-4-651 0 0,0 0 0 0 0,1-1-1 0 0,-1 0 1 0 0,0 0 0 0 0,1-1 0 0 0,-1 0 0 0 0,12-2-1 0 0,7 0-2683 0 0,26 2-6488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7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140 17 2400 0 0,'0'0'5066'0'0,"-1"0"-4968"0"0,1 0-1 0 0,-1 0 1 0 0,0 0-1 0 0,1 1 1 0 0,-1-1-1 0 0,0 0 1 0 0,1 0-1 0 0,-1 0 1 0 0,1 0-1 0 0,-1-1 0 0 0,0 1 1 0 0,1 0-1 0 0,-1 0 1 0 0,1 0-1 0 0,-1 0 1 0 0,1-1-1 0 0,-1 1 1 0 0,1 0-1 0 0,-1-1 0 0 0,1 1 1 0 0,-2-1-1 0 0,-2-5 256 0 0,4 5-242 0 0,0 1 0 0 0,0-1 0 0 0,0 1 0 0 0,0 0 0 0 0,-1-1 0 0 0,1 1-1 0 0,0 0 1 0 0,0-1 0 0 0,0 1 0 0 0,-1 0 0 0 0,1-1 0 0 0,0 1 0 0 0,-1 0 0 0 0,1 0 0 0 0,0-1 0 0 0,-1 1 0 0 0,1 0-1 0 0,0 0 1 0 0,-1-1 0 0 0,1 1 0 0 0,-1 0 0 0 0,1 0 0 0 0,0 0 0 0 0,-1 0 0 0 0,1 0 0 0 0,-1 0 0 0 0,1 0 0 0 0,0 0-1 0 0,-1 0 1 0 0,1 0 0 0 0,-1 0 0 0 0,1 0 0 0 0,0 0 0 0 0,-2 0 0 0 0,2 0-107 0 0,0 0 0 0 0,0 0 1 0 0,0 0-1 0 0,0 0 0 0 0,-1 0 0 0 0,1 1 1 0 0,0-1-1 0 0,0 0 0 0 0,0 0 0 0 0,0 0 0 0 0,-1 0 1 0 0,1 0-1 0 0,0 0 0 0 0,0 1 0 0 0,0-1 1 0 0,0 0-1 0 0,0 0 0 0 0,0 0 0 0 0,0 0 1 0 0,-1 1-1 0 0,1-1 0 0 0,0 0 0 0 0,0 0 0 0 0,0 0 1 0 0,0 0-1 0 0,0 1 0 0 0,0-1 0 0 0,0 0 1 0 0,0 0-1 0 0,0 0 0 0 0,0 1 0 0 0,0-1 1 0 0,0 0-1 0 0,0 0 0 0 0,0 0 0 0 0,0 1 1 0 0,0-1-1 0 0,0 0 0 0 0,0 0 0 0 0,1 0 0 0 0,-1 1 1 0 0,-3 11 1054 0 0,-23 15 61 0 0,25-27-1103 0 0,1 0-1 0 0,0 0 1 0 0,-1 1-1 0 0,1-1 1 0 0,0 0-1 0 0,0 0 1 0 0,-1 1 0 0 0,1-1-1 0 0,0 0 1 0 0,0 0-1 0 0,0 1 1 0 0,0-1-1 0 0,-1 0 1 0 0,1 0-1 0 0,0 1 1 0 0,0-1-1 0 0,0 0 1 0 0,0 1 0 0 0,0-1-1 0 0,0 0 1 0 0,0 1-1 0 0,0-1 1 0 0,0 0-1 0 0,0 1 1 0 0,0-1-1 0 0,0 0 1 0 0,0 1-1 0 0,0-1 1 0 0,0 0 0 0 0,0 1-1 0 0,0-1 1 0 0,0 0-1 0 0,0 1 1 0 0,1-1-1 0 0,-1 1 1 0 0,0-1-9 0 0,0 0 0 0 0,0 1 0 0 0,1-1 1 0 0,-1 0-1 0 0,0 0 0 0 0,0 1 0 0 0,0-1 0 0 0,0 0 0 0 0,0 1 1 0 0,0-1-1 0 0,0 0 0 0 0,0 1 0 0 0,0-1 0 0 0,0 0 1 0 0,0 0-1 0 0,0 1 0 0 0,0-1 0 0 0,0 0 0 0 0,0 1 1 0 0,0-1-1 0 0,0 0 0 0 0,0 1 0 0 0,0-1 0 0 0,-1 0 0 0 0,1 0 1 0 0,0 1-1 0 0,0-1 0 0 0,0 0 0 0 0,0 0 0 0 0,-1 1 1 0 0,1-1-1 0 0,0 0 0 0 0,0 0 0 0 0,-1 0 0 0 0,1 1 0 0 0,0-1 1 0 0,-1 0-1 0 0,-2 4 40 0 0,-1 1 0 0 0,1-1 0 0 0,0 0 0 0 0,0 1 0 0 0,1 0 0 0 0,-1 0 0 0 0,1 0 0 0 0,0 0 0 0 0,1 0 0 0 0,-3 9 0 0 0,5-8 46 0 0,-2-4-27 0 0,-12 23 124 0 0,8 7-506 0 0,2-28 359 0 0,1 0-1 0 0,0 1 1 0 0,1-1-1 0 0,-1 1 1 0 0,1-1-1 0 0,0 1 1 0 0,0-1-1 0 0,0 1 0 0 0,1 0 1 0 0,0 0-1 0 0,0-1 1 0 0,0 6-1 0 0,-4 7 198 0 0,3-15-250 0 0,0 0 0 0 0,0 0 1 0 0,0-1-1 0 0,1 1 0 0 0,-1 0 0 0 0,1 0 1 0 0,-1 0-1 0 0,1 0 0 0 0,0 0 0 0 0,0 2 0 0 0,8 45-455 0 0,-7-44 424 0 0,8 22-48 0 0,-3-18 63 0 0,1 1-1 0 0,0-1 1 0 0,0-1 0 0 0,1 0-1 0 0,0 0 1 0 0,1 0-1 0 0,-1-1 1 0 0,15 9-1 0 0,-17-13 23 0 0,-1 0 1 0 0,1 0-1 0 0,0-1 0 0 0,0 0 1 0 0,0 0-1 0 0,0 0 0 0 0,0-1 1 0 0,0 1-1 0 0,1-2 0 0 0,-1 1 1 0 0,9-1-1 0 0,41 0-18 0 0,-55 0 20 0 0,0 0 1 0 0,0 0 0 0 0,0 0 0 0 0,0 0 0 0 0,-1 0 0 0 0,1 0 0 0 0,0 0 0 0 0,0-1 0 0 0,-1 1 0 0 0,1 0 0 0 0,0 0 0 0 0,-1-1 0 0 0,1 1 0 0 0,0-1 0 0 0,-1 1-1 0 0,1-1 1 0 0,0 1 0 0 0,-1-1 0 0 0,1 1 0 0 0,-1-1 0 0 0,1 1 0 0 0,-1-1 0 0 0,1 1 0 0 0,0-2 0 0 0,8-7 12 0 0,-4 2 54 0 0,-5 6-58 0 0,0 1 1 0 0,1 0-1 0 0,-1-1 0 0 0,0 1 1 0 0,0-1-1 0 0,0 1 1 0 0,1 0-1 0 0,-1-1 0 0 0,0 1 1 0 0,1 0-1 0 0,-1 0 0 0 0,0-1 1 0 0,1 1-1 0 0,-1 0 1 0 0,0 0-1 0 0,1-1 0 0 0,-1 1 1 0 0,0 0-1 0 0,1 0 1 0 0,-1 0-1 0 0,1 0 0 0 0,-1-1 1 0 0,1 1-1 0 0,-1 0 0 0 0,0 0 1 0 0,1 0-1 0 0,-1 0 1 0 0,1 0-1 0 0,-1 0 0 0 0,1 0 1 0 0,2-2 147 0 0,-3-10-124 0 0,0-6 14 0 0,-2 12-16 0 0,1 0-1 0 0,-1 0 0 0 0,0 0 0 0 0,0 0 0 0 0,-1 1 1 0 0,0-1-1 0 0,0 1 0 0 0,0-1 0 0 0,-1 1 0 0 0,0 0 0 0 0,0 0 1 0 0,0 1-1 0 0,0-1 0 0 0,-1 1 0 0 0,0 0 0 0 0,-9-6 0 0 0,-21 5-605 0 0,33 4 556 0 0,-44-11-3844 0 0,44 12 3426 0 0,0 0 1 0 0,0 0-1 0 0,-1 0 1 0 0,1 0-1 0 0,0 0 1 0 0,0 0-1 0 0,0 0 1 0 0,-1 1-1 0 0,1-1 1 0 0,0 1-1 0 0,0 0 1 0 0,0 0-1 0 0,0-1 1 0 0,0 1-1 0 0,0 1 1 0 0,0-1-1 0 0,0 0 1 0 0,-3 3-1 0 0,0-2-1860 0 0,-8-2 10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9.9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3744 0 0,'0'0'11957'0'0,"0"18"-9989"0"0,0-12-1783 0 0,1 0 0 0 0,0 0 1 0 0,0 0-1 0 0,0 0 0 0 0,4 10 0 0 0,5 19 112 0 0,3 6 13 0 0,-10-33-271 0 0,0 0 1 0 0,0 0-1 0 0,-1 0 1 0 0,0 0-1 0 0,-1 0 1 0 0,2 10-1 0 0,-3-16-37 0 0,0-1 0 0 0,0 1 0 0 0,0 0 0 0 0,0 0 0 0 0,1-1 0 0 0,-1 1 0 0 0,1 0 0 0 0,-1-1 0 0 0,1 1 0 0 0,0 0 0 0 0,0-1 0 0 0,1 2 0 0 0,4 12 36 0 0,-4 25 5 0 0,1-22-22 0 0,5-9-18 0 0,-4-5 409 0 0,-3-11-128 0 0,-1 1-238 0 0,1 1 1 0 0,-1-1-1 0 0,1 0 1 0 0,0 1-1 0 0,0 0 1 0 0,0-1-1 0 0,1 1 0 0 0,0 0 1 0 0,0-1-1 0 0,0 1 1 0 0,1 0-1 0 0,3-5 1 0 0,7-14 160 0 0,1 7-89 0 0,-13 16-109 0 0,0-1-1 0 0,1 1 1 0 0,-1 0 0 0 0,0 0-1 0 0,0-1 1 0 0,0 1 0 0 0,0 0-1 0 0,0-1 1 0 0,0 1 0 0 0,0-1-1 0 0,0 0 1 0 0,-1 1-1 0 0,1-1 1 0 0,-1 0 0 0 0,1 1-1 0 0,-1-1 1 0 0,1 0 0 0 0,-1-2-1 0 0,0 2 2 0 0,-1 1-1 0 0,1 0 0 0 0,0-1 0 0 0,0 1 0 0 0,0 0 0 0 0,0-1 1 0 0,0 1-1 0 0,1 0 0 0 0,-1-1 0 0 0,0 1 0 0 0,1 0 0 0 0,-1-1 0 0 0,0 1 1 0 0,1 0-1 0 0,0 0 0 0 0,-1-1 0 0 0,1 1 0 0 0,0 0 0 0 0,0-1 1 0 0,22-36 318 0 0,-20 31-275 0 0,-3 7-49 0 0,0-1 0 0 0,1 1 1 0 0,-1 0-1 0 0,0-1 0 0 0,0 1 1 0 0,0-1-1 0 0,0 1 0 0 0,1-1 1 0 0,-1 1-1 0 0,0 0 0 0 0,0-1 1 0 0,1 1-1 0 0,-1-1 0 0 0,0 1 1 0 0,1 0-1 0 0,-1-1 0 0 0,1 1 1 0 0,-1 0-1 0 0,0 0 0 0 0,1-1 0 0 0,-1 1 1 0 0,1 0-1 0 0,-1 0 0 0 0,0 0 1 0 0,1-1-1 0 0,-1 1 0 0 0,1 0 1 0 0,-1 0-1 0 0,1 0 0 0 0,-1 0 1 0 0,1 0-1 0 0,-1 0 0 0 0,1 0 1 0 0,-1 0-1 0 0,1 0 0 0 0,0 0 2 0 0,-1 0-1 0 0,0 0 0 0 0,1 0 0 0 0,-1 0 0 0 0,1 0 1 0 0,-1 0-1 0 0,0 0 0 0 0,1 0 0 0 0,-1 0 1 0 0,1 0-1 0 0,-1-1 0 0 0,0 1 0 0 0,1 0 0 0 0,-1 0 1 0 0,1 0-1 0 0,-1-1 0 0 0,0 1 0 0 0,1 0 0 0 0,-1 0 1 0 0,0-1-1 0 0,0 1 0 0 0,1 0 0 0 0,-1-1 1 0 0,0 1-1 0 0,0 0 0 0 0,1-1 0 0 0,-1 1 0 0 0,0 0 1 0 0,0-1-1 0 0,0 1 0 0 0,0-1 0 0 0,1 1 1 0 0,-1-1-1 0 0,0 1-1 0 0,0-1 0 0 0,0 1-1 0 0,0 0 1 0 0,0-1 0 0 0,1 1 0 0 0,-1-1 0 0 0,0 1 0 0 0,0 0 0 0 0,0-1 0 0 0,1 1-1 0 0,-1 0 1 0 0,0-1 0 0 0,0 1 0 0 0,1 0 0 0 0,-1-1 0 0 0,0 1 0 0 0,1 0 0 0 0,-1 0-1 0 0,0-1 1 0 0,1 1 0 0 0,-1 0 0 0 0,0 0 0 0 0,1 0 0 0 0,-1 0 0 0 0,1-1 0 0 0,-1 1 0 0 0,0 0-1 0 0,1 0 1 0 0,-1 0 0 0 0,1 0 0 0 0,-1 0 0 0 0,0 0 0 0 0,1 0 0 0 0,3 0 55 0 0,-2-1-41 0 0,0 1-1 0 0,0 0 1 0 0,-1 0 0 0 0,1 0 0 0 0,0 0 0 0 0,0 0 0 0 0,0 0 0 0 0,0 0 0 0 0,0 0-1 0 0,0 1 1 0 0,-1-1 0 0 0,1 1 0 0 0,3 1 0 0 0,10 15 66 0 0,-15-12-80 0 0,1-1 4 0 0,7 4 28 0 0,-4-2-25 0 0,11 45 54 0 0,-13-35-28 0 0,-2 48-5 0 0,0-61 22 0 0,3-49-12 0 0,-2 45-42 0 0,0 0 0 0 0,0 0 0 0 0,0 0 0 0 0,0 0 0 0 0,0 0 0 0 0,0 0 0 0 0,0 0 0 0 0,0 0 0 0 0,-1 0 0 0 0,1-1 0 0 0,0 1 0 0 0,-1 0 0 0 0,1-1 0 0 0,-1 1 0 0 0,1 0 0 0 0,-1-1 0 0 0,0 1 0 0 0,0 0 0 0 0,1-1 0 0 0,-1 1 0 0 0,0-1 0 0 0,0 1 0 0 0,-1-3 0 0 0,1 3-2 0 0,0 0-1 0 0,0-1 1 0 0,0 1 0 0 0,1 0-1 0 0,-1 0 1 0 0,0-1-1 0 0,1 1 1 0 0,-1 0 0 0 0,1 0-1 0 0,-1 0 1 0 0,1 0-1 0 0,-1-1 1 0 0,1 1 0 0 0,0 0-1 0 0,-1 0 1 0 0,1 0-1 0 0,0 0 1 0 0,0 0 0 0 0,0 1-1 0 0,0-1 1 0 0,0 0-1 0 0,0 0 1 0 0,0 0-1 0 0,0 1 1 0 0,1-1 0 0 0,-1 0-1 0 0,0 1 1 0 0,0-1 0 0 0,0 0 0 0 0,0 1 0 0 0,0-1 0 0 0,0 0-1 0 0,0 1 1 0 0,0-1 0 0 0,-1 0 0 0 0,1 0 0 0 0,0 0-1 0 0,-1 1 1 0 0,1-1 0 0 0,0 0 0 0 0,-1 0 0 0 0,1 0-1 0 0,-1 0 1 0 0,0 0 0 0 0,1 0 0 0 0,-1 0 0 0 0,0-1 0 0 0,1 1-1 0 0,-1 0 1 0 0,0-2 0 0 0,0 2 2 0 0,0 1 1 0 0,0-1-1 0 0,0 0 0 0 0,0 0 0 0 0,0 1 1 0 0,0-1-1 0 0,0 0 0 0 0,1 0 1 0 0,-1 1-1 0 0,0-1 0 0 0,0 0 0 0 0,1 1 1 0 0,-1-1-1 0 0,0 0 0 0 0,1 1 1 0 0,-1-1-1 0 0,1 0 0 0 0,-1 1 0 0 0,1-1 1 0 0,-1 1-1 0 0,1-1 0 0 0,-1 1 1 0 0,1-1-1 0 0,1 0 0 0 0,-2 1 1 0 0,1 0 0 0 0,-1-1 0 0 0,1 1 0 0 0,-1 0 0 0 0,0-1 0 0 0,1 1 0 0 0,-1-1 0 0 0,1 1 1 0 0,-1 0-1 0 0,0-1 0 0 0,1 1 0 0 0,-1-1 0 0 0,0 1 0 0 0,1-1 0 0 0,-1 1 0 0 0,0-1 0 0 0,0 0 0 0 0,0 1 0 0 0,1-1 0 0 0,-1 1 0 0 0,0-1 0 0 0,0 1 0 0 0,0-2 0 0 0,0 1-1 0 0,0 0-1 0 0,0 1 1 0 0,0-1 0 0 0,0 0-1 0 0,0 1 1 0 0,1-1 0 0 0,-1 1-1 0 0,0-1 1 0 0,0 0 0 0 0,1 1-1 0 0,-1-1 1 0 0,0 0 0 0 0,1 1-1 0 0,-1-1 1 0 0,0 1 0 0 0,1-1-1 0 0,-1 1 1 0 0,1-1 0 0 0,-1 1-1 0 0,1 0 1 0 0,-1-1 0 0 0,1 1-1 0 0,-1-1 1 0 0,1 1 0 0 0,0 0-1 0 0,-1 0 1 0 0,1-1 0 0 0,0 1 0 0 0,-1 0-1 0 0,1 0 1 0 0,0 0 0 0 0,-1-1-1 0 0,1 1 1 0 0,0 0 0 0 0,-1 0-1 0 0,1 0 1 0 0,1 1 0 0 0,14-7 103 0 0,-12 1-92 0 0,5-1-20 0 0,27 3 81 0 0,-28 3-85 0 0,-6 0 11 0 0,0-1 1 0 0,1 1-1 0 0,-1 0 0 0 0,0 0 1 0 0,0 0-1 0 0,0 0 0 0 0,1 0 1 0 0,-1 0-1 0 0,0 1 0 0 0,0-1 1 0 0,0 1-1 0 0,0-1 0 0 0,1 1 1 0 0,-1 0-1 0 0,0 0 0 0 0,0 0 1 0 0,0 0-1 0 0,-1 0 0 0 0,1 1 1 0 0,0-1-1 0 0,0 0 0 0 0,-1 1 1 0 0,2 1-1 0 0,19 29-14 0 0,-4-12 41 0 0,-14-16-17 0 0,0 1 1 0 0,0-1-1 0 0,0 0 0 0 0,0 1 0 0 0,4 7 1 0 0,26 63-399 0 0,-32-71 28 0 0,0 1 0 0 0,0-1 0 0 0,0 0 0 0 0,-1 1 0 0 0,1 0 0 0 0,-1-1 0 0 0,-1 1 0 0 0,2 4 0 0 0,10 7-3420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3:00.6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2048 0 0,'0'0'8368'0'0,"2"-2"-7510"0"0,1 0-682 0 0,0 0 0 0 0,-1 1 0 0 0,1-1 0 0 0,0 1 0 0 0,0-1 0 0 0,0 1 0 0 0,0 0 0 0 0,0 1-1 0 0,0-1 1 0 0,0 0 0 0 0,1 1 0 0 0,-1 0 0 0 0,0-1 0 0 0,0 1 0 0 0,0 0 0 0 0,6 2 0 0 0,-4-2-196 0 0,137 0 2004 0 0,-140 0-2155 0 0,-2 2 257 0 0,-2 25 608 0 0,2-27-701 0 0,0 0-1 0 0,0 0 1 0 0,0 0-1 0 0,-1 1 1 0 0,1-1-1 0 0,0 0 1 0 0,0 0-1 0 0,0 0 1 0 0,0 1-1 0 0,-1-1 1 0 0,1 0-1 0 0,0 0 0 0 0,0 0 1 0 0,0 0-1 0 0,-1 0 1 0 0,1 1-1 0 0,0-1 1 0 0,0 0-1 0 0,-1 0 1 0 0,1 0-1 0 0,0 0 1 0 0,0 0-1 0 0,0 0 1 0 0,-1 0-1 0 0,1 0 1 0 0,0 0-1 0 0,0 0 1 0 0,-1 0-1 0 0,1 0 0 0 0,0 0 1 0 0,0 0-1 0 0,-1 0 1 0 0,1 0-1 0 0,-4-1 65 0 0,-1 17 418 0 0,-38 33-294 0 0,38-40-79 0 0,0-1-1 0 0,-1 1 1 0 0,0-1-1 0 0,-1 0 0 0 0,-7 7 1 0 0,9-10 79 0 0,2-2-21 0 0,2-3-178 0 0,0 1 1 0 0,0-1 0 0 0,0 1-1 0 0,0 0 1 0 0,0-1-1 0 0,0 1 1 0 0,0 0 0 0 0,1 0-1 0 0,-1 0 1 0 0,0 0-1 0 0,0 0 1 0 0,1 0 0 0 0,-1 0-1 0 0,1 0 1 0 0,-1 0-1 0 0,1 0 1 0 0,-1 0 0 0 0,1 0-1 0 0,0 0 1 0 0,-1 2-1 0 0,-3 6 112 0 0,-4-4 222 0 0,8-5-309 0 0,-1 1-1 0 0,1-1 0 0 0,0 0 1 0 0,-1 0-1 0 0,1 0 0 0 0,0 0 1 0 0,0 1-1 0 0,-1-1 1 0 0,1 0-1 0 0,0 0 0 0 0,0 1 1 0 0,-1-1-1 0 0,1 0 0 0 0,0 0 1 0 0,0 1-1 0 0,0-1 0 0 0,-1 0 1 0 0,1 1-1 0 0,0-1 0 0 0,0 0 1 0 0,0 1-1 0 0,0-1 0 0 0,0 0 1 0 0,0 1-1 0 0,0-1 0 0 0,0 0 1 0 0,0 1-1 0 0,0-1 0 0 0,0 0 1 0 0,0 1-1 0 0,0-1 0 0 0,0 0 1 0 0,0 1-1 0 0,0 0 0 0 0,0 1-208 0 0,3 12-150 0 0,10-9 437 0 0,-13-4-90 0 0,1 0 1 0 0,-1-1-1 0 0,0 1 1 0 0,1 0-1 0 0,-1-1 0 0 0,1 1 1 0 0,-1 0-1 0 0,1-1 0 0 0,-1 1 1 0 0,1 0-1 0 0,-1-1 1 0 0,1 1-1 0 0,0-1 0 0 0,-1 1 1 0 0,1-1-1 0 0,0 1 0 0 0,-1-1 1 0 0,1 0-1 0 0,0 1 1 0 0,0-1-1 0 0,-1 0 0 0 0,2 1 1 0 0,26 8 153 0 0,-11-4-389 0 0,-15-4 237 0 0,-1 0 0 0 0,1 0-1 0 0,-1-1 1 0 0,1 1 0 0 0,-1-1 0 0 0,1 1 0 0 0,0-1 0 0 0,-1 0 0 0 0,1 1 0 0 0,0-1 0 0 0,0 0-1 0 0,-1 0 1 0 0,1 0 0 0 0,0 0 0 0 0,-1-1 0 0 0,3 0 0 0 0,-2 1-17 0 0,0 0 1 0 0,0-1-1 0 0,0 1 1 0 0,0 0-1 0 0,0 0 0 0 0,0 0 1 0 0,0 0-1 0 0,-1 0 1 0 0,1 1-1 0 0,0-1 0 0 0,3 2 1 0 0,27 16-19 0 0,-29-15-58 0 0,1 0 1 0 0,0 0-1 0 0,1 0 1 0 0,-1-1-1 0 0,0 0 1 0 0,1 0-1 0 0,-1 0 1 0 0,1 0-1 0 0,0-1 1 0 0,-1 1-1 0 0,8 0 1 0 0,-12-2 92 0 0,1 0 0 0 0,-1 0 0 0 0,0 0 0 0 0,0 0-1 0 0,1 1 1 0 0,-1-1 0 0 0,0 0 0 0 0,0 0 0 0 0,0 0 0 0 0,0 1 0 0 0,1-1 0 0 0,-1 0 0 0 0,0 0 0 0 0,0 0 0 0 0,0 1 0 0 0,0-1 0 0 0,0 0 0 0 0,0 0-1 0 0,0 1 1 0 0,0-1 0 0 0,1 0 0 0 0,-1 0 0 0 0,0 1 0 0 0,0-1 0 0 0,0 0 0 0 0,0 0 0 0 0,0 1 0 0 0,0-1 0 0 0,0 0 0 0 0,-1 0 0 0 0,1 1 0 0 0,0-1-1 0 0,0 0 1 0 0,0 0 0 0 0,0 1 0 0 0,0-1-4 0 0,0 0-1 0 0,0 0 0 0 0,0 1 0 0 0,-1-1 1 0 0,1 0-1 0 0,0 0 0 0 0,0 1 0 0 0,0-1 1 0 0,0 0-1 0 0,0 0 0 0 0,0 1 0 0 0,0-1 1 0 0,0 0-1 0 0,0 0 0 0 0,0 1 0 0 0,0-1 1 0 0,0 0-1 0 0,1 0 0 0 0,-1 1 0 0 0,0-1 1 0 0,0 0-1 0 0,0 0 0 0 0,0 1 0 0 0,0-1 1 0 0,0 0-1 0 0,1 0 0 0 0,-1 0 0 0 0,0 1 1 0 0,0-1-1 0 0,0 0 0 0 0,0 0 0 0 0,1 0 1 0 0,-1 0-1 0 0,0 0 0 0 0,1 1 1 0 0,-1-1 2 0 0,1 0 1 0 0,-1-1 0 0 0,1 1 0 0 0,-1 0-1 0 0,1 0 1 0 0,-1 0 0 0 0,1 0 0 0 0,-1 0-1 0 0,1 0 1 0 0,-1 0 0 0 0,1 0 0 0 0,-1 1-1 0 0,1-1 1 0 0,-1 0 0 0 0,1 0 0 0 0,-1 0-1 0 0,1 1 1 0 0,-1-1 0 0 0,1 0 0 0 0,-1 0-1 0 0,1 1 1 0 0,-1-1 0 0 0,1 0 0 0 0,-1 1-1 0 0,0-1 1 0 0,1 1 0 0 0,-1-1 0 0 0,0 0-1 0 0,1 1 1 0 0,-1-1 0 0 0,0 1 0 0 0,0-1-1 0 0,1 1 1 0 0,-1-1 0 0 0,0 1 0 0 0,0-1-1 0 0,0 1 1 0 0,0-1 0 0 0,0 1 0 0 0,0-1 0 0 0,0 1-1 0 0,0 0 1 0 0,1 0 0 0 0,7 4 25 0 0,-8-4-19 0 0,0-1 1 0 0,1 0-1 0 0,-1 0 0 0 0,0 1 1 0 0,1-1-1 0 0,-1 0 1 0 0,1 1-1 0 0,-1-1 0 0 0,0 0 1 0 0,0 1-1 0 0,1-1 0 0 0,-1 0 1 0 0,0 1-1 0 0,0-1 0 0 0,1 0 1 0 0,-1 1-1 0 0,0-1 0 0 0,0 1 1 0 0,0-1-1 0 0,0 1 1 0 0,1-1-1 0 0,-1 1 0 0 0,0-1 1 0 0,0 0-1 0 0,0 1 0 0 0,0-1 1 0 0,0 1-1 0 0,0-1 0 0 0,0 1 1 0 0,-1-1-1 0 0,1 1 0 0 0,0-1 1 0 0,0 1-1 0 0,0 1 23 0 0,0 0-1 0 0,0 1 0 0 0,0-1 1 0 0,0 0-1 0 0,0 0 0 0 0,0 0 1 0 0,-1 0-1 0 0,1 0 0 0 0,-1 0 1 0 0,1 0-1 0 0,-1 0 0 0 0,0 0 1 0 0,0 0-1 0 0,0 0 0 0 0,0 0 1 0 0,0-1-1 0 0,0 1 0 0 0,0 0 1 0 0,-1-1-1 0 0,1 1 0 0 0,-1-1 1 0 0,1 1-1 0 0,-3 1 0 0 0,3-2-10 0 0,-2 1 7 0 0,0 0 1 0 0,0 0 0 0 0,0 0 0 0 0,0-1 0 0 0,0 1 0 0 0,-1-1 0 0 0,1 0 0 0 0,0 0 0 0 0,-1 0 0 0 0,1-1 0 0 0,0 1 0 0 0,-7-1-1 0 0,-6 3 25 0 0,6-1-24 0 0,-19 3-30 0 0,-37 1-1 0 0,43-5 16 0 0,-19-2-2746 0 0,40 1 2116 0 0,-1-1 1 0 0,1 1 0 0 0,0 0 0 0 0,-1-1 0 0 0,1 0 0 0 0,0 0-1 0 0,0 0 1 0 0,0 0 0 0 0,0 0 0 0 0,-1 0 0 0 0,1 0 0 0 0,-3-3-1 0 0,5 4 502 0 0,0-1 0 0 0,-1 1-1 0 0,1-1 1 0 0,0 1-1 0 0,-1 0 1 0 0,1 0 0 0 0,0-1-1 0 0,-1 1 1 0 0,1 0-1 0 0,0 0 1 0 0,-1-1 0 0 0,1 1-1 0 0,-1 0 1 0 0,1 0-1 0 0,0 0 1 0 0,-1 0-1 0 0,1 0 1 0 0,-1-1 0 0 0,1 1-1 0 0,-1 0 1 0 0,1 0-1 0 0,-1 0 1 0 0,1 0 0 0 0,0 0-1 0 0,-1 0 1 0 0,0 1-1 0 0,-4-2-434 0 0,3-13-1620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3:58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 2848 0 0,'0'-13'15674'0'0,"0"17"-15534"0"0,1 0 0 0 0,-1 0 0 0 0,1 0 1 0 0,0 0-1 0 0,0 0 0 0 0,0-1 0 0 0,0 1 0 0 0,1 0 0 0 0,0-1 0 0 0,2 5 0 0 0,-2-3-46 0 0,-1 0 0 0 0,0 0-1 0 0,0 0 1 0 0,0 0-1 0 0,-1 1 1 0 0,1-1 0 0 0,-1 0-1 0 0,0 0 1 0 0,-1 1-1 0 0,-1 5 1 0 0,2-6-48 0 0,-1 1 1 0 0,1-1-1 0 0,0 1 1 0 0,0-1-1 0 0,0 1 1 0 0,2 7-1 0 0,4 3-122 0 0,-4-13 94 0 0,-1 1 0 0 0,0-1 0 0 0,0 1-1 0 0,0-1 1 0 0,-1 1 0 0 0,1-1 0 0 0,-1 1 0 0 0,1 3 0 0 0,-1 3 87 0 0,1 1 0 0 0,0-1 0 0 0,5 14 0 0 0,-1 2 73 0 0,3 13 64 0 0,-5-23-132 0 0,0 0-1 0 0,2 20 0 0 0,-6-33-89 0 0,1 1-1 0 0,1-1 0 0 0,-1 1 0 0 0,1-1 1 0 0,-1 1-1 0 0,1-1 0 0 0,0 0 0 0 0,3 7 0 0 0,2 9 16 0 0,-3 9 52 0 0,-1 0-1 0 0,-1 1 1 0 0,-3 29-1 0 0,0 5 219 0 0,2 50 63 0 0,0-67 59 0 0,0-44 74 0 0,0-1-485 0 0,0 0-1 0 0,0 0 1 0 0,0-1 0 0 0,0 1 0 0 0,0 0-1 0 0,0 0 1 0 0,0 0 0 0 0,0-1-1 0 0,0 1 1 0 0,0 0 0 0 0,0 0 0 0 0,0-1-1 0 0,0 1 1 0 0,1 0 0 0 0,-1 0 0 0 0,0-1-1 0 0,1 1 1 0 0,-1 0 0 0 0,1 0 0 0 0,20 0 319 0 0,27-1-38 0 0,-45 0-287 0 0,0 0-1 0 0,-1-1 1 0 0,1 1 0 0 0,0-1-1 0 0,-1 1 1 0 0,1-1 0 0 0,-1 0-1 0 0,1 0 1 0 0,-1 0 0 0 0,1-1-1 0 0,-1 1 1 0 0,0 0 0 0 0,3-3 0 0 0,-3 3-23 0 0,-1 1 0 0 0,1-1 0 0 0,0 0-1 0 0,-1 1 1 0 0,1-1 0 0 0,-1 1 0 0 0,1 0 0 0 0,0 0 0 0 0,0-1 0 0 0,-1 1 0 0 0,1 0 0 0 0,0 1 0 0 0,-1-1 0 0 0,1 0 0 0 0,3 1 0 0 0,1-1 8 0 0,106 0-224 0 0,0 0-2448 0 0,-55 0-3262 0 0,2 0-6746 0 0,-30 0 8520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3:58.5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1 1952 0 0,'0'0'3962'0'0,"-19"0"2390"0"0,18 0-6189 0 0,-1 0 174 0 0,0 0 1 0 0,-1 0-1 0 0,1 0 0 0 0,0 0 0 0 0,-1 0 0 0 0,1 0 1 0 0,-1 1-1 0 0,1-1 0 0 0,0 1 0 0 0,-3 0 0 0 0,5 0-307 0 0,0-1-1 0 0,0 1 1 0 0,0-1 0 0 0,0 1-1 0 0,0-1 1 0 0,0 1-1 0 0,0-1 1 0 0,0 1-1 0 0,0-1 1 0 0,0 1 0 0 0,0-1-1 0 0,0 1 1 0 0,-1-1-1 0 0,1 1 1 0 0,0-1 0 0 0,0 1-1 0 0,-1-1 1 0 0,1 0-1 0 0,0 1 1 0 0,-1-1-1 0 0,1 1 1 0 0,0-1 0 0 0,-1 0-1 0 0,1 1 1 0 0,-1-1-1 0 0,1 0 1 0 0,0 1 0 0 0,-1-1-1 0 0,1 0 1 0 0,-1 0-1 0 0,1 0 1 0 0,-1 1 0 0 0,1-1-1 0 0,-1 0 1 0 0,1 0-1 0 0,-1 0 1 0 0,1 0-1 0 0,-1 0 1 0 0,1 0 0 0 0,-1 0-1 0 0,-3 0 1281 0 0,7 3-1038 0 0,-2-2-207 0 0,0 0-1 0 0,1 0 1 0 0,-1 0 0 0 0,1 0 0 0 0,-1 0 0 0 0,1 0-1 0 0,-1 0 1 0 0,1 0 0 0 0,-1-1 0 0 0,1 1 0 0 0,0-1-1 0 0,3 1 1 0 0,31 1 772 0 0,-31-2-815 0 0,220 0 58 0 0,-102 0-5632 0 0,-76 0-1412 0 0,-29 0 883 0 0,-16 0 5441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3:58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0 1408 0 0,'0'0'928'0'0,"-3"3"-288"0"0,2-2-490 0 0,-1 1-1 0 0,1-1 1 0 0,0 0 0 0 0,-1 0-1 0 0,1 0 1 0 0,-1 0 0 0 0,1 0-1 0 0,-1 0 1 0 0,0-1 0 0 0,1 1-1 0 0,-1 0 1 0 0,0-1 0 0 0,0 1-1 0 0,-3-1 1 0 0,3 0 362 0 0,2 1-439 0 0,0 0 1 0 0,0-1-1 0 0,0 1 0 0 0,0-1 1 0 0,0 1-1 0 0,0-1 0 0 0,0 1 0 0 0,0 0 1 0 0,0-1-1 0 0,0 1 0 0 0,0-1 0 0 0,0 1 1 0 0,0-1-1 0 0,0 1 0 0 0,-1 0 1 0 0,1-1-1 0 0,0 1 0 0 0,0-1 0 0 0,-1 1 1 0 0,1-1-1 0 0,0 1 0 0 0,-1 0 0 0 0,0-1 31 0 0,0 1-1 0 0,1-1 0 0 0,-1 1 0 0 0,0-1 0 0 0,0 0 1 0 0,1 1-1 0 0,-1-1 0 0 0,0 0 0 0 0,0 1 1 0 0,0-1-1 0 0,0 0 0 0 0,0 0 0 0 0,0 0 0 0 0,1 0 1 0 0,-1 0-1 0 0,0 0 0 0 0,-1 0 0 0 0,1 0-67 0 0,1 0 0 0 0,-1 0 0 0 0,1-1 0 0 0,-1 1 0 0 0,1 0-1 0 0,0 0 1 0 0,-1 0 0 0 0,1 0 0 0 0,-1 0 0 0 0,1 0 0 0 0,-1 0 0 0 0,1 1 0 0 0,-1-1-1 0 0,1 0 1 0 0,0 0 0 0 0,-1 0 0 0 0,1 0 0 0 0,-1 0 0 0 0,1 1 0 0 0,0-1 0 0 0,-1 0 0 0 0,1 0-1 0 0,-1 1 1 0 0,1-1 0 0 0,0 0 0 0 0,-1 1 0 0 0,1-1 0 0 0,0 0 0 0 0,0 1 0 0 0,-1-1-1 0 0,1 0 1 0 0,0 1 0 0 0,0-1 0 0 0,-1 1 0 0 0,1-1 0 0 0,0 0 0 0 0,0 1 0 0 0,0-1 0 0 0,0 1-1 0 0,0-1 1 0 0,0 7 2913 0 0,19-7-1335 0 0,-17-1-1464 0 0,-1 1 0 0 0,1-1 0 0 0,0 1 0 0 0,0 0 0 0 0,0 0 0 0 0,0 0 0 0 0,-1 0 0 0 0,1 0 0 0 0,0 0 0 0 0,0 0 0 0 0,0 1 0 0 0,-1-1 1 0 0,1 1-1 0 0,0-1 0 0 0,0 1 0 0 0,1 1 0 0 0,-1-1-64 0 0,0 1 1 0 0,0-1-1 0 0,0 1 1 0 0,0-1-1 0 0,1 0 1 0 0,-1 0 0 0 0,0 0-1 0 0,1 0 1 0 0,-1 0-1 0 0,0 0 1 0 0,1-1-1 0 0,-1 1 1 0 0,1-1-1 0 0,-1 0 1 0 0,1 1-1 0 0,-1-1 1 0 0,1 0-1 0 0,-1-1 1 0 0,1 1-1 0 0,3-1 1 0 0,8 1 160 0 0,178 0 365 0 0,-70 0-3656 0 0,-120 0 2703 0 0,-1 0-1 0 0,1 0 1 0 0,0 0 0 0 0,-1 1-1 0 0,1-1 1 0 0,0 0 0 0 0,-1 1 0 0 0,1-1-1 0 0,0 1 1 0 0,-1 0 0 0 0,1 0-1 0 0,-1-1 1 0 0,2 3 0 0 0,11 3-3136 0 0,1-4-2118 0 0,-4-2 3781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35.4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1624 405 1696 0 0,'0'0'1285'0'0,"1"0"-1266"0"0,-1-1 0 0 0,0 0 0 0 0,0 0-1 0 0,0 1 1 0 0,0-1 0 0 0,0 0 0 0 0,0 0 0 0 0,0 1-1 0 0,0-1 1 0 0,0 0 0 0 0,0 0 0 0 0,0 1 0 0 0,0-1-1 0 0,-1 0 1 0 0,1 1 0 0 0,0-1 0 0 0,0 0 0 0 0,-1 1-1 0 0,1-1 1 0 0,-1-1 0 0 0,0 2-5 0 0,1 0 0 0 0,-1 0 1 0 0,1 1-1 0 0,-1-1 0 0 0,1-1 0 0 0,-1 1 0 0 0,1 0 1 0 0,-1 0-1 0 0,0 0 0 0 0,1 0 0 0 0,0 0 1 0 0,-1 0-1 0 0,1-1 0 0 0,-1 1 0 0 0,1 0 0 0 0,-1 0 1 0 0,1 0-1 0 0,-1-1 0 0 0,1 1 0 0 0,0 0 1 0 0,-1-1-1 0 0,1 1 0 0 0,-1-1 0 0 0,1 1 0 0 0,0 0 1 0 0,0-1-1 0 0,-1 1 0 0 0,1-1 0 0 0,0 1 1 0 0,0-1-1 0 0,-1 1 0 0 0,1-1 0 0 0,0 1 0 0 0,0-1 1 0 0,0 1-1 0 0,0-1 0 0 0,0 1 0 0 0,0-1 1 0 0,0 1-1 0 0,0-1 0 0 0,0 0 0 0 0,0-2 146 0 0,-1 4-128 0 0,-1-1 0 0 0,1 0-1 0 0,0 0 1 0 0,0 0 0 0 0,0 0-1 0 0,0 0 1 0 0,0 0 0 0 0,0 0-1 0 0,0 0 1 0 0,0-1 0 0 0,-1 1-1 0 0,1 0 1 0 0,0-1 0 0 0,0 1-1 0 0,-1-1 1 0 0,-25-27 1072 0 0,27 28-1093 0 0,0 0 1 0 0,0 0 0 0 0,-1 0-1 0 0,1 0 1 0 0,0-1-1 0 0,0 1 1 0 0,-1 0 0 0 0,1 0-1 0 0,0-1 1 0 0,0 1-1 0 0,0 0 1 0 0,0-1 0 0 0,-1 1-1 0 0,1 0 1 0 0,0 0-1 0 0,0-1 1 0 0,0 1 0 0 0,0 0-1 0 0,0-1 1 0 0,0 1-1 0 0,0 0 1 0 0,0-1-1 0 0,0 1 1 0 0,0 0 0 0 0,0-1-1 0 0,0 1 1 0 0,0 0-1 0 0,0-1 1 0 0,0 1 0 0 0,0 0-1 0 0,0-1 1 0 0,0 1-1 0 0,0 0 1 0 0,0 0 0 0 0,1-1-1 0 0,-1 1 1 0 0,0-1 1 0 0,0 1-1 0 0,0 0 1 0 0,1 0 0 0 0,-1-1-1 0 0,0 1 1 0 0,0 0 0 0 0,0-1-1 0 0,0 1 1 0 0,0 0 0 0 0,0-1 0 0 0,0 1-1 0 0,0 0 1 0 0,0-1 0 0 0,0 1-1 0 0,0 0 1 0 0,0 0 0 0 0,0-1 0 0 0,0 1-1 0 0,0 0 1 0 0,0-1 0 0 0,0 1-1 0 0,0 0 1 0 0,-1-1 0 0 0,1 1 0 0 0,0 0-1 0 0,0 0 1 0 0,0-1 0 0 0,0 1-1 0 0,-1 0 1 0 0,1 0 0 0 0,0-1 0 0 0,0 1-1 0 0,0 0 1 0 0,-1 0 0 0 0,1 0-1 0 0,0-1 1 0 0,-1 1 0 0 0,-17-11 526 0 0,14 9-451 0 0,0 0 1 0 0,0 0-1 0 0,0-1 0 0 0,1 1 0 0 0,-1-1 1 0 0,-3-4-1 0 0,-11-4 191 0 0,15 10-197 0 0,-1-1-1 0 0,0-1 0 0 0,0 1 0 0 0,1 0 1 0 0,-1-1-1 0 0,-4-5 0 0 0,-19-8 244 0 0,22 9-260 0 0,5 7-59 0 0,-1-1 0 0 0,0 0 0 0 0,1 0 0 0 0,-1 1 0 0 0,0-1 0 0 0,0 0-1 0 0,0 1 1 0 0,1-1 0 0 0,-1 1 0 0 0,0-1 0 0 0,0 1 0 0 0,0-1 0 0 0,0 1 0 0 0,0 0-1 0 0,0-1 1 0 0,0 1 0 0 0,-2 0 0 0 0,-34-20 98 0 0,29 15-83 0 0,0 1 1 0 0,0-1 0 0 0,0 2 0 0 0,-1-1 0 0 0,-12-3 0 0 0,1 1 38 0 0,-1-1 0 0 0,-34-18 1 0 0,33 15 5 0 0,-1 0-1 0 0,-45-13 1 0 0,-58-20 132 0 0,3 11-1 0 0,119 31-191 0 0,1 0-1 0 0,-1 0 1 0 0,0 0-1 0 0,0 0 1 0 0,0 1-1 0 0,0 0 1 0 0,0-1-1 0 0,-7 2 1 0 0,-19-1 51 0 0,4-4-49 0 0,-3 0 20 0 0,-39-2 0 0 0,22 6-57 0 0,20-2 51 0 0,1 2-1 0 0,-1 1 1 0 0,1 0 0 0 0,0 2-1 0 0,-30 8 1 0 0,-17 10 5 0 0,51-13-48 0 0,1-1-35 0 0,-1 1 0 0 0,1 0 0 0 0,-35 23-1 0 0,31-20 28 0 0,20-10 24 0 0,-1 1-1 0 0,1 0 0 0 0,-1 0 1 0 0,1 1-1 0 0,0-1 0 0 0,0 1 0 0 0,-4 3 1 0 0,-61 64-177 0 0,65-67 152 0 0,0 1 0 0 0,1 0 0 0 0,-1 0 0 0 0,1 0 0 0 0,0 1 0 0 0,0-1 0 0 0,-2 6 0 0 0,-10 11-151 0 0,-14 24-710 0 0,29-44 845 0 0,-1 0 0 0 0,0 0 0 0 0,1 0-1 0 0,-1 0 1 0 0,1 0 0 0 0,0 0-1 0 0,-1 0 1 0 0,1 0 0 0 0,0 0 0 0 0,-1 0-1 0 0,1 0 1 0 0,0 0 0 0 0,0 0 0 0 0,0 0-1 0 0,0 0 1 0 0,0 1 0 0 0,0-1-1 0 0,1 1 1 0 0,-2 12-392 0 0,-2-9 53 0 0,1 0 0 0 0,0 0 0 0 0,1 1 0 0 0,-1-1 0 0 0,1 0 0 0 0,0 1 0 0 0,0-1 0 0 0,1 1 0 0 0,0 10 0 0 0,0 0-2490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35.9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2624 0 0,'0'0'1584'0'0,"0"19"-928"0"0,0 31-130 0 0,0 25-215 0 0,0 40-183 0 0,0-53-32 0 0,13-59 91 0 0,-10 0-153 0 0,0-1 0 0 0,0 1 0 0 0,0-1 0 0 0,1 0 0 0 0,-1 0 0 0 0,1 0 0 0 0,0 0 1 0 0,-1-1-1 0 0,1 1 0 0 0,0-1 0 0 0,0 0 0 0 0,0 0 0 0 0,0 0 0 0 0,0-1 0 0 0,0 0 0 0 0,0 1 0 0 0,0-1 1 0 0,0-1-1 0 0,0 1 0 0 0,0 0 0 0 0,0-1 0 0 0,0 0 0 0 0,0 0 0 0 0,0 0 0 0 0,-1-1 0 0 0,1 1 0 0 0,5-4 0 0 0,47-24 121 0 0,-17 6-93 0 0,-6 2-10 0 0,38-16-1 0 0,-33 25-15 0 0,-15 6-61 0 0,-7 0-24 0 0,-5 2-64 0 0,1-1 1 0 0,-1 0-1 0 0,1 0 0 0 0,-1-1 1 0 0,12-9-1 0 0,-21 14-7 0 0,0 0 0 0 0,0 1 1 0 0,0-1-1 0 0,0 0 1 0 0,0 1-1 0 0,0 0 0 0 0,0-1 1 0 0,0 1-1 0 0,0 0 0 0 0,0 0 1 0 0,0 0-1 0 0,0 0 0 0 0,0 1 1 0 0,3 0-1 0 0,-3-1-368 0 0,14 0-2973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39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33 4064 0 0,'0'0'4106'0'0,"0"-19"1388"0"0,-5 7-3494 0 0,1 11-805 0 0,-1 11-641 0 0,3 13-52 0 0,0 1 1 0 0,2-1 0 0 0,4 33-1 0 0,12 6-203 0 0,6 21-32 0 0,-12-49-118 0 0,6 39 0 0 0,-7-32 138 0 0,22 59-1 0 0,-9-29-197 0 0,-17-56 70 0 0,0 0 1 0 0,12 25-1 0 0,4 13 531 0 0,-13-41-423 0 0,-7-11-235 0 0,-1 0 0 0 0,1 0 0 0 0,0 0 0 0 0,-1-1 0 0 0,1 1 0 0 0,-1 0 0 0 0,1 0 0 0 0,0 0 0 0 0,-1 0 0 0 0,0 0 0 0 0,1 0 0 0 0,-1 0 0 0 0,0 0-1 0 0,1 0 1 0 0,-1 2 0 0 0,2-2 84 0 0,-1-1 0 0 0,1 1-1 0 0,0-1 1 0 0,-1 0 0 0 0,1 1-1 0 0,0-1 1 0 0,0 0 0 0 0,0 0-1 0 0,-1 0 1 0 0,1 0 0 0 0,0 0-1 0 0,0-1 1 0 0,-1 1 0 0 0,1-1-1 0 0,2 0 1 0 0,1-6 144 0 0,0 0 0 0 0,0 0 1 0 0,-1 0-1 0 0,0-1 0 0 0,6-16 1 0 0,5-10 118 0 0,-4 2-160 0 0,45-120 256 0 0,-37 89-419 0 0,-2-1 1 0 0,9-74 0 0 0,-24 123-106 0 0,-1 1 0 0 0,0-1-1 0 0,-2-15 1 0 0,1 10 177 0 0,0 17 106 0 0,7 1 2158 0 0,65 68-32500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39.6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193 81 2720 0 0,'0'0'3706'0'0,"0"-3"-2682"0"0,0-27 3830 0 0,0 12-1761 0 0,0 16-2943 0 0,1 0-1 0 0,-1 0 1 0 0,0 1 0 0 0,1-1-1 0 0,-1 0 1 0 0,1 1 0 0 0,0-1-1 0 0,0 1 1 0 0,-1-1-1 0 0,1 1 1 0 0,0-1 0 0 0,9-8 3718 0 0,-18 17-3661 0 0,8-7-197 0 0,-1 0 0 0 0,1 1 0 0 0,-1-1 1 0 0,1 0-1 0 0,-1 0 0 0 0,1 0 0 0 0,-1 1 1 0 0,1-1-1 0 0,-1 0 0 0 0,1 1 0 0 0,0-1 0 0 0,-1 0 1 0 0,1 1-1 0 0,0-1 0 0 0,-1 1 0 0 0,1-1 1 0 0,0 0-1 0 0,-1 1 0 0 0,1-1 0 0 0,0 1 1 0 0,0-1-1 0 0,-1 1 0 0 0,1-1 0 0 0,0 1 1 0 0,0-1-1 0 0,0 1 0 0 0,0-1 0 0 0,0 1 1 0 0,0-1-1 0 0,0 1 0 0 0,0-1 0 0 0,0 1 1 0 0,0-1-1 0 0,0 2 0 0 0,0 9 275 0 0,1 1-23 0 0,-1 0 0 0 0,-1 0 0 0 0,-2 16 0 0 0,-1-12-224 0 0,2-9-36 0 0,0 0 0 0 0,0 0 0 0 0,1 0 0 0 0,-1 13 0 0 0,-4 20 130 0 0,-1-10 136 0 0,-25 176-161 0 0,17-113-91 0 0,10-60-69 0 0,-8 31-1 0 0,12-58 29 0 0,0 0-1 0 0,0 0 1 0 0,0 0 0 0 0,1 0-1 0 0,0 0 1 0 0,0 7-1 0 0,-1 56-41 0 0,-26 138-66 0 0,25-183 100 0 0,0-8 14 0 0,0 1-1 0 0,-8 25 1 0 0,5 33 110 0 0,4-70-83 0 0,-3 8-11 0 0,1 0-1 0 0,1 0 1 0 0,-1 20-1 0 0,3-33 3 0 0,0 1 0 0 0,0-1 0 0 0,0 1 0 0 0,0-1 0 0 0,0 1-1 0 0,0-1 1 0 0,0 0 0 0 0,0 1 0 0 0,-1-1 0 0 0,1 1 0 0 0,0-1 0 0 0,0 1-1 0 0,0-1 1 0 0,0 0 0 0 0,-1 1 0 0 0,1-1 0 0 0,0 0 0 0 0,0 1 0 0 0,-1-1-1 0 0,1 0 1 0 0,0 1 0 0 0,-1-1 0 0 0,1 0 0 0 0,0 0 0 0 0,-1 1-1 0 0,1-1 1 0 0,0 0 0 0 0,-1 0 0 0 0,1 0 0 0 0,-1 1 0 0 0,1-1 0 0 0,-1 0-1 0 0,0 0-4 0 0,1 0 0 0 0,0 0-1 0 0,-1 1 1 0 0,1-1-1 0 0,-1 0 1 0 0,1 0-1 0 0,0 0 1 0 0,-1 0-1 0 0,1 1 1 0 0,-1-1 0 0 0,1 0-1 0 0,0 1 1 0 0,0-1-1 0 0,-1 0 1 0 0,1 0-1 0 0,0 1 1 0 0,-1-1-1 0 0,1 1 1 0 0,0-1-1 0 0,0 0 1 0 0,0 1 0 0 0,-1-1-1 0 0,1 0 1 0 0,0 1-1 0 0,0-1 1 0 0,0 1-1 0 0,0-1 1 0 0,0 1-1 0 0,0-1 1 0 0,0 0 0 0 0,0 1-1 0 0,0 0 1 0 0,0 26-650 0 0,0-25 421 0 0,0-1 205 0 0,0 0-1 0 0,0-1 1 0 0,0 1-1 0 0,1 0 1 0 0,-1 0-1 0 0,0-1 1 0 0,0 1-1 0 0,0 0 1 0 0,0 0-1 0 0,-1-1 1 0 0,1 1-1 0 0,0 0 1 0 0,0-1-1 0 0,0 1 1 0 0,0 0-1 0 0,-1 0 1 0 0,1-1-1 0 0,0 1 1 0 0,-1 0-1 0 0,0 0 1 0 0,0-1-43 0 0,1 0 0 0 0,-1 0 0 0 0,0 1-1 0 0,1-1 1 0 0,-1 0 0 0 0,1 0 0 0 0,-1 0 0 0 0,0 0 0 0 0,1 1 0 0 0,-1-1-1 0 0,1 0 1 0 0,-1 1 0 0 0,1-1 0 0 0,-1 0 0 0 0,1 1 0 0 0,-1-1-1 0 0,1 1 1 0 0,-1-1 0 0 0,1 1 0 0 0,0-1 0 0 0,-1 1 0 0 0,1-1 0 0 0,-1 1-1 0 0,1 0 1 0 0,7-39-16751 0 0,-6 37 16458 0 0,0 0 1 0 0,2-2 0 0 0,-2 3 419 0 0,2-14-1617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40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97 3104 0 0,'0'-3'3840'0'0,"0"-75"7013"0"0,0 65-5115 0 0,7 30-5339 0 0,0-2-3 0 0,-6-9-271 0 0,1 0 0 0 0,-1 0-1 0 0,-1 1 1 0 0,1-1 0 0 0,-1 0 0 0 0,0 0 0 0 0,-1 7 0 0 0,0 10 48 0 0,1 0 1 0 0,5 33 0 0 0,17 110 317 0 0,-17-106-374 0 0,-4 95 0 0 0,-2-88-74 0 0,1-66-35 0 0,0 1 0 0 0,0 0 0 0 0,0-1 0 0 0,0 1 0 0 0,0-1 0 0 0,1 1 0 0 0,-1 0 0 0 0,1-1 0 0 0,-1 1 0 0 0,1-1 0 0 0,-1 1 0 0 0,1-1 0 0 0,0 0 0 0 0,0 1 0 0 0,0-1 0 0 0,-1 1 0 0 0,1-1 0 0 0,1 0 0 0 0,1 2 0 0 0,-3-2-3 0 0,1 2 3 0 0,0 0-1 0 0,0 0 0 0 0,0 0 1 0 0,0 0-1 0 0,-1 0 1 0 0,0 0-1 0 0,0 0 0 0 0,0 0 1 0 0,0 0-1 0 0,0 0 1 0 0,-1 6-1 0 0,0 3 75 0 0,1-7 143 0 0,0-19-81 0 0,0-26-54 0 0,0-172 181 0 0,-1 183-293 0 0,0 15 41 0 0,1 0 0 0 0,0 0 0 0 0,5-27 0 0 0,-1 24 3 0 0,-2 11-25 0 0,0-1 0 0 0,0 1 0 0 0,-1-1-1 0 0,0 0 1 0 0,0 0 0 0 0,-1-9 0 0 0,0-72-83 0 0,0 86 92 0 0,0 1-1 0 0,0-1 0 0 0,1 1 0 0 0,-1-1 0 0 0,0 1 1 0 0,1-1-1 0 0,-1 0 0 0 0,1 1 0 0 0,-1-1 0 0 0,1 1 0 0 0,2-3 1 0 0,3-10 54 0 0,0-19 7 0 0,-6 28-84 0 0,1 0 1 0 0,-1 0 0 0 0,1 0-1 0 0,0 0 1 0 0,1 0 0 0 0,-1 0-1 0 0,3-4 1 0 0,-1-5 43 0 0,-3 11-2 0 0,0-1 1 0 0,1 1-1 0 0,0-1 1 0 0,0 1-1 0 0,0 0 1 0 0,0-1-1 0 0,0 1 1 0 0,0 0 0 0 0,1 0-1 0 0,0 0 1 0 0,0 0-1 0 0,0 0 1 0 0,2-3-1 0 0,7 3 71 0 0,-10 3-94 0 0,-1 0 1 0 0,1 0-1 0 0,0 0 0 0 0,0 0 0 0 0,0 0 0 0 0,0 0 1 0 0,-1 0-1 0 0,1 0 0 0 0,0 0 0 0 0,0 0 1 0 0,0-1-1 0 0,-1 1 0 0 0,1 0 0 0 0,0-1 0 0 0,0 1 1 0 0,-1-1-1 0 0,1 1 0 0 0,0-1 0 0 0,-1 1 1 0 0,1-1-1 0 0,0 1 0 0 0,-1-1 0 0 0,1 1 0 0 0,-1-1 1 0 0,2-1-1 0 0,-2 1-2 0 0,0 1 1 0 0,0 0-1 0 0,1-1 1 0 0,-1 1-1 0 0,0-1 1 0 0,1 1-1 0 0,-1 0 0 0 0,1-1 1 0 0,-1 1-1 0 0,0-1 1 0 0,1 1-1 0 0,-1 0 1 0 0,1 0-1 0 0,-1-1 1 0 0,1 1-1 0 0,-1 0 0 0 0,1 0 1 0 0,-1 0-1 0 0,1-1 1 0 0,-1 1-1 0 0,1 0 1 0 0,-1 0-1 0 0,1 0 1 0 0,-1 0-1 0 0,2 0 0 0 0,0 0 27 0 0,47 0-6 0 0,-46 1-10 0 0,-1-1 0 0 0,1 1-1 0 0,0 0 1 0 0,0 0 0 0 0,-1 0-1 0 0,1 0 1 0 0,-1 1 0 0 0,1-1-1 0 0,-1 1 1 0 0,1-1 0 0 0,-1 1-1 0 0,0 0 1 0 0,0 0 0 0 0,0 0-1 0 0,0 0 1 0 0,0 0 0 0 0,0 0-1 0 0,-1 1 1 0 0,3 3 0 0 0,9 21 21 0 0,22 80-107 0 0,-19-72 98 0 0,0 8-30 0 0,0 21-73 0 0,-12-53 44 0 0,0 0-1 0 0,-2 0 1 0 0,4 19 0 0 0,-3-10 16 0 0,-2-17 20 0 0,-1 0-1 0 0,1 1 1 0 0,0-1 0 0 0,0 0-1 0 0,1 0 1 0 0,-1 0 0 0 0,1 0-1 0 0,0 0 1 0 0,-1 0 0 0 0,4 3 0 0 0,-3-5-5 0 0,-1 1 1 0 0,0 0-1 0 0,0-1 0 0 0,0 1 1 0 0,0 0-1 0 0,0 0 1 0 0,0 0-1 0 0,0 0 1 0 0,0 0-1 0 0,-1 0 1 0 0,1 0-1 0 0,-1 0 1 0 0,1 0-1 0 0,-1 0 1 0 0,0 1-1 0 0,0 1 1 0 0,0-2-1 0 0,-1-1 0 0 0,1 0 0 0 0,0 0 0 0 0,0 0 0 0 0,0 0 0 0 0,0 0 0 0 0,0 0 0 0 0,0 1-1 0 0,0-1 1 0 0,1 0 0 0 0,-1 0 0 0 0,0 0 0 0 0,1 0 0 0 0,-1 0 0 0 0,0 0 0 0 0,1 0 0 0 0,-1 0 0 0 0,2 2 0 0 0,2 2 23 0 0,-1 1 0 0 0,1 0 0 0 0,-1 0 0 0 0,-1 0 0 0 0,1 0 0 0 0,-1 0 0 0 0,2 8 0 0 0,-2 13 6 0 0,-2-25-31 0 0,0 0 0 0 0,0-1 0 0 0,0 1 0 0 0,0 0 0 0 0,0 0 0 0 0,0 0 0 0 0,1 0 0 0 0,-1 0 0 0 0,1 0 0 0 0,0 3-1 0 0,4 3-28 0 0,-4-7 36 0 0,0 1 1 0 0,0-1 0 0 0,0 1 0 0 0,0 0 0 0 0,0-1-1 0 0,-1 1 1 0 0,1 0 0 0 0,-1-1 0 0 0,1 1-1 0 0,-1 0 1 0 0,0-1 0 0 0,1 4 0 0 0,-1-4-1 0 0,0-1 0 0 0,-1 1 0 0 0,1-1 0 0 0,0 1 0 0 0,0-1 0 0 0,0 1 0 0 0,0 0 0 0 0,0-1 1 0 0,1 1-1 0 0,-1-1 0 0 0,0 1 0 0 0,0-1 0 0 0,0 1 0 0 0,0-1 0 0 0,1 1 0 0 0,-1-1 0 0 0,0 0 0 0 0,0 1 0 0 0,1-1 0 0 0,-1 1 1 0 0,0-1-1 0 0,1 1 0 0 0,-1-1 0 0 0,0 0 0 0 0,1 1 0 0 0,-1-1 0 0 0,1 0 0 0 0,0 1 0 0 0,6 7 14 0 0,-4 1-10 0 0,-4-8-3 0 0,1 0 0 0 0,0-1 0 0 0,0 1-1 0 0,0 0 1 0 0,0-1 0 0 0,1 1 0 0 0,-1 0-1 0 0,0-1 1 0 0,0 1 0 0 0,0-1 0 0 0,0 1-1 0 0,1 0 1 0 0,-1-1 0 0 0,0 1 0 0 0,1-1 0 0 0,-1 1-1 0 0,0-1 1 0 0,1 1 0 0 0,-1-1 0 0 0,1 1-1 0 0,-1-1 1 0 0,1 1 0 0 0,-1-1 0 0 0,1 1-1 0 0,-1-1 1 0 0,1 0 0 0 0,-1 1 0 0 0,1-1-1 0 0,-1 0 1 0 0,1 0 0 0 0,0 1 0 0 0,-1-1-1 0 0,1 0 1 0 0,0 0 0 0 0,0 0 0 0 0,-1 0-4 0 0,0 0 0 0 0,1 1 0 0 0,-1-1 1 0 0,0 0-1 0 0,0 0 0 0 0,0 0 0 0 0,0 0 1 0 0,1 0-1 0 0,-1 0 0 0 0,0 0 0 0 0,0 0 1 0 0,0 1-1 0 0,0-1 0 0 0,0 0 0 0 0,0 0 0 0 0,1 0 1 0 0,-1 0-1 0 0,0 0 0 0 0,0 1 0 0 0,0-1 1 0 0,0 0-1 0 0,0 0 0 0 0,0 0 0 0 0,0 0 1 0 0,0 1-1 0 0,0-1 0 0 0,0 0 0 0 0,0 0 0 0 0,0 0 1 0 0,0 1-1 0 0,0-1 0 0 0,0 0 0 0 0,0 0 1 0 0,0 0-1 0 0,0 1 0 0 0,0-1 0 0 0,0 0 0 0 0,0 0 1 0 0,0 0-1 0 0,0 0 0 0 0,0 1 0 0 0,2 11 93 0 0,-1-12-87 0 0,0 1 0 0 0,0-1 0 0 0,0 1 0 0 0,0-1 0 0 0,0 1 0 0 0,0 0 0 0 0,-1-1 0 0 0,1 1 0 0 0,0 0-1 0 0,0 0 1 0 0,-1 0 0 0 0,1-1 0 0 0,-1 1 0 0 0,1 0 0 0 0,-1 0 0 0 0,1 0 0 0 0,-1 0 0 0 0,1 0 0 0 0,-1 1 0 0 0,0 9-126 0 0,0-8 278 0 0,3 0-241 0 0,8 7-84 0 0,-9-7 180 0 0,-2-4 7 0 0,0 0-1 0 0,0 0 0 0 0,0-1 1 0 0,0 1-1 0 0,0 0 0 0 0,0 0 1 0 0,0 0-1 0 0,0 0 0 0 0,0 0 1 0 0,0 0-1 0 0,1-1 0 0 0,-1 1 1 0 0,0 0-1 0 0,1 0 0 0 0,0-1 1 0 0,1 0-9 0 0,-1 0 0 0 0,1-1 0 0 0,-1 1 0 0 0,0 0 0 0 0,0-1 0 0 0,0 0 0 0 0,0 1 0 0 0,0-1 0 0 0,0 1 0 0 0,-1-1 0 0 0,1 0 0 0 0,-1 0 0 0 0,0-4 0 0 0,0 1 93 0 0,0-35-97 0 0,0 37 8 0 0,0 1 20 0 0,2-2-20 0 0,-4-22-131 0 0,2 26 124 0 0,0 0 0 0 0,0 1 0 0 0,0-1-1 0 0,0 0 1 0 0,0 0 0 0 0,0 1-1 0 0,0-1 1 0 0,0 0 0 0 0,-1 0 0 0 0,1 1-1 0 0,0-1 1 0 0,-1 0 0 0 0,1 1-1 0 0,0-1 1 0 0,-1 0 0 0 0,1 1 0 0 0,-1-1-1 0 0,1 1 1 0 0,-1-1 0 0 0,1 1-1 0 0,-1-1 1 0 0,1 1 0 0 0,-1-1 0 0 0,0 0-1 0 0,0 1 1 0 0,1 0 1 0 0,-1-1-1 0 0,1 1 0 0 0,-1 0 0 0 0,1-1 0 0 0,-1 1 0 0 0,1-1 0 0 0,-1 1 0 0 0,1-1 0 0 0,0 1 0 0 0,-1-1 0 0 0,1 1 0 0 0,0-1 1 0 0,0 1-1 0 0,-1-1 0 0 0,1 1 0 0 0,0-1 0 0 0,0 1 0 0 0,0-1 0 0 0,-1 0 0 0 0,1 1 0 0 0,0-1 0 0 0,0 0 0 0 0,-1-2-14 0 0,-1 0 0 0 0,0 0-1 0 0,0 1 1 0 0,0-1-1 0 0,0 1 1 0 0,0 0-1 0 0,0-1 1 0 0,-1 1 0 0 0,1 0-1 0 0,-1 0 1 0 0,1 1-1 0 0,-5-3 1 0 0,5 3 5 0 0,0-1 1 0 0,0 1 0 0 0,0 0-1 0 0,0-1 1 0 0,0 1 0 0 0,1-1-1 0 0,-1 1 1 0 0,1-1 0 0 0,-1 0-1 0 0,-1-2 1 0 0,3 3-2 0 0,-1 0 0 0 0,0 0 1 0 0,0-1-1 0 0,0 1 0 0 0,1 0 1 0 0,-1 0-1 0 0,0 0 0 0 0,-1 1 0 0 0,1-1 1 0 0,0 0-1 0 0,0 0 0 0 0,0 0 1 0 0,0 1-1 0 0,-1-1 0 0 0,1 1 1 0 0,0-1-1 0 0,-1 1 0 0 0,1-1 0 0 0,0 1 1 0 0,-1 0-1 0 0,1 0 0 0 0,-1-1 1 0 0,1 1-1 0 0,-2 0 0 0 0,2 1-2 0 0,-1-1-1 0 0,1 0 1 0 0,-1 0-1 0 0,1 0 0 0 0,-1 0 1 0 0,1-1-1 0 0,0 1 1 0 0,-1 0-1 0 0,1-1 1 0 0,-1 1-1 0 0,1 0 1 0 0,0-1-1 0 0,-1 0 1 0 0,1 1-1 0 0,0-1 1 0 0,0 0-1 0 0,-1 0 0 0 0,1 0 1 0 0,0 1-1 0 0,0-1 1 0 0,0 0-1 0 0,-2-3 1 0 0,3 4 4 0 0,-4-1-109 0 0,0 0-1 0 0,0 0 0 0 0,0 0 1 0 0,0 1-1 0 0,0 0 1 0 0,0-1-1 0 0,0 1 1 0 0,0 1-1 0 0,-5 0 0 0 0,-8-1-313 0 0,16 0 362 0 0,-1 1 1 0 0,0-1-1 0 0,1 0 0 0 0,-1 0 1 0 0,0 1-1 0 0,1-1 0 0 0,-1 1 1 0 0,0-1-1 0 0,1 1 0 0 0,-1 0 0 0 0,1 0 1 0 0,-1 0-1 0 0,1-1 0 0 0,0 2 1 0 0,-1-1-1 0 0,1 0 0 0 0,-2 2 1 0 0,3-3-4 0 0,-1 1 1 0 0,1-1 0 0 0,-1 0-1 0 0,1 1 1 0 0,-1-1 0 0 0,1 1-1 0 0,-1-1 1 0 0,0 0 0 0 0,1 0 0 0 0,-1 1-1 0 0,1-1 1 0 0,-1 0 0 0 0,0 0-1 0 0,1 0 1 0 0,-1 0 0 0 0,0 0-1 0 0,1 1 1 0 0,-1-1 0 0 0,0 0 0 0 0,0-1-1 0 0,-5 2-402 0 0,-3 4-383 0 0,8-4 676 0 0,0 0-1 0 0,-1 0 0 0 0,1 0 0 0 0,-1 0 0 0 0,1-1 0 0 0,-1 1 0 0 0,1-1 1 0 0,-1 1-1 0 0,0-1 0 0 0,1 1 0 0 0,-1-1 0 0 0,0 0 0 0 0,-1 0 0 0 0,-16 6-2794 0 0,-2 13-5923 0 0,13 5 440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41.1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3 1408 0 0,'-14'0'14400'0'0,"19"-1"-14320"0"0,-4 1-53 0 0,-1 0 1 0 0,1 0 0 0 0,0-1 0 0 0,-1 1-1 0 0,1 0 1 0 0,0 0 0 0 0,0 0-1 0 0,0 0 1 0 0,-1 0 0 0 0,1 0-1 0 0,0 0 1 0 0,0 0 0 0 0,-1 0 0 0 0,1 0-1 0 0,0 1 1 0 0,0-1 0 0 0,-1 0-1 0 0,1 0 1 0 0,0 1 0 0 0,-1-1-1 0 0,1 0 1 0 0,0 1 0 0 0,-1-1 0 0 0,1 1-1 0 0,0-1 1 0 0,-1 1 0 0 0,1-1-1 0 0,-1 1 1 0 0,1-1 0 0 0,-1 1-1 0 0,1 0 1 0 0,-1-1 0 0 0,1 1 0 0 0,-1 0-1 0 0,0-1 1 0 0,1 1 0 0 0,-1 0-1 0 0,0-1 1 0 0,0 1 0 0 0,1 1-1 0 0,-1 0 203 0 0,6-3-100 0 0,0 1 1 0 0,1-1 0 0 0,-1 1-1 0 0,1 0 1 0 0,8 2-1 0 0,4-2 372 0 0,138 0-1033 0 0,-92 0-4254 0 0,3 0-6789 0 0,-55 0 9926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41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1952 0 0,'0'15'10016'0'0,"0"4"-7600"0"0,0-18-2341 0 0,0 1 1 0 0,1-1 0 0 0,-1 0-1 0 0,1 0 1 0 0,-1 1 0 0 0,1-1 0 0 0,0 0-1 0 0,0 0 1 0 0,-1 0 0 0 0,1 0 0 0 0,0 0-1 0 0,0 0 1 0 0,0 0 0 0 0,0 0 0 0 0,0 0-1 0 0,0 0 1 0 0,1-1 0 0 0,-1 1-1 0 0,0 0 1 0 0,0-1 0 0 0,0 1 0 0 0,1-1-1 0 0,-1 1 1 0 0,0-1 0 0 0,1 0 0 0 0,-1 1-1 0 0,3-1 1 0 0,47 5 1083 0 0,-49-5-1139 0 0,-1 1 0 0 0,1-1-1 0 0,0 0 1 0 0,0 0-1 0 0,-1 1 1 0 0,1-1 0 0 0,0 1-1 0 0,-1-1 1 0 0,1 1-1 0 0,-1 0 1 0 0,1 0 0 0 0,2 2-1 0 0,-3-2-11 0 0,1 0-1 0 0,-1 0 1 0 0,1-1-1 0 0,-1 1 1 0 0,1 0-1 0 0,-1 0 1 0 0,1-1-1 0 0,0 1 1 0 0,-1-1-1 0 0,1 0 0 0 0,0 1 1 0 0,3-1-1 0 0,149 0-215 0 0,-102 0-3098 0 0,5 0-4769 0 0,-31 0 3025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16.8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65 1472 0 0,'0'0'1483'0'0,"19"0"991"0"0,72 0 1 0 0,-89 0-2468 0 0,1 0 0 0 0,-1 0-1 0 0,0 0 1 0 0,1 0 0 0 0,-1-1 0 0 0,1 1 0 0 0,-1-1 0 0 0,0 1 0 0 0,1-1 0 0 0,-1 0 0 0 0,0 0-1 0 0,3-2 1 0 0,-3 2-7 0 0,0 0-1 0 0,0 0 0 0 0,1 0 0 0 0,-1 0 1 0 0,1 0-1 0 0,-1 1 0 0 0,1-1 0 0 0,-1 1 1 0 0,1 0-1 0 0,-1-1 0 0 0,1 1 0 0 0,2 0 1 0 0,11 1-68 0 0,-11 0 19 0 0,0-1 0 0 0,-1 0 0 0 0,1 1 1 0 0,-1-2-1 0 0,1 1 0 0 0,-1-1 1 0 0,1 1-1 0 0,6-3 0 0 0,-6 0-132 0 0,0 1-1 0 0,1 0 1 0 0,-1 1 0 0 0,0-1-1 0 0,0 1 1 0 0,1 0 0 0 0,-1 0-1 0 0,1 1 1 0 0,-1-1 0 0 0,6 1 0 0 0,-8 1 63 0 0,-1-1 1 0 0,1 0 0 0 0,-1-1 0 0 0,1 1-1 0 0,-1 0 1 0 0,0-1 0 0 0,1 1 0 0 0,-1-1 0 0 0,0 0-1 0 0,1 0 1 0 0,-1 0 0 0 0,4-2 0 0 0,-4 2-11 0 0,0 0 0 0 0,0 0 1 0 0,0 0-1 0 0,0 0 0 0 0,0 0 0 0 0,1 0 1 0 0,-1 1-1 0 0,0-1 0 0 0,1 1 1 0 0,-1 0-1 0 0,0 0 0 0 0,4 0 1 0 0,8-3-529 0 0,2-10-987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17.1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65 1984 0 0,'20'1'1372'0'0,"-16"0"-1139"0"0,1-1 1 0 0,-1 0 0 0 0,1 1 0 0 0,-1-1 0 0 0,1-1 0 0 0,0 1 0 0 0,-1-1 0 0 0,1 0 0 0 0,-1 0-1 0 0,0 0 1 0 0,1 0 0 0 0,-1-1 0 0 0,0 0 0 0 0,8-4 0 0 0,-4 3 43 0 0,1 3-228 0 0,0-1 0 0 0,0-1 0 0 0,0 0 0 0 0,0 0-1 0 0,-1-1 1 0 0,17-6 0 0 0,1-1-178 0 0,9 4-505 0 0,-31 4 297 0 0,0 0-1 0 0,1 0 1 0 0,-1 0 0 0 0,1 1 0 0 0,0-1-1 0 0,-1 1 1 0 0,1 1 0 0 0,0-1 0 0 0,0 0 0 0 0,-1 1-1 0 0,1 0 1 0 0,7 1 0 0 0,1-1-1999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7:55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144 531 1472 0 0,'0'0'411'0'0,"3"0"-273"0"0,16 1-33 0 0,-14 0-93 0 0,0-1 0 0 0,1 1 0 0 0,-1-1 0 0 0,1 0 0 0 0,-1-1 0 0 0,0 1 0 0 0,1-1 0 0 0,-1 0-1 0 0,6-2 1 0 0,-6 0-1 0 0,1 1-1 0 0,1 0 1 0 0,-1 0 0 0 0,0 0-1 0 0,0 1 1 0 0,1 0-1 0 0,-1 0 1 0 0,0 1 0 0 0,1 0-1 0 0,10 1 1 0 0,-14-1-5 0 0,11-1 28 0 0,0 0 0 0 0,21-5 0 0 0,26-2 99 0 0,-43 8-104 0 0,0-1 0 0 0,0 0 1 0 0,0-2-1 0 0,0 0 0 0 0,17-5 1 0 0,-25 4-5 0 0,0 1 0 0 0,0 1 0 0 0,1 0 0 0 0,-1 0 0 0 0,0 1 0 0 0,0 1 1 0 0,16 0-1 0 0,-2 0 32 0 0,0-1 1 0 0,38-6-1 0 0,69-14 66 0 0,-48 12-59 0 0,-44 4-36 0 0,-20 2 4 0 0,0 0-1 0 0,36 1 0 0 0,-7 2 391 0 0,-48-4-153 0 0,0 4-258 0 0,0-1 0 0 0,0 1 0 0 0,0 0 1 0 0,0-1-1 0 0,0 1 0 0 0,0-1 0 0 0,0 1 0 0 0,0-1 0 0 0,0 1 1 0 0,0-1-1 0 0,0 1 0 0 0,0-1 0 0 0,0 1 0 0 0,0-1 1 0 0,0 1-1 0 0,0-1 0 0 0,0 1 0 0 0,-1 0 0 0 0,1-1 0 0 0,0 1 1 0 0,0-1-1 0 0,-1 1 0 0 0,1 0 0 0 0,0-1 0 0 0,-1 0 1 0 0,-63-1 164 0 0,39 0-137 0 0,8 1-15 0 0,0-1-1 0 0,1-1 1 0 0,-1 0 0 0 0,1-1-1 0 0,-21-8 1 0 0,29 10-24 0 0,0 1 0 0 0,0 0 0 0 0,-1 0 0 0 0,1 1 0 0 0,0 0 0 0 0,-12 1 0 0 0,3 0 0 0 0,-16 1-10 0 0,30-1 10 0 0,-1-1 0 0 0,1 0 0 0 0,0 0 0 0 0,0 0 0 0 0,-1 0-1 0 0,1 0 1 0 0,0-1 0 0 0,0 1 0 0 0,0-1 0 0 0,0 0 0 0 0,-4-1 0 0 0,-10-3 5 0 0,0 1 0 0 0,0 1-1 0 0,0 1 1 0 0,-25-1 0 0 0,-83 4 51 0 0,60 1-29 0 0,41-2 5 0 0,1 1 0 0 0,-1 1 0 0 0,-39 9 0 0 0,2-9 30 0 0,50-2-65 0 0,10 1 3 0 0,1-1 0 0 0,-1 0 0 0 0,1 1 0 0 0,-1-1 0 0 0,1 0 0 0 0,-1 1 0 0 0,1-1 0 0 0,-1 1 0 0 0,1-1 0 0 0,0 1 0 0 0,-1-1 0 0 0,1 1 0 0 0,0-1 0 0 0,-1 1 0 0 0,1 0 0 0 0,0-1 0 0 0,0 1 0 0 0,-1-1 0 0 0,1 1 0 0 0,0 0 0 0 0,0-1 0 0 0,0 1 0 0 0,0 1 0 0 0,-1-2-1 0 0,0 1 0 0 0,1-1 0 0 0,-1 0 0 0 0,0 1 0 0 0,1 0 0 0 0,-1-1 0 0 0,1 1 0 0 0,-1-1 0 0 0,1 1 0 0 0,-1 0 0 0 0,1 0 0 0 0,-1-1 0 0 0,1 1 0 0 0,-1 0 0 0 0,1 0 0 0 0,0-1 0 0 0,0 1 0 0 0,-1 0 1 0 0,1 0-1 0 0,0 0 0 0 0,0 1 0 0 0,13 1-6 0 0,3-1 13 0 0,-14-1-3 0 0,1 1-1 0 0,0 0-1 0 0,1-1 1 0 0,-1 1-1 0 0,1-1 1 0 0,-1 0-1 0 0,1 0 1 0 0,-1 0-1 0 0,1-1 1 0 0,0 1-1 0 0,-1-1 1 0 0,5 0 0 0 0,-1 0-10 0 0,0 1 0 0 0,0 0 0 0 0,0 0 0 0 0,0 0 0 0 0,6 3 0 0 0,-6-2 5 0 0,0 0 1 0 0,0-1-1 0 0,-1 1 0 0 0,1-2 0 0 0,7 1 1 0 0,70-3-25 0 0,-34 1 46 0 0,58 7-1 0 0,58 4 36 0 0,-25-7 20 0 0,-129-3-63 0 0,0-1 0 0 0,-1-1 0 0 0,12-2 0 0 0,-9 1-6 0 0,1 0 0 0 0,-1 2 0 0 0,17-1 0 0 0,60 2 22 0 0,-64 2-4 0 0,-22 2-2 0 0,-2 3-1 0 0,7-4 12 0 0,-7-3 43 0 0,-24 0 63 0 0,-113 0-10 0 0,21-9-83 0 0,36 2-21 0 0,-24 7-17 0 0,-125-3 24 0 0,212 3-23 0 0,0-1 1 0 0,0-1-1 0 0,-14-4 1 0 0,-7 2 21 0 0,-144 4 28 0 0,26 0-175 0 0,137 0 138 0 0,2 0-21 0 0,14 0 0 0 0,0 1 0 0 0,0-1 0 0 0,-1 0 0 0 0,1 0 0 0 0,0 1 0 0 0,0-1 0 0 0,-1 0 0 0 0,1 0 0 0 0,0 1 0 0 0,0-1 0 0 0,0 0 0 0 0,0 1-1 0 0,0-1 1 0 0,0 0 0 0 0,-1 0 0 0 0,1 1 0 0 0,0-1 0 0 0,0 0 0 0 0,0 1 0 0 0,0-1 0 0 0,0 0 0 0 0,0 1 0 0 0,0-1 0 0 0,0 0 0 0 0,0 1-1 0 0,0-1 1 0 0,0 0 0 0 0,1 1 0 0 0,-1-1 0 0 0,0 0 0 0 0,0 1 0 0 0,0-1 0 0 0,0 0 0 0 0,0 1 0 0 0,1-1 0 0 0,-1 0 0 0 0,0 0 0 0 0,0 1-1 0 0,1-1 1 0 0,-1 1 3 0 0,2 0-1 0 0,-1 0-1 0 0,1 0 0 0 0,0-1 1 0 0,-1 1-1 0 0,1-1 0 0 0,0 1 1 0 0,0-1-1 0 0,-1 0 0 0 0,1 1 0 0 0,0-1 1 0 0,0 0-1 0 0,-1 0 0 0 0,1 0 1 0 0,0-1-1 0 0,3 0 0 0 0,18 0 48 0 0,138 1-76 0 0,-9 0-32 0 0,-90-3 43 0 0,24-7-5 0 0,-11 5 21 0 0,80-6 27 0 0,-68 10 7 0 0,-72 2-20 0 0,-1-1 0 0 0,1 0 0 0 0,26-5 0 0 0,-4-6 2 0 0,-71 8 70 0 0,-591 3 74 0 0,616 0-151 0 0,0 1 0 0 0,0-1 0 0 0,0 1 0 0 0,0 1 0 0 0,-11 3 0 0 0,12-3-8 0 0,0 0 0 0 0,0-1-1 0 0,0 0 1 0 0,0 0 0 0 0,-10-1-1 0 0,-92 0-21 0 0,94 3 21 0 0,13 0 5 0 0,2-2-5 0 0,1 0-1 0 0,-1 0 0 0 0,0-1 1 0 0,1 1-1 0 0,-1 0 1 0 0,0-1-1 0 0,1 1 1 0 0,-1-1-1 0 0,0 1 0 0 0,0 0 1 0 0,0-1-1 0 0,1 0 1 0 0,-1 1-1 0 0,0-1 1 0 0,0 0-1 0 0,0 1 0 0 0,-1-1 1 0 0,1 0 0 0 0,1 0 1 0 0,0 0 0 0 0,0 0-1 0 0,0 0 1 0 0,0 0 0 0 0,0-1-1 0 0,-1 1 1 0 0,1 0 0 0 0,0 0-1 0 0,0 0 1 0 0,0 0-1 0 0,-1 0 1 0 0,1 0 0 0 0,0 0-1 0 0,0 0 1 0 0,0 0 0 0 0,0 0-1 0 0,-1 0 1 0 0,1 0 0 0 0,0 0-1 0 0,0 0 1 0 0,0 0-1 0 0,0 0 1 0 0,-1 0 0 0 0,1 0-1 0 0,0 0 1 0 0,0 0 0 0 0,0 1-1 0 0,0-1 1 0 0,-1 0 0 0 0,1 0-1 0 0,0 0 1 0 0,0 0-1 0 0,0 0 1 0 0,0 0 0 0 0,0 0-1 0 0,-1 1 1 0 0,1-1 0 0 0,0 0-1 0 0,0 0 1 0 0,0 0 0 0 0,0 0-1 0 0,0 1 1 0 0,0-1 0 0 0,0 0-1 0 0,0 0 1 0 0,0 0-1 0 0,0 0 1 0 0,0 1 0 0 0,0-1-1 0 0,0 0 1 0 0,0 0 0 0 0,0 0-1 0 0,0 0 1 0 0,0 1 0 0 0,0-1-1 0 0,0 0 1 0 0,0 0-1 0 0,0 0 1 0 0,0 1 0 0 0,0-1-1 0 0,0 0 1 0 0,0 0 0 0 0,0 0-1 0 0,0 0 1 0 0,0 0 0 0 0,0 1-1 0 0,1-1 1 0 0,7 7 52 0 0,-8-7-44 0 0,5 2 3 0 0,0-1 0 0 0,0 0 0 0 0,0 0 0 0 0,0 0 0 0 0,0-1 0 0 0,0 0 0 0 0,0 0 0 0 0,0 0 0 0 0,7-1 0 0 0,20-1-14 0 0,310 2-9 0 0,-178 0 102 0 0,-155 1-81 0 0,1-1 0 0 0,-1 0 0 0 0,0-1 0 0 0,1 0 1 0 0,-1 0-1 0 0,10-4 0 0 0,10-1 36 0 0,127-10 162 0 0,-99 13-97 0 0,-18 1-19 0 0,-19-3-50 0 0,-10 3-7 0 0,0-1 0 0 0,1 2-1 0 0,13-2 1 0 0,-22 3-29 0 0,0 0 0 0 0,0 0 0 0 0,0 0 0 0 0,0-1 0 0 0,0 1 0 0 0,0-1-1 0 0,0 1 1 0 0,0-1 0 0 0,0 0 0 0 0,0 1 0 0 0,0-1 0 0 0,2-2 0 0 0,-3 2-1 0 0,1 0 0 0 0,-1 0 0 0 0,1 0 1 0 0,-1 1-1 0 0,1-1 0 0 0,0 0 0 0 0,-1 1 0 0 0,1-1 0 0 0,0 1 1 0 0,-1 0-1 0 0,1 0 0 0 0,2-1 0 0 0,39-1 790 0 0,-50-1-782 0 0,1 0-1 0 0,0 1 1 0 0,-1 0 0 0 0,1 1 0 0 0,-1 0 0 0 0,0 0-1 0 0,0 0 1 0 0,1 0 0 0 0,-10 2 0 0 0,11-1-15 0 0,1-1 0 0 0,-1 1 1 0 0,0-1-1 0 0,1 1 0 0 0,-1-1 0 0 0,-5-2 1 0 0,-24-5-9 0 0,-55 7 1 0 0,57 2-4 0 0,0-1 0 0 0,-35-5 0 0 0,60 4 7 0 0,-33-5-50 0 0,-77 0 1 0 0,100 6 51 0 0,-1-1 0 0 0,0-1-1 0 0,1 0 1 0 0,-1-1 0 0 0,1-1 0 0 0,-22-8 0 0 0,-36-9-52 0 0,65 19 64 0 0,1 0 0 0 0,-1 1 1 0 0,0 0-1 0 0,1 1 1 0 0,-15 1-1 0 0,-36 1-21 0 0,36-2-35 0 0,16 0 16 0 0,-2 0 21 0 0,7 0-21 0 0,0 3-26 0 0,-7 7-1 0 0,9-9 59 0 0,1-1-1 0 0,0 0 1 0 0,0 1-1 0 0,-1-1 0 0 0,1 1 1 0 0,0-1-1 0 0,-1 0 1 0 0,1 1-1 0 0,0-1 1 0 0,0 1-1 0 0,0-1 1 0 0,0 1-1 0 0,-1-1 1 0 0,1 1-1 0 0,0-1 1 0 0,0 1-1 0 0,0-1 1 0 0,0 1-1 0 0,0-1 0 0 0,0 1 1 0 0,0-1-1 0 0,1 1 1 0 0,-1-1-1 0 0,0 1 1 0 0,0-1-1 0 0,0 1 1 0 0,0-1-1 0 0,1 1 1 0 0,-1-1-1 0 0,0 1 1 0 0,0-1-1 0 0,1 1 1 0 0,-1-1-1 0 0,0 0 0 0 0,1 1 1 0 0,-1-1-1 0 0,0 0 1 0 0,1 1-1 0 0,-1-1 1 0 0,1 0-1 0 0,-1 1 1 0 0,0-1-1 0 0,1 0 1 0 0,-1 0-1 0 0,1 1 1 0 0,-1-1-1 0 0,1 0 1 0 0,-1 0-1 0 0,1 0 1 0 0,-1 0-1 0 0,1 0 0 0 0,-1 0 1 0 0,1 0-1 0 0,-1 0 1 0 0,2 0-1 0 0,1 1-22 0 0,3 2-11 0 0,0 0-3 0 0,0 0 0 0 0,1 1 0 0 0,-1 0 0 0 0,-1 0 0 0 0,7 5 0 0 0,-10-8 33 0 0,-1 1 1 0 0,1-1-1 0 0,0 1 1 0 0,0-1-1 0 0,0 0 1 0 0,0 1-1 0 0,0-1 1 0 0,1 0-1 0 0,-1 0 1 0 0,0-1-1 0 0,0 1 0 0 0,1 0 1 0 0,-1-1-1 0 0,0 0 1 0 0,4 1-1 0 0,8 1-25 0 0,15 5 1 0 0,124 19-162 0 0,24 1 190 0 0,-123-25 10 0 0,144 11 129 0 0,-172-10-80 0 0,50-2-1 0 0,-31-2 1 0 0,79 1 208 0 0,-124 0-265 0 0,1 0 1 0 0,0 0-1 0 0,0 0 0 0 0,-1 0 1 0 0,1 0-1 0 0,0 0 0 0 0,0 0 1 0 0,-1-1-1 0 0,1 1 1 0 0,0 0-1 0 0,-1 0 0 0 0,1-1 1 0 0,0 1-1 0 0,-1 0 0 0 0,1-1 1 0 0,0 1-1 0 0,-1-1 1 0 0,1 1-1 0 0,-1-1 0 0 0,1 1 1 0 0,-1-1-1 0 0,1 1 1 0 0,-1-1-1 0 0,1-1 0 0 0,0 2 16 0 0,-1-1 0 0 0,0 1 0 0 0,1-1 0 0 0,-1 1 0 0 0,0 0 0 0 0,1-1 0 0 0,-1 1 0 0 0,1-1 0 0 0,-1 1 0 0 0,1 0 0 0 0,-1-1 0 0 0,1 1 0 0 0,-1 0 0 0 0,1-1 0 0 0,-1 1 0 0 0,1 0 0 0 0,-1 0 0 0 0,1 0 0 0 0,-1 0 0 0 0,1-1 0 0 0,0 1-1 0 0,-1 0 1 0 0,2 0 0 0 0,-21-7 60 0 0,6 1-60 0 0,-44-7-12 0 0,12 5-33 0 0,-196-49 0 0 0,197 49 9 0 0,-75-5-1 0 0,110 13 12 0 0,0 0 0 0 0,0-1 0 0 0,0 0 0 0 0,1-1 0 0 0,-14-3 0 0 0,-30-8-15 0 0,-45-11 11 0 0,64 14-13 0 0,-1 2 0 0 0,0 2 0 0 0,-1 1 0 0 0,1 1 0 0 0,-1 2 0 0 0,-37 2-1 0 0,44 0-30 0 0,27 0 55 0 0,0 0-1 0 0,1 0 0 0 0,-1 0 0 0 0,0 0 0 0 0,1 0 1 0 0,-1 0-1 0 0,0 0 0 0 0,1 0 0 0 0,-1 1 1 0 0,1-1-1 0 0,-1 0 0 0 0,0 0 0 0 0,1 0 0 0 0,-1 1 1 0 0,1-1-1 0 0,-1 0 0 0 0,1 1 0 0 0,-1-1 0 0 0,1 0 1 0 0,-1 1-1 0 0,1-1 0 0 0,-1 1 0 0 0,1-1 0 0 0,-1 1 1 0 0,1-1-1 0 0,-1 2 0 0 0,1-2-1 0 0,-1 1 1 0 0,1 0-1 0 0,-1-1 0 0 0,1 1 0 0 0,-1-1 0 0 0,1 1 1 0 0,-1-1-1 0 0,0 1 0 0 0,1-1 0 0 0,-1 1 1 0 0,0-1-1 0 0,1 1 0 0 0,-1-1 0 0 0,0 0 0 0 0,1 1 1 0 0,-1-1-1 0 0,0 0 0 0 0,0 0 0 0 0,1 0 1 0 0,-1 0-1 0 0,0 1 0 0 0,0-1 0 0 0,0 0 0 0 0,1 0 1 0 0,-1 0-1 0 0,-1-1 0 0 0,1 1-3 0 0,0 0 0 0 0,1 0 0 0 0,-1-1 0 0 0,0 1 1 0 0,0 0-1 0 0,1 0 0 0 0,-1 0 0 0 0,0 0 0 0 0,0 0 0 0 0,1 0 0 0 0,-1 1 0 0 0,0-1 0 0 0,0 0 0 0 0,1 0 0 0 0,-1 0 1 0 0,0 1-1 0 0,0-1 0 0 0,1 0 0 0 0,-1 1 0 0 0,0-1 0 0 0,1 1 0 0 0,-1-1 0 0 0,1 1 0 0 0,-1-1 0 0 0,0 1 1 0 0,1-1-1 0 0,-1 1 0 0 0,1-1 0 0 0,0 1 0 0 0,-1 0 0 0 0,1-1 0 0 0,-1 1 0 0 0,1 0 0 0 0,0-1 0 0 0,-1 1 0 0 0,1 0 1 0 0,0 0-1 0 0,0 0 0 0 0,0 1 2 0 0,1-1 1 0 0,0 0-1 0 0,0 1 0 0 0,0-1 1 0 0,0 0-1 0 0,0 1 1 0 0,0-1-1 0 0,0 0 1 0 0,1 0-1 0 0,-1 0 0 0 0,0 0 1 0 0,0 0-1 0 0,1 0 1 0 0,-1-1-1 0 0,1 1 0 0 0,-1 0 1 0 0,1-1-1 0 0,-1 1 1 0 0,1-1-1 0 0,-1 1 1 0 0,1-1-1 0 0,2 1 0 0 0,63 13-90 0 0,1-2 0 0 0,0-3-1 0 0,85 1 1 0 0,56-10 152 0 0,-164 0-38 0 0,-18 1-5 0 0,-1-1 0 0 0,0-1 0 0 0,0-1 0 0 0,41-10 0 0 0,-57 11-8 0 0,-1-1-1 0 0,1 1 1 0 0,-1 1-1 0 0,1 0 1 0 0,12 1 0 0 0,2 0 5 0 0,-9-1-3 0 0,1 0-1 0 0,-1-1 1 0 0,1-1 0 0 0,-1 0 0 0 0,20-6-1 0 0,-32 6-5 0 0,0 2 0 0 0,0-1 0 0 0,0 0-1 0 0,0 1 1 0 0,0-1 0 0 0,0 1-1 0 0,0 0 1 0 0,1 0 0 0 0,4 1 0 0 0,10 0 76 0 0,-16-1-65 0 0,0-1 0 0 0,0 1 0 0 0,0-1-1 0 0,-1 1 1 0 0,1-1 0 0 0,0 1 0 0 0,-1-1 0 0 0,1 0 0 0 0,0 0 0 0 0,-1 0 0 0 0,1 0 0 0 0,-1 0 0 0 0,1 0 0 0 0,1-2 0 0 0,0 0 43 0 0,-6 3 22 0 0,-45 0 22 0 0,40-1-101 0 0,0 1-1 0 0,0-1 1 0 0,0-1 0 0 0,1 0 0 0 0,-1 0-1 0 0,-9-4 1 0 0,11 5-2 0 0,1 0 0 0 0,0 0 0 0 0,0 0 1 0 0,-1 1-1 0 0,1 0 0 0 0,-8 1 0 0 0,-12-1 2 0 0,-122 0 25 0 0,101-5-23 0 0,-16-3-48 0 0,-100 5-73 0 0,107 3 92 0 0,-226 0-129 0 0,269 0 151 0 0,0 0-1 0 0,1 1 1 0 0,-1 1-1 0 0,-20 4 1 0 0,24-4-11 0 0,-1 0 0 0 0,0-1 1 0 0,0 0-1 0 0,-16 0 0 0 0,3 0-38 0 0,0 1 0 0 0,1 0-1 0 0,-41 11 1 0 0,4-1-102 0 0,52-11 127 0 0,0 0 0 0 0,0 0 0 0 0,0 0 0 0 0,0 0 0 0 0,0 1 0 0 0,0 0 0 0 0,-9 5 0 0 0,1 5-145 0 0,16-7 169 0 0,10-3 53 0 0,90-2 90 0 0,-50 1-105 0 0,-23 0-24 0 0,0-1 0 0 0,38-5 0 0 0,-56 4-10 0 0,134-11-6 0 0,-129 12 6 0 0,1-1 0 0 0,0 0 0 0 0,0-1 0 0 0,28-7 0 0 0,-39 7 3 0 0,1 0-1 0 0,-1 1 1 0 0,1 0-1 0 0,-1 1 0 0 0,1 0 1 0 0,-1 0-1 0 0,1 0 1 0 0,6 1-1 0 0,-3 0-2 0 0,1 0 0 0 0,-1-1 0 0 0,0 0 0 0 0,20-3 0 0 0,172-10 202 0 0,-201 13-201 0 0,0 0-1 0 0,0 0 0 0 0,0 0 0 0 0,0 0 0 0 0,0 0 0 0 0,0-1 1 0 0,0 1-1 0 0,0 0 0 0 0,0 0 0 0 0,0-1 0 0 0,0 1 1 0 0,0-1-1 0 0,0 1 0 0 0,0-1 0 0 0,0 1 0 0 0,0-1 0 0 0,-1 0 1 0 0,1 1-1 0 0,1-2 0 0 0,10-7 34 0 0,-170 9-98 0 0,144 0 71 0 0,-5 0-7 0 0,1 0 0 0 0,-1 1-1 0 0,0 1 1 0 0,1 0-1 0 0,-23 7 1 0 0,-2-6-11 0 0,-90-3 17 0 0,83 7-6 0 0,14-1 0 0 0,-87-3-53 0 0,74-3 36 0 0,47 0 13 0 0,0 0-1 0 0,0 0 0 0 0,0 0 1 0 0,0 0-1 0 0,0 0 0 0 0,0 1 1 0 0,0-1-1 0 0,1 1 0 0 0,-1-1 1 0 0,0 1-1 0 0,0 0 1 0 0,0-1-1 0 0,-1 2 0 0 0,0 0-2 0 0,-1 0 0 0 0,1-1 1 0 0,0 0-1 0 0,-1 0 0 0 0,1 0 0 0 0,0 0 0 0 0,-1 0 0 0 0,1-1 0 0 0,-1 0 0 0 0,1 0 1 0 0,-1 0-1 0 0,-5 0 0 0 0,7 0-31 0 0,4 2-154 0 0,2 1 200 0 0,0-1 0 0 0,0 0 0 0 0,0-1 0 0 0,0 1 0 0 0,0-1 0 0 0,0 0 0 0 0,0 0 0 0 0,1 0 0 0 0,-1-1 0 0 0,0 1 0 0 0,1-1 0 0 0,-1 0 0 0 0,0 0 0 0 0,6-1 0 0 0,3 1-5 0 0,510 0 2 0 0,-427 0 97 0 0,89 0 122 0 0,-147-1-184 0 0,-28-1-25 0 0,1 2-1 0 0,-1 0 1 0 0,1 0 0 0 0,-1 0-1 0 0,1 2 1 0 0,-1-1 0 0 0,1 1-1 0 0,-1 1 1 0 0,16 5-1 0 0,-3-5 38 0 0,-25-3 135 0 0,-3 0-47 0 0,-27 0-65 0 0,-14-2-108 0 0,-88-16 0 0 0,72 8-13 0 0,4 0 12 0 0,39 5 20 0 0,-107-28-141 0 0,98 27 123 0 0,-45-15 0 0 0,59 16-27 0 0,5 3 28 0 0,0 0-1 0 0,0 1 0 0 0,0 0 1 0 0,0 1-1 0 0,0-1 0 0 0,0 2 1 0 0,-10 1-1 0 0,-15-1-115 0 0,31-1 128 0 0,-15 3-101 0 0,17-2 112 0 0,0 0 0 0 0,0 0 0 0 0,0 0-1 0 0,0 0 1 0 0,1 0 0 0 0,-1 1 0 0 0,0-1-1 0 0,1 0 1 0 0,-1 0 0 0 0,0 1 0 0 0,1-1 0 0 0,-1 0-1 0 0,1 1 1 0 0,0-1 0 0 0,0 0 0 0 0,-1 1 0 0 0,1-1-1 0 0,0 0 1 0 0,0 1 0 0 0,0-1 0 0 0,1 2-1 0 0,-2-2 8 0 0,1 0-1 0 0,0 0 1 0 0,0 0 0 0 0,1 0-1 0 0,-1 0 1 0 0,0 0-1 0 0,0-1 1 0 0,0 1-1 0 0,0 0 1 0 0,1 0-1 0 0,-1 0 1 0 0,0 0-1 0 0,1-1 1 0 0,-1 1-1 0 0,1 0 1 0 0,-1 0-1 0 0,2 1 1 0 0,1 1-5 0 0,-1 0 4 0 0,1-1 0 0 0,-1 1 0 0 0,1 0 1 0 0,0-1-1 0 0,0 1 0 0 0,0-1 1 0 0,0 0-1 0 0,0 0 0 0 0,0 0 1 0 0,1 0-1 0 0,3 1 0 0 0,-3-3 5 0 0,-1 0 0 0 0,0 0-1 0 0,1 1 1 0 0,-1 0 0 0 0,0-1-1 0 0,0 1 1 0 0,0 0 0 0 0,0 0-1 0 0,4 3 1 0 0,17 5 2 0 0,21 8 36 0 0,0-2-1 0 0,1-2 0 0 0,1-3 1 0 0,0-1-1 0 0,0-2 0 0 0,64 0 1 0 0,111-7 108 0 0,-218 1-147 0 0,0-1 0 0 0,-1 0 0 0 0,1-1 0 0 0,0 1 0 0 0,0-1 0 0 0,-1 1 0 0 0,1-1 0 0 0,-1 0 0 0 0,1 0 0 0 0,4-3 0 0 0,-4 3 8 0 0,-1-1-1 0 0,0 1 0 0 0,1 0 0 0 0,-1 0 0 0 0,1 0 0 0 0,-1 1 0 0 0,1-1 0 0 0,-1 1 1 0 0,1 0-1 0 0,5 0 0 0 0,-3 0 30 0 0,1-1 1 0 0,-1 0 0 0 0,1 0-1 0 0,-1 0 1 0 0,0-1-1 0 0,12-5 1 0 0,-17 7-36 0 0,-1 0-1 0 0,1-1 0 0 0,-1 1 1 0 0,1 0-1 0 0,-1 0 1 0 0,0-1-1 0 0,1 1 1 0 0,-1 0-1 0 0,1-1 1 0 0,-1 1-1 0 0,0-1 0 0 0,1 1 1 0 0,-1 0-1 0 0,0-1 1 0 0,0 1-1 0 0,1-1 1 0 0,-1 1-1 0 0,0-1 1 0 0,0 1-1 0 0,0-1 1 0 0,1 1-1 0 0,-1-1 0 0 0,0 1 1 0 0,0-1-1 0 0,0 1 1 0 0,0-1-1 0 0,0 1 1 0 0,0-1-1 0 0,0 0 1 0 0,0-3 20 0 0,8 1 33 0 0,-4-1 17 0 0,-2-23 19 0 0,-2 25-93 0 0,0 1 0 0 0,0-1-1 0 0,0 1 1 0 0,0-1 0 0 0,0 1-1 0 0,-1 0 1 0 0,1-1 0 0 0,0 1-1 0 0,-1-1 1 0 0,1 1 0 0 0,-1 0 0 0 0,1-1-1 0 0,-1 1 1 0 0,0 0 0 0 0,0-2-1 0 0,-12-21-15 0 0,10 17-10 0 0,2 4 11 0 0,-1-1-1 0 0,0 1 1 0 0,1-1 0 0 0,-1 1 0 0 0,0-1 0 0 0,-1 1 0 0 0,1 0 0 0 0,-1 0 0 0 0,1 0 0 0 0,-5-3 0 0 0,-2 0 7 0 0,0 0 1 0 0,0 0 0 0 0,-15-16-1 0 0,-8-5 38 0 0,15 15-170 0 0,0 0 0 0 0,-1 2 0 0 0,-24-10 0 0 0,19 8-92 0 0,-31-19 0 0 0,36 22 112 0 0,3 0-224 0 0,7-2 120 0 0,-16 8 53 0 0,24 3 158 0 0,-1 0-1 0 0,1 0 1 0 0,-1 0 0 0 0,0 0-1 0 0,1-1 1 0 0,-1 1 0 0 0,1 0-1 0 0,-1 0 1 0 0,0 0-1 0 0,1 0 1 0 0,-1 1 0 0 0,1-1-1 0 0,-1 0 1 0 0,0 0 0 0 0,1 0-1 0 0,-1 0 1 0 0,1 1-1 0 0,-1-1 1 0 0,1 0 0 0 0,-1 0-1 0 0,1 1 1 0 0,-1-1 0 0 0,1 0-1 0 0,-1 1 1 0 0,1-1-1 0 0,-1 1 1 0 0,1-1 0 0 0,-1 1-1 0 0,1-1 1 0 0,0 1 0 0 0,-1-1-1 0 0,1 1 1 0 0,0-1 0 0 0,0 1-1 0 0,-1-1 1 0 0,1 1-1 0 0,0-1 1 0 0,0 1 0 0 0,0 0-1 0 0,0-1 1 0 0,-1 1 0 0 0,1-1-1 0 0,0 1 1 0 0,0 0-1 0 0,0-1 1 0 0,0 1 0 0 0,1-1-1 0 0,-1 1 1 0 0,0 0 0 0 0,0-1-1 0 0,0 1 1 0 0,0-1-1 0 0,1 1 1 0 0,-1 0 0 0 0,17 25 172 0 0,-7-17-183 0 0,0-1 0 0 0,1 0-1 0 0,12 7 1 0 0,-12-8 27 0 0,0 1 0 0 0,0 0 0 0 0,12 12 0 0 0,-20-17 13 0 0,0-1 0 0 0,1 0 1 0 0,-1 1-1 0 0,1-1 0 0 0,-1 0 1 0 0,1 0-1 0 0,7 2 0 0 0,19 11 88 0 0,-4 12 35 0 0,-23-23-106 0 0,1 0-1 0 0,-1 0 1 0 0,0 0-1 0 0,1-1 0 0 0,0 1 1 0 0,5 3-1 0 0,18 16 93 0 0,1 3 26 0 0,-19-19-99 0 0,0 0 0 0 0,-1 1 0 0 0,0 1 0 0 0,8 9 0 0 0,-1 1 99 0 0,-13-18-140 0 0,-1 0 1 0 0,0 0-1 0 0,1 1 0 0 0,-1-1 0 0 0,0 1 0 0 0,0-1 0 0 0,0 1 1 0 0,0-1-1 0 0,0 1 0 0 0,0 0 0 0 0,0 0 0 0 0,-1-1 0 0 0,1 1 1 0 0,-1 0-1 0 0,1 0 0 0 0,0 3 0 0 0,-1-4-2 0 0,0 0-1 0 0,1 0 1 0 0,-1 0-1 0 0,1 0 1 0 0,-1 0-1 0 0,1 0 1 0 0,0 0-1 0 0,-1-1 1 0 0,1 1-1 0 0,0 0 1 0 0,-1 0-1 0 0,1 0 1 0 0,0-1-1 0 0,0 1 1 0 0,0 0-1 0 0,0-1 1 0 0,0 1-1 0 0,0-1 1 0 0,0 1-1 0 0,0-1 1 0 0,0 1-1 0 0,0-1 1 0 0,0 0-1 0 0,0 1 1 0 0,0-1-1 0 0,2 0 1 0 0,6 3 102 0 0,-8-2-99 0 0,0-1-1 0 0,0 1 0 0 0,0 0 0 0 0,0 0 0 0 0,0 0 0 0 0,0 0 0 0 0,0 0 0 0 0,0 0 1 0 0,0 0-1 0 0,-1 0 0 0 0,1 0 0 0 0,0 0 0 0 0,-1 0 0 0 0,1 1 0 0 0,-1-1 1 0 0,1 0-1 0 0,-1 0 0 0 0,1 1 0 0 0,-1-1 0 0 0,0 0 0 0 0,0 1 0 0 0,0 0 0 0 0,0 1 96 0 0,1-3-102 0 0,0 0 0 0 0,-1 0 0 0 0,1 0 0 0 0,0-1-1 0 0,-1 1 1 0 0,1 0 0 0 0,-1 0 0 0 0,1 0 0 0 0,0 1 0 0 0,-1-1-1 0 0,1 0 1 0 0,0 0 0 0 0,-1 0 0 0 0,1 0 0 0 0,-1 0 0 0 0,1 1 0 0 0,0-1-1 0 0,-1 0 1 0 0,1 1 0 0 0,-1-1 0 0 0,1 1 0 0 0,4 4 102 0 0,-5-4-100 0 0,0-1 1 0 0,0 0 0 0 0,1 0-1 0 0,-1 0 1 0 0,0 0-1 0 0,0 1 1 0 0,0-1-1 0 0,0 0 1 0 0,0 0-1 0 0,0 0 1 0 0,1 0 0 0 0,-1 0-1 0 0,0 0 1 0 0,0 0-1 0 0,0 1 1 0 0,0-1-1 0 0,1 0 1 0 0,-1 0-1 0 0,0 0 1 0 0,0 0 0 0 0,0 0-1 0 0,0 0 1 0 0,1 0-1 0 0,-1 0 1 0 0,0 0-1 0 0,0 0 1 0 0,0 0-1 0 0,1 0 1 0 0,-1 0 0 0 0,0 0-1 0 0,0 0 1 0 0,0 0-1 0 0,0 0 1 0 0,1 0-1 0 0,-1 0 1 0 0,0-1-1 0 0,0 1 1 0 0,0 0 0 0 0,0 0-1 0 0,1 0 1 0 0,-1 0-1 0 0,0 0 1 0 0,0 0-1 0 0,0 0 1 0 0,0-1-1 0 0,0 1 1 0 0,0 0 0 0 0,1 0-1 0 0,-1 0 1 0 0,0 0-1 0 0,0 0 1 0 0,0-1-1 0 0,0 1 1 0 0,0 0-1 0 0,0 0 1 0 0,0 0 0 0 0,0 0-1 0 0,0-1 1 0 0,0 1-1 0 0,0 0 1 0 0,0 0-1 0 0,0-1 1 0 0,3-2-31 0 0,-2 3 25 0 0,-1-1 0 0 0,0 1 0 0 0,0 0 0 0 0,1 0 0 0 0,-1-1 1 0 0,0 1-1 0 0,0 0 0 0 0,0-1 0 0 0,0 1 0 0 0,0 0 0 0 0,0 0 0 0 0,1-1 0 0 0,-1 1 1 0 0,0 0-1 0 0,0-1 0 0 0,0 1 0 0 0,0 0 0 0 0,0-1 0 0 0,0 1 0 0 0,0 0 1 0 0,0-1-1 0 0,0 1 0 0 0,-1 0 0 0 0,1-1 0 0 0,0 1 0 0 0,0 0 0 0 0,0-1 0 0 0,0 1 1 0 0,0 0-1 0 0,0-1 0 0 0,-1 1 0 0 0,1 0 0 0 0,0 0 0 0 0,-1-1 0 0 0,-2-11 27 0 0,2 4-16 0 0,-1 1 0 0 0,0-1 0 0 0,0 1-1 0 0,-1-1 1 0 0,0 1 0 0 0,0 0 0 0 0,-1 0 0 0 0,-5-8-1 0 0,-208-201-540 0 0,169 170 235 0 0,33 24-14 0 0,-5-4-437 0 0,-1-6 46 0 0,19 30 630 0 0,1 1 0 0 0,0 0 0 0 0,-1 0 0 0 0,1 0 0 0 0,-1 0 0 0 0,1 0 0 0 0,-1 0 1 0 0,1 0-1 0 0,-1 0 0 0 0,0 1 0 0 0,1-1 0 0 0,-1 1 0 0 0,0-1 0 0 0,-3 0 0 0 0,3 2-29 0 0,4 4 24 0 0,6 7 84 0 0,0 1 1 0 0,2-1 0 0 0,-1-1-1 0 0,17 16 1 0 0,-13-12-35 0 0,12 10-135 0 0,10 7 147 0 0,-34-30 19 0 0,1 0 0 0 0,0 0 1 0 0,0 0-1 0 0,0 0 0 0 0,0-1 0 0 0,1 1 0 0 0,-1 0 0 0 0,0-1 0 0 0,1 0 0 0 0,-1 1 0 0 0,4 0 1 0 0,8 4 43 0 0,-9-3-21 0 0,-1 0 1 0 0,1 0-1 0 0,-1 1 1 0 0,0-1-1 0 0,7 9 1 0 0,4 3 83 0 0,10-4 82 0 0,-7-4-80 0 0,-5 1 13 0 0,-10-6-99 0 0,0 0 0 0 0,1 0 0 0 0,-1 0 0 0 0,0 1 0 0 0,0-1 1 0 0,0 1-1 0 0,-1-1 0 0 0,1 1 0 0 0,0 0 0 0 0,-1 0 0 0 0,0 0 0 0 0,0 1 0 0 0,2 3 0 0 0,-2-5 4 0 0,-1 0-1 0 0,1 0 0 0 0,0-1 0 0 0,0 1 1 0 0,0 0-1 0 0,0-1 0 0 0,0 1 0 0 0,0-1 0 0 0,0 0 1 0 0,1 0-1 0 0,2 2 0 0 0,11 6 121 0 0,-2-2 106 0 0,-13-7-259 0 0,-1 0 0 0 0,0 0 0 0 0,0 0 0 0 0,1 0 0 0 0,-1 0 1 0 0,0 0-1 0 0,0 0 0 0 0,1 0 0 0 0,-1 0 0 0 0,0 1 0 0 0,0-1 0 0 0,1 0 0 0 0,-1 0 1 0 0,0 0-1 0 0,0 0 0 0 0,0 0 0 0 0,1 1 0 0 0,-1-1 0 0 0,0 0 0 0 0,0 0 0 0 0,0 0 0 0 0,0 1 1 0 0,0-1-1 0 0,1 0 0 0 0,-1 0 0 0 0,0 1 0 0 0,0-1 0 0 0,0 0 0 0 0,0 0 0 0 0,0 1 1 0 0,0-1-1 0 0,0 0 0 0 0,0 0 0 0 0,0 1 0 0 0,0-1 0 0 0,0 0 0 0 0,0 0 0 0 0,0 1 0 0 0,0-1 1 0 0,0 0-1 0 0,0 0 0 0 0,0 1 0 0 0,0-1 0 0 0,0 0 0 0 0,0 0 0 0 0,-1 0 0 0 0,1 1 0 0 0,3 2 110 0 0,7-3 22 0 0,-7 0-60 0 0,-3 0-66 0 0,0 0-1 0 0,0 0 0 0 0,0-1 0 0 0,0 1 0 0 0,0 0 0 0 0,0 0 0 0 0,-1 0 0 0 0,1 0 1 0 0,0 0-1 0 0,0 0 0 0 0,0 0 0 0 0,0 0 0 0 0,0 0 0 0 0,0 0 0 0 0,0 0 1 0 0,0-1-1 0 0,0 1 0 0 0,0 0 0 0 0,0 0 0 0 0,0 0 0 0 0,0 0 0 0 0,0 0 0 0 0,0 0 1 0 0,0 0-1 0 0,0 0 0 0 0,0 0 0 0 0,0-1 0 0 0,0 1 0 0 0,0 0 0 0 0,0 0 0 0 0,0 0 1 0 0,0 0-1 0 0,0 0 0 0 0,0 0 0 0 0,0 0 0 0 0,0 0 0 0 0,0 0 0 0 0,0-1 0 0 0,0 1 1 0 0,0 0-1 0 0,0 0 0 0 0,1 0 0 0 0,-1 0 0 0 0,0 0 0 0 0,0 0 0 0 0,0 0 1 0 0,0 0-1 0 0,0 0 0 0 0,0 0 0 0 0,0 0 0 0 0,0 0 0 0 0,0 0 0 0 0,0 0 0 0 0,1 0 1 0 0,-1 0-1 0 0,0 0 0 0 0,0 0 0 0 0,0-1 0 0 0,0 1 0 0 0,0 0 0 0 0,0 0 0 0 0,0 0 1 0 0,1 1-1 0 0,-15-11 34 0 0,-22-11-171 0 0,34 20 122 0 0,1 0 0 0 0,-1 0-1 0 0,1 0 1 0 0,0 0 0 0 0,0-1-1 0 0,0 1 1 0 0,0 0 0 0 0,0-1-1 0 0,0 1 1 0 0,0-1 0 0 0,0 1-1 0 0,0-1 1 0 0,0 1 0 0 0,0-3-1 0 0,1 3 0 0 0,-1-1 1 0 0,0 0-1 0 0,1 1 0 0 0,-1-1 0 0 0,0 1 0 0 0,0-1 0 0 0,0 1 0 0 0,0-1 0 0 0,0 1 0 0 0,-1 0 0 0 0,1 0 0 0 0,0-1 0 0 0,-2 0 0 0 0,-7-3-39 0 0,1 0 1 0 0,0 0-1 0 0,0-1 1 0 0,1 0-1 0 0,-1-1 1 0 0,2 0 0 0 0,-1 0-1 0 0,1 0 1 0 0,-11-15-1 0 0,14 16-9 0 0,1 1-1 0 0,-1 0 0 0 0,0 0 1 0 0,-1 0-1 0 0,1 0 1 0 0,-11-8-1 0 0,6 5-104 0 0,9 8 152 0 0,-1 0 0 0 0,1-1 0 0 0,0 1 0 0 0,-1 0 0 0 0,1-1 0 0 0,0 1 0 0 0,-1 0 1 0 0,1 0-1 0 0,0-1 0 0 0,-1 1 0 0 0,1 0 0 0 0,-1 0 0 0 0,1 0 0 0 0,-1-1 0 0 0,1 1 0 0 0,0 0 0 0 0,-1 0 1 0 0,1 0-1 0 0,-1 0 0 0 0,1 0 0 0 0,-1 0 0 0 0,1 0 0 0 0,-1 0 0 0 0,1 0 0 0 0,-1 0 0 0 0,0 0 0 0 0,-4-1-5 0 0,1-6-10 0 0,4 7 25 0 0,-1-1 0 0 0,1 1 0 0 0,0 0 1 0 0,0-1-1 0 0,-1 1 0 0 0,1-1 0 0 0,0 1 0 0 0,-1 0 0 0 0,1-1 0 0 0,0 1 0 0 0,-1 0 0 0 0,1-1 1 0 0,-1 1-1 0 0,1 0 0 0 0,-1 0 0 0 0,1-1 0 0 0,0 1 0 0 0,-1 0 0 0 0,1 0 0 0 0,-1 0 0 0 0,1 0 1 0 0,-1-1-1 0 0,1 1 0 0 0,-1 0 0 0 0,1 0 0 0 0,-1 0 0 0 0,1 0 0 0 0,-1 0 0 0 0,1 0 0 0 0,-1 0 1 0 0,1 1-1 0 0,-1-1 0 0 0,-2-13-176 0 0,-20 10-217 0 0,5 3 18 0 0,14 3 348 0 0,4-2 16 0 0,0 1 0 0 0,1 0 0 0 0,-1 0 0 0 0,1-1 0 0 0,-1 1 0 0 0,1 0 0 0 0,0-1 0 0 0,-1 1 0 0 0,1 0 0 0 0,0-1 0 0 0,0 1 0 0 0,0-1 0 0 0,0 0 0 0 0,3 3 0 0 0,-1 1-42 0 0,-3-4 53 0 0,-1 0 0 0 0,1-1 1 0 0,0 1-1 0 0,0-1 1 0 0,0 1-1 0 0,0-1 1 0 0,0 1-1 0 0,0-1 1 0 0,0 1-1 0 0,0-1 1 0 0,0 1-1 0 0,1-1 1 0 0,-1 1-1 0 0,0-1 0 0 0,0 1 1 0 0,0-1-1 0 0,1 1 1 0 0,-1-1-1 0 0,0 1 1 0 0,0-1-1 0 0,1 1 1 0 0,-1-1-1 0 0,0 0 1 0 0,1 1-1 0 0,-1-1 1 0 0,0 1-1 0 0,1-1 0 0 0,-1 0 1 0 0,1 0-1 0 0,-1 1 1 0 0,1-1-1 0 0,-1 0 1 0 0,1 0-1 0 0,-1 1 1 0 0,1-1-1 0 0,-1 0 1 0 0,1 0-1 0 0,-1 0 1 0 0,1 0-1 0 0,-1 0 1 0 0,1 0-1 0 0,0 0 0 0 0,0 0 2 0 0,37 31 36 0 0,-35-29-23 0 0,0 0 0 0 0,0 1-1 0 0,0-1 1 0 0,0 0 0 0 0,0 1-1 0 0,-1 0 1 0 0,1 0 0 0 0,3 6 0 0 0,-5-8-7 0 0,0 1 1 0 0,1-1-1 0 0,-1 0 1 0 0,0 0-1 0 0,1 1 1 0 0,-1-1-1 0 0,0 0 1 0 0,1 0 0 0 0,0 0-1 0 0,-1 0 1 0 0,3 0-1 0 0,6 6 50 0 0,0 4 32 0 0,-8-9-59 0 0,0 0 0 0 0,0 1 0 0 0,0-1 0 0 0,0 0 0 0 0,0 0 0 0 0,1 0 0 0 0,-1-1 0 0 0,1 1 0 0 0,2 1 0 0 0,-2-1 2 0 0,-1 0 0 0 0,1 0 0 0 0,-1 0 0 0 0,1 1 0 0 0,-1-1 1 0 0,0 1-1 0 0,3 3 0 0 0,-5-4-9 0 0,1 0 0 0 0,0 0 0 0 0,1-1 0 0 0,-1 1-1 0 0,0-1 1 0 0,0 1 0 0 0,1-1 0 0 0,-1 0 0 0 0,1 1 0 0 0,-1-1 0 0 0,1 0 0 0 0,-1 0 0 0 0,1 0 0 0 0,0 0 0 0 0,0 0 0 0 0,3 1-1 0 0,5 6 153 0 0,33 24 315 0 0,-32-24-320 0 0,-8 6-17 0 0,-3-14-147 0 0,1 0 0 0 0,0 1-1 0 0,-1-1 1 0 0,1 0-1 0 0,-1 0 1 0 0,1 1-1 0 0,0-1 1 0 0,-1 0-1 0 0,1 0 1 0 0,0 0-1 0 0,-1 0 1 0 0,1 0 0 0 0,0 0-1 0 0,-1 0 1 0 0,1 0-1 0 0,0 0 1 0 0,-1 0-1 0 0,1 0 1 0 0,1 0-1 0 0,-2-1 7 0 0,1 1 1 0 0,0 0-1 0 0,0 0 0 0 0,0 0 0 0 0,0 0 0 0 0,0 0 0 0 0,-1 0 0 0 0,1 0 0 0 0,0 0 0 0 0,0 0 0 0 0,0 0 0 0 0,0 0 0 0 0,0 1 0 0 0,-1-1 0 0 0,1 0 0 0 0,0 1 1 0 0,0-1-1 0 0,-1 0 0 0 0,1 1 0 0 0,1 0 0 0 0,-2 0 9 0 0,0 0-16 0 0,1 0 0 0 0,-1-1-1 0 0,1 1 1 0 0,-1 0-1 0 0,1 0 1 0 0,-1-1 0 0 0,1 1-1 0 0,0 0 1 0 0,-1 0-1 0 0,1-1 1 0 0,0 1 0 0 0,0-1-1 0 0,-1 1 1 0 0,1-1 0 0 0,0 1-1 0 0,0-1 1 0 0,0 1-1 0 0,-1-1 1 0 0,1 0 0 0 0,0 0-1 0 0,0 1 1 0 0,0-1 0 0 0,0 0-1 0 0,0 0 1 0 0,0 0-1 0 0,0 0 1 0 0,0 0 0 0 0,0 0-1 0 0,0 0 1 0 0,0 0 0 0 0,-1 0-1 0 0,2-1 1 0 0,1 1 95 0 0,0 0-37 0 0,7 0 16 0 0,-7 0 80 0 0,-4 0-160 0 0,0 0 0 0 0,1 0 0 0 0,-1 0 0 0 0,0 0 0 0 0,0-1 0 0 0,1 1 0 0 0,-1 0 0 0 0,0 1 0 0 0,0-1 0 0 0,1 0 0 0 0,-1 0 0 0 0,0 0 0 0 0,0 0 0 0 0,1 0 0 0 0,-1 1 0 0 0,0-1 0 0 0,1 0 0 0 0,-1 1 0 0 0,-1 0 0 0 0,-1 10-21 0 0,2-11 22 0 0,0 1-1 0 0,0 0 1 0 0,0 0 0 0 0,0 0 0 0 0,0 0 0 0 0,1 0 0 0 0,-1 1-1 0 0,0-1 1 0 0,0 0 0 0 0,1 0 0 0 0,-1 0 0 0 0,1 1 0 0 0,-1-1 0 0 0,1 0-1 0 0,0 1 1 0 0,-1-1 0 0 0,1 0 0 0 0,0 1 0 0 0,0-1 0 0 0,0 0-1 0 0,0 1 1 0 0,0-1 0 0 0,0 3 0 0 0,1-3 1 0 0,-1-1 0 0 0,0 1-1 0 0,0 0 1 0 0,0 0 0 0 0,0-1 0 0 0,0 1 0 0 0,0 0 0 0 0,0-1-1 0 0,0 1 1 0 0,0 0 0 0 0,0-1 0 0 0,0 1 0 0 0,-1 0-1 0 0,1-1 1 0 0,0 1 0 0 0,0 0 0 0 0,-1-1 0 0 0,1 1 0 0 0,0 0-1 0 0,-1-1 1 0 0,1 1 0 0 0,-1-1 0 0 0,0 1 0 0 0,-5 4 20 0 0,1-1-6 0 0,3 12 79 0 0,2-10-54 0 0,0 0 0 0 0,-1 0 0 0 0,0 0 0 0 0,0 0 0 0 0,-1-1-1 0 0,1 1 1 0 0,-1 0 0 0 0,-3 6 0 0 0,4-11-28 0 0,0 1-1 0 0,1 0 1 0 0,0 0 0 0 0,-1 0 0 0 0,1 0-1 0 0,0 0 1 0 0,0 0 0 0 0,0 0-1 0 0,0 0 1 0 0,0 3 0 0 0,0-3-2 0 0,1 0 1 0 0,-1 0-1 0 0,0 0 1 0 0,0 0-1 0 0,0 0 1 0 0,-1-1 0 0 0,1 1-1 0 0,0 0 1 0 0,-1 0-1 0 0,-1 3 1 0 0,-9 21 100 0 0,7-17-95 0 0,-1 1 0 0 0,1-1 0 0 0,-1 0 0 0 0,-9 11 0 0 0,-1 8 42 0 0,13-24-52 0 0,1 0 0 0 0,-1 0 1 0 0,0 0-1 0 0,0 0 0 0 0,-1-1 1 0 0,1 1-1 0 0,-3 3 0 0 0,0-3-2 0 0,1 1 0 0 0,0 1 0 0 0,0-1-1 0 0,0 0 1 0 0,-4 10 0 0 0,-1 1 9 0 0,-12 18 59 0 0,-1-1 0 0 0,-40 44 0 0 0,48-65 40 0 0,13-12-110 0 0,1 0-1 0 0,0 0 1 0 0,-1 1-1 0 0,1-1 1 0 0,0 0-1 0 0,0 0 1 0 0,-1 0-1 0 0,1 1 1 0 0,0-1-1 0 0,0 0 0 0 0,-1 0 1 0 0,1 1-1 0 0,0-1 1 0 0,0 0-1 0 0,0 1 1 0 0,0-1-1 0 0,-1 0 1 0 0,1 1-1 0 0,0-1 1 0 0,0 0-1 0 0,0 1 1 0 0,0-1-1 0 0,0 0 0 0 0,0 1 1 0 0,0-1-1 0 0,0 0 1 0 0,0 1-1 0 0,0-1 1 0 0,0 0-1 0 0,0 1 1 0 0,0-1-1 0 0,0 0 1 0 0,1 1-1 0 0,-1 2 633 0 0,0-3-632 0 0,1 0 1 0 0,-1 0-1 0 0,1 1 1 0 0,-1-1-1 0 0,0 0 1 0 0,1 0 0 0 0,-1 0-1 0 0,1 0 1 0 0,-1 0-1 0 0,1 0 1 0 0,-1 0-1 0 0,1-1 1 0 0,-1 1-1 0 0,1 0 1 0 0,-1 0-1 0 0,1 0 1 0 0,-1 0 0 0 0,1-1-1 0 0,-1 1 1 0 0,0 0-1 0 0,1 0 1 0 0,-1-1-1 0 0,1 1 1 0 0,-1 0-1 0 0,0-1 1 0 0,1 1 0 0 0,-1 0-1 0 0,0-1 1 0 0,1 1-1 0 0,-1-1 1 0 0,0 1-1 0 0,1-1 1 0 0,6-9 44 0 0,23-20 43 0 0,-17 25-86 0 0,-9 1 1 0 0,0 0-1 0 0,-1 0 1 0 0,1 0-1 0 0,-1 0 1 0 0,0 0 0 0 0,0-1-1 0 0,0 0 1 0 0,-1 1-1 0 0,0-1 1 0 0,0 0-1 0 0,0 0 1 0 0,1-6 0 0 0,10-19 12 0 0,62-114 110 0 0,-70 111-102 0 0,8 8-13 0 0,-5 12 6 0 0,-2 0 0 0 0,10-27 0 0 0,-14 31-21 0 0,1 4 2 0 0,8-5-25 0 0,-10 10 25 0 0,-1-15-121 0 0,-10 16 66 0 0,-13 18 71 0 0,-4 5-16 0 0,2-2 43 0 0,23-20-45 0 0,0 0 0 0 0,0 0 0 0 0,0 0-1 0 0,0 0 1 0 0,-1 0 0 0 0,1-1 0 0 0,0 1 0 0 0,-1-1 0 0 0,-2 2-1 0 0,1-1-3 0 0,1 1 0 0 0,-1-1 1 0 0,1 1-1 0 0,0 0 0 0 0,0 0 0 0 0,0 0 0 0 0,0 1 0 0 0,1-1 0 0 0,-1 1 0 0 0,1 0 0 0 0,-3 4 0 0 0,-3 6-3 0 0,3-7 8 0 0,-1-1-1 0 0,0 1 1 0 0,-13 10-1 0 0,16-15 2 0 0,0 1 0 0 0,0-1 0 0 0,0 1 1 0 0,0 0-1 0 0,1 0 0 0 0,-1 1 0 0 0,1-1 0 0 0,-4 7 0 0 0,-1 7-11 0 0,0 2 1 0 0,2-1-1 0 0,0 1 0 0 0,-4 33 1 0 0,7-6-6 0 0,2 8 64 0 0,-1-54-43 0 0,1 0 1 0 0,0 1 0 0 0,0-1-1 0 0,0 1 1 0 0,0-1 0 0 0,0 1-1 0 0,-1-1 1 0 0,1 1 0 0 0,0-1-1 0 0,0 1 1 0 0,0-1-1 0 0,0 1 1 0 0,1-1 0 0 0,-1 1-1 0 0,0-1 1 0 0,0 1 0 0 0,0-1-1 0 0,0 1 1 0 0,0-1 0 0 0,1 1-1 0 0,-1-1 1 0 0,0 1 0 0 0,0-1-1 0 0,1 1 1 0 0,-1-1 0 0 0,0 0-1 0 0,1 1 1 0 0,-1-1-1 0 0,0 0 1 0 0,1 1 0 0 0,-1-1-1 0 0,1 0 1 0 0,-1 1 0 0 0,0-1-1 0 0,1 0 1 0 0,-1 0 0 0 0,1 1-1 0 0,-1-1 1 0 0,1 0 0 0 0,-1 0-1 0 0,1 0 1 0 0,-1 0 0 0 0,1 0-1 0 0,-1 0 1 0 0,1 0-1 0 0,-1 0 1 0 0,1 0 0 0 0,-1 0-1 0 0,1 0 1 0 0,0 0 0 0 0,2 0-6 0 0,-3-3 42 0 0,2-25 30 0 0,4 18-43 0 0,-1 2-7 0 0,5-4-1 0 0,-9 11-21 0 0,0 0-1 0 0,0 1 1 0 0,-1-1-1 0 0,1 0 1 0 0,0 0-1 0 0,-1 0 0 0 0,1 0 1 0 0,-1 1-1 0 0,1-1 1 0 0,-1 0-1 0 0,1 0 1 0 0,-1 0-1 0 0,0 0 1 0 0,1 0-1 0 0,-1 0 1 0 0,0 0-1 0 0,0 0 1 0 0,0 0-1 0 0,0-1 1 0 0,0 1-2 0 0,0 0 1 0 0,0 0 0 0 0,0 1 0 0 0,0-1 0 0 0,0 0 0 0 0,0 1-1 0 0,1-1 1 0 0,-1 0 0 0 0,0 0 0 0 0,0 1 0 0 0,0-1-1 0 0,1 0 1 0 0,-1 1 0 0 0,0-1 0 0 0,1 1 0 0 0,-1-1-1 0 0,1 0 1 0 0,-1 1 0 0 0,1-1 0 0 0,-1 1 0 0 0,1-1 0 0 0,-1 1-1 0 0,1-1 1 0 0,0 0 0 0 0,0 1 2 0 0,-1 0 0 0 0,1-1 1 0 0,0 1-1 0 0,-1-1 0 0 0,1 1 0 0 0,-1-1 0 0 0,1 1 0 0 0,-1-1 1 0 0,0 0-1 0 0,1 1 0 0 0,-1-1 0 0 0,1 1 0 0 0,-1-1 1 0 0,0 0-1 0 0,0 1 0 0 0,1-1 0 0 0,-1 0 0 0 0,0 0 1 0 0,0 1-1 0 0,0-1 0 0 0,0 0 0 0 0,0 1 0 0 0,0-1 0 0 0,0-1 1 0 0,0 0 2 0 0,0 1 0 0 0,1-1 0 0 0,-1 1 1 0 0,0-1-1 0 0,0 0 0 0 0,1 1 0 0 0,-1-1 1 0 0,1 1-1 0 0,0-1 0 0 0,-1 1 0 0 0,1 0 1 0 0,1-2-1 0 0,4-11 21 0 0,-5 4-26 0 0,-1 8 2 0 0,0 0 0 0 0,0 0 0 0 0,0 0 0 0 0,0 0 0 0 0,0-1 0 0 0,1 1 0 0 0,-1 0 0 0 0,1 0 0 0 0,-1 0 0 0 0,1 0-1 0 0,1-2 1 0 0,8-31 10 0 0,-9 32-6 0 0,-1 1 1 0 0,0-1-1 0 0,1 0 0 0 0,0 1 0 0 0,-1-1 1 0 0,1 0-1 0 0,0 1 0 0 0,1-1 0 0 0,-1 1 1 0 0,0-1-1 0 0,2-1 0 0 0,1-6 7 0 0,-1-28-23 0 0,-3 37 11 0 0,0-1 1 0 0,0 1-1 0 0,0 0 1 0 0,0-1-1 0 0,0 1 1 0 0,0-1-1 0 0,0 1 1 0 0,0-1-1 0 0,1 1 1 0 0,-1-1-1 0 0,1 1 1 0 0,-1 0-1 0 0,1-1 1 0 0,0 1-1 0 0,-1 0 1 0 0,1-1-1 0 0,1-1 0 0 0,0 1 1 0 0,-1 0-1 0 0,0 0 1 0 0,0 0-1 0 0,0 0 1 0 0,0 0-1 0 0,0 0 1 0 0,0-1-1 0 0,-1 1 0 0 0,1 0 1 0 0,-1-1-1 0 0,0 1 1 0 0,1 0-1 0 0,-1-1 1 0 0,0 1-1 0 0,0-1 1 0 0,-1-3-1 0 0,1-5-49 0 0,0 15-38 0 0,-3 22-33 0 0,-3-13 121 0 0,-1 0 1 0 0,0-1-1 0 0,-16 22 0 0 0,20-30-4 0 0,0 0-1 0 0,1 0 0 0 0,-1 0 0 0 0,1 0 0 0 0,0 0 1 0 0,0 1-1 0 0,-1 6 0 0 0,-12 21-30 0 0,8-19 31 0 0,0 0-1 0 0,-8 21 1 0 0,12-29 7 0 0,2 0-1 0 0,-1 0 1 0 0,0-1 0 0 0,1 2 0 0 0,0-1 0 0 0,0 0 0 0 0,1 0 0 0 0,-1 0 0 0 0,1 0-1 0 0,1 6 1 0 0,-1-10 0 0 0,0-1-1 0 0,0 1 0 0 0,0 0 0 0 0,0-1 0 0 0,0 1 0 0 0,0-1 1 0 0,0 1-1 0 0,0-1 0 0 0,1 1 0 0 0,-1 0 0 0 0,0-1 0 0 0,0 1 1 0 0,1-1-1 0 0,-1 1 0 0 0,0-1 0 0 0,1 1 0 0 0,-1-1 0 0 0,1 1 1 0 0,-1-1-1 0 0,0 0 0 0 0,1 1 0 0 0,-1-1 0 0 0,1 1 1 0 0,-1-1-1 0 0,1 0 0 0 0,-1 0 0 0 0,1 1 0 0 0,0-1 0 0 0,-1 0 1 0 0,1 0-1 0 0,-1 0 0 0 0,1 1 0 0 0,-1-1 0 0 0,1 0 0 0 0,0 0 1 0 0,-1 0-1 0 0,1 0 0 0 0,-1 0 0 0 0,1 0 0 0 0,0 0 1 0 0,0-1-1 0 0,23-15 122 0 0,-9 5-90 0 0,-11 8-32 0 0,-1 1 0 0 0,1-1 0 0 0,-1 0 0 0 0,0 1 1 0 0,1-2-1 0 0,-1 1 0 0 0,-1 0 0 0 0,1-1 0 0 0,0 1 1 0 0,-1-1-1 0 0,0 0 0 0 0,0 0 0 0 0,0 0 0 0 0,0 0 1 0 0,-1 0-1 0 0,0 0 0 0 0,1 0 0 0 0,-2 0 0 0 0,2-8 1 0 0,-2 8-4 0 0,1 0 0 0 0,0 0 1 0 0,0-1-1 0 0,0 1 1 0 0,0 0-1 0 0,1 0 0 0 0,-1 1 1 0 0,1-1-1 0 0,0 0 1 0 0,0 0-1 0 0,1 1 0 0 0,3-6 1 0 0,-3 6-1 0 0,0-1 1 0 0,0 0-1 0 0,-1 0 1 0 0,0 0-1 0 0,0 0 0 0 0,0 0 1 0 0,0 0-1 0 0,0-1 1 0 0,-1 1-1 0 0,0-1 0 0 0,0 1 1 0 0,1-9-1 0 0,-1-3 9 0 0,2 0 0 0 0,8-29 0 0 0,3-15 2 0 0,-11-4-294 0 0,-3 61 176 0 0,-6 11-15 0 0,-2 8 122 0 0,5-8 3 0 0,-1 0 0 0 0,-1 0-1 0 0,1 0 1 0 0,-1 0-1 0 0,-11 11 1 0 0,-9 9-6 0 0,-39 57 1 0 0,5-5-41 0 0,40-56 1 0 0,-2 1-143 0 0,1 1 0 0 0,-24 42-1 0 0,43-66 113 0 0,0 0 0 0 0,0 0 0 0 0,1 1-1 0 0,-1-1 1 0 0,1 1 0 0 0,0-1 0 0 0,-1 0-1 0 0,1 1 1 0 0,1 4 0 0 0,-2 10-464 0 0,0-17 527 0 0,-1 7-545 0 0,-1 0-1 0 0,1 0 1 0 0,1 0-1 0 0,-1 0 1 0 0,1 0 0 0 0,0 0-1 0 0,0 8 1 0 0,1 20-3829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47.7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66 1696 0 0,'0'0'4746'0'0,"0"1"-4585"0"0,1-1 0 0 0,0 0-1 0 0,0 0 1 0 0,0 0-1 0 0,0 0 1 0 0,-1 0-1 0 0,1 0 1 0 0,0 0-1 0 0,0 0 1 0 0,0 0 0 0 0,0 0-1 0 0,-1-1 1 0 0,1 1-1 0 0,0 0 1 0 0,0 0-1 0 0,-1-1 1 0 0,1 1-1 0 0,1-1 1 0 0,-2-5 185 0 0,0 5-216 0 0,0 0 1 0 0,-1 1 0 0 0,1-1 0 0 0,0 0 0 0 0,0 1 0 0 0,0-1 0 0 0,0 0 0 0 0,0 0-1 0 0,0 1 1 0 0,0-1 0 0 0,0 0 0 0 0,0 1 0 0 0,0-1 0 0 0,0 0 0 0 0,0 0-1 0 0,1 1 1 0 0,-1-1 0 0 0,0 0 0 0 0,0 1 0 0 0,1-1 0 0 0,-1 0 0 0 0,1 1-1 0 0,-1-1 1 0 0,0 1 0 0 0,1-1 0 0 0,-1 1 0 0 0,1-1 0 0 0,-1 1 0 0 0,1-1 0 0 0,0 1-1 0 0,-1-1 1 0 0,1 1 0 0 0,-1-1 0 0 0,1 1 0 0 0,0 0 0 0 0,-1 0 0 0 0,1-1-1 0 0,0 1 1 0 0,-1 0 0 0 0,1 0 0 0 0,0 0 0 0 0,0-1 0 0 0,-1 1 0 0 0,2 0 0 0 0,-2-3 458 0 0,0 2-451 0 0,1 0 0 0 0,-1 1 0 0 0,0-1 0 0 0,0 0 0 0 0,0 0 0 0 0,0 0 0 0 0,0 1 0 0 0,0-1 0 0 0,0 0 0 0 0,-1 0 0 0 0,1 1-1 0 0,0-1 1 0 0,0 0 0 0 0,0 0 0 0 0,-1 1 0 0 0,1-1 0 0 0,0 0 0 0 0,-1 0 0 0 0,-1-1-63 0 0,1 1 0 0 0,0 0-1 0 0,-1-1 1 0 0,1 1 0 0 0,-1 0 0 0 0,0 0 0 0 0,1 0-1 0 0,-1 0 1 0 0,0 0 0 0 0,1 1 0 0 0,-1-1 0 0 0,0 0-1 0 0,0 1 1 0 0,0 0 0 0 0,0-1 0 0 0,0 1-1 0 0,0 0 1 0 0,1 0 0 0 0,-1 0 0 0 0,-3 0 0 0 0,1 1-9 0 0,0 0 1 0 0,0 0 0 0 0,1 0 0 0 0,-1 1 0 0 0,1-1 0 0 0,-1 1 0 0 0,1 0-1 0 0,-1 0 1 0 0,-5 5 0 0 0,2-1-35 0 0,-1 1-1 0 0,1 1 0 0 0,0-1 1 0 0,0 1-1 0 0,1 0 1 0 0,0 1-1 0 0,-5 10 1 0 0,7-3-16 0 0,3-8 5 0 0,-3 8-31 0 0,0 1 1 0 0,2-1-1 0 0,0 0 1 0 0,0 29-1 0 0,2-42 9 0 0,0-1 0 0 0,0 1 0 0 0,0-1 0 0 0,0 1 1 0 0,0-1-1 0 0,1 1 0 0 0,-1-1 0 0 0,1 1 0 0 0,-1-1 0 0 0,1 0 0 0 0,0 1 0 0 0,0-1 0 0 0,0 0 1 0 0,0 0-1 0 0,1 1 0 0 0,-1-1 0 0 0,3 3 0 0 0,-4-5-3 0 0,0 0 0 0 0,1 0 0 0 0,-1 1 0 0 0,0-1-1 0 0,1 0 1 0 0,-1 1 0 0 0,0-1 0 0 0,0 0 0 0 0,1 1 0 0 0,-1-1 0 0 0,0 0 0 0 0,0 1 0 0 0,0-1-1 0 0,1 1 1 0 0,-1-1 0 0 0,0 0 0 0 0,0 1 0 0 0,0-1 0 0 0,0 1 0 0 0,0-1 0 0 0,0 1 0 0 0,0-1-1 0 0,0 1 1 0 0,0-1 0 0 0,0 0 0 0 0,0 2 0 0 0,1 2-2 0 0,2-1-1 0 0,-1-2 1 0 0,1 1 0 0 0,0 0 0 0 0,0 0 0 0 0,0-1-1 0 0,0 0 1 0 0,5 2 0 0 0,10 4 24 0 0,-2 2 10 0 0,26 9-115 0 0,-40-18 80 0 0,-1 0 1 0 0,0 1-1 0 0,1-1 1 0 0,-1 1-1 0 0,0-1 1 0 0,1 1-1 0 0,-1-1 1 0 0,0 1-1 0 0,0-1 1 0 0,0 1-1 0 0,0 0 1 0 0,0 0-1 0 0,2 1 1 0 0,8 5-255 0 0,12-4-1135 0 0,0-1 0 0 0,0-1 1 0 0,41-3-1 0 0,-15 1-6861 0 0,-47 1 7970 0 0,0 0-1 0 0,0 0 1 0 0,-1-1-1 0 0,1 1 0 0 0,0 0 1 0 0,-1 0-1 0 0,1-1 1 0 0,0 1-1 0 0,-1-1 0 0 0,1 0 1 0 0,-1 1-1 0 0,1-1 1 0 0,-1 0-1 0 0,3-2 0 0 0,4-2-805 0 0,8 3-502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48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 1856 0 0,'0'0'4821'0'0,"0"20"102"0"0,2-4-4077 0 0,9-1-97 0 0,-10-15-739 0 0,1 4 97 0 0,1 14 191 0 0,24 49 289 0 0,-27-67-582 0 0,1 1 0 0 0,-1-1-1 0 0,0 1 1 0 0,0 0 0 0 0,1-1 0 0 0,-1 1 0 0 0,0-1-1 0 0,0 1 1 0 0,0-1 0 0 0,1 1 0 0 0,-1 0 0 0 0,0-1-1 0 0,0 1 1 0 0,0 0 0 0 0,0-1 0 0 0,0 1 0 0 0,0-1-1 0 0,0 1 1 0 0,-1 0 0 0 0,1-1 0 0 0,0 1 0 0 0,0 0-1 0 0,-1 0-2 0 0,1-1 0 0 0,0 0 0 0 0,0 0-1 0 0,0 1 1 0 0,0-1 0 0 0,0 0-1 0 0,0 1 1 0 0,0-1 0 0 0,0 0 0 0 0,0 1-1 0 0,0-1 1 0 0,0 0 0 0 0,0 1-1 0 0,0-1 1 0 0,0 0 0 0 0,0 0 0 0 0,0 1-1 0 0,0-1 1 0 0,1 0 0 0 0,-1 1-1 0 0,0-1 1 0 0,0 0 0 0 0,0 0 0 0 0,0 1-1 0 0,1-1 1 0 0,-1 0 0 0 0,0 0 0 0 0,0 1-1 0 0,0-1 1 0 0,1 0 0 0 0,-1 0-1 0 0,0 0 1 0 0,0 0 0 0 0,1 1 0 0 0,1 0 6 0 0,-1 0 1 0 0,0 1 0 0 0,0-1 0 0 0,0 1 0 0 0,0-1 0 0 0,0 1 0 0 0,0 0 0 0 0,0-1 0 0 0,0 1-1 0 0,-1 0 1 0 0,1-1 0 0 0,-1 1 0 0 0,1 0 0 0 0,-1 2 0 0 0,0-3-8 0 0,0-1 0 0 0,0 1 0 0 0,0-1 0 0 0,0 1 0 0 0,0-1 1 0 0,1 0-1 0 0,-1 1 0 0 0,0-1 0 0 0,0 1 0 0 0,0-1 0 0 0,0 1 0 0 0,0-1 0 0 0,1 0 0 0 0,-1 1 0 0 0,0-1 1 0 0,0 0-1 0 0,0 1 0 0 0,1-1 0 0 0,-1 0 0 0 0,0 1 0 0 0,1-1 0 0 0,-1 0 0 0 0,0 1 0 0 0,1-1 1 0 0,-1 0-1 0 0,0 0 0 0 0,1 1 0 0 0,-1-1 0 0 0,0 0 0 0 0,1 0 0 0 0,-1 0 0 0 0,1 0 0 0 0,0 1 5 0 0,-1-1-1 0 0,1 0 0 0 0,-1 0 0 0 0,1 0 0 0 0,-1 0 1 0 0,0 0-1 0 0,1 1 0 0 0,-1-1 0 0 0,0 0 0 0 0,1 0 1 0 0,-1 1-1 0 0,0-1 0 0 0,1 0 0 0 0,-1 1 0 0 0,0-1 1 0 0,1 0-1 0 0,-1 1 0 0 0,0-1 0 0 0,0 0 0 0 0,0 1 1 0 0,1-1-1 0 0,-1 0 0 0 0,0 1 0 0 0,0-1 0 0 0,0 1 0 0 0,0-1 1 0 0,0 1-1 0 0,0-1 0 0 0,0 0 0 0 0,1 1 0 0 0,-1-1 1 0 0,-1 1-1 0 0,1 0 1 0 0,0 0 1 0 0,0-1-1 0 0,0 1 0 0 0,0-1 0 0 0,1 1 1 0 0,-1-1-1 0 0,0 1 0 0 0,0-1 1 0 0,0 1-1 0 0,0-1 0 0 0,0 1 1 0 0,1-1-1 0 0,-1 1 0 0 0,0-1 1 0 0,1 0-1 0 0,-1 1 0 0 0,0-1 0 0 0,0 1 1 0 0,1-1-1 0 0,-1 0 0 0 0,1 1 1 0 0,-1-1-1 0 0,0 0 0 0 0,1 1 1 0 0,0 0-1 0 0,0-1 1 0 0,0 0 0 0 0,-1 1 0 0 0,1-1 0 0 0,0 1 0 0 0,-1 0 0 0 0,1-1 0 0 0,-1 1 0 0 0,1-1 0 0 0,-1 1 0 0 0,1 0 0 0 0,-1 0 0 0 0,1-1 0 0 0,-1 1 0 0 0,0 0 0 0 0,1 0 0 0 0,-1-1 0 0 0,0 1 0 0 0,0 0 0 0 0,0 0 0 0 0,1 0 0 0 0,-1-1 0 0 0,0 1 0 0 0,0 0 0 0 0,0 0 1 0 0,-1 1-1 0 0,1 7 366 0 0,0-18-218 0 0,0 7-171 0 0,3-17 186 0 0,24-83 571 0 0,-26 96-695 0 0,0 0-1 0 0,1 0 0 0 0,0-1 0 0 0,-1 1 0 0 0,7-10-1 0 0,-7 12-20 0 0,-1 4-22 0 0,1-1-1 0 0,-1 1 1 0 0,0-1 0 0 0,0 1 0 0 0,1-1 0 0 0,-1 1-1 0 0,0 0 1 0 0,0-1 0 0 0,1 1 0 0 0,-1 0 0 0 0,1-1-1 0 0,-1 1 1 0 0,0 0 0 0 0,1-1 0 0 0,-1 1 0 0 0,1 0-1 0 0,-1 0 1 0 0,0-1 0 0 0,1 1 0 0 0,-1 0 0 0 0,1 0-1 0 0,-1 0 1 0 0,1 0 0 0 0,-1 0 0 0 0,1 0 0 0 0,-1 0-1 0 0,1 0 1 0 0,-1 0 0 0 0,1 0 0 0 0,0 0 0 0 0,2-1-5 0 0,-2 1 1 0 0,-1-1 1 0 0,1 0-1 0 0,-1 1 0 0 0,0-1 0 0 0,1 0 0 0 0,-1 1 1 0 0,0-1-1 0 0,1 0 0 0 0,-1 1 0 0 0,0-1 0 0 0,0 0 1 0 0,0 0-1 0 0,1 1 0 0 0,-1-1 0 0 0,0 0 0 0 0,0 0 1 0 0,0 1-1 0 0,0-1 0 0 0,-1-1 0 0 0,3-8-4 0 0,14 6 160 0 0,-14 4-153 0 0,1 0 1 0 0,-1 0-1 0 0,1 0 0 0 0,-1 0 0 0 0,1 0 0 0 0,-1 1 0 0 0,1 0 1 0 0,-1-1-1 0 0,1 1 0 0 0,-1 0 0 0 0,1 0 0 0 0,-1 0 1 0 0,0 0-1 0 0,0 1 0 0 0,1-1 0 0 0,-1 1 0 0 0,2 2 0 0 0,-2-3 0 0 0,-1 1 0 0 0,0-1 0 0 0,1 0 0 0 0,-1 0 0 0 0,1 1 0 0 0,-1-1 0 0 0,1 0 0 0 0,-1 0 0 0 0,1-1 0 0 0,0 1 0 0 0,-1 0 0 0 0,1 0 0 0 0,0-1 0 0 0,0 1 0 0 0,-1-1 0 0 0,4 1-1 0 0,-5-1-2 0 0,1 0-1 0 0,0 0 1 0 0,0 0-1 0 0,-1 0 0 0 0,1 0 1 0 0,0 1-1 0 0,-1-1 0 0 0,1 0 1 0 0,-1 0-1 0 0,1 1 1 0 0,0-1-1 0 0,-1 1 0 0 0,1-1 1 0 0,-1 0-1 0 0,1 1 1 0 0,-1-1-1 0 0,1 1 0 0 0,-1-1 1 0 0,1 1-1 0 0,-1-1 0 0 0,1 1 1 0 0,-1 0-1 0 0,0-1 1 0 0,1 1-1 0 0,-1-1 0 0 0,0 1 1 0 0,0 0-1 0 0,1-1 0 0 0,-1 1 1 0 0,0 0-1 0 0,0-1 1 0 0,0 1-1 0 0,0 0 0 0 0,0 0 1 0 0,0-1-1 0 0,0 2 0 0 0,6 14-33 0 0,-4-12 14 0 0,0-1 0 0 0,0 0 0 0 0,-1 1 0 0 0,1-1 0 0 0,-1 1 0 0 0,0-1 0 0 0,0 1 0 0 0,0 0 0 0 0,-1-1 0 0 0,1 1 0 0 0,-1 0 0 0 0,0-1 0 0 0,0 1 0 0 0,-1 6-1 0 0,1-8 7 0 0,0 30-170 0 0,0 14 138 0 0,1-46 53 0 0,-1 1 0 0 0,0-1 0 0 0,0 0 0 0 0,1 0 0 0 0,-1 1 0 0 0,0-1 0 0 0,0 0 0 0 0,1 0-1 0 0,-1 0 1 0 0,0 0 0 0 0,1 1 0 0 0,-1-1 0 0 0,0 0 0 0 0,1 0 0 0 0,-1 0 0 0 0,1 0 0 0 0,-1 0 0 0 0,0 0 0 0 0,1 0 0 0 0,-1 0 0 0 0,0 0 0 0 0,1 0 0 0 0,-1 0 0 0 0,0 0 0 0 0,1 0 0 0 0,-1 0 0 0 0,0 0 0 0 0,1 0 0 0 0,-1-1 0 0 0,0 1 0 0 0,1 0 0 0 0,-1 0 0 0 0,0 0 0 0 0,1-1-1 0 0,-1 1 1 0 0,0 0 0 0 0,1-1 0 0 0,0 1 31 0 0,0-1-26 0 0,-1 0 1 0 0,1-1-1 0 0,-1 1 1 0 0,1 0 0 0 0,-1 0-1 0 0,1-1 1 0 0,-1 1-1 0 0,0 0 1 0 0,0-1-1 0 0,0 1 1 0 0,0 0-1 0 0,0-1 1 0 0,0 1-1 0 0,0-1 1 0 0,0 0 0 0 0,2-22 113 0 0,1 21-98 0 0,-2 2-18 0 0,0 1 1 0 0,-1-1-1 0 0,1 1 1 0 0,0-1-1 0 0,-1 0 1 0 0,1 1-1 0 0,0-1 1 0 0,-1 0 0 0 0,1 1-1 0 0,-1-1 1 0 0,0 0-1 0 0,1 0 1 0 0,-1 0-1 0 0,1 1 1 0 0,-1-1-1 0 0,0 0 1 0 0,0 0-1 0 0,1 0 1 0 0,-1 0-1 0 0,0 0 1 0 0,0-1-1 0 0,0 1-1 0 0,0-1 0 0 0,0 1 0 0 0,0 0 0 0 0,0 0 0 0 0,0 0 0 0 0,1-1 0 0 0,-1 1 0 0 0,0 0 0 0 0,1 0 0 0 0,-1 0 0 0 0,1 0 0 0 0,-1 0 0 0 0,1-1 0 0 0,0 1 0 0 0,0-1-1 0 0,12-26 91 0 0,-12 24-82 0 0,1-6 45 0 0,0 0 1 0 0,2 0 0 0 0,-1 1 0 0 0,1-1-1 0 0,9-15 1 0 0,0 1 14 0 0,-13 24-75 0 0,0 0 1 0 0,0-1 0 0 0,0 1-1 0 0,0 0 1 0 0,0-1-1 0 0,1 1 1 0 0,-1 0 0 0 0,0 0-1 0 0,0-1 1 0 0,0 1-1 0 0,0 0 1 0 0,1-1-1 0 0,-1 1 1 0 0,0 0 0 0 0,0 0-1 0 0,0-1 1 0 0,1 1-1 0 0,-1 0 1 0 0,0 0 0 0 0,0 0-1 0 0,1 0 1 0 0,-1-1-1 0 0,0 1 1 0 0,0 0 0 0 0,1 0-1 0 0,-1 0 1 0 0,0 0-1 0 0,1 0 1 0 0,-1 0 0 0 0,0 0-1 0 0,1 0 1 0 0,-1 0-1 0 0,0 0 1 0 0,1 0 0 0 0,-1 0-1 0 0,0 0 1 0 0,0 0-1 0 0,1 0 1 0 0,-1 0-1 0 0,0 0 1 0 0,1 0 0 0 0,-1 0-1 0 0,0 0 1 0 0,1 0-1 0 0,-1 1 0 0 0,1-1 0 0 0,-1 0 0 0 0,0 0 0 0 0,1 0 0 0 0,-1 0-1 0 0,0 0 1 0 0,1 1 0 0 0,-1-1 0 0 0,0 0 0 0 0,1 0 0 0 0,-1 0-1 0 0,1 0 1 0 0,-1 0 0 0 0,0 0 0 0 0,1 0 0 0 0,-1-1 0 0 0,0 1-1 0 0,1 0 1 0 0,-1 0 0 0 0,0 0 0 0 0,1 0 0 0 0,-1 0 0 0 0,0 0-1 0 0,1-1 1 0 0,-1 1 0 0 0,0 0 0 0 0,1 0 0 0 0,-1-1 0 0 0,0 1-1 0 0,0 0 1 0 0,1-1 0 0 0,1-1-3 0 0,1 1 0 0 0,-1-1 0 0 0,1 1 0 0 0,-1-1 0 0 0,1 1 0 0 0,0 0 0 0 0,-1 0 0 0 0,1 0 0 0 0,0 0 0 0 0,0 0 0 0 0,0 1 0 0 0,0-1 0 0 0,-1 1 0 0 0,1 0 1 0 0,0 0-1 0 0,0 0 0 0 0,0 0 0 0 0,3 1 0 0 0,0-1 6 0 0,10 3 13 0 0,-10-1-10 0 0,24 15-28 0 0,-22-9 13 0 0,0 0 0 0 0,-1 0 0 0 0,1 0 0 0 0,-2 1 0 0 0,1 0 0 0 0,-1 0 0 0 0,0 1 0 0 0,6 14 0 0 0,-11-20 10 0 0,0-3 1 0 0,1 1 1 0 0,-2 0-1 0 0,1 0 0 0 0,0 0 1 0 0,0 1-1 0 0,0-1 1 0 0,-1 0-1 0 0,1 0 1 0 0,-1 0-1 0 0,0 4 0 0 0,3 10-2 0 0,-1-11-122 0 0,1 1-1 0 0,-1-1 0 0 0,-1 1 1 0 0,1-1-1 0 0,-1 1 0 0 0,0 0 1 0 0,0-1-1 0 0,-1 1 1 0 0,0 6-1 0 0,1 1-368 0 0,-1-11-299 0 0,0 0 1 0 0,0 0 0 0 0,0 0-1 0 0,0 1 1 0 0,1-1 0 0 0,-1 0 0 0 0,1 0-1 0 0,0 0 1 0 0,-1 0 0 0 0,1 0 0 0 0,0 0-1 0 0,0 0 1 0 0,0-1 0 0 0,5 6-790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58.4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18 275 2656 0 0,'-16'3'10053'0'0,"16"23"-8679"0"0,-1-17-1123 0 0,1 0 0 0 0,0-1 1 0 0,0 1-1 0 0,1 0 0 0 0,0 0 1 0 0,0-1-1 0 0,1 1 0 0 0,1-1 1 0 0,-1 1-1 0 0,5 9 0 0 0,-3-7-109 0 0,-1 0-1 0 0,0 0 0 0 0,0 0 0 0 0,-1 1 1 0 0,-1-1-1 0 0,0 0 0 0 0,-1 1 0 0 0,-1 13 1 0 0,1-19-107 0 0,0-5-17 0 0,0 1 0 0 0,0 0 0 0 0,1 0 0 0 0,-1-1-1 0 0,0 1 1 0 0,1 0 0 0 0,-1-1 0 0 0,1 1 0 0 0,-1-1 0 0 0,1 1 0 0 0,0-1 0 0 0,1 3-1 0 0,5 13 108 0 0,-4-1 0 0 0,-2-10-57 0 0,0 0-1 0 0,0 0 0 0 0,1 0 0 0 0,0-1 0 0 0,4 9 0 0 0,-4 10 157 0 0,-2-14-159 0 0,0-6-32 0 0,0 1 1 0 0,0 0 0 0 0,0-1 0 0 0,1 1-1 0 0,-1 0 1 0 0,1-1 0 0 0,1 1 0 0 0,-1 0-1 0 0,0-1 1 0 0,1 0 0 0 0,4 8 0 0 0,-5-9-20 0 0,0-1 0 0 0,0 0 0 0 0,-1 0 0 0 0,1 1 0 0 0,-1-1 0 0 0,1 1 0 0 0,-1-1 0 0 0,0 0 0 0 0,0 1 1 0 0,-1 2-1 0 0,3 14 97 0 0,13 36 333 0 0,-11-44-166 0 0,-1 1 0 0 0,-1-1-1 0 0,0 0 1 0 0,0 1 0 0 0,-1-1 0 0 0,-1 1 0 0 0,0 12 0 0 0,1-79 168 0 0,1 26-323 0 0,-2 1 1 0 0,-6-56-1 0 0,-7-98 90 0 0,3 47-90 0 0,4 53-27 0 0,6-17-32 0 0,0 97-58 0 0,0-1 0 0 0,0 1 1 0 0,0 0-1 0 0,0-1 0 0 0,0 1 0 0 0,-1 0 1 0 0,1 0-1 0 0,-1-1 0 0 0,1 1 0 0 0,-1 0 1 0 0,0 0-1 0 0,0 0 0 0 0,0 0 0 0 0,0 0 1 0 0,-2-3-1 0 0,2 4-10 0 0,0 0 0 0 0,1 0 0 0 0,-1 0 0 0 0,0-1 0 0 0,1 1 0 0 0,-1 0 0 0 0,1 0 1 0 0,-1 0-1 0 0,1-1 0 0 0,0 1 0 0 0,0 0 0 0 0,-1 0 0 0 0,1-1 0 0 0,0 1 0 0 0,0-2 0 0 0,1-11 40 0 0,0 1-1 0 0,1 0 1 0 0,3-13-1 0 0,-2 14-4 0 0,-1 0 0 0 0,1-24 0 0 0,-3 34-18 0 0,0 1 0 0 0,0-1 0 0 0,0 0 0 0 0,0 1 0 0 0,0-1 0 0 0,1 1 0 0 0,-1-1 0 0 0,1 0 0 0 0,-1 1 0 0 0,1-1 0 0 0,-1 1 0 0 0,1-1 0 0 0,0 1 0 0 0,0 0 0 0 0,0-1 0 0 0,-1 1 0 0 0,1 0 0 0 0,1-1 0 0 0,1 0 0 0 0,-3 1-17 0 0,5-9-99 0 0,-5 9 104 0 0,0 1 0 0 0,0 0 1 0 0,0 0-1 0 0,0-1 0 0 0,0 1 0 0 0,0 0 1 0 0,0 0-1 0 0,0-1 0 0 0,0 1 0 0 0,0 0 1 0 0,0 0-1 0 0,0-1 0 0 0,0 1 0 0 0,0 0 1 0 0,1 0-1 0 0,-1 0 0 0 0,0-1 0 0 0,0 1 1 0 0,0 0-1 0 0,0 0 0 0 0,1 0 0 0 0,-1 0 1 0 0,0-1-1 0 0,0 1 0 0 0,0 0 0 0 0,0 0 0 0 0,1 0 1 0 0,-1 0-1 0 0,0 0 0 0 0,0 0 0 0 0,1 0 1 0 0,-1-1-1 0 0,0 1 0 0 0,0 0 0 0 0,1 0 1 0 0,-1 0-1 0 0,0 0 0 0 0,0 0 0 0 0,1 0 1 0 0,10-1 59 0 0,0-1 1 0 0,0 2-1 0 0,20 0 1 0 0,-9 1-42 0 0,-22-2-14 0 0,1 1 1 0 0,0 0-1 0 0,0 0 0 0 0,0 0 0 0 0,0 0 0 0 0,-1 1 1 0 0,1-1-1 0 0,0 0 0 0 0,0 0 0 0 0,0 0 0 0 0,-1 1 1 0 0,1-1-1 0 0,0 0 0 0 0,-1 1 0 0 0,1-1 0 0 0,0 0 0 0 0,0 1 1 0 0,-1-1-1 0 0,1 1 0 0 0,-1-1 0 0 0,1 1 0 0 0,0 0 1 0 0,-1-1-1 0 0,1 2 0 0 0,0-1-9 0 0,-1-1 0 0 0,1 1-1 0 0,-1-1 1 0 0,1 1 0 0 0,-1 0 0 0 0,1-1 0 0 0,0 1-1 0 0,-1-1 1 0 0,1 1 0 0 0,0-1 0 0 0,-1 0 0 0 0,1 1-1 0 0,0-1 1 0 0,0 0 0 0 0,-1 1 0 0 0,1-1 0 0 0,0 0-1 0 0,0 0 1 0 0,0 0 0 0 0,-1 0 0 0 0,1 0 0 0 0,0 0-1 0 0,0 0 1 0 0,1 0 0 0 0,0 0-4 0 0,0 1-1 0 0,0-1 1 0 0,0 0 0 0 0,0 1 0 0 0,0 0-1 0 0,0-1 1 0 0,0 1 0 0 0,0 0 0 0 0,0 0-1 0 0,0 0 1 0 0,-1 0 0 0 0,1 0 0 0 0,0 0-1 0 0,-1 1 1 0 0,1-1 0 0 0,-1 0 0 0 0,1 1-1 0 0,-1 0 1 0 0,0-1 0 0 0,2 3 0 0 0,26 24 90 0 0,-1-11-23 0 0,-17-11-98 0 0,0 1 0 0 0,-1 0 1 0 0,0 0-1 0 0,14 13 1 0 0,-13-9 42 0 0,0 1 1 0 0,-1 0-1 0 0,0 1 1 0 0,8 15-1 0 0,-8-13-16 0 0,0 0 0 0 0,2 0 0 0 0,22 22 1 0 0,-22-18 51 0 0,-3 0-18 0 0,22 29-111 0 0,-22-35 44 0 0,0-1 0 0 0,-1 2 0 0 0,0-1 0 0 0,-1 1 0 0 0,9 27 0 0 0,-13-29 40 0 0,-2-8 3 0 0,0 0 1 0 0,0 0 0 0 0,0-1 0 0 0,0 1 0 0 0,0-1 0 0 0,1 1 0 0 0,0-1 0 0 0,0 1-1 0 0,2 2 1 0 0,-2-4 0 0 0,-1 1-1 0 0,1-1 0 0 0,-1 0 0 0 0,0 1 1 0 0,0-1-1 0 0,0 1 0 0 0,0-1 1 0 0,0 1-1 0 0,-1-1 0 0 0,1 1 1 0 0,-1 0-1 0 0,0-1 0 0 0,1 4 0 0 0,8 47-63 0 0,-2-33 42 0 0,-4-11 15 0 0,1 1 0 0 0,-2-1 0 0 0,1 0 0 0 0,-1 1 0 0 0,-1 0 0 0 0,1-1 0 0 0,-2 1 1 0 0,1 0-1 0 0,-1-1 0 0 0,-1 1 0 0 0,0 0 0 0 0,-4 16 0 0 0,-30 84-4 0 0,34-107 9 0 0,0 1 0 0 0,0-1 0 0 0,0 1 0 0 0,-1-1 0 0 0,1 1 0 0 0,-1-1 0 0 0,0 0 0 0 0,0 0 0 0 0,-1 0 0 0 0,1 0 0 0 0,0 0 0 0 0,-6 4 0 0 0,-4 3 1 0 0,3 1 2 0 0,5-6 4 0 0,0-1 1 0 0,0 1-1 0 0,-1-1 0 0 0,0 0 0 0 0,1 0 1 0 0,-1 0-1 0 0,-8 3 0 0 0,5-1 7 0 0,-3 0-11 0 0,0 1 0 0 0,-1-1-1 0 0,1-1 1 0 0,-24 8 0 0 0,19-9-30 0 0,1 0-238 0 0,0-1 0 0 0,0 0-1 0 0,0-1 1 0 0,-22 1 0 0 0,36-3 230 0 0,-4 0-210 0 0,1 1 0 0 0,-1-1 1 0 0,1 0-1 0 0,-1 0 0 0 0,0-1 0 0 0,1 1 0 0 0,-1-1 1 0 0,1 0-1 0 0,0 0 0 0 0,-1-1 0 0 0,1 1 0 0 0,0-1 1 0 0,0 0-1 0 0,-8-4 0 0 0,2-4-928 0 0,7 8 786 0 0,0 0-1 0 0,1 0 0 0 0,0-1 1 0 0,-1 1-1 0 0,1 0 1 0 0,0-1-1 0 0,0 1 0 0 0,0-1 1 0 0,1 0-1 0 0,-1 0 0 0 0,1 1 1 0 0,-2-5-1 0 0,3 7 210 0 0,0-1 0 0 0,1 0 1 0 0,-1 0-1 0 0,0 1 0 0 0,0-1 0 0 0,0 0 0 0 0,-1 0 0 0 0,1 1 0 0 0,0-1 0 0 0,0 0 1 0 0,0 0-1 0 0,0 1 0 0 0,-1-1 0 0 0,1 0 0 0 0,0 0 0 0 0,-1 1 0 0 0,1-1 0 0 0,-1 1 0 0 0,1-1 1 0 0,-1 0-1 0 0,1 1 0 0 0,-1-1 0 0 0,1 1 0 0 0,-1-1 0 0 0,1 1 0 0 0,-2-1 0 0 0,2 0 58 0 0,-1 1 0 0 0,0-1 0 0 0,1 1 0 0 0,-1-1 0 0 0,1 1 0 0 0,-1-1-1 0 0,1 0 1 0 0,-1 1 0 0 0,1-1 0 0 0,-1 1 0 0 0,1-1 0 0 0,0 0 0 0 0,-1 1 0 0 0,1-1-1 0 0,0 0 1 0 0,-1 0 0 0 0,1 1 0 0 0,0-1 0 0 0,0 0 0 0 0,0 0 0 0 0,0 1 0 0 0,0-1-1 0 0,0 0 1 0 0,0 0 0 0 0,0 0 0 0 0,0 0 0 0 0,0-23-2598 0 0,0 18 816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59.0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2304 0 0,'0'0'12240'0'0,"1"0"-12146"0"0,-1 0 0 0 0,1 0 1 0 0,0 0-1 0 0,0 0 1 0 0,-1 0-1 0 0,1 0 0 0 0,0 0 1 0 0,0 0-1 0 0,-1 0 1 0 0,1 0-1 0 0,0 0 0 0 0,0 0 1 0 0,-1 0-1 0 0,1 1 1 0 0,0-1-1 0 0,0 0 0 0 0,-1 1 1 0 0,1-1-1 0 0,1 1 1 0 0,-2 0-86 0 0,0-1 0 0 0,0 0 0 0 0,0 1 0 0 0,0-1 1 0 0,0 1-1 0 0,0-1 0 0 0,0 1 0 0 0,0-1 1 0 0,0 1-1 0 0,0-1 0 0 0,0 0 0 0 0,0 1 1 0 0,0-1-1 0 0,1 1 0 0 0,-1-1 0 0 0,0 0 1 0 0,0 1-1 0 0,0-1 0 0 0,1 0 0 0 0,-1 1 1 0 0,0-1-1 0 0,1 0 0 0 0,-1 1 0 0 0,0-1 1 0 0,1 0-1 0 0,-1 1 0 0 0,0-1 0 0 0,1 0 1 0 0,-1 0-1 0 0,0 1 0 0 0,1-1 0 0 0,-1 0 1 0 0,1 0-1 0 0,-1 0 0 0 0,1 0 0 0 0,-1 0 1 0 0,0 0-1 0 0,1 0 0 0 0,-1 0 0 0 0,1 0 1 0 0,-1 0-1 0 0,1 0 0 0 0,-1 0 0 0 0,0 0 1 0 0,1 0-1 0 0,-1 0 0 0 0,1 0 0 0 0,0 0 8 0 0,0 0-1 0 0,0 0 0 0 0,0 0 0 0 0,0 0 1 0 0,-1 0-1 0 0,1 0 0 0 0,0 0 0 0 0,0 0 0 0 0,0 0 1 0 0,0 1-1 0 0,-1-1 0 0 0,1 0 0 0 0,0 0 1 0 0,0 1-1 0 0,0-1 0 0 0,-1 1 0 0 0,2 0 0 0 0,7 9 177 0 0,-7-7-140 0 0,0-1 1 0 0,0 1-1 0 0,1-1 0 0 0,-1 0 0 0 0,0 0 1 0 0,1 0-1 0 0,-1-1 0 0 0,6 4 0 0 0,-6-4-42 0 0,-1 0-1 0 0,1 0 0 0 0,-1 0 0 0 0,0 1 1 0 0,0-1-1 0 0,0 0 0 0 0,1 1 0 0 0,-1-1 1 0 0,-1 0-1 0 0,1 1 0 0 0,0 0 0 0 0,0-1 1 0 0,1 4-1 0 0,-2-4-5 0 0,1 1-1 0 0,-1 0 1 0 0,1-1-1 0 0,0 1 1 0 0,0-1 0 0 0,0 1-1 0 0,0-1 1 0 0,0 1-1 0 0,0-1 1 0 0,1 0 0 0 0,-1 0-1 0 0,0 1 1 0 0,2 0-1 0 0,1 1 13 0 0,0 0 0 0 0,0 0 0 0 0,0 0 0 0 0,-1 0 0 0 0,1 1 0 0 0,-1 0 0 0 0,0 0 0 0 0,0 0 0 0 0,0 0 0 0 0,-1 0 0 0 0,1 0 0 0 0,-1 1 0 0 0,0-1 0 0 0,0 1 0 0 0,1 5 0 0 0,-3-9-15 0 0,0 0-1 0 0,0 0 0 0 0,0 0 0 0 0,0 0 0 0 0,1 0 0 0 0,-1 0 0 0 0,0 0 1 0 0,1 0-1 0 0,-1 0 0 0 0,0 0 0 0 0,1 0 0 0 0,-1 0 0 0 0,1 0 0 0 0,0 0 1 0 0,-1-1-1 0 0,1 1 0 0 0,0 0 0 0 0,1 1 0 0 0,8 11 9 0 0,-5-4-26 0 0,-4-8 13 0 0,0 0 0 0 0,0 1 0 0 0,-1-1 1 0 0,1 1-1 0 0,0-1 0 0 0,-1 1 0 0 0,1-1 0 0 0,-1 1 1 0 0,1-1-1 0 0,-1 1 0 0 0,1 0 0 0 0,-1-1 0 0 0,0 1 1 0 0,0 3-1 0 0,0-4 4 0 0,0-1-1 0 0,0 1 1 0 0,0-1 0 0 0,0 1-1 0 0,0-1 1 0 0,0 1 0 0 0,0 0 0 0 0,1-1-1 0 0,-1 1 1 0 0,0-1 0 0 0,0 1 0 0 0,1-1-1 0 0,-1 1 1 0 0,0-1 0 0 0,1 1 0 0 0,-1-1-1 0 0,0 1 1 0 0,1-1 0 0 0,-1 0 0 0 0,1 1-1 0 0,-1-1 1 0 0,1 1 0 0 0,0-1-1 0 0,0 1 3 0 0,-1-1-1 0 0,1 1 1 0 0,0-1-1 0 0,-1 1 1 0 0,1-1-1 0 0,-1 1 1 0 0,1-1-1 0 0,-1 1 1 0 0,1 0-1 0 0,-1-1 1 0 0,0 1-1 0 0,1-1 1 0 0,-1 1-1 0 0,0 0 1 0 0,1 0-1 0 0,-1-1 1 0 0,0 1-1 0 0,0 0 1 0 0,1-1-1 0 0,-1 1 1 0 0,0 0-1 0 0,0 0 1 0 0,0-1-1 0 0,0 2 1 0 0,0 0 19 0 0,0 1-10 0 0,0 0 0 0 0,1 0 0 0 0,-1-1 1 0 0,-1 1-1 0 0,1 0 0 0 0,0 0 0 0 0,-1-1 0 0 0,1 1 1 0 0,-2 3-1 0 0,-4-7-38 0 0,6 1 24 0 0,-1 0 0 0 0,1 0 0 0 0,-1 1 0 0 0,1-1 0 0 0,0 0 0 0 0,-1 1 0 0 0,1-1 0 0 0,-1 0 0 0 0,1 1 0 0 0,0-1 0 0 0,-1 0 0 0 0,1 1 0 0 0,0-1 0 0 0,-1 1 0 0 0,1-1 0 0 0,0 1 0 0 0,0-1 0 0 0,-1 1 0 0 0,1-1 0 0 0,0 1 0 0 0,0-1 0 0 0,0 1-1 0 0,0-1 1 0 0,0 1 0 0 0,-1-1 0 0 0,1 1 0 0 0,0-1 0 0 0,0 1 0 0 0,0-1 0 0 0,1 1 0 0 0,-1 0 0 0 0,0 0 0 0 0,-1 0 1 0 0,1 0-1 0 0,0 0 1 0 0,-1 0-1 0 0,1 0 0 0 0,-1 0 1 0 0,1 0-1 0 0,-1-1 1 0 0,0 1-1 0 0,1 0 0 0 0,-1 0 1 0 0,0-1-1 0 0,1 1 0 0 0,-1 0 1 0 0,0-1-1 0 0,0 1 1 0 0,1 0-1 0 0,-1-1 0 0 0,0 0 1 0 0,0 1-1 0 0,0-1 1 0 0,0 1-1 0 0,0-1 0 0 0,0 0 1 0 0,0 1-1 0 0,0-1 0 0 0,-1 0 1 0 0,-6 3 46 0 0,2 5-34 0 0,6-7-14 0 0,0-1-1 0 0,0 1 1 0 0,-1-1 0 0 0,1 0 0 0 0,0 1 0 0 0,-1-1 0 0 0,1 0 0 0 0,0 1-1 0 0,-1-1 1 0 0,1 0 0 0 0,0 1 0 0 0,-1-1 0 0 0,1 0 0 0 0,0 0 0 0 0,-1 1 0 0 0,1-1-1 0 0,-1 0 1 0 0,1 0 0 0 0,-1 0 0 0 0,1 0 0 0 0,0 0 0 0 0,-1 0 0 0 0,1 1-1 0 0,-1-1 1 0 0,1 0 0 0 0,-1 0 0 0 0,1 0 0 0 0,-1-1 0 0 0,1 1 0 0 0,-1 0 0 0 0,1 0-1 0 0,0 0 1 0 0,-2 0 0 0 0,-3 0 9 0 0,4 0-8 0 0,0 0 0 0 0,0 0 1 0 0,0 1-1 0 0,0-1 0 0 0,0 0 1 0 0,0 0-1 0 0,0 0 0 0 0,0 0 1 0 0,0 0-1 0 0,0-1 0 0 0,0 1 1 0 0,0 0-1 0 0,0 0 0 0 0,0-1 0 0 0,0 1 1 0 0,0 0-1 0 0,0-1 0 0 0,0 1 1 0 0,0-1-1 0 0,1 0 0 0 0,-1 1 1 0 0,0-1-1 0 0,0 1 0 0 0,0-1 1 0 0,1 0-1 0 0,-1 0 0 0 0,1 1 1 0 0,-1-1-1 0 0,0 0 0 0 0,1 0 0 0 0,-1 0 1 0 0,1 0-1 0 0,0 0 0 0 0,-1-1 1 0 0,-13-14 123 0 0,-3-6-41 0 0,17 14-40 0 0,1 5-35 0 0,-1-93-91 0 0,-1 91 80 0 0,14-18 34 0 0,-9 16-16 0 0,28-49-450 0 0,28-1-3508 0 0,-53 50 2611 0 0,1 1 0 0 0,0 0-1 0 0,0 1 1 0 0,0 0 0 0 0,1 0-1 0 0,10-3 1 0 0,-1 5-932 0 0,-2 3-225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1600 0 0,'0'0'453'0'0,"0"19"3654"0"0,6-1-3792 0 0,-4-16-290 0 0,-1 0-1 0 0,0 0 1 0 0,0 1 0 0 0,0-1 0 0 0,0 0 0 0 0,0 1 0 0 0,0-1 0 0 0,-1 0 0 0 0,1 1-1 0 0,-1-1 1 0 0,0 4 0 0 0,0-4-43 0 0,-1 5-104 0 0,1 0 1 0 0,-1 0-1 0 0,1 0 1 0 0,1 0-1 0 0,0 0 0 0 0,2 12 1 0 0,-1-15-105 0 0,0 0 1 0 0,0 1-1 0 0,0-1 0 0 0,0 0 1 0 0,-1 1-1 0 0,0-1 0 0 0,0 1 1 0 0,0-1-1 0 0,0 1 1 0 0,-1-1-1 0 0,0 1 0 0 0,0 0 1 0 0,0-1-1 0 0,-1 8 1 0 0,0 6-716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59.6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2560 0 0,'0'0'5664'0'0,"0"-16"-4064"0"0,16 16-416 0 0,-16-16-1184 0 0,16 16-96 0 0,0 0-4288 0 0,0 0 1312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0.1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45 2624 0 0,'0'3'4080'0'0,"8"21"1180"0"0,13 11-3384 0 0,-20-34-1861 0 0,-1 0 1 0 0,1-1-1 0 0,-1 1 1 0 0,1 0-1 0 0,-1-1 1 0 0,1 1-1 0 0,-1 0 0 0 0,0 0 1 0 0,0 0-1 0 0,1 0 1 0 0,-1-1-1 0 0,0 1 1 0 0,0 0-1 0 0,0 0 1 0 0,0 0-1 0 0,0 0 1 0 0,0 0-1 0 0,0-1 1 0 0,0 1-1 0 0,0 0 1 0 0,0 0-1 0 0,-1 1 1 0 0,1-2-14 0 0,0 1 0 0 0,0-1 0 0 0,0 1 0 0 0,-1-1 0 0 0,1 1 0 0 0,0 0 0 0 0,0-1 0 0 0,0 1 1 0 0,0-1-1 0 0,0 1 0 0 0,0-1 0 0 0,1 1 0 0 0,-1 0 0 0 0,0-1 0 0 0,0 1 0 0 0,0-1 0 0 0,0 1 0 0 0,1-1 0 0 0,-1 1 0 0 0,1 0 1 0 0,6 3 19 0 0,-7-4-18 0 0,1 1-1 0 0,-1-1 1 0 0,1 0 0 0 0,-1 0 0 0 0,1 1-1 0 0,-1-1 1 0 0,0 1 0 0 0,1-1 0 0 0,-1 0 0 0 0,1 1-1 0 0,-1-1 1 0 0,0 1 0 0 0,1-1 0 0 0,-1 1 0 0 0,0-1-1 0 0,0 1 1 0 0,1-1 0 0 0,-1 1 0 0 0,0-1-1 0 0,0 1 1 0 0,0-1 0 0 0,1 1 0 0 0,-1-1 0 0 0,0 1-1 0 0,0-1 1 0 0,0 1 0 0 0,0 0 0 0 0,0-1 0 0 0,0 1-1 0 0,0-1 1 0 0,0 1 0 0 0,-1-1 0 0 0,1 1-1 0 0,0 0 1 0 0,0 2 11 0 0,0 0 0 0 0,1 1 0 0 0,-1-1 0 0 0,1 0 0 0 0,0-1 0 0 0,0 1-1 0 0,0 0 1 0 0,0 0 0 0 0,1 0 0 0 0,-1-1 0 0 0,1 1 0 0 0,0 0 0 0 0,3 3 0 0 0,3 7 59 0 0,2 5 24 0 0,-9-15-70 0 0,1-1 1 0 0,-1 1 0 0 0,1-1-1 0 0,-1 1 1 0 0,0 0-1 0 0,0 0 1 0 0,0 0 0 0 0,-1-1-1 0 0,2 6 1 0 0,-2-7-21 0 0,0 0 0 0 0,0 0 0 0 0,0 0-1 0 0,1 0 1 0 0,-1 0 0 0 0,0 0 0 0 0,1 0 0 0 0,-1 0 0 0 0,1-1 0 0 0,-1 1 0 0 0,1 0 0 0 0,-1 0-1 0 0,1 0 1 0 0,0-1 0 0 0,-1 1 0 0 0,1 0 0 0 0,1 0 0 0 0,2 3 53 0 0,-2 4 128 0 0,-1-7-156 0 0,-1 0 0 0 0,0 0 1 0 0,0 0-1 0 0,0 0 0 0 0,1 0 0 0 0,-1 0 0 0 0,0 0 0 0 0,1 0 0 0 0,-1 0 0 0 0,1 0 0 0 0,-1 0 0 0 0,1 0 0 0 0,-1 0 0 0 0,1 0 0 0 0,0 0 0 0 0,0 0 0 0 0,-1 0 0 0 0,1-1 0 0 0,0 1 0 0 0,0 0 0 0 0,0-1 0 0 0,0 1 0 0 0,0 0 0 0 0,0-1 0 0 0,0 1 0 0 0,0-1 0 0 0,1 1 0 0 0,-1-1-13 0 0,-1 0-1 0 0,1 0 1 0 0,-1 0-1 0 0,1 0 1 0 0,-1 0-1 0 0,1 0 1 0 0,-1 0 0 0 0,1 0-1 0 0,-1 0 1 0 0,1 0-1 0 0,-1 0 1 0 0,1 0-1 0 0,-1 1 1 0 0,1-1-1 0 0,-1 0 1 0 0,1 0 0 0 0,-1 1-1 0 0,0-1 1 0 0,1 0-1 0 0,-1 0 1 0 0,1 1-1 0 0,-1-1 1 0 0,0 1-1 0 0,1-1 1 0 0,-1 0 0 0 0,0 1-1 0 0,1-1 1 0 0,-1 1-1 0 0,0-1 1 0 0,0 1-1 0 0,0-1 1 0 0,1 1-1 0 0,-1-1 1 0 0,0 1 0 0 0,0-1-1 0 0,0 1 1 0 0,0-1-1 0 0,0 1 1 0 0,0-1-1 0 0,0 1 1 0 0,0 0-1 0 0,1-1 21 0 0,-1 1-1 0 0,1-1 0 0 0,-1 0 0 0 0,1 1 0 0 0,-1-1 0 0 0,1 0 0 0 0,-1 1 0 0 0,1-1 0 0 0,0 0 0 0 0,-1 0 0 0 0,1 0 0 0 0,-1 0 0 0 0,1 0 0 0 0,0 0 0 0 0,-1 0 0 0 0,1 0 0 0 0,0 0 0 0 0,-1 0 0 0 0,1 0 1 0 0,-1 0-1 0 0,1 0 0 0 0,0 0 0 0 0,-1 0 0 0 0,1-1 0 0 0,-1 1 0 0 0,1 0 0 0 0,-1 0 0 0 0,1-1 0 0 0,-1 1 0 0 0,2-1 0 0 0,6-9 359 0 0,-1-1 0 0 0,0 0 0 0 0,-1-1 0 0 0,6-11 1 0 0,-10 18-326 0 0,0 0-23 0 0,-1 1-1 0 0,0 0 1 0 0,0 0-1 0 0,-1 0 1 0 0,1-1-1 0 0,-1 1 1 0 0,0 0 0 0 0,0-1-1 0 0,0 1 1 0 0,-2-8-1 0 0,1 0 9 0 0,1 8-24 0 0,0 0 0 0 0,0 0 0 0 0,1 0 1 0 0,-1 0-1 0 0,1 0 0 0 0,0 0 1 0 0,3-6-1 0 0,-2 4-26 0 0,0 0-1 0 0,-1-1 1 0 0,1 1 0 0 0,-1 0-1 0 0,-1-1 1 0 0,1 1 0 0 0,-1-11 0 0 0,0-61-2248 0 0,0 63-2251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0.7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65 129 2496 0 0,'0'0'9632'0'0,"1"0"-9587"0"0,-1 0 0 0 0,1 0 0 0 0,-1 0 0 0 0,1 0 0 0 0,0 0 0 0 0,-1 0 0 0 0,1 0 0 0 0,-1 0 0 0 0,1 0 1 0 0,0 0-1 0 0,-1 0 0 0 0,1 0 0 0 0,-1 0 0 0 0,1 0 0 0 0,-1-1 0 0 0,1 1 0 0 0,0 0 0 0 0,-1 0 0 0 0,1-1 0 0 0,-1 1 1 0 0,1-1-1 0 0,4-7 255 0 0,-4 7-293 0 0,-1 1 0 0 0,0 0 0 0 0,0-1 0 0 0,0 1 1 0 0,1 0-1 0 0,-1-1 0 0 0,0 1 0 0 0,1 0 1 0 0,-1-1-1 0 0,0 1 0 0 0,0 0 0 0 0,1 0 0 0 0,-1-1 1 0 0,1 1-1 0 0,-1 0 0 0 0,0 0 0 0 0,1 0 1 0 0,-1-1-1 0 0,0 1 0 0 0,1 0 0 0 0,-1 0 0 0 0,1 0 1 0 0,-1 0-1 0 0,1 0 0 0 0,-1 0 0 0 0,0 0 1 0 0,1 0-1 0 0,-1 0 0 0 0,1 0 0 0 0,-1 0 0 0 0,1 0 1 0 0,-1 0-1 0 0,0 0 0 0 0,1 0 0 0 0,0 1 1 0 0,1-4 40 0 0,12-14 16 0 0,-15 11-73 0 0,1 6 12 0 0,0 0 0 0 0,0 0 0 0 0,0-1 0 0 0,0 1 0 0 0,-1 0 0 0 0,1 0 0 0 0,0 0-1 0 0,0-1 1 0 0,0 1 0 0 0,0 0 0 0 0,0 0 0 0 0,0-1 0 0 0,0 1 0 0 0,0 0 0 0 0,0 0 0 0 0,0-1 0 0 0,0 1 0 0 0,0 0-1 0 0,0 0 1 0 0,0-1 0 0 0,0 1 0 0 0,0 0 0 0 0,0 0 0 0 0,0-1 0 0 0,1 1 0 0 0,-1 0 0 0 0,0 0 0 0 0,0 0 0 0 0,0-1 0 0 0,0 1-1 0 0,0 0 1 0 0,1 0 0 0 0,-1 0 0 0 0,0-1 0 0 0,0 1 0 0 0,0 0 0 0 0,1 0 0 0 0,-1 0 0 0 0,0 0 0 0 0,0 0 0 0 0,0 0-1 0 0,1-1 1 0 0,-1 1 0 0 0,0 0 0 0 0,15-19 127 0 0,-15 11-95 0 0,-1 5-2 0 0,1-26 484 0 0,0 26-384 0 0,0 3-117 0 0,0-1 0 0 0,0 0-1 0 0,0 0 1 0 0,1 1 0 0 0,-1-1 0 0 0,0 0-1 0 0,0 0 1 0 0,0 0 0 0 0,-1 1 0 0 0,1-1-1 0 0,0 0 1 0 0,0 0 0 0 0,0 1-1 0 0,0-1 1 0 0,-1 0 0 0 0,1 1 0 0 0,0-1-1 0 0,-1 0 1 0 0,0-1 0 0 0,-57 2 1195 0 0,52 14-1121 0 0,-1-10-61 0 0,7-4-28 0 0,-1 0 0 0 0,1 0 0 0 0,0 0 0 0 0,-1 0 0 0 0,1 0 0 0 0,0 1 0 0 0,-1-1 0 0 0,1 0 0 0 0,0 0-1 0 0,-1 1 1 0 0,1-1 0 0 0,0 0 0 0 0,-1 0 0 0 0,1 1 0 0 0,0-1 0 0 0,0 0 0 0 0,-1 1 0 0 0,1-1 0 0 0,0 0 0 0 0,0 1 0 0 0,0-1 0 0 0,-1 1 0 0 0,1-1 0 0 0,0 0 0 0 0,0 1 0 0 0,0-1 0 0 0,0 1 0 0 0,0-1 0 0 0,0 1 0 0 0,0-1 0 0 0,0 0 0 0 0,0 1 0 0 0,0-1 0 0 0,0 1 0 0 0,0 0 0 0 0,0 0-2 0 0,0-1-1 0 0,0 1 1 0 0,-1 0 0 0 0,1 0-1 0 0,0 0 1 0 0,-1 0 0 0 0,1 0-1 0 0,-1 0 1 0 0,1-1 0 0 0,-1 1-1 0 0,1 0 1 0 0,-1 0 0 0 0,1-1-1 0 0,-1 1 1 0 0,0 0 0 0 0,1-1-1 0 0,-2 2 1 0 0,-2 1 4 0 0,3 8 13 0 0,2-10-15 0 0,-1 1 0 0 0,0-1 1 0 0,0 1-1 0 0,0-1 0 0 0,0 1 0 0 0,0-1 1 0 0,0 0-1 0 0,-1 1 0 0 0,1-1 0 0 0,0 0 1 0 0,-1 1-1 0 0,1-1 0 0 0,-1 0 0 0 0,1 1 1 0 0,-1-1-1 0 0,0 2 0 0 0,-1-1 1 0 0,0 0-1 0 0,1 0 0 0 0,-1 0 1 0 0,1 1-1 0 0,0-1 1 0 0,0 1-1 0 0,0-1 0 0 0,0 1 1 0 0,0-1-1 0 0,1 1 0 0 0,-1-1 1 0 0,1 1-1 0 0,-1 0 1 0 0,1 0-1 0 0,0-1 0 0 0,0 1 1 0 0,0 0-1 0 0,1 4 1 0 0,-1 4-8 0 0,-2 2-23 0 0,-3-12 3 0 0,-1 0 37 0 0,3 20 82 0 0,4-12-117 0 0,0 1 1 0 0,0 0 0 0 0,1-1 0 0 0,0 1 0 0 0,5 11 0 0 0,-5-15 135 0 0,12 10 48 0 0,-13-14-160 0 0,0 1-17 0 0,0 0 0 0 0,0-1 0 0 0,0 1 0 0 0,1 0 0 0 0,0 0 0 0 0,-1-1 0 0 0,1 1 0 0 0,0-1 0 0 0,0 1 0 0 0,0-1 0 0 0,1 0 0 0 0,-1 0 0 0 0,0 0 0 0 0,1 0 0 0 0,0 0 0 0 0,-1-1 0 0 0,1 1 0 0 0,0-1 0 0 0,0 1 0 0 0,0-1 0 0 0,6 1 0 0 0,-4 1-260 0 0,1 0 0 0 0,0 0 0 0 0,-1 0-1 0 0,0 0 1 0 0,0 1 0 0 0,5 4-1 0 0,-7-5-442 0 0,2-3-464 0 0,13 0-1661 0 0,10 0-5381 0 0,-15 0 6855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1.5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341 83 2208 0 0,'3'-3'7333'0'0,"-2"1"-6956"0"0,1 0 0 0 0,-1 0 0 0 0,1 0 0 0 0,-1 0 0 0 0,0-1 1 0 0,0 1-1 0 0,0 0 0 0 0,0-1 0 0 0,-1 1 0 0 0,1 0 0 0 0,0-1 0 0 0,-1 1 0 0 0,0-1 0 0 0,0 0 0 0 0,0 1 0 0 0,0-3 1 0 0,0 5-356 0 0,0-1 0 0 0,0 1 0 0 0,0 0 0 0 0,0 0 0 0 0,-1-1 1 0 0,1 1-1 0 0,0 0 0 0 0,0 0 0 0 0,0 0 0 0 0,-1 0 1 0 0,1-1-1 0 0,0 1 0 0 0,0 0 0 0 0,0 0 0 0 0,-1 0 0 0 0,1 0 1 0 0,0 0-1 0 0,0 0 0 0 0,-1 0 0 0 0,1 0 0 0 0,0-1 1 0 0,0 1-1 0 0,-1 0 0 0 0,1 0 0 0 0,0 0 0 0 0,0 0 0 0 0,-1 0 1 0 0,1 0-1 0 0,0 0 0 0 0,0 1 0 0 0,-1-1 0 0 0,1 0 1 0 0,0 0-1 0 0,0 0 0 0 0,-1 0 0 0 0,1 0-6 0 0,0 0 0 0 0,0 0 0 0 0,-1 0 0 0 0,1 1 0 0 0,0-1 0 0 0,0 0 0 0 0,-1 0 0 0 0,1 0 0 0 0,0 0 0 0 0,0 0 0 0 0,-1 0 1 0 0,1 0-1 0 0,0 0 0 0 0,0 0 0 0 0,-1 0 0 0 0,1 0 0 0 0,0 0 0 0 0,0-1 0 0 0,-1 1 0 0 0,1 0 0 0 0,0 0 0 0 0,0 0 0 0 0,-1 0 0 0 0,1 0 0 0 0,0 0 0 0 0,0-1 0 0 0,0 1 0 0 0,-1 0 0 0 0,1 0 0 0 0,0 0 0 0 0,0 0 0 0 0,0-1 0 0 0,0 1 0 0 0,0 0 0 0 0,-1-1 0 0 0,1 1 7 0 0,0 0 0 0 0,0-1 0 0 0,0 1 0 0 0,1-1 1 0 0,-1 1-1 0 0,-1-1 0 0 0,1 1 0 0 0,0-1 0 0 0,0 1 0 0 0,0 0 0 0 0,0-1 0 0 0,0 1 0 0 0,0-1 0 0 0,0 1 0 0 0,-1 0 0 0 0,1-1 0 0 0,0 1 0 0 0,0-1 0 0 0,0 1 0 0 0,-1 0 0 0 0,1-1 0 0 0,0 1 0 0 0,-1 0 0 0 0,1-1 0 0 0,0 1 0 0 0,-1 0 0 0 0,1 0 0 0 0,0-1 0 0 0,-1 1 0 0 0,1 0 0 0 0,-1 0 0 0 0,1 0 0 0 0,0-1 0 0 0,-1 1 0 0 0,1 0 0 0 0,-1 0 0 0 0,1 0 0 0 0,-1 0 0 0 0,1 0 0 0 0,0 0 0 0 0,-1 0 0 0 0,1 0 0 0 0,-1 0 0 0 0,1 0 0 0 0,-1 0 0 0 0,1 0 0 0 0,0 0 0 0 0,-1 1 0 0 0,0-1 26 0 0,0 0 0 0 0,0 0 1 0 0,0 0-1 0 0,0 0 0 0 0,0 0 1 0 0,1 0-1 0 0,-1 0 0 0 0,0 0 0 0 0,0-1 1 0 0,0 1-1 0 0,0 0 0 0 0,1 0 1 0 0,-1-1-1 0 0,0 1 0 0 0,0 0 1 0 0,1-1-1 0 0,-1 1 0 0 0,-1-2 0 0 0,-1-1 25 0 0,2 2-29 0 0,0 0 0 0 0,0 0 0 0 0,0 0 0 0 0,-1 0 0 0 0,1 0 1 0 0,0 0-1 0 0,0 1 0 0 0,-1-1 0 0 0,1 1 0 0 0,0-1 0 0 0,-1 1 1 0 0,1-1-1 0 0,0 1 0 0 0,-1-1 0 0 0,1 1 0 0 0,-1 0 1 0 0,1 0-1 0 0,-1 0 0 0 0,1 0 0 0 0,0 0 0 0 0,-1 0 0 0 0,1 0 1 0 0,-3 1-1 0 0,-13-2 327 0 0,12 1-342 0 0,1-1 0 0 0,0 1 0 0 0,0 0 0 0 0,0 0 0 0 0,0 0 0 0 0,0 0 0 0 0,-1 1 0 0 0,1-1 1 0 0,0 1-1 0 0,0 0 0 0 0,0 1 0 0 0,0-1 0 0 0,0 1 0 0 0,1-1 0 0 0,-1 1 0 0 0,0 0 0 0 0,1 0 1 0 0,-4 4-1 0 0,-12 11 109 0 0,10-9-84 0 0,0 0 0 0 0,1 1 1 0 0,0-1-1 0 0,0 1 0 0 0,1 1 0 0 0,0 0 1 0 0,-10 18-1 0 0,15-22-56 0 0,0-1-1 0 0,0 1 1 0 0,-1 0 0 0 0,0-1 0 0 0,0 0-1 0 0,-1 0 1 0 0,-5 7 0 0 0,6-9 3 0 0,1 0 0 0 0,0 0 0 0 0,0 0 0 0 0,0 0 0 0 0,0 0 0 0 0,0 0 0 0 0,1 0 0 0 0,-1 1 0 0 0,1-1 0 0 0,0 1 0 0 0,0-1 0 0 0,0 1 0 0 0,1-1 1 0 0,-1 1-1 0 0,1 0 0 0 0,0-1 0 0 0,0 6 0 0 0,0-3 6 0 0,0 1 0 0 0,-1-1 0 0 0,0 0 0 0 0,0 1 0 0 0,-1-1 0 0 0,1 0 0 0 0,-6 11 0 0 0,3-7-9 0 0,1 0-1 0 0,0-1 1 0 0,-3 21-1 0 0,3-6 16 0 0,2 0 0 0 0,0 0-1 0 0,1 0 1 0 0,2 0 0 0 0,0 0 0 0 0,10 36-1 0 0,-9-47-12 0 0,-2-9-5 0 0,0 1 0 0 0,0-1 1 0 0,1 0-1 0 0,0 0 0 0 0,-1 0 0 0 0,2 0 0 0 0,-1 0 1 0 0,0-1-1 0 0,4 5 0 0 0,31 51-12 0 0,-34-55 11 0 0,0 0-1 0 0,0 0 1 0 0,0-1 0 0 0,0 1-1 0 0,1-1 1 0 0,7 7 0 0 0,-7-7-2 0 0,12 10-55 0 0,0-2 0 0 0,36 21 1 0 0,-34-21 40 0 0,-15-8 19 0 0,0-1-1 0 0,0 0 1 0 0,0 0-1 0 0,1 0 1 0 0,-1-1-1 0 0,0 1 0 0 0,1-1 1 0 0,-1 1-1 0 0,1-1 1 0 0,0 0-1 0 0,-1 0 1 0 0,6 0-1 0 0,-2-1-9 0 0,-1 1 0 0 0,1-1 0 0 0,-1 2 0 0 0,13 2 0 0 0,-13-2-38 0 0,1 0-1 0 0,0 0 1 0 0,1-1-1 0 0,-1 0 1 0 0,7 0 0 0 0,-9-1-22 0 0,0 0 0 0 0,1 1 1 0 0,-1 0-1 0 0,0 0 1 0 0,9 4-1 0 0,-9-4-74 0 0,0 1 0 0 0,0-1 0 0 0,0 0-1 0 0,0 0 1 0 0,11 1 0 0 0,9-1-975 0 0,23-1-3129 0 0,-45-1 3561 0 0,0 1 0 0 0,0-1 1 0 0,0 0-1 0 0,0 0 0 0 0,0 0 1 0 0,0 0-1 0 0,-1 0 0 0 0,1-1 1 0 0,0 1-1 0 0,-1-1 0 0 0,1 1 1 0 0,0-1-1 0 0,2-3 0 0 0,8-8-4548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2.7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11 1920 0 0,'-2'-11'16409'0'0,"4"22"-17027"0"0,-2-6 912 0 0,0 17 116 0 0,0-17-271 0 0,0-2-86 0 0,0 1-28 0 0,1 0 0 0 0,-1-1 0 0 0,1 1-1 0 0,0 0 1 0 0,0 0 0 0 0,0 0 0 0 0,0-1-1 0 0,1 1 1 0 0,-1-1 0 0 0,4 6-1 0 0,-4-8-16 0 0,0 1 0 0 0,-1-1 0 0 0,1 1-1 0 0,-1-1 1 0 0,1 1 0 0 0,-1-1 0 0 0,1 1-1 0 0,-1 0 1 0 0,0 0 0 0 0,0-1 0 0 0,1 1-1 0 0,-1 0 1 0 0,-1-1 0 0 0,1 1 0 0 0,0 2-1 0 0,-2 32 8 0 0,0-26 12 0 0,1-7-25 0 0,1 0 0 0 0,-1 0 0 0 0,1 0-1 0 0,0-1 1 0 0,0 1 0 0 0,0 0 0 0 0,1 0 0 0 0,-1 0 0 0 0,1 0 0 0 0,-1 0 0 0 0,1 0 0 0 0,0-1 0 0 0,1 4-1 0 0,3 14 3 0 0,-2 1 0 0 0,0-1 0 0 0,0 26 0 0 0,10 113-164 0 0,-11-143 122 0 0,-1 0-1 0 0,-1 31 1 0 0,0-42 29 0 0,0 0 0 0 0,0 0 1 0 0,0 0-1 0 0,0 0 0 0 0,1 0 0 0 0,-1 0 1 0 0,1-1-1 0 0,0 1 0 0 0,1 0 0 0 0,-1 0 1 0 0,1-1-1 0 0,3 6 0 0 0,-4-6-1 0 0,0 0 0 0 0,0 0 0 0 0,0 0 0 0 0,-1 0 0 0 0,0 0 0 0 0,1 0 0 0 0,-1 0 0 0 0,-2 8 0 0 0,2 11-44 0 0,0-7-1571 0 0,0 44 4652 0 0,0-38-4333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3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2112 0 0,'0'0'8570'0'0,"0"1"-8427"0"0,0-1 0 0 0,0 1-1 0 0,-1 0 1 0 0,1 0 0 0 0,0-1-1 0 0,0 1 1 0 0,0 0 0 0 0,0 0-1 0 0,0-1 1 0 0,0 1 0 0 0,1 0-1 0 0,-1 0 1 0 0,0-1 0 0 0,0 1-1 0 0,1 0 1 0 0,-1-1 0 0 0,0 1-1 0 0,1 0 1 0 0,0 1 0 0 0,156-2 1979 0 0,-111 0-3591 0 0,-6 0-3555 0 0,-13 0 1080 0 0,-11-3 1032 0 0,0-10 603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3.7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35 179 1824 0 0,'0'0'4853'0'0,"2"0"-4688"0"0,-1 0-1 0 0,0 0 1 0 0,1 1-1 0 0,-1-1 1 0 0,1-1 0 0 0,-1 1-1 0 0,1 0 1 0 0,-1 0-1 0 0,0 0 1 0 0,1-1-1 0 0,-1 1 1 0 0,0-1-1 0 0,3 0 1 0 0,1-2-5 0 0,1 1 0 0 0,0 0 0 0 0,0 0 0 0 0,-1 1 0 0 0,2 0 0 0 0,-1 0 0 0 0,9-1 0 0 0,-10-11 187 0 0,5 12-209 0 0,-9 1-120 0 0,0 0 0 0 0,0 0 0 0 0,0 1 1 0 0,0-1-1 0 0,0 0 0 0 0,0 0 1 0 0,0 0-1 0 0,-1 0 0 0 0,1-1 0 0 0,0 1 1 0 0,0 0-1 0 0,0 0 0 0 0,0 0 1 0 0,0-1-1 0 0,0 1 0 0 0,-1 0 0 0 0,1-1 1 0 0,0 1-1 0 0,0-1 0 0 0,-1 1 1 0 0,1-1-1 0 0,0 1 0 0 0,0-1 0 0 0,-1 0 1 0 0,1 0-1 0 0,11-20 606 0 0,-10 15-373 0 0,1 4-91 0 0,-1 0-93 0 0,-1 0 1 0 0,1-1 0 0 0,-1 1 0 0 0,0 0-1 0 0,0 0 1 0 0,0-1 0 0 0,0 1 0 0 0,0 0-1 0 0,0-1 1 0 0,-1 1 0 0 0,1-1 0 0 0,-1 1 0 0 0,0-1-1 0 0,1 0 1 0 0,-1 1 0 0 0,-1-4 0 0 0,1 4 193 0 0,0-2 78 0 0,0 3-327 0 0,1 1 0 0 0,-1-1 0 0 0,0 1 0 0 0,0 0 0 0 0,0-1 0 0 0,0 1 0 0 0,0-1 0 0 0,0 1 0 0 0,0-1 0 0 0,0 1 0 0 0,0-1 0 0 0,0 1 0 0 0,0-1 0 0 0,0 1 0 0 0,0-1 0 0 0,-1 1 0 0 0,1 0 0 0 0,0-1 0 0 0,0 1 0 0 0,0-1 0 0 0,-1 1 0 0 0,1-1 0 0 0,0 1 0 0 0,0 0 0 0 0,-1-1 0 0 0,0 1-3 0 0,1 0 1 0 0,-1 0-1 0 0,1 0 1 0 0,-1 0-1 0 0,1 0 1 0 0,-1 0-1 0 0,1 0 1 0 0,-1 0-1 0 0,1-1 1 0 0,-1 1-1 0 0,1 0 1 0 0,-1 0-1 0 0,1 0 1 0 0,-1 0-1 0 0,1-1 1 0 0,-1 1-1 0 0,1 0 1 0 0,0-1 0 0 0,-1 1-1 0 0,1 0 1 0 0,0-1-1 0 0,-1 1 1 0 0,1 0-1 0 0,0-1 1 0 0,-1 1-1 0 0,1 0 1 0 0,0-1-1 0 0,-1 1 1 0 0,1-1-1 0 0,0 1 1 0 0,0-1-1 0 0,0 1 1 0 0,0-1-1 0 0,-1 1 1 0 0,1-1-1 0 0,0 1 1 0 0,0-1-1 0 0,0 1 1 0 0,0-1-1 0 0,0 1 1 0 0,0-2 0 0 0,-16-3 272 0 0,-3-11 177 0 0,2 1-302 0 0,9 15-118 0 0,1 2 53 0 0,6-2-88 0 0,0-1 1 0 0,0 1-1 0 0,0 0 1 0 0,0 0-1 0 0,0 0 1 0 0,0 0-1 0 0,0 0 1 0 0,0 0 0 0 0,0 1-1 0 0,0-1 1 0 0,0 0-1 0 0,-1 0 1 0 0,1 1-1 0 0,0-1 1 0 0,1 0-1 0 0,-1 1 1 0 0,0-1-1 0 0,0 1 1 0 0,0 0-1 0 0,0-1 1 0 0,0 1-1 0 0,0 0 1 0 0,1-1-1 0 0,-1 1 1 0 0,-1 2-1 0 0,-1 0 12 0 0,-1 0-16 0 0,1 0 0 0 0,-1-1-1 0 0,1 1 1 0 0,0 1 0 0 0,0-1-1 0 0,0 0 1 0 0,1 1 0 0 0,-1 0 0 0 0,1-1-1 0 0,0 1 1 0 0,-4 8 0 0 0,-17 49-27 0 0,22-57 20 0 0,0-1 15 0 0,0 0-1 0 0,0 0 1 0 0,0 0 0 0 0,0 0-1 0 0,1 0 1 0 0,0 1 0 0 0,-1-1-1 0 0,1 0 1 0 0,0 0 0 0 0,1 6-1 0 0,1 50-59 0 0,-2-58 53 0 0,0 1 0 0 0,1 0 0 0 0,-1-1-1 0 0,0 1 1 0 0,1 0 0 0 0,-1-1 0 0 0,1 1 0 0 0,-1 0 0 0 0,1-1 0 0 0,0 1 0 0 0,0-1 0 0 0,-1 1-1 0 0,1-1 1 0 0,0 0 0 0 0,0 1 0 0 0,1-1 0 0 0,1 2 0 0 0,-1 0-22 0 0,3 3-56 0 0,4 1 20 0 0,-6-4-110 0 0,0 0 0 0 0,0 0 0 0 0,0-1 0 0 0,1 1 0 0 0,-1-1 0 0 0,1 0-1 0 0,4 2 1 0 0,9 7-490 0 0,-16-11 595 0 0,-1 1 1 0 0,1-1-1 0 0,0 0 1 0 0,-1 1-1 0 0,1-1 1 0 0,0 1 0 0 0,-1-1-1 0 0,1 0 1 0 0,0 0-1 0 0,0 1 1 0 0,-1-1-1 0 0,1 0 1 0 0,0 0 0 0 0,0 0-1 0 0,-1 0 1 0 0,1 0-1 0 0,0 0 1 0 0,1 0-1 0 0,7 1-653 0 0,1 1 97 0 0,0 1-1332 0 0,0 0 0 0 0,1-1 0 0 0,-1-1 0 0 0,17 1 0 0 0,-14-2 457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4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17 2048 0 0,'0'0'5338'0'0,"0"0"-5171"0"0,-1 1 0 0 0,1 0 0 0 0,0 0-1 0 0,0 0 1 0 0,0 0 0 0 0,0-1 0 0 0,0 1-1 0 0,0 0 1 0 0,0 0 0 0 0,0 0-1 0 0,0 0 1 0 0,1-1 0 0 0,-1 1 0 0 0,0 0-1 0 0,0 0 1 0 0,1-1 0 0 0,-1 1 0 0 0,1 1-1 0 0,4-2-23 0 0,-4 0-97 0 0,-1 0-1 0 0,1 0 0 0 0,0-1 0 0 0,0 1 1 0 0,-1 0-1 0 0,1 0 0 0 0,0 0 0 0 0,0 0 0 0 0,-1 0 1 0 0,1 0-1 0 0,0 0 0 0 0,0 0 0 0 0,0 0 1 0 0,-1 0-1 0 0,1 1 0 0 0,0-1 0 0 0,0 0 0 0 0,-1 0 1 0 0,1 1-1 0 0,0-1 0 0 0,-1 0 0 0 0,1 1 1 0 0,0-1-1 0 0,-1 1 0 0 0,1-1 0 0 0,-1 1 0 0 0,1-1 1 0 0,-1 1-1 0 0,1-1 0 0 0,-1 1 0 0 0,1 0 1 0 0,-1-1-1 0 0,1 1 0 0 0,-1 0 0 0 0,0-1 0 0 0,1 1 1 0 0,-1 0-1 0 0,0 0 0 0 0,1 1 0 0 0,-1 0 201 0 0,0 17 58 0 0,-1-18-293 0 0,1 1-1 0 0,0-1 1 0 0,0 1 0 0 0,0-1 0 0 0,1 1 0 0 0,-1-1 0 0 0,0 1 0 0 0,0-1 0 0 0,1 0 0 0 0,-1 1-1 0 0,1-1 1 0 0,-1 1 0 0 0,1-1 0 0 0,0 0 0 0 0,-1 0 0 0 0,1 1 0 0 0,0-1 0 0 0,0 0 0 0 0,0 0 0 0 0,0 0-1 0 0,0 0 1 0 0,2 2 0 0 0,-2 0 21 0 0,0-1 0 0 0,-1 1 0 0 0,1 0-1 0 0,-1 0 1 0 0,1 0 0 0 0,-1 0 0 0 0,0 0 0 0 0,0 0-1 0 0,0 0 1 0 0,-1 3 0 0 0,1 7 50 0 0,0 16 532 0 0,0-16-214 0 0,0-23-219 0 0,0 8-154 0 0,2-1-38 0 0,9-10 11 0 0,-8-1 37 0 0,-3 12 49 0 0,0-4 4 0 0,5-29 8 0 0,-5 34-96 0 0,0 0 1 0 0,1-1-1 0 0,-1 1 1 0 0,0 0 0 0 0,1 0-1 0 0,-1 0 1 0 0,1 0 0 0 0,0 0-1 0 0,-1 0 1 0 0,1-1-1 0 0,0 2 1 0 0,0-1 0 0 0,-1 0-1 0 0,1 0 1 0 0,0 0-1 0 0,0 0 1 0 0,0 0 0 0 0,0 1-1 0 0,0-1 1 0 0,0 0 0 0 0,0 1-1 0 0,1-1 1 0 0,-1 1-1 0 0,0-1 1 0 0,0 1 0 0 0,0 0-1 0 0,3-1 1 0 0,1-4 40 0 0,-4-2-18 0 0,3-1 13 0 0,23-22-43 0 0,-17 18 0 0 0,-9 11 11 0 0,0 0 0 0 0,0-1 0 0 0,1 1 0 0 0,-1 0 0 0 0,0-1 0 0 0,0 1 1 0 0,1 0-1 0 0,-1 0 0 0 0,1 0 0 0 0,-1 0 0 0 0,1 0 0 0 0,-1 1 0 0 0,1-1 0 0 0,-1 0 0 0 0,1 1 0 0 0,0-1 0 0 0,-1 1 1 0 0,1-1-1 0 0,0 1 0 0 0,2 0 0 0 0,-1 0 10 0 0,-1 0-27 0 0,9 0 43 0 0,-3 5 38 0 0,13 17-65 0 0,-20-22-5 0 0,-1 0-1 0 0,0 0 1 0 0,1 1 0 0 0,-1-1 0 0 0,1 0-1 0 0,-1 0 1 0 0,0 1 0 0 0,1-1 0 0 0,-1 0-1 0 0,0 0 1 0 0,0 1 0 0 0,1-1 0 0 0,-1 0-1 0 0,0 1 1 0 0,0-1 0 0 0,1 1 0 0 0,-1-1-1 0 0,0 0 1 0 0,0 1 0 0 0,0-1 0 0 0,0 1-1 0 0,1-1 1 0 0,-1 0 0 0 0,0 1 0 0 0,0-1-1 0 0,0 1 1 0 0,0-1 0 0 0,0 0 0 0 0,0 1-1 0 0,0-1 1 0 0,0 1 0 0 0,0-1 0 0 0,-1 1-1 0 0,1-1 1 0 0,0 0 0 0 0,0 1 0 0 0,0-1-1 0 0,-1 1 1 0 0,1-1 4 0 0,0 1-1 0 0,0-1 1 0 0,0 0-1 0 0,0 0 1 0 0,0 1-1 0 0,-1-1 0 0 0,1 0 1 0 0,0 0-1 0 0,0 1 1 0 0,0-1-1 0 0,0 0 1 0 0,0 0-1 0 0,0 1 1 0 0,0-1-1 0 0,0 0 1 0 0,0 1-1 0 0,0-1 1 0 0,0 0-1 0 0,0 0 1 0 0,0 1-1 0 0,0-1 1 0 0,1 0-1 0 0,-1 1 1 0 0,0-1-1 0 0,0 0 1 0 0,0 0-1 0 0,0 0 1 0 0,0 1-1 0 0,0-1 1 0 0,1 0-1 0 0,-1 0 1 0 0,0 1-1 0 0,0-1 1 0 0,0 0-1 0 0,1 0 1 0 0,-1 0-1 0 0,0 0 1 0 0,0 1-1 0 0,1-1 1 0 0,-1 0-1 0 0,1 1 9 0 0,0 0-3 0 0,1 0-1 0 0,-1 0 1 0 0,0 1 0 0 0,0-1 0 0 0,-1 0-1 0 0,1 0 1 0 0,0 1 0 0 0,0-1 0 0 0,0 1-1 0 0,-1-1 1 0 0,1 0 0 0 0,-1 1 0 0 0,1-1-1 0 0,-1 1 1 0 0,0 0 0 0 0,0-1 0 0 0,1 1-1 0 0,-1-1 1 0 0,0 4 0 0 0,0-3-1 0 0,0 0-1 0 0,0-1 1 0 0,1 1 0 0 0,-1 0 0 0 0,1 0 0 0 0,0-1 0 0 0,0 1-1 0 0,-1 0 1 0 0,1-1 0 0 0,0 1 0 0 0,0-1 0 0 0,0 1 0 0 0,1-1-1 0 0,1 2 1 0 0,-3-2-1 0 0,1-1 0 0 0,-1 0 0 0 0,0 1-1 0 0,0-1 1 0 0,1 0 0 0 0,-1 1 0 0 0,0-1 0 0 0,1 0 0 0 0,-1 1-1 0 0,0-1 1 0 0,0 1 0 0 0,0-1 0 0 0,1 0 0 0 0,-1 1 0 0 0,0-1-1 0 0,0 1 1 0 0,0-1 0 0 0,0 1 0 0 0,0-1 0 0 0,0 1-1 0 0,0-1 1 0 0,0 0 0 0 0,0 1 0 0 0,0-1 0 0 0,0 1 0 0 0,0-1-1 0 0,0 1 1 0 0,0-1 0 0 0,-1 1 0 0 0,1-1 0 0 0,0 0-1 0 0,0 1 1 0 0,-1 0 0 0 0,-1 11 119 0 0,3-10-119 0 0,0 0 1 0 0,0 0-1 0 0,0 0 0 0 0,0 0 0 0 0,1 0 0 0 0,-1-1 1 0 0,0 1-1 0 0,1 0 0 0 0,-1-1 0 0 0,3 3 0 0 0,-3-3-23 0 0,-1-1-1 0 0,1 1 0 0 0,-1-1 0 0 0,1 1 0 0 0,-1-1 0 0 0,0 1 0 0 0,1 0 0 0 0,-1-1 0 0 0,0 1 0 0 0,0 0 0 0 0,1-1 0 0 0,-1 1 0 0 0,0 0 0 0 0,0-1 0 0 0,0 1 0 0 0,0 0 0 0 0,0 0 0 0 0,0-1 0 0 0,0 2 0 0 0,1 5-587 0 0,2 2-380 0 0,5 13-3107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4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163 33 2080 0 0,'-3'-3'9082'0'0,"1"2"-8844"0"0,1 0 0 0 0,0-1-1 0 0,0 1 1 0 0,0-1 0 0 0,0 1-1 0 0,0 0 1 0 0,0-1 0 0 0,0 0-1 0 0,0 1 1 0 0,0-1 0 0 0,1 0-1 0 0,-1 1 1 0 0,1-1 0 0 0,-1 0-1 0 0,1-2 1 0 0,0 2 114 0 0,-2 2-304 0 0,1 0 1 0 0,-1 0-1 0 0,1 0 1 0 0,-1 0 0 0 0,1 0-1 0 0,-1 1 1 0 0,1-1-1 0 0,-1 0 1 0 0,1 1-1 0 0,0 0 1 0 0,-1-1-1 0 0,1 1 1 0 0,0 0-1 0 0,-1-1 1 0 0,1 1-1 0 0,0 0 1 0 0,0 0 0 0 0,-1 0-1 0 0,1 0 1 0 0,0 0-1 0 0,0 0 1 0 0,-1 2-1 0 0,-1 0-39 0 0,-11 15 72 0 0,14-13-72 0 0,-2-1 3 0 0,1-3-11 0 0,0 0 1 0 0,0 1-1 0 0,-1-1 1 0 0,1 0 0 0 0,0 1-1 0 0,0-1 1 0 0,1 1 0 0 0,-1-1-1 0 0,0 1 1 0 0,0 0-1 0 0,1-1 1 0 0,-1 1 0 0 0,1 0-1 0 0,-1-1 1 0 0,1 1 0 0 0,0 0-1 0 0,0 0 1 0 0,-1-1-1 0 0,1 1 1 0 0,1 0 0 0 0,-1 1-1 0 0,0 4 6 0 0,0-6-5 0 0,0-1-1 0 0,0 1 0 0 0,0-1 1 0 0,0 1-1 0 0,1-1 1 0 0,-1 1-1 0 0,0-1 0 0 0,0 0 1 0 0,0 1-1 0 0,1-1 1 0 0,-1 1-1 0 0,0-1 1 0 0,0 1-1 0 0,1-1 0 0 0,-1 0 1 0 0,0 1-1 0 0,1-1 1 0 0,-1 0-1 0 0,0 1 0 0 0,1-1 1 0 0,-1 0-1 0 0,1 0 1 0 0,-1 1-1 0 0,1-1 0 0 0,-1 0 1 0 0,0 0-1 0 0,1 0 1 0 0,-1 1-1 0 0,1-1 1 0 0,-1 0-1 0 0,1 0 0 0 0,-1 0 1 0 0,1 0-1 0 0,-1 0 1 0 0,1 0-1 0 0,0 0 0 0 0,-1 0 0 0 0,5 7-14 0 0,-5-7 10 0 0,0 1 1 0 0,1-1 0 0 0,-1 0 0 0 0,0 1-1 0 0,0-1 1 0 0,1 0 0 0 0,-1 1-1 0 0,0-1 1 0 0,0 0 0 0 0,1 1-1 0 0,-1-1 1 0 0,0 0 0 0 0,1 1-1 0 0,-1-1 1 0 0,0 0 0 0 0,1 0 0 0 0,-1 0-1 0 0,1 1 1 0 0,-1-1 0 0 0,0 0-1 0 0,1 0 1 0 0,-1 0 0 0 0,1 0-1 0 0,-1 0 1 0 0,0 0 0 0 0,1 0-1 0 0,-1 0 1 0 0,1 0 0 0 0,-1 0 0 0 0,1 0-1 0 0,5 3-40 0 0,13 12 16 0 0,-12-16 5 0 0,-4 0 18 0 0,3 3 17 0 0,7-2 43 0 0,14-20-8 0 0,-24 17-33 0 0,-2 2-14 0 0,0 0 1 0 0,1-1 0 0 0,-1 1-1 0 0,0 0 1 0 0,0 0 0 0 0,0-1-1 0 0,0 1 1 0 0,0-1 0 0 0,0 1-1 0 0,0-1 1 0 0,-1 1 0 0 0,1-1-1 0 0,0 1 1 0 0,-1-1 0 0 0,1 0-1 0 0,-1-2 1 0 0,0 3 2 0 0,0 0 1 0 0,0 0-1 0 0,0 1 0 0 0,0-1 0 0 0,0 0 0 0 0,0 0 1 0 0,1 0-1 0 0,-1 0 0 0 0,0 0 0 0 0,0 0 0 0 0,1 0 1 0 0,-1 0-1 0 0,1 0 0 0 0,-1 1 0 0 0,0-1 0 0 0,2-1 1 0 0,5 0 11 0 0,-5 2 3 0 0,0-2 29 0 0,-1-4-31 0 0,-2-14 376 0 0,4 19-207 0 0,-3 1-188 0 0,0 0 0 0 0,1 0-1 0 0,-1-1 1 0 0,0 1 0 0 0,0 0 0 0 0,0 0 0 0 0,0-1-1 0 0,0 1 1 0 0,1 0 0 0 0,-1 0 0 0 0,0 0 0 0 0,0-1 0 0 0,0 1-1 0 0,1 0 1 0 0,-1 0 0 0 0,0 0 0 0 0,0 0 0 0 0,0-1-1 0 0,1 1 1 0 0,-1 0 0 0 0,0 0 0 0 0,0 0 0 0 0,1 0 0 0 0,-1 0-1 0 0,0 0 1 0 0,0 0 0 0 0,1 0 0 0 0,-1 0 0 0 0,0 0-1 0 0,1 0 1 0 0,-1 0 0 0 0,0 0 0 0 0,0 0 0 0 0,1 0 0 0 0,-1 0-1 0 0,1 0 1 0 0,0 3 110 0 0,0 0 0 0 0,0 0 0 0 0,-1 0 0 0 0,1 1 0 0 0,-1-1 0 0 0,1 0 0 0 0,-1 0 0 0 0,0 1 0 0 0,-1 5-1 0 0,1 25 186 0 0,-1-14-181 0 0,1 0 0 0 0,0 1 0 0 0,2-1 0 0 0,0 0 1 0 0,9 32-1 0 0,-5-14-251 0 0,-2-25-56 0 0,-1 0 1 0 0,0 1-1 0 0,1 19 0 0 0,-4 84-1748 0 0,-1-55 1081 0 0,1-59 861 0 0,0 0 0 0 0,0 0 0 0 0,-1 0 0 0 0,1 0 0 0 0,-1 0-1 0 0,0 0 1 0 0,0 0 0 0 0,0-1 0 0 0,0 1 0 0 0,0 0 0 0 0,0 0 0 0 0,-1-1 0 0 0,1 1-1 0 0,-1-1 1 0 0,0 1 0 0 0,0-1 0 0 0,-4 4 0 0 0,-1 2 37 0 0,4-4 8 0 0,0 0-1 0 0,-1 0 1 0 0,1 0-1 0 0,-1-1 1 0 0,0 1-1 0 0,0-1 1 0 0,0 0-1 0 0,0 0 1 0 0,-1-1-1 0 0,1 1 0 0 0,-1-1 1 0 0,0 0-1 0 0,1 0 1 0 0,-1-1-1 0 0,0 1 1 0 0,-7 0-1 0 0,8-1-7 0 0,1-1 1 0 0,-1 0-1 0 0,0 0 0 0 0,1 0 0 0 0,-1-1 0 0 0,1 1 0 0 0,-1-1 0 0 0,0 1 0 0 0,1-1 0 0 0,-1-1 1 0 0,1 1-1 0 0,0 0 0 0 0,-1-1 0 0 0,1 1 0 0 0,0-1 0 0 0,0 0 0 0 0,0 0 0 0 0,0-1 0 0 0,-4-3 0 0 0,-22-13 290 0 0,12 7-49 0 0,16 11-237 0 0,-1 0 0 0 0,1 0 0 0 0,-1 0-1 0 0,1 0 1 0 0,-1-1 0 0 0,1 1 0 0 0,0 0-1 0 0,-1-1 1 0 0,1 1 0 0 0,0-1 0 0 0,0 1 0 0 0,-1-3-1 0 0,-3-5 146 0 0,4 8-154 0 0,0 0 0 0 0,0-1 0 0 0,0 1 0 0 0,0-1 0 0 0,1 1 0 0 0,-1-1 0 0 0,0 1 0 0 0,1-1 0 0 0,0 0 0 0 0,-1 1 0 0 0,1-1 0 0 0,0 0 0 0 0,-1-1 0 0 0,2 2-23 0 0,-1 0 1 0 0,0 0-1 0 0,0 1 0 0 0,0-1 0 0 0,-1 0 0 0 0,1 0 1 0 0,0 1-1 0 0,0-1 0 0 0,0 0 0 0 0,0 1 0 0 0,-1-1 1 0 0,1 0-1 0 0,0 1 0 0 0,-1-1 0 0 0,1 0 0 0 0,0 1 1 0 0,-1-1-1 0 0,1 1 0 0 0,-1-1 0 0 0,1 1 1 0 0,-1-1-1 0 0,1 1 0 0 0,-1-1 0 0 0,-1 0 0 0 0,2 1 6 0 0,-1-1-1 0 0,1 1 0 0 0,-1-1 0 0 0,1 1 0 0 0,-1-1 0 0 0,1 1 0 0 0,-1-1 0 0 0,1 1 0 0 0,-1-1 1 0 0,1 1-1 0 0,0-1 0 0 0,-1 0 0 0 0,1 1 0 0 0,0-1 0 0 0,-1 0 0 0 0,1 1 0 0 0,0-1 1 0 0,0 0-1 0 0,0 1 0 0 0,0-1 0 0 0,-1 0 0 0 0,1 1 0 0 0,0-1 0 0 0,1-1 0 0 0,-2-14 210 0 0,2-20 85 0 0,-1 34-304 0 0,1 0 1 0 0,-1 1-1 0 0,1-1 0 0 0,-1 1 1 0 0,1-1-1 0 0,0 0 1 0 0,-1 1-1 0 0,1 0 1 0 0,0-1-1 0 0,0 1 0 0 0,0-1 1 0 0,0 1-1 0 0,1 0 1 0 0,-1 0-1 0 0,0 0 0 0 0,0 0 1 0 0,1 0-1 0 0,-1 0 1 0 0,3-1-1 0 0,5-3-132 0 0,0 0-114 0 0,1 1 0 0 0,-1 0-1 0 0,1 0 1 0 0,0 1 0 0 0,1 0-1 0 0,15-1 1 0 0,63-8-5575 0 0,28 8-5245 0 0,-101 4 9787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14.6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81 1408 0 0,'0'0'725'0'0,"-1"0"-676"0"0,0 0 0 0 0,1 1 0 0 0,-1-1 0 0 0,0 0 0 0 0,0 0 0 0 0,1 0 0 0 0,-1 0 0 0 0,0 0 0 0 0,0 0 0 0 0,1 0 0 0 0,-1 0 0 0 0,0-1 0 0 0,1 1 0 0 0,-1 0 0 0 0,0 0 0 0 0,0 0 1 0 0,1-1-1 0 0,-1 1 0 0 0,0 0 0 0 0,0-2 0 0 0,1-75 13817 0 0,0 124-12938 0 0,-1-20-550 0 0,1-9-198 0 0,0-1-1 0 0,3 29 1 0 0,3-26-86 0 0,-4-14-61 0 0,-1 1 0 0 0,1 0 1 0 0,-1-1-1 0 0,0 1 0 0 0,0 9 0 0 0,-1 336 719 0 0,-1-334-749 0 0,0-12 3 0 0,1 0 1 0 0,-1-1-1 0 0,2 1 1 0 0,-1 0-1 0 0,0 0 0 0 0,1-1 1 0 0,0 1-1 0 0,1 0 0 0 0,-1-1 1 0 0,1 1-1 0 0,0-1 0 0 0,4 8 1 0 0,-4 10 124 0 0,-2-21-126 0 0,0-1-1 0 0,0 0 1 0 0,-1 0-1 0 0,1 1 1 0 0,0-1-1 0 0,0 0 1 0 0,1 1-1 0 0,-1-1 0 0 0,0 0 1 0 0,0 0-1 0 0,1 1 1 0 0,-1-1-1 0 0,0 0 1 0 0,1 0-1 0 0,0 2 0 0 0,1-2-3 0 0,-1 0 1 0 0,0 0-1 0 0,0 0 0 0 0,0 0 0 0 0,0 0 0 0 0,0 0 0 0 0,0 0 0 0 0,-1 0 0 0 0,1 1 0 0 0,0-1 1 0 0,0 0-1 0 0,-1 0 0 0 0,1 1 0 0 0,-1-1 0 0 0,1 0 0 0 0,-1 1 0 0 0,0-1 0 0 0,0 1 0 0 0,1-1 1 0 0,-1 1-1 0 0,0-1 0 0 0,0 1 0 0 0,-1 1 0 0 0,1-2 4 0 0,0-1 0 0 0,0 1 0 0 0,0-1 0 0 0,0 1 0 0 0,0-1 1 0 0,0 0-1 0 0,0 1 0 0 0,1-1 0 0 0,-1 1 0 0 0,0-1 0 0 0,0 0 0 0 0,0 1 0 0 0,0-1 0 0 0,1 1 0 0 0,-1-1 0 0 0,0 0 0 0 0,0 1 1 0 0,1-1-1 0 0,-1 0 0 0 0,0 1 0 0 0,0-1 0 0 0,1 0 0 0 0,-1 0 0 0 0,0 1 0 0 0,1-1 0 0 0,-1 0 0 0 0,0 0 0 0 0,1 0 0 0 0,-1 1 1 0 0,1-1-1 0 0,-1 0 0 0 0,0 0 0 0 0,1 0 0 0 0,0 0-6 0 0,-1 0 1 0 0,1 1-1 0 0,-1-1 1 0 0,0 0-1 0 0,1 0 1 0 0,-1 0-1 0 0,0 0 1 0 0,1 1-1 0 0,-1-1 1 0 0,1 0-1 0 0,-1 0 0 0 0,0 1 1 0 0,0-1-1 0 0,1 0 1 0 0,-1 0-1 0 0,0 1 1 0 0,1-1-1 0 0,-1 0 1 0 0,0 1-1 0 0,0-1 1 0 0,0 0-1 0 0,1 1 1 0 0,-1-1-1 0 0,0 1 1 0 0,0-1-1 0 0,0 0 0 0 0,0 1 1 0 0,0-1-1 0 0,0 1 1 0 0,0-1-1 0 0,0 0 1 0 0,0 1-1 0 0,0 0 1 0 0,1 1-1 0 0,1 0 1 0 0,-1 0-1 0 0,1 0 1 0 0,-1 0-1 0 0,1 0 1 0 0,-1-1 0 0 0,1 1-1 0 0,0 0 1 0 0,0-1-1 0 0,0 0 1 0 0,0 1-1 0 0,0-1 1 0 0,0 0-1 0 0,0 0 1 0 0,0 0 0 0 0,1 0-1 0 0,-1 0 1 0 0,0-1-1 0 0,1 1 1 0 0,-1-1-1 0 0,0 1 1 0 0,1-1-1 0 0,3 0 1 0 0,4 0 16 0 0,39 0-693 0 0,-48 0 630 0 0,0 0 0 0 0,0 0-1 0 0,0-1 1 0 0,0 1 0 0 0,-1 0 0 0 0,1-1 0 0 0,0 1 0 0 0,0-1 0 0 0,0 1 0 0 0,0-1 0 0 0,-1 1 0 0 0,1-1 0 0 0,0 0 0 0 0,-1 1-1 0 0,1-1 1 0 0,0 0 0 0 0,0-1 0 0 0,3-1-236 0 0,25-13-3087 0 0,-28 14 2840 0 0,0 1 0 0 0,1 0 0 0 0,-1 0 0 0 0,1-1 0 0 0,-1 1 0 0 0,1 0 1 0 0,-1 0-1 0 0,1 0 0 0 0,0 1 0 0 0,0-1 0 0 0,-1 0 0 0 0,1 1 0 0 0,2-1 1 0 0,2-1-1301 0 0,-1-15-2037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15.0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1568 0 0,'0'0'9152'0'0,"3"0"-8950"0"0,26 1 306 0 0,-18 0-476 0 0,1 0 0 0 0,-1-1 0 0 0,1 0-1 0 0,-1-1 1 0 0,19-4 0 0 0,-9 0-267 0 0,1 2 1 0 0,42-2-1 0 0,-52 4-365 0 0,0 0 1 0 0,0 0-1 0 0,15-4 0 0 0,-14 2-884 0 0,0 1 0 0 0,0 0-1 0 0,16 1 1 0 0,0 1-1097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15.9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34 2048 0 0,'0'0'3509'0'0,"0"-20"2246"0"0,0 20-5673 0 0,0-1 1 0 0,0 1-1 0 0,1-1 1 0 0,-1 1-1 0 0,0-1 1 0 0,0 1 0 0 0,0 0-1 0 0,0-1 1 0 0,-1 1-1 0 0,1-1 1 0 0,0 1-1 0 0,0-1 1 0 0,0 1-1 0 0,0-1 1 0 0,0 1 0 0 0,-1-1-1 0 0,1 1 1 0 0,0 0-1 0 0,0-1 1 0 0,-1 1-1 0 0,1-1 1 0 0,0 1-1 0 0,0 0 1 0 0,-1-1-1 0 0,1 1 1 0 0,-1 0 0 0 0,1-1-1 0 0,0 1 1 0 0,-1 0-1 0 0,1 0 1 0 0,-1-1-1 0 0,1 1 1 0 0,0 0-1 0 0,-1 0 1 0 0,1 0 0 0 0,-1 0-1 0 0,1 0 1 0 0,-1 0-1 0 0,1-1 1 0 0,-1 1-1 0 0,1 0 1 0 0,-1 0-1 0 0,1 0 1 0 0,0 0 0 0 0,-1 1-1 0 0,1-1 1 0 0,-2 0-1 0 0,1 3 53 0 0,1 1 0 0 0,-1-1-1 0 0,0 0 1 0 0,1 1 0 0 0,0-1-1 0 0,0 1 1 0 0,0 5 0 0 0,0 87 798 0 0,0-95-931 0 0,1 1 1 0 0,-1-1 0 0 0,0 1-1 0 0,0-1 1 0 0,1 1 0 0 0,-1-1-1 0 0,0 1 1 0 0,1-1 0 0 0,0 0-1 0 0,-1 1 1 0 0,1-1 0 0 0,1 2-1 0 0,5 14 28 0 0,-5-7-8 0 0,0 1 0 0 0,-2-1 0 0 0,1 16 0 0 0,-2-17-18 0 0,1-1-1 0 0,0 0 1 0 0,1 1 0 0 0,0-1 0 0 0,0 0 0 0 0,1 0 0 0 0,0 0 0 0 0,3 8-1 0 0,-3-13-4 0 0,-1 0-1 0 0,0 0 1 0 0,-1-1-1 0 0,1 1 1 0 0,0 0-1 0 0,-1 0 0 0 0,0 0 1 0 0,0 0-1 0 0,0 0 1 0 0,0-1-1 0 0,0 1 0 0 0,-1 5 1 0 0,-1 18 0 0 0,2 118-10 0 0,0-140 16 0 0,0 1-1 0 0,-1-1 0 0 0,0-1 1 0 0,0 1-1 0 0,0 0 0 0 0,0 0 0 0 0,0 0 1 0 0,-1 0-1 0 0,-3 6 0 0 0,4-8-6 0 0,0 1 1 0 0,0 0-1 0 0,1 0 0 0 0,-1-1 1 0 0,1 1-1 0 0,-1 0 0 0 0,1 0 1 0 0,0 0-1 0 0,0-1 0 0 0,0 1 1 0 0,1 0-1 0 0,0 4 0 0 0,0-4 2 0 0,-1 0 0 0 0,1-1-1 0 0,-1 1 1 0 0,0 0 0 0 0,0-1-1 0 0,0 1 1 0 0,0 0 0 0 0,0-1-1 0 0,-1 1 1 0 0,1 0 0 0 0,-1-1-1 0 0,0 1 1 0 0,-1 2-1 0 0,0-1 7 0 0,0 1 0 0 0,0-1 0 0 0,0 0-1 0 0,1 1 1 0 0,0-1 0 0 0,-1 1 0 0 0,2 0-1 0 0,-1-1 1 0 0,0 1 0 0 0,1 0 0 0 0,0 0-1 0 0,0 5 1 0 0,0 102 2597 0 0,-3-112-2525 0 0,-5 1-93 0 0,7-2 20 0 0,1 0 0 0 0,-1 0 0 0 0,1 0 0 0 0,-1 0 0 0 0,1 0 0 0 0,-1 0 0 0 0,1 0 0 0 0,0 0 0 0 0,-1 0 1 0 0,1 0-1 0 0,0 0 0 0 0,0 0 0 0 0,0-1 0 0 0,0 1 0 0 0,0 0 0 0 0,1-2 0 0 0,-1 1-9 0 0,0 0 1 0 0,1-1-1 0 0,-1 1 0 0 0,1-1 1 0 0,0 1-1 0 0,0 0 0 0 0,0 0 1 0 0,0-1-1 0 0,0 1 0 0 0,0 0 1 0 0,0 0-1 0 0,4-4 0 0 0,-3 4-2 0 0,0-1-1 0 0,0 1 1 0 0,0-1-1 0 0,-1 0 1 0 0,1 0-1 0 0,-1 0 1 0 0,0 0-1 0 0,0 0 1 0 0,0-1-1 0 0,0 1 1 0 0,0 0-1 0 0,-1 0 1 0 0,1-6-1 0 0,0 6 9 0 0,-1 0-1 0 0,1 0 1 0 0,0-1-1 0 0,-1 1 1 0 0,2 0-1 0 0,-1 0 1 0 0,0 0-1 0 0,1 1 1 0 0,-1-1-1 0 0,1 0 1 0 0,3-4-1 0 0,-3 5 0 0 0,-1-1 0 0 0,1 1-1 0 0,0 0 1 0 0,-1-1 0 0 0,0 0 0 0 0,0 1-1 0 0,0-1 1 0 0,0 0 0 0 0,0 0 0 0 0,0 1-1 0 0,0-5 1 0 0,-1 6 1 0 0,0 0 0 0 0,1 0 0 0 0,-1 0-1 0 0,0 0 1 0 0,1 0 0 0 0,-1 1 0 0 0,0-1 0 0 0,1 0 0 0 0,-1 0-1 0 0,1 0 1 0 0,-1 1 0 0 0,1-1 0 0 0,0 0 0 0 0,-1 1 0 0 0,1-1-1 0 0,0 0 1 0 0,1 0 0 0 0,1-3 13 0 0,13-26 60 0 0,-9 16-60 0 0,-7 14-15 0 0,0 0-1 0 0,0 0 1 0 0,0-1 0 0 0,0 1 0 0 0,0 0 0 0 0,0 0-1 0 0,0-1 1 0 0,1 1 0 0 0,-1 0 0 0 0,0 0 0 0 0,0-1-1 0 0,0 1 1 0 0,0 0 0 0 0,0 0 0 0 0,1 0 0 0 0,-1-1-1 0 0,0 1 1 0 0,0 0 0 0 0,0 0 0 0 0,0 0 0 0 0,1 0-1 0 0,-1 0 1 0 0,0-1 0 0 0,0 1 0 0 0,1 0 0 0 0,-1 0-1 0 0,0 0 1 0 0,0 0 0 0 0,1 0 0 0 0,-1 0 0 0 0,0 0-1 0 0,0 0 1 0 0,1 0 0 0 0,-1 0 0 0 0,0 0-1 0 0,0 0 1 0 0,1 0 0 0 0,-1 0 0 0 0,0 0 0 0 0,0 0-1 0 0,1 0 1 0 0,-1 0 0 0 0,0 0 0 0 0,0 0 0 0 0,1 0-1 0 0,-1 0 1 0 0,0 1 0 0 0,6-17-27 0 0,-5 14 34 0 0,1 0 1 0 0,0 0-1 0 0,0 0 0 0 0,0 0 0 0 0,0 1 0 0 0,0-1 0 0 0,0 1 0 0 0,1-1 0 0 0,-1 1 0 0 0,5-2 0 0 0,9-6-53 0 0,-16 8 49 0 0,0 1-1 0 0,0 0 0 0 0,1-1 0 0 0,-1 1 0 0 0,0 0 0 0 0,0 0 1 0 0,0 0-1 0 0,1-1 0 0 0,-1 1 0 0 0,0 0 0 0 0,0 0 1 0 0,1 0-1 0 0,-1-1 0 0 0,0 1 0 0 0,1 0 0 0 0,-1 0 0 0 0,0 0 1 0 0,0 0-1 0 0,1 0 0 0 0,-1 0 0 0 0,0 0 0 0 0,1 0 0 0 0,-1 0 1 0 0,0 0-1 0 0,1 0 0 0 0,-1 0 0 0 0,0 0 0 0 0,1 0 1 0 0,-1 0-1 0 0,0 0 0 0 0,1 0 0 0 0,-1 0 0 0 0,0 0 0 0 0,0 0 1 0 0,1 0-1 0 0,0 1 0 0 0,-1-1-1 0 0,0 0 0 0 0,0 0 1 0 0,1 0-1 0 0,-1 1 0 0 0,0-1 1 0 0,1 0-1 0 0,-1 0 0 0 0,0 0 0 0 0,0 0 1 0 0,1 0-1 0 0,-1 0 0 0 0,0 0 1 0 0,1 0-1 0 0,-1 0 0 0 0,0 0 0 0 0,1 0 1 0 0,-1 0-1 0 0,0 0 0 0 0,1 0 1 0 0,-1 0-1 0 0,0 0 0 0 0,1 0 0 0 0,-1-1 1 0 0,0 1-1 0 0,0 0 0 0 0,1 0 1 0 0,-1 0-1 0 0,0 0 0 0 0,0-1 0 0 0,1 1 1 0 0,-1 0-1 0 0,0 0 0 0 0,0-1 1 0 0,0 1-1 0 0,1 0 0 0 0,-1-1 0 0 0,1 0-4 0 0,-1 0 0 0 0,1 0 0 0 0,-1 1 0 0 0,1-1 0 0 0,-1 0 0 0 0,1 0 0 0 0,0 0 0 0 0,-1 1 0 0 0,1-1-1 0 0,0 0 1 0 0,0 1 0 0 0,0-1 0 0 0,0 1 0 0 0,-1-1 0 0 0,1 1 0 0 0,0-1 0 0 0,0 1 0 0 0,2-1 0 0 0,8 1 19 0 0,53 0 53 0 0,-63 0-67 0 0,0 0 0 0 0,0 1-1 0 0,0-1 1 0 0,0 1 0 0 0,0-1 0 0 0,0 1-1 0 0,0-1 1 0 0,0 1 0 0 0,-1-1 0 0 0,1 1-1 0 0,0 0 1 0 0,0-1 0 0 0,-1 1 0 0 0,1 0-1 0 0,0 0 1 0 0,-1-1 0 0 0,1 1 0 0 0,-1 0-1 0 0,1 0 1 0 0,-1 0 0 0 0,0 0 0 0 0,1 0-1 0 0,-1 0 1 0 0,0 0 0 0 0,1 0 0 0 0,-1 0 0 0 0,0 1-1 0 0,4 6 25 0 0,-1-4-36 0 0,-2-3 14 0 0,0 0 1 0 0,0 0-1 0 0,0 0 1 0 0,0 0-1 0 0,0 0 0 0 0,0 0 1 0 0,-1 1-1 0 0,1-1 1 0 0,-1 0-1 0 0,1 1 0 0 0,-1-1 1 0 0,1 0-1 0 0,-1 1 1 0 0,1-1-1 0 0,-1 1 0 0 0,0-1 1 0 0,0 0-1 0 0,0 1 1 0 0,0-1-1 0 0,0 1 0 0 0,0-1 1 0 0,0 1-1 0 0,-1 1 1 0 0,0-1-23 0 0,0 4-6 0 0,19 16-68 0 0,-11-18 92 0 0,-2 5-1 0 0,13 26-72 0 0,-13-25 73 0 0,-3-7 22 0 0,0 1 1 0 0,0-1 0 0 0,-1 1-1 0 0,1 0 1 0 0,-1 0 0 0 0,0-1-1 0 0,1 8 1 0 0,-2-11-19 0 0,0 1 0 0 0,0-1 1 0 0,0 1-1 0 0,0-1 0 0 0,0 1 0 0 0,0-1 1 0 0,1 0-1 0 0,-1 1 0 0 0,0-1 0 0 0,0 1 1 0 0,0-1-1 0 0,0 0 0 0 0,0 1 0 0 0,1-1 0 0 0,-1 0 1 0 0,0 1-1 0 0,0-1 0 0 0,1 0 0 0 0,-1 1 1 0 0,0-1-1 0 0,0 0 0 0 0,1 1 0 0 0,-1-1 1 0 0,0 0-1 0 0,1 0 0 0 0,-1 1 0 0 0,0-1 0 0 0,1 0 1 0 0,-1 0-1 0 0,1 0 0 0 0,-1 0 0 0 0,0 1 1 0 0,1-1-1 0 0,0 0-6 0 0,-1 0 1 0 0,1 0 0 0 0,-1 0-1 0 0,0 0 1 0 0,1 1-1 0 0,-1-1 1 0 0,1 0 0 0 0,-1 0-1 0 0,0 0 1 0 0,1 1-1 0 0,-1-1 1 0 0,0 0 0 0 0,1 0-1 0 0,-1 1 1 0 0,0-1-1 0 0,0 0 1 0 0,1 1 0 0 0,-1-1-1 0 0,0 0 1 0 0,0 1-1 0 0,0-1 1 0 0,1 0 0 0 0,-1 1-1 0 0,0-1 1 0 0,0 1-1 0 0,0-1 1 0 0,0 0-1 0 0,0 1 1 0 0,0-1 0 0 0,0 1-1 0 0,0-1 1 0 0,0 0-1 0 0,0 1 1 0 0,0 0-3 0 0,0 0 1 0 0,0-1-1 0 0,1 1 0 0 0,-1 0 0 0 0,0-1 1 0 0,0 1-1 0 0,0 0 0 0 0,1-1 1 0 0,-1 1-1 0 0,0 0 0 0 0,0-1 0 0 0,1 1 1 0 0,-1-1-1 0 0,1 1 0 0 0,-1-1 1 0 0,0 1-1 0 0,1-1 0 0 0,-1 1 0 0 0,1-1 1 0 0,0 1-1 0 0,-1-1 0 0 0,1 1 1 0 0,0-1-1 0 0,0 1 0 0 0,-1-1 0 0 0,1 0 0 0 0,-1 1 0 0 0,1-1 0 0 0,-1 1 0 0 0,1-1 0 0 0,-1 1 0 0 0,0-1 0 0 0,1 1 0 0 0,-1-1 0 0 0,0 1 0 0 0,1-1 0 0 0,-1 1 1 0 0,0 0-1 0 0,0-1 0 0 0,1 1 0 0 0,-1 0 0 0 0,0-1 0 0 0,0 1 0 0 0,0 0 0 0 0,0 0 0 0 0,0-1 2 0 0,0 1-1 0 0,0-1 0 0 0,0 1 1 0 0,0-1-1 0 0,0 1 1 0 0,0-1-1 0 0,1 0 1 0 0,-1 1-1 0 0,0-1 1 0 0,0 1-1 0 0,0-1 1 0 0,0 0-1 0 0,0 1 0 0 0,1-1 1 0 0,-1 0-1 0 0,0 1 1 0 0,0-1-1 0 0,1 0 1 0 0,-1 1-1 0 0,0-1 1 0 0,1 0-1 0 0,-1 1 1 0 0,0-1-1 0 0,1 0 1 0 0,-1 0-1 0 0,0 1 0 0 0,1-1 1 0 0,-1 0-1 0 0,0 0 1 0 0,1 0-1 0 0,-1 0 1 0 0,1 0-1 0 0,0 1 1 0 0,-1-1-19 0 0,0 0 0 0 0,1 0 1 0 0,-1 0-1 0 0,1 0 0 0 0,-1 0 1 0 0,0 0-1 0 0,1 1 0 0 0,-1-1 1 0 0,1 0-1 0 0,-1 0 0 0 0,0 1 1 0 0,1-1-1 0 0,-1 0 0 0 0,0 0 1 0 0,1 1-1 0 0,-1-1 0 0 0,0 0 1 0 0,0 1-1 0 0,1-1 0 0 0,-1 0 1 0 0,0 1-1 0 0,0-1 0 0 0,0 1 1 0 0,0-1-1 0 0,1 0 0 0 0,-1 1 0 0 0,0-1 1 0 0,0 1-1 0 0,0-1 0 0 0,0 0 1 0 0,0 1-1 0 0,0-1 0 0 0,0 1 1 0 0,0 1-251 0 0,1 0 0 0 0,-1 0 0 0 0,1 0 0 0 0,-1 0 0 0 0,1 0 1 0 0,0-1-1 0 0,-1 1 0 0 0,1 0 0 0 0,0 0 0 0 0,0-1 0 0 0,0 1 1 0 0,1-1-1 0 0,1 3 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3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18 254 2624 0 0,'0'0'3525'0'0,"0"-1"-3181"0"0,0 0 1 0 0,0 0-1 0 0,0 0 0 0 0,0-1 1 0 0,0 1-1 0 0,0 0 0 0 0,0 0 1 0 0,0 0-1 0 0,0 0 0 0 0,-1-1 1 0 0,1 1-1 0 0,0 0 0 0 0,-1 0 1 0 0,1 0-1 0 0,-1-1 0 0 0,-10-10 1443 0 0,8 10-582 0 0,8 67 1467 0 0,18 197 1669 0 0,-15-163-3050 0 0,4-1-352 0 0,-11-89-840 0 0,0-1-1 0 0,0 1 1 0 0,-1-1 0 0 0,0 1 0 0 0,-1-1 0 0 0,0 1 0 0 0,0-1 0 0 0,-4 12 0 0 0,-2 11 355 0 0,4 37 628 0 0,2-29-120 0 0,1-32-234 0 0,3-37-62 0 0,-2 11-489 0 0,5-29 81 0 0,-2 20-145 0 0,-1-1 0 0 0,-1-33 1 0 0,1-152 318 0 0,14-108 250 0 0,-16 300-673 0 0,2 0 0 0 0,1 0-1 0 0,11-38 1 0 0,-13 56-33 0 0,-1 0-30 0 0,0-1-1 0 0,1 1 1 0 0,0 0-1 0 0,0 0 0 0 0,0 0 1 0 0,0 0-1 0 0,1 0 1 0 0,-1 0-1 0 0,5-4 1 0 0,5-9 284 0 0,-10 13-191 0 0,-2 4-45 0 0,0-1-1 0 0,0 1 1 0 0,1-1-1 0 0,-1 1 1 0 0,0-1-1 0 0,0 1 1 0 0,0-1-1 0 0,0 1 1 0 0,1-1-1 0 0,-1 1 1 0 0,0-1-1 0 0,1 1 1 0 0,-1-1-1 0 0,0 1 1 0 0,1 0 0 0 0,-1-1-1 0 0,0 1 1 0 0,1 0-1 0 0,-1-1 1 0 0,1 1-1 0 0,-1 0 1 0 0,1-1-1 0 0,-1 1 1 0 0,1 0-1 0 0,-1 0 1 0 0,1 0-1 0 0,-1-1 1 0 0,1 1-1 0 0,0 0 1 0 0,40-16-105 0 0,-10 14-135 0 0,-20 2 132 0 0,0 1 0 0 0,1 1 0 0 0,-1 0-1 0 0,-1 1 1 0 0,1 0 0 0 0,0 0 0 0 0,-1 1-1 0 0,1 0 1 0 0,18 12 0 0 0,-4 0-249 0 0,44 36 0 0 0,-58-43 269 0 0,19 19-208 0 0,-28-25 287 0 0,-1-1 1 0 0,1 0-1 0 0,-1 1 1 0 0,0-1 0 0 0,0 1-1 0 0,0 0 1 0 0,0-1-1 0 0,1 6 1 0 0,0 2 9 0 0,0-1 0 0 0,-1 1-1 0 0,0-1 1 0 0,0 1 0 0 0,-1 0 0 0 0,0-1 0 0 0,-1 1 0 0 0,0 0 0 0 0,0-1 0 0 0,-1 1 0 0 0,-1-1-1 0 0,1 0 1 0 0,-2 1 0 0 0,1-1 0 0 0,-1-1 0 0 0,0 1 0 0 0,-1 0 0 0 0,0-1 0 0 0,-1 0 0 0 0,1 0-1 0 0,-1-1 1 0 0,-1 0 0 0 0,-9 9 0 0 0,-16 14-11 0 0,-66 48 0 0 0,94-75 1 0 0,0 0-1 0 0,0-1 1 0 0,-1 1-1 0 0,1-1 1 0 0,-1 0-1 0 0,0 0 1 0 0,0 0-1 0 0,1-1 1 0 0,-1 1 0 0 0,0-1-1 0 0,0 0 1 0 0,-9 0-1 0 0,10-1-33 0 0,-4 1-29 0 0,-12 1-924 0 0,0 0 0 0 0,-29-3 0 0 0,43 1 228 0 0,0-1 0 0 0,0 0-1 0 0,0-1 1 0 0,0 1 0 0 0,-9-5 0 0 0,13 5 275 0 0,0 0 1 0 0,0 0-1 0 0,0 0 0 0 0,0 0 1 0 0,0 0-1 0 0,1-1 1 0 0,-1 1-1 0 0,0-1 1 0 0,1 0-1 0 0,-1 1 0 0 0,1-1 1 0 0,0 0-1 0 0,-1 0 1 0 0,1 0-1 0 0,-2-3 0 0 0,3 3 67 0 0,0 1 0 0 0,0-1-1 0 0,0 1 1 0 0,0-1-1 0 0,0 1 1 0 0,0-1 0 0 0,1 1-1 0 0,-1-1 1 0 0,0 1-1 0 0,1-1 1 0 0,-1 1 0 0 0,1-1-1 0 0,-1 1 1 0 0,1-1-1 0 0,0 1 1 0 0,0 0 0 0 0,0-1-1 0 0,0 1 1 0 0,0 0-1 0 0,0 0 1 0 0,0 0 0 0 0,0 0-1 0 0,0 0 1 0 0,0 0-1 0 0,3-2 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3.8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1536 0 0,'1'1'77'0'0,"-1"-1"0"0"0,0 1 0 0 0,0-1 0 0 0,0 1 0 0 0,0-1 0 0 0,1 1 0 0 0,-1-1 0 0 0,0 1 0 0 0,0-1 0 0 0,0 1 0 0 0,0-1 0 0 0,0 1-1 0 0,0-1 1 0 0,-1 1 0 0 0,1-1 0 0 0,0 1 0 0 0,0-1 0 0 0,0 1 0 0 0,0-1 0 0 0,-1 1 0 0 0,1-1 0 0 0,0 1 0 0 0,0-1 0 0 0,-1 1 0 0 0,1-1 0 0 0,0 1 0 0 0,-1-1 0 0 0,1 0 0 0 0,0 1 0 0 0,-1-1 0 0 0,1 0 0 0 0,-1 1 0 0 0,1-1 0 0 0,-1 0 0 0 0,1 1 0 0 0,-1-1 0 0 0,1 0 0 0 0,-1 0 0 0 0,1 0 0 0 0,-1 1 0 0 0,1-1-1 0 0,-1 0 1 0 0,1 0 0 0 0,-1 0 0 0 0,1 0 0 0 0,-1 0 0 0 0,1 0 0 0 0,-1 0 0 0 0,1 0 0 0 0,-4 0 1552 0 0,4 2-717 0 0,0 0-458 0 0,0-1 1 0 0,0 0-1 0 0,0 0 0 0 0,0 0 1 0 0,4 8 3633 0 0,-2-6-3633 0 0,13 8 2012 0 0,27 0-2380 0 0,-29-9 784 0 0,4 1-718 0 0,0-1-1 0 0,0 0 1 0 0,33-2 0 0 0,-30-1-60 0 0,166 1-3341 0 0,-184 0 3161 0 0,0 0 1 0 0,0 0-1 0 0,0 0 1 0 0,-1 0-1 0 0,1 0 1 0 0,0 0-1 0 0,0-1 1 0 0,0 1-1 0 0,-1-1 1 0 0,1 1-1 0 0,0-1 1 0 0,-1 0-1 0 0,1 0 1 0 0,-1 1-1 0 0,3-3 1 0 0,-2 2-132 0 0,0 0 1 0 0,0 0 0 0 0,0 0 0 0 0,0 0 0 0 0,0 0 0 0 0,1 0 0 0 0,-1 0-1 0 0,0 1 1 0 0,0-1 0 0 0,1 1 0 0 0,-1 0 0 0 0,0 0 0 0 0,1 0 0 0 0,-1 0-1 0 0,3 0 1 0 0,54 0-7558 0 0,-45 0 4788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4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1696 0 0,'-3'7'4462'0'0,"-5"21"2222"0"0,8-27-6550 0 0,0-1 0 0 0,0 1 0 0 0,0-1 1 0 0,-1 0-1 0 0,1 1 0 0 0,0-1 0 0 0,0 1 0 0 0,0-1 0 0 0,0 1 0 0 0,0-1 0 0 0,0 0 0 0 0,0 1 0 0 0,0-1 0 0 0,0 1 0 0 0,0-1 0 0 0,0 1 0 0 0,1-1 1 0 0,-1 1-1 0 0,0-1 0 0 0,0 0 0 0 0,0 1 0 0 0,0-1 0 0 0,1 1 0 0 0,-1-1 0 0 0,0 0 0 0 0,0 1 0 0 0,1-1 0 0 0,-1 0 0 0 0,0 1 0 0 0,1-1 1 0 0,-1 0-1 0 0,0 0 0 0 0,1 1 0 0 0,-1-1 0 0 0,1 0 0 0 0,-1 0 0 0 0,0 0 0 0 0,1 1 0 0 0,-1-1 0 0 0,1 0 0 0 0,-1 0 0 0 0,1 0 0 0 0,2 0 341 0 0,1 0-254 0 0,6 0-182 0 0,-4 3 256 0 0,-5-2-242 0 0,0 1 0 0 0,1-1 1 0 0,-1 0-1 0 0,1 0 0 0 0,0 0 1 0 0,-1 0-1 0 0,1 0 0 0 0,0 0 1 0 0,0 0-1 0 0,-1 0 0 0 0,1-1 1 0 0,0 1-1 0 0,0-1 0 0 0,3 1 1 0 0,-4-1-44 0 0,0 0 1 0 0,0 1 0 0 0,0-1-1 0 0,0 0 1 0 0,0 1 0 0 0,0-1 0 0 0,-1 0-1 0 0,1 1 1 0 0,0-1 0 0 0,0 1-1 0 0,0 0 1 0 0,0-1 0 0 0,-1 1-1 0 0,1 0 1 0 0,0-1 0 0 0,0 1 0 0 0,0 1-1 0 0,3 2 6 0 0,-1-3-19 0 0,0 0 0 0 0,0 0 0 0 0,0-1 0 0 0,1 1 0 0 0,-1-1 0 0 0,0 1 0 0 0,0-1 0 0 0,0 0 0 0 0,0-1 0 0 0,4 0 0 0 0,3 1 20 0 0,38 0 89 0 0,118 0-3476 0 0,63 0-13995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6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340 19 1632 0 0,'17'0'10426'0'0,"3"0"-6682"0"0,-20 0-3690 0 0,1 0-1 0 0,-1 0 1 0 0,1 0 0 0 0,-1 0-1 0 0,1 0 1 0 0,-1 0-1 0 0,1 0 1 0 0,-1 0-1 0 0,1 0 1 0 0,-1-1 0 0 0,1 1-1 0 0,-1 0 1 0 0,1 0-1 0 0,-1 0 1 0 0,1-1 0 0 0,-1 1-1 0 0,1 0 1 0 0,-1-1-1 0 0,0 1 1 0 0,1 0-1 0 0,-1-1 1 0 0,1 1 0 0 0,-1 0-1 0 0,0-1 1 0 0,1 1-1 0 0,-1-1 1 0 0,0 1 0 0 0,0-1-1 0 0,1 1 1 0 0,-1-1-1 0 0,0 1 1 0 0,0-1 0 0 0,0 1-1 0 0,0-1 1 0 0,1 1-1 0 0,-1-1 1 0 0,0 1-1 0 0,0-1 1 0 0,0 1 0 0 0,0-1-1 0 0,0 0 1 0 0,0-2 170 0 0,12 1 2666 0 0,-27 4-1594 0 0,-48-2-1297 0 0,-13 0 231 0 0,31 0 32 0 0,-79 0-1094 0 0,117 1 898 0 0,-1 0 0 0 0,1 0-1 0 0,0 1 1 0 0,0 0 0 0 0,-14 5 0 0 0,16-4 606 0 0,5-2-822 0 0,-1-1 175 0 0,1 1 1 0 0,0 0 0 0 0,0 0 0 0 0,0-1 0 0 0,0 1 0 0 0,0 0 0 0 0,0 0 0 0 0,0-1 0 0 0,0 1 0 0 0,0 0-1 0 0,0 0 1 0 0,1 0 0 0 0,-1-1 0 0 0,0 1 0 0 0,0 0 0 0 0,1-1 0 0 0,-1 1 0 0 0,0 0 0 0 0,2 1 0 0 0,-2-2-23 0 0,1 0 0 0 0,-1 0 0 0 0,1 0 0 0 0,-1 0 1 0 0,1 0-1 0 0,-1 0 0 0 0,1 0 0 0 0,-1 0 0 0 0,1 0 1 0 0,-1 0-1 0 0,1 0 0 0 0,-1 1 0 0 0,1-1 0 0 0,-1 0 1 0 0,1 0-1 0 0,-1 1 0 0 0,0-1 0 0 0,1 0 0 0 0,-1 1 1 0 0,1-1-1 0 0,-1 0 0 0 0,0 1 0 0 0,1-1 0 0 0,-1 1 0 0 0,0-1 1 0 0,0 1-1 0 0,1-1 0 0 0,-1 0 0 0 0,0 1 0 0 0,0-1 1 0 0,1 2-1 0 0,0 24-48 0 0,-1-22 68 0 0,8 104 1068 0 0,1 13-1105 0 0,-9 82 115 0 0,-3-186 17 0 0,2-16-113 0 0,0 0-1 0 0,0 0-1 0 0,0 1 1 0 0,0-1 0 0 0,0 0-1 0 0,0 1 1 0 0,1-1 0 0 0,-1 0-1 0 0,0 1 1 0 0,1-1-1 0 0,-1 1 1 0 0,1-1 0 0 0,0 1-1 0 0,-1-1 1 0 0,1 1 0 0 0,0-1-1 0 0,0 1 1 0 0,0 0 0 0 0,0 2-1 0 0,-8 129 397 0 0,3-105-146 0 0,-13 51-1 0 0,12-47 388 0 0,9-32-1734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6.8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52 1856 0 0,'-33'-34'16543'0'0,"134"34"-13919"0"0,-33 0-2688 0 0,-51 0 64 0 0,0 0-160 0 0,34 0 0 0 0,-34 0-160 0 0,0 0 0 0 0,0 0-352 0 0,51 0-2783 0 0,-52-17 415 0 0,1 17 1408 0 0,0 0-288 0 0,34 17-7360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7.7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662 85 1568 0 0,'0'0'2368'0'0,"3"-5"-203"0"0,8-18-240 0 0,-8 18-474 0 0,-1-7 85 0 0,12-27 8586 0 0,-14 39-10084 0 0,1 1 0 0 0,-1-1 0 0 0,0 1 0 0 0,0-1 1 0 0,0 1-1 0 0,0-1 0 0 0,0 1 0 0 0,0 0 0 0 0,-1-1 0 0 0,1 1 0 0 0,0-1 0 0 0,0 1 0 0 0,0-1 0 0 0,0 1 0 0 0,-1-1 0 0 0,1 1 0 0 0,0-1 0 0 0,0 1 0 0 0,-1-1 0 0 0,1 0 0 0 0,0 1 0 0 0,-1-1 0 0 0,1 1 0 0 0,-1-1 0 0 0,1 0 0 0 0,0 1 0 0 0,-1-1 0 0 0,0 1 0 0 0,-7 7 27 0 0,-3 29 421 0 0,-23 22 230 0 0,20-39-613 0 0,1 2-1 0 0,-19 41 1 0 0,4 10 489 0 0,-74 176 213 0 0,-84 205-5 0 0,175-425-707 0 0,-1-1-1 0 0,-21 34 1 0 0,32-60-83 0 0,-21 52 337 0 0,-1-15-331 0 0,5-11-250 0 0,15-25 249 0 0,1 0 1 0 0,0 0-1 0 0,0 0 0 0 0,0 0 0 0 0,0 0 1 0 0,1 0-1 0 0,-1 1 0 0 0,0 3 1 0 0,-24 66 234 0 0,4-25-239 0 0,12-35 195 0 0,4-12-152 0 0,2-1 1 0 0,-4 17-87 0 0,-15 9-448 0 0,23-27 407 0 0,0 1 1 0 0,1-1 0 0 0,-1 1 0 0 0,0-1 0 0 0,0 1 0 0 0,0-1-1 0 0,0 0 1 0 0,0 1 0 0 0,0-1 0 0 0,0 1 0 0 0,0-1 0 0 0,0 1 0 0 0,0-1-1 0 0,-1 1 1 0 0,1-1 0 0 0,0 1 0 0 0,0-1 0 0 0,0 1 0 0 0,-1-1 0 0 0,1 1-1 0 0,0-1 1 0 0,-1 1 0 0 0,1-1 0 0 0,0 1 0 0 0,-1 0 0 0 0,1-1-1 0 0,0 1 1 0 0,-1 0 0 0 0,1-1 0 0 0,-1 1 0 0 0,1 0 0 0 0,-1-1 0 0 0,1 1-1 0 0,-1 0 1 0 0,1 0 0 0 0,-1-1 0 0 0,1 1 0 0 0,-1 0 0 0 0,1 0 0 0 0,-1 0-1 0 0,1 0 1 0 0,-1 0 0 0 0,1 0 0 0 0,-1 0 0 0 0,1 0 0 0 0,-1 0-1 0 0,0 0 1 0 0,1 0 0 0 0,-1 0 0 0 0,1 0 0 0 0,-1 1 0 0 0,1-1 0 0 0,-1 0-1 0 0,1 0 1 0 0,-1 0 0 0 0,1 1 0 0 0,-1-1 0 0 0,1 0 0 0 0,0 1 0 0 0,-1-1-1 0 0,1 0 1 0 0,-1 1 0 0 0,1-1 0 0 0,0 1 0 0 0,-1-1 0 0 0,1 1-1 0 0,0-1 1 0 0,0 0 0 0 0,-1 2 0 0 0,0-18-5577 0 0,8 4 1725 0 0,21-30-8081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8.7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170 154 2240 0 0,'0'0'7808'0'0,"-19"3"-1467"0"0,17-2-6244 0 0,1 0 0 0 0,0 1 0 0 0,0-1 0 0 0,0 0 0 0 0,-1 1 1 0 0,1-1-1 0 0,1 1 0 0 0,-1-1 0 0 0,0 1 0 0 0,0-1 0 0 0,1 1 0 0 0,-1-1 0 0 0,0 1 1 0 0,1 0-1 0 0,0-1 0 0 0,-1 1 0 0 0,1 0 0 0 0,0 2 0 0 0,0-1-56 0 0,0 0-1 0 0,0 0 1 0 0,0 0 0 0 0,-1-1-1 0 0,1 1 1 0 0,-1 0 0 0 0,1 0-1 0 0,-1-1 1 0 0,0 1 0 0 0,-2 3-1 0 0,0 2 10 0 0,0 0 1 0 0,0 0-1 0 0,0 1 0 0 0,0 9 1 0 0,-34 202 1133 0 0,28-146-756 0 0,10-63-387 0 0,-1-4 23 0 0,-1 1 0 0 0,1 0 0 0 0,-1 0 0 0 0,-1-1 0 0 0,1 1 0 0 0,-1-1 0 0 0,-1 1 0 0 0,1-1 0 0 0,-1 0 0 0 0,-1 0 0 0 0,1 0-1 0 0,-5 6 1 0 0,6-11-36 0 0,-12 17 355 0 0,9-7-14 0 0,4-11-329 0 0,0-1 0 0 0,0 0 0 0 0,0 0 0 0 0,0 0 0 0 0,0 0 1 0 0,0 0-1 0 0,0 0 0 0 0,0 0 0 0 0,0 0 0 0 0,0-1 0 0 0,0 1 1 0 0,0 0-1 0 0,1 0 0 0 0,-1-1 0 0 0,0 1 0 0 0,-1-1 0 0 0,1-19 258 0 0,2 1 0 0 0,1-1 0 0 0,0 1 0 0 0,5-22 0 0 0,7-30 138 0 0,34-188 614 0 0,-36 185-719 0 0,-13 74-325 0 0,1-1 0 0 0,0 1 0 0 0,0-1 0 0 0,0 1 0 0 0,0-1 0 0 0,0 0 0 0 0,0 1 0 0 0,0-1 0 0 0,0 1 0 0 0,1-1 0 0 0,-1 1 0 0 0,0-1 0 0 0,0 1 0 0 0,0-1 1 0 0,1 1-1 0 0,-1-1 0 0 0,0 1 0 0 0,0-1 0 0 0,1 1 0 0 0,-1-1 0 0 0,0 1 0 0 0,1-1 0 0 0,-1 1 0 0 0,1-1 0 0 0,-1 1 0 0 0,1 0 0 0 0,0-1 0 0 0,7-8 22 0 0,0-27-86 0 0,-4 23 27 0 0,1 0 1 0 0,11-23 0 0 0,-15 35 31 0 0,-1 0 0 0 0,0 0 1 0 0,1 1-1 0 0,-1-1 0 0 0,0 0 0 0 0,1 0 0 0 0,-1 1 1 0 0,1-1-1 0 0,0 0 0 0 0,-1 1 0 0 0,1-1 1 0 0,-1 0-1 0 0,1 1 0 0 0,0-1 0 0 0,0 1 1 0 0,-1-1-1 0 0,1 1 0 0 0,0-1 0 0 0,0 1 0 0 0,-1 0 1 0 0,1 0-1 0 0,0-1 0 0 0,0 1 0 0 0,0 0 1 0 0,1 0-1 0 0,1 0 180 0 0,-1-3 70 0 0,10-13-114 0 0,-2 5-287 0 0,16 7-88 0 0,-22 4 358 0 0,-1 0-86 0 0,-1 1 1 0 0,0-1 0 0 0,1 0 0 0 0,-1 0-1 0 0,0 0 1 0 0,1 0 0 0 0,-1-1-1 0 0,0 1 1 0 0,1-1 0 0 0,3-1 0 0 0,-5-10-247 0 0,-1 11 209 0 0,1 1 0 0 0,-1 0 0 0 0,0 0 1 0 0,1-1-1 0 0,-1 1 0 0 0,0 0 0 0 0,1 0 0 0 0,-1 0 0 0 0,0 0 0 0 0,1-1 0 0 0,-1 1 0 0 0,0 0 1 0 0,1 0-1 0 0,-1 0 0 0 0,0 0 0 0 0,1 0 0 0 0,-1 0 0 0 0,0 0 0 0 0,1 0 0 0 0,-1 0 1 0 0,1 0-1 0 0,-1 0 0 0 0,0 0 0 0 0,1 0 0 0 0,-1 0 0 0 0,0 0 0 0 0,1 1 0 0 0,22 13-24 0 0,-13-5 96 0 0,0 1 0 0 0,0-1 1 0 0,-1 1-1 0 0,-1 1 0 0 0,0 0 1 0 0,0 0-1 0 0,-1 1 0 0 0,8 15 1 0 0,60 168 605 0 0,-63-158-572 0 0,16 30 21 0 0,-25-61-115 0 0,20 68 190 0 0,-15-44-280 0 0,7 25 135 0 0,-13-45-32 0 0,1-1 1 0 0,-1 0-1 0 0,2 0 0 0 0,4 9 0 0 0,-7-15-36 0 0,0 0-38 0 0,-3 2-12 0 0,7 27-89 0 0,0-16 270 0 0,0 1-1 0 0,2-1 0 0 0,-1 0 1 0 0,14 21-1 0 0,-16-36 484 0 0,-1-10-596 0 0,-3 8 14 0 0,1 0-1 0 0,-1 0 0 0 0,0 0 0 0 0,0-1 0 0 0,0 1 0 0 0,-1 0 0 0 0,1 0 1 0 0,0-1-1 0 0,0 1 0 0 0,0 0 0 0 0,-1 0 0 0 0,1 0 0 0 0,-1-1 0 0 0,1 1 0 0 0,-1 0 1 0 0,0-1-1 0 0,-19-32 57 0 0,11 25-63 0 0,0 0 0 0 0,0 0-1 0 0,-1 1 1 0 0,-15-10 0 0 0,-145-104 165 0 0,109 84-38 0 0,59 37-138 0 0,0 0 0 0 0,0 1-1 0 0,0-1 1 0 0,0 1 0 0 0,0-1 0 0 0,0 1 0 0 0,0 0-1 0 0,0-1 1 0 0,0 1 0 0 0,0 0 0 0 0,-3 1-1 0 0,-6-1-54 0 0,10 0 24 0 0,0 0 0 0 0,0 0 0 0 0,-1 0 0 0 0,1-1 1 0 0,0 1-1 0 0,0 0 0 0 0,-1-1 0 0 0,1 1 0 0 0,0-1 0 0 0,0 1 1 0 0,0-1-1 0 0,0 1 0 0 0,0-1 0 0 0,0 0 0 0 0,0 0 0 0 0,0 0 1 0 0,-2-1-1 0 0,3 1 7 0 0,-1 0 1 0 0,0 1 0 0 0,1-1-1 0 0,-1 0 1 0 0,0 1 0 0 0,0-1 0 0 0,1 1-1 0 0,-1-1 1 0 0,0 1 0 0 0,0-1-1 0 0,0 1 1 0 0,0 0 0 0 0,0-1-1 0 0,0 1 1 0 0,0 0 0 0 0,1 0 0 0 0,-1 0-1 0 0,0-1 1 0 0,0 1 0 0 0,0 0-1 0 0,0 0 1 0 0,0 0 0 0 0,0 1-1 0 0,0-1 1 0 0,0 0 0 0 0,0 0 0 0 0,0 0-1 0 0,0 1 1 0 0,0-1 0 0 0,0 1-1 0 0,1-1 1 0 0,-1 0 0 0 0,0 1-1 0 0,-1 0 1 0 0,-3 2 87 0 0,-20 10-2962 0 0,55 43-21079 0 0,-25-54 23742 0 0,0 0 1 0 0,0-1 0 0 0,0 1-1 0 0,9 0 1 0 0,3-2-438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0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36 1728 0 0,'0'-22'14022'0'0,"0"41"-10084"0"0,0 54-3451 0 0,3-30-188 0 0,8 30-203 0 0,-8-56 21 0 0,-4-5 269 0 0,1-19-123 0 0,4-52 203 0 0,-3 46-479 0 0,2 0-1 0 0,0-1 1 0 0,0 1 0 0 0,1 1-1 0 0,7-16 1 0 0,-5 18 27 0 0,-1 1-1 0 0,2 0 1 0 0,-1 0 0 0 0,1 0 0 0 0,1 1-1 0 0,15-14 1 0 0,-22 21-15 0 0,0-1 0 0 0,1 1 0 0 0,-1 0 0 0 0,0 0 0 0 0,1 0 0 0 0,-1 0 0 0 0,0 0 0 0 0,1 0 0 0 0,-1 0 0 0 0,1 0 0 0 0,0 1 0 0 0,-1-1 0 0 0,1 0 0 0 0,-1 1 0 0 0,1 0 0 0 0,0-1 0 0 0,0 1 0 0 0,-1 0 0 0 0,1 0 0 0 0,0 0 0 0 0,-1 0 0 0 0,5 0 0 0 0,-2 1-56 0 0,-4-1 60 0 0,0 0-1 0 0,1 0 1 0 0,-1 1-1 0 0,0-1 1 0 0,0 0-1 0 0,1 0 1 0 0,-1 0 0 0 0,0 0-1 0 0,0 1 1 0 0,0-1-1 0 0,0 0 1 0 0,1 0 0 0 0,-1 0-1 0 0,0 1 1 0 0,0-1-1 0 0,0 0 1 0 0,0 0-1 0 0,0 1 1 0 0,0-1 0 0 0,0 0-1 0 0,1 0 1 0 0,-1 1-1 0 0,0-1 1 0 0,0 0-1 0 0,0 0 1 0 0,0 1 0 0 0,0-1-1 0 0,0 0 1 0 0,0 0-1 0 0,0 1 1 0 0,0-1 0 0 0,-1 0-1 0 0,1 1 1 0 0,0-1-1 0 0,0 0 1 0 0,0 1-1 0 0,0-1 4 0 0,0 0-1 0 0,0 0 0 0 0,0 0 0 0 0,-1 1 0 0 0,1-1 1 0 0,0 0-1 0 0,0 0 0 0 0,0 1 0 0 0,0-1 0 0 0,0 0 1 0 0,0 1-1 0 0,0-1 0 0 0,0 0 0 0 0,0 0 0 0 0,0 1 1 0 0,0-1-1 0 0,0 0 0 0 0,1 0 0 0 0,-1 1 0 0 0,0-1 1 0 0,0 0-1 0 0,0 0 0 0 0,0 0 0 0 0,0 1 0 0 0,0-1 1 0 0,1 0-1 0 0,-1 0 0 0 0,0 1 0 0 0,0-1 0 0 0,0 0 1 0 0,0 0-1 0 0,1 0 0 0 0,-1 0 0 0 0,0 0 0 0 0,1 1 1 0 0,1 0-7 0 0,0-1 1 0 0,0 1-1 0 0,0 0 0 0 0,-1 0 1 0 0,1 1-1 0 0,0-1 1 0 0,0 0-1 0 0,-1 1 1 0 0,1-1-1 0 0,0 1 0 0 0,-1-1 1 0 0,0 1-1 0 0,1-1 1 0 0,-1 1-1 0 0,0 0 1 0 0,0 0-1 0 0,0 0 1 0 0,2 4-1 0 0,-4-6 7 0 0,1 0 0 0 0,0 1 1 0 0,0-1-1 0 0,0 1 0 0 0,1-1 0 0 0,-1 1 1 0 0,0-1-1 0 0,0 1 0 0 0,0-1 0 0 0,0 0 1 0 0,0 1-1 0 0,0-1 0 0 0,1 1 0 0 0,-1-1 1 0 0,0 0-1 0 0,0 1 0 0 0,1-1 0 0 0,-1 0 1 0 0,0 1-1 0 0,0-1 0 0 0,1 0 0 0 0,-1 1 1 0 0,0-1-1 0 0,1 0 0 0 0,-1 0 0 0 0,1 1 1 0 0,-1-1-1 0 0,0 0 0 0 0,1 0 0 0 0,-1 0 0 0 0,1 0 1 0 0,-1 1-1 0 0,1-1 0 0 0,-1 0-7 0 0,1 0-1 0 0,-1 0 1 0 0,1 0-1 0 0,-1 0 1 0 0,0 1-1 0 0,1-1 0 0 0,-1 0 1 0 0,1 0-1 0 0,-1 0 1 0 0,0 1-1 0 0,1-1 1 0 0,-1 0-1 0 0,0 1 1 0 0,1-1-1 0 0,-1 0 1 0 0,0 0-1 0 0,0 1 1 0 0,1-1-1 0 0,-1 1 0 0 0,0-1 1 0 0,0 0-1 0 0,1 1 1 0 0,-1-1-1 0 0,0 1 1 0 0,0-1-1 0 0,0 0 1 0 0,0 1-1 0 0,0-1 1 0 0,0 1-1 0 0,0-1 1 0 0,0 1-1 0 0,0-1 0 0 0,0 1 1 0 0,0 6-16 0 0,1 0 0 0 0,0 0-1 0 0,0 1 1 0 0,0-1 0 0 0,3 7 0 0 0,2 18 35 0 0,-3 25 163 0 0,-3-46 315 0 0,0-25-683 0 0,6-11 22 0 0,-3 11 115 0 0,0-1-14 0 0,1 0 1 0 0,9-23-1 0 0,-11 33 63 0 0,0 1-1 0 0,0-1 0 0 0,0 1 0 0 0,1 0 1 0 0,0-1-1 0 0,0 1 0 0 0,0 1 0 0 0,0-1 1 0 0,1 0-1 0 0,-1 1 0 0 0,1 0 1 0 0,0-1-1 0 0,0 2 0 0 0,4-4 0 0 0,12-3-44 0 0,-3-1-185 0 0,-14 7 183 0 0,-3 3 64 0 0,1 0 0 0 0,0 0 0 0 0,-1-1 0 0 0,1 1-1 0 0,0 0 1 0 0,-1 1 0 0 0,1-1 0 0 0,0 0 0 0 0,0 0 0 0 0,-1 0 0 0 0,1 0 0 0 0,0 0 0 0 0,-1 1 0 0 0,1-1-1 0 0,-1 0 1 0 0,1 1 0 0 0,0-1 0 0 0,-1 0 0 0 0,1 1 0 0 0,-1-1 0 0 0,1 1 0 0 0,-1-1 0 0 0,1 1 0 0 0,-1-1-1 0 0,1 1 1 0 0,-1-1 0 0 0,1 2 0 0 0,-1-1-21 0 0,1-1 1 0 0,-1 1-1 0 0,1-1 0 0 0,-1 1 0 0 0,1-1 0 0 0,-1 1 0 0 0,1 0 1 0 0,-1-1-1 0 0,1 0 0 0 0,0 1 0 0 0,-1-1 0 0 0,1 1 1 0 0,-1-1-1 0 0,1 0 0 0 0,0 1 0 0 0,0-1 0 0 0,-1 0 1 0 0,1 0-1 0 0,0 0 0 0 0,-1 1 0 0 0,1-1 0 0 0,0 0 0 0 0,0 0 1 0 0,-1 0-1 0 0,2 0 0 0 0,2-1-31 0 0,-3 0 39 0 0,-1 1 0 0 0,1 0-1 0 0,0 0 1 0 0,0 0 0 0 0,0 0 0 0 0,0 0 0 0 0,0 0 0 0 0,0 0-1 0 0,-1 0 1 0 0,1 0 0 0 0,0 0 0 0 0,0 1 0 0 0,0-1-1 0 0,0 0 1 0 0,-1 0 0 0 0,1 1 0 0 0,0-1 0 0 0,0 1 0 0 0,-1-1-1 0 0,1 0 1 0 0,0 1 0 0 0,0 0 0 0 0,-1-1 0 0 0,1 1-1 0 0,0 0 1 0 0,6 4 17 0 0,-1-2 4 0 0,0 1 0 0 0,-1 0 0 0 0,1 1 0 0 0,-1-1 1 0 0,0 1-1 0 0,0 0 0 0 0,-1 1 0 0 0,1-1 0 0 0,-1 1 0 0 0,0 0 0 0 0,-1 0 0 0 0,1 0 0 0 0,-1 0 0 0 0,-1 0 1 0 0,3 8-1 0 0,21 71-264 0 0,-25-81 163 0 0,0 1 0 0 0,0-1 0 0 0,0 0 1 0 0,0 1-1 0 0,-1-1 0 0 0,1 1 0 0 0,-1 6 1 0 0,-1-5-318 0 0,1-4-310 0 0,-1 4-1613 0 0,2-5 2209 0 0,-1-1-1 0 0,0 1 1 0 0,0 0 0 0 0,0-1 0 0 0,0 1 0 0 0,1-1 0 0 0,-1 1 0 0 0,0 0 0 0 0,0-1 0 0 0,1 1-1 0 0,-1-1 1 0 0,1 1 0 0 0,5 2-472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0.9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34 1440 0 0,'0'-3'8601'0'0,"0"-13"-6456"0"0,0 15-2110 0 0,0 1 0 0 0,0-1 0 0 0,0 1 0 0 0,0-1-1 0 0,0 1 1 0 0,0-1 0 0 0,0 1 0 0 0,0-1 0 0 0,0 1 0 0 0,0-1-1 0 0,0 1 1 0 0,0-1 0 0 0,0 1 0 0 0,0-1 0 0 0,-1 1 0 0 0,1 0-1 0 0,0-1 1 0 0,0 1 0 0 0,0-1 0 0 0,-1 1 0 0 0,1-1 0 0 0,0 1-1 0 0,-1 0 1 0 0,1-1 0 0 0,0 1 0 0 0,-1 0 0 0 0,1-1 0 0 0,0 1-1 0 0,-1 0 1 0 0,1 0 0 0 0,-1-1 0 0 0,1 1 0 0 0,-1 0-1 0 0,1 0 1 0 0,0 0 0 0 0,-1-1 0 0 0,1 1 0 0 0,-1 0 0 0 0,1 0-1 0 0,-1 0 1 0 0,1 0 0 0 0,-1 0 0 0 0,1 0 0 0 0,-1 0 0 0 0,1 0-1 0 0,-1 0 1 0 0,1 0 0 0 0,-1 1 0 0 0,-2-1 488 0 0,-45 2 1077 0 0,46-1-1580 0 0,0-1 0 0 0,0 1 0 0 0,0 0 0 0 0,0-1 0 0 0,0 1 0 0 0,0 0 0 0 0,0 0 0 0 0,0 0 0 0 0,0 0 0 0 0,1 1 0 0 0,-1-1 0 0 0,0 0 0 0 0,1 1 0 0 0,-1-1 0 0 0,1 1 1 0 0,-1 0-1 0 0,1-1 0 0 0,0 1 0 0 0,0 0 0 0 0,-2 2 0 0 0,-11 2-15 0 0,13-4 17 0 0,1 1-1 0 0,-1-1 0 0 0,0 1 1 0 0,1-1-1 0 0,0 0 0 0 0,-1 1 1 0 0,1-1-1 0 0,0 1 0 0 0,0-1 1 0 0,1 5-1 0 0,-1 12-32 0 0,1 0 0 0 0,4 28 1 0 0,-5-45 11 0 0,1 0-1 0 0,-1-1 1 0 0,1 1 0 0 0,-1 0-1 0 0,1-1 1 0 0,0 1 0 0 0,0 0 0 0 0,-1-1-1 0 0,1 1 1 0 0,0-1 0 0 0,1 1 0 0 0,-1-1-1 0 0,0 0 1 0 0,0 1 0 0 0,0-1 0 0 0,1 0-1 0 0,-1 0 1 0 0,1 0 0 0 0,-1 0-1 0 0,1 0 1 0 0,-1 0 0 0 0,4 1 0 0 0,-1-1-1 0 0,0-1 1 0 0,0 1-1 0 0,0-1 1 0 0,1 1-1 0 0,-1-1 0 0 0,0 0 1 0 0,4-1-1 0 0,4 0 134 0 0,-9 1-123 0 0,0 0-75 0 0,-1 0 67 0 0,0-1 0 0 0,0 0 0 0 0,0 1 0 0 0,0-1 0 0 0,0 0 0 0 0,0 0 0 0 0,0 0 1 0 0,-1 0-1 0 0,1 0 0 0 0,0 0 0 0 0,0-1 0 0 0,-1 1 0 0 0,1 0 0 0 0,-1-1 0 0 0,0 0 0 0 0,1 1 0 0 0,-1-1 0 0 0,0 0 0 0 0,0 0 0 0 0,0 1 0 0 0,0-1 0 0 0,0 0 0 0 0,0 0 0 0 0,-1 0 0 0 0,1 0 0 0 0,-1 0 0 0 0,1 0 1 0 0,0-4-1 0 0,1-7 10 0 0,1-1 1 0 0,-2 0 0 0 0,1-21 0 0 0,-2-14 731 0 0,0 47-519 0 0,0 7-27 0 0,0 26 28 0 0,0-29-219 0 0,0 0-1 0 0,0 0 1 0 0,1 0-1 0 0,-1 0 0 0 0,1 0 1 0 0,-1 0-1 0 0,1 0 1 0 0,0 0-1 0 0,0 0 0 0 0,0 0 1 0 0,2 3-1 0 0,-2-4 9 0 0,0 1 1 0 0,0-1-1 0 0,0 1 0 0 0,-1-1 0 0 0,1 1 0 0 0,0-1 0 0 0,-1 1 0 0 0,1 0 1 0 0,-1-1-1 0 0,1 1 0 0 0,-1 2 0 0 0,0-3-12 0 0,0-1 0 0 0,0 1-1 0 0,0-1 1 0 0,0 1 0 0 0,0-1 0 0 0,0 0 0 0 0,0 1-1 0 0,0-1 1 0 0,1 1 0 0 0,-1-1 0 0 0,0 1-1 0 0,0-1 1 0 0,0 0 0 0 0,0 1 0 0 0,1-1-1 0 0,-1 0 1 0 0,0 1 0 0 0,0-1 0 0 0,1 1 0 0 0,-1-1-1 0 0,0 0 1 0 0,1 0 0 0 0,-1 1 0 0 0,0-1-1 0 0,1 0 1 0 0,-1 0 0 0 0,0 1 0 0 0,1-1 0 0 0,-1 0-1 0 0,1 0 1 0 0,-1 0 0 0 0,1 0 0 0 0,0 1-1 0 0,-1-1-5 0 0,0 0-1 0 0,1 0 0 0 0,-1 0 0 0 0,1 0 0 0 0,-1 0 0 0 0,0 1 1 0 0,1-1-1 0 0,-1 0 0 0 0,1 0 0 0 0,-1 0 0 0 0,0 1 0 0 0,1-1 1 0 0,-1 0-1 0 0,0 1 0 0 0,1-1 0 0 0,-1 0 0 0 0,0 1 0 0 0,0-1 1 0 0,1 0-1 0 0,-1 1 0 0 0,0-1 0 0 0,0 1 0 0 0,0-1 0 0 0,0 0 1 0 0,1 1-1 0 0,-1-1 0 0 0,0 1 0 0 0,0-1 0 0 0,0 0 0 0 0,0 1 1 0 0,0-1-1 0 0,0 1 0 0 0,0 0 0 0 0,-1 0-35 0 0,-1 5 30 0 0,19 12-303 0 0,40 27-553 0 0,-38-31-773 0 0,-12-13 834 0 0,0-1-352 0 0,24 11-4242 0 0,3-8-2992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1.4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 1664 0 0,'-56'28'11333'0'0,"54"-27"-11224"0"0,0 0 0 0 0,0 0 0 0 0,0 0 0 0 0,1 1 0 0 0,-1-1 0 0 0,0 0 0 0 0,1 1 0 0 0,-1-1 0 0 0,1 1 0 0 0,-1-1 0 0 0,1 1 0 0 0,0 0 0 0 0,0 0 0 0 0,0-1 0 0 0,0 1 0 0 0,0 0 0 0 0,0 0 0 0 0,0 0 0 0 0,0 0 0 0 0,1 0 0 0 0,-1 0 0 0 0,1 1 0 0 0,0-1 0 0 0,-1 0 1 0 0,1 0-1 0 0,0 0 0 0 0,0 0 0 0 0,1 0 0 0 0,0 5 0 0 0,0-2-139 0 0,0 0 1 0 0,1 0-1 0 0,0-1 1 0 0,0 1-1 0 0,0 0 1 0 0,0-1-1 0 0,6 8 1 0 0,-5-9-62 0 0,1 1 1 0 0,0-1 0 0 0,0 0 0 0 0,0-1 0 0 0,0 1 0 0 0,0-1 0 0 0,1 0 0 0 0,-1 0 0 0 0,1 0-1 0 0,0 0 1 0 0,8 1 0 0 0,12 5-700 0 0,-13-4 573 0 0,23 11-269 0 0,-34-14 484 0 0,0 0-1 0 0,1 0 1 0 0,-1 0-1 0 0,0 0 1 0 0,0 0-1 0 0,0 0 1 0 0,0 1-1 0 0,0-1 1 0 0,0 0-1 0 0,0 0 1 0 0,0 1-1 0 0,0-1 1 0 0,-1 1-1 0 0,1-1 1 0 0,0 1-1 0 0,-1-1 1 0 0,1 1-1 0 0,-1-1 1 0 0,0 1-1 0 0,0-1 1 0 0,1 4-1 0 0,-1-1 30 0 0,0-2 46 0 0,1 1 0 0 0,-1-1 0 0 0,0 1 1 0 0,0-1-1 0 0,0 0 0 0 0,0 1 0 0 0,0-1 0 0 0,-1 1 0 0 0,1-1 0 0 0,-1 0 1 0 0,0 1-1 0 0,1-1 0 0 0,-1 0 0 0 0,0 0 0 0 0,0 1 0 0 0,0-1 0 0 0,-1 0 1 0 0,1 0-1 0 0,-1 0 0 0 0,1 0 0 0 0,-1-1 0 0 0,1 1 0 0 0,-1 0 0 0 0,0-1 0 0 0,0 1 1 0 0,0-1-1 0 0,-3 3 0 0 0,-1-2-95 0 0,0 0 0 0 0,1 0 0 0 0,-1-1 0 0 0,0 0 0 0 0,0 0-1 0 0,0 0 1 0 0,0-1 0 0 0,0 1 0 0 0,0-1 0 0 0,0-1 0 0 0,0 1 0 0 0,0-1 0 0 0,0 0 0 0 0,0-1 0 0 0,1 1 0 0 0,-1-1 0 0 0,0 0 0 0 0,1-1 0 0 0,-1 1 0 0 0,1-1 0 0 0,-6-4 0 0 0,-6-12-3045 0 0,16 18 2813 0 0,1 0 1 0 0,-1 0-1 0 0,0 0 1 0 0,1 0-1 0 0,-1 0 0 0 0,0 1 1 0 0,0-1-1 0 0,0 0 1 0 0,0 0-1 0 0,0 0 1 0 0,0 1-1 0 0,0-1 1 0 0,0 0-1 0 0,0 1 0 0 0,0-1 1 0 0,0 1-1 0 0,-1-1 1 0 0,1 1-1 0 0,0 0 1 0 0,0 0-1 0 0,-2-1 0 0 0,1-13-4652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2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53 1856 0 0,'-17'-50'16207'0'0,"17"50"-16157"0"0,-1-1 0 0 0,1 1-1 0 0,-1 0 1 0 0,1 0-1 0 0,-1-1 1 0 0,1 1-1 0 0,0 0 1 0 0,-1 0 0 0 0,1 0-1 0 0,-1 0 1 0 0,0-1-1 0 0,1 1 1 0 0,-1 0 0 0 0,1 0-1 0 0,-1 0 1 0 0,1 0-1 0 0,-1 0 1 0 0,1 0-1 0 0,-1 0 1 0 0,1 1 0 0 0,-1-1-1 0 0,1 0 1 0 0,-1 0-1 0 0,1 0 1 0 0,-1 0-1 0 0,1 1 1 0 0,-1-1 0 0 0,1 0-1 0 0,-1 0 1 0 0,1 1-1 0 0,0-1 1 0 0,-1 0 0 0 0,1 1-1 0 0,0-1 1 0 0,-1 1-1 0 0,1-1 1 0 0,0 0-1 0 0,-1 1 1 0 0,1-1 0 0 0,0 1-1 0 0,-1-1 1 0 0,1 1-1 0 0,0-1 1 0 0,0 1-1 0 0,0-1 1 0 0,0 1 0 0 0,0-1-1 0 0,-1 1 1 0 0,1-1-1 0 0,0 1 1 0 0,0-1 0 0 0,0 1-1 0 0,1 0 1 0 0,-7 33 744 0 0,2 1 1 0 0,0 40 0 0 0,6-30-481 0 0,15 60 102 0 0,-15-96-426 0 0,14 68 179 0 0,-13-69-170 0 0,0 1 0 0 0,0-1 0 0 0,1 0 0 0 0,0 0 0 0 0,1 0 0 0 0,-1-1 0 0 0,2 1 0 0 0,9 11 0 0 0,-10-15-134 0 0,-1 1 0 0 0,1-1 0 0 0,0 0 0 0 0,0 0 0 0 0,1 0 0 0 0,-1-1 0 0 0,1 0 0 0 0,-1 0 0 0 0,1-1 0 0 0,7 3 0 0 0,-2-1-204 0 0,-8-3 250 0 0,0 0 0 0 0,0 0 1 0 0,0 0-1 0 0,-1-1 1 0 0,1 1-1 0 0,0-1 0 0 0,0 0 1 0 0,0 0-1 0 0,0 0 1 0 0,0 0-1 0 0,0-1 0 0 0,5 0 1 0 0,76-13-1635 0 0,-82 14 1664 0 0,0 0-1 0 0,0-1 1 0 0,-1 1 0 0 0,1 0-1 0 0,0-1 1 0 0,-1 0 0 0 0,1 1-1 0 0,0-1 1 0 0,-1 0-1 0 0,1 0 1 0 0,-1 1 0 0 0,0-1-1 0 0,1-1 1 0 0,-1 1 0 0 0,1 0-1 0 0,-1 0 1 0 0,0 0 0 0 0,0-1-1 0 0,0 1 1 0 0,0 0 0 0 0,0-1-1 0 0,1-2 1 0 0,29-58-7237 0 0,-31 61 7111 0 0,1 0 0 0 0,-1-1 0 0 0,0 1 0 0 0,0 0 0 0 0,0 0 0 0 0,0-1 0 0 0,0 1 0 0 0,0 0 0 0 0,0-1 0 0 0,0 1 0 0 0,0 0 0 0 0,0 0 0 0 0,-1-1 0 0 0,1 1 0 0 0,-1 0 0 0 0,1 0 0 0 0,-1-1 0 0 0,1 1 0 0 0,-1 0 0 0 0,0 0 0 0 0,1 0 0 0 0,-1 0 0 0 0,0 0 0 0 0,0 0 0 0 0,0 0 0 0 0,0 0 0 0 0,0 0 0 0 0,0 1 0 0 0,-2-2 0 0 0,1 0-84 0 0,-1 0 0 0 0,1 0 0 0 0,-1 1 0 0 0,1-1 0 0 0,-1 1 0 0 0,0-1 0 0 0,0 1 0 0 0,1 0 0 0 0,-6-1 0 0 0,5 2-13 0 0,4-1 260 0 0,-1 1 0 0 0,0-1 0 0 0,0 1 0 0 0,0-1 1 0 0,0 0-1 0 0,0 1 0 0 0,0-1 0 0 0,0 0 0 0 0,0 1 0 0 0,0-1 1 0 0,0 0-1 0 0,0 1 0 0 0,-1-1 0 0 0,1 1 0 0 0,0-1 1 0 0,0 0-1 0 0,-1 1 0 0 0,1-1 0 0 0,0 1 0 0 0,-1-1 0 0 0,1 0 1 0 0,-12-2-518 0 0,10 3-373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2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1312 0 0,'0'0'416'0'0,"-33"0"11840"0"0,49 0-11552 0 0,1 0 1087 0 0,18 0-1567 0 0,-19 0 288 0 0,1 0-480 0 0,0 0-192 0 0,0 0-32 0 0,17 0-1023 0 0,0 0-2241 0 0,51 0-8768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2.9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12 113 1504 0 0,'0'0'7162'0'0,"-1"1"-7118"0"0,1 0-1 0 0,0 0 0 0 0,0 0 0 0 0,0-1 0 0 0,0 1 1 0 0,0 0-1 0 0,0 0 0 0 0,0 0 0 0 0,0-1 0 0 0,0 1 1 0 0,0 0-1 0 0,0 0 0 0 0,0 0 0 0 0,1-1 0 0 0,-1 1 1 0 0,0 0-1 0 0,1 0 0 0 0,-1-1 0 0 0,1 2 0 0 0,5-2 203 0 0,1 0-1 0 0,-1 1 1 0 0,0 0-1 0 0,0 0 1 0 0,11 3-1 0 0,9 0 400 0 0,-26-3-633 0 0,1-1 0 0 0,0 0 1 0 0,0 0-1 0 0,-1 0 0 0 0,1 0 1 0 0,0 0-1 0 0,-1 0 0 0 0,1 0 1 0 0,0 0-1 0 0,-1 0 0 0 0,1 0 1 0 0,0 0-1 0 0,-1-1 0 0 0,1 1 1 0 0,0 0-1 0 0,-1 0 0 0 0,1-1 1 0 0,0 1-1 0 0,-1 0 0 0 0,2-2 1 0 0,19-11 181 0 0,-14 10-159 0 0,0 0-19 0 0,-1 0 0 0 0,0-1 1 0 0,0 1-1 0 0,11-9 0 0 0,-15 10-7 0 0,0 0 0 0 0,0-1 0 0 0,0 1 0 0 0,0 0 0 0 0,0-1 0 0 0,0 1 0 0 0,-1-1 0 0 0,1 0 0 0 0,-1 1 0 0 0,1-1 1 0 0,-1 0-1 0 0,0 0 0 0 0,-1 0 0 0 0,1 0 0 0 0,0 0 0 0 0,-1 0 0 0 0,1 0 0 0 0,-1-3 0 0 0,0 5-4 0 0,0 0 1 0 0,0 0-1 0 0,0 1 0 0 0,0-1 0 0 0,-1 0 1 0 0,1 1-1 0 0,0-1 0 0 0,0 0 1 0 0,-1 1-1 0 0,1-1 0 0 0,0 0 0 0 0,-1 1 1 0 0,1-1-1 0 0,-1 1 0 0 0,1-1 1 0 0,0 1-1 0 0,-1-1 0 0 0,1 1 0 0 0,-1-1 1 0 0,0 1-1 0 0,1-1 0 0 0,-2 0 1 0 0,2 1 4 0 0,-1 0 1 0 0,1-1-1 0 0,-1 1 0 0 0,1-1 1 0 0,-1 1-1 0 0,1-1 1 0 0,-1 1-1 0 0,1-1 1 0 0,-1 1-1 0 0,1-1 1 0 0,-1 1-1 0 0,1-1 1 0 0,0 0-1 0 0,0 1 1 0 0,-1-1-1 0 0,1 1 1 0 0,0-1-1 0 0,0 0 1 0 0,-1 1-1 0 0,1-1 1 0 0,0 0-1 0 0,0 0 1 0 0,0-2 117 0 0,-1 3-95 0 0,0 0 0 0 0,0 1 0 0 0,1-1 0 0 0,-1 0 0 0 0,0 0-1 0 0,0 0 1 0 0,0 0 0 0 0,0 0 0 0 0,0 0 0 0 0,0 0 0 0 0,0 0 0 0 0,0 0 0 0 0,0-1 0 0 0,1 1 0 0 0,-1 0 0 0 0,0-1 0 0 0,0 1 0 0 0,0 0 0 0 0,0-1 0 0 0,1 1 0 0 0,-2-2 0 0 0,0 1 41 0 0,0 0 0 0 0,0 0 0 0 0,0 0 1 0 0,0 0-1 0 0,0 1 0 0 0,-1-1 0 0 0,1 1 0 0 0,0-1 0 0 0,-4 1 0 0 0,-3 0 292 0 0,0 1 0 0 0,1 0 0 0 0,-1 1 0 0 0,-15 5 0 0 0,22-7-325 0 0,1 1 0 0 0,0-1 0 0 0,0 1 1 0 0,0 0-1 0 0,0-1 0 0 0,0 1 0 0 0,-1 0 1 0 0,1 0-1 0 0,0 0 0 0 0,1 0 1 0 0,-1 0-1 0 0,0 0 0 0 0,0 0 0 0 0,0 0 1 0 0,-1 2-1 0 0,-3 4 194 0 0,-40 42 1627 0 0,44-49-1851 0 0,0 1 0 0 0,1 0 0 0 0,-1-1 0 0 0,0 1 0 0 0,1 0 0 0 0,-1 0 0 0 0,1 0 0 0 0,-1-1 0 0 0,1 1 0 0 0,-1 0 0 0 0,1 0 0 0 0,0 0 0 0 0,0 0 0 0 0,-1 0 0 0 0,1 0 0 0 0,0 0 0 0 0,0 0 0 0 0,0 0 0 0 0,0 0 0 0 0,0 0 0 0 0,0 0 0 0 0,0 1 0 0 0,1 1 32 0 0,0 0 0 0 0,1 0 0 0 0,-1 0 0 0 0,1 0 0 0 0,-1 0 0 0 0,1 0 0 0 0,0 0 0 0 0,0 0-1 0 0,3 2 1 0 0,46 46 421 0 0,-27-38-480 0 0,-20-12-42 0 0,38 13-1340 0 0,43 3-4815 0 0,-11 0-6181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3.2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1 170 2176 0 0,'4'-13'10436'0'0,"8"8"-6867"0"0,21 5-3567 0 0,-18 1 1196 0 0,-13-1-1176 0 0,-1 0 0 0 0,1 0 0 0 0,0 0 0 0 0,0 1 0 0 0,0-1 0 0 0,-1 1 0 0 0,1-1 0 0 0,0 1 0 0 0,-1-1 0 0 0,1 1 0 0 0,-1 0 0 0 0,1 0 0 0 0,-1 0 0 0 0,2 1 0 0 0,5 3 96 0 0,-4-4-65 0 0,-3-1-45 0 0,-1 0 1 0 0,1 0-1 0 0,-1 0 1 0 0,1 0-1 0 0,0 0 1 0 0,-1 0-1 0 0,1 0 1 0 0,-1 0-1 0 0,1 0 1 0 0,0 1-1 0 0,-1-1 1 0 0,1 0-1 0 0,-1 0 0 0 0,1 1 1 0 0,-1-1-1 0 0,1 0 1 0 0,-1 1-1 0 0,1-1 1 0 0,-1 0-1 0 0,1 1 1 0 0,-1-1-1 0 0,1 1 1 0 0,-1-1-1 0 0,0 1 0 0 0,1-1 1 0 0,-1 1-1 0 0,0-1 1 0 0,1 1-1 0 0,-1-1 1 0 0,0 1-1 0 0,0 0 1 0 0,1-1-1 0 0,-1 1 1 0 0,0-1-1 0 0,0 1 1 0 0,0 0-1 0 0,0-1 0 0 0,0 1 1 0 0,0-1-1 0 0,0 2 1 0 0,14 3-105 0 0,-13 1 51 0 0,-1-6 48 0 0,0 1-1 0 0,0-1 0 0 0,0 1 0 0 0,0-1 1 0 0,0 1-1 0 0,0-1 0 0 0,0 1 0 0 0,0-1 1 0 0,0 1-1 0 0,0-1 0 0 0,0 1 0 0 0,0-1 0 0 0,0 0 1 0 0,1 1-1 0 0,-1-1 0 0 0,0 1 0 0 0,0-1 1 0 0,0 1-1 0 0,1-1 0 0 0,-1 0 0 0 0,0 1 1 0 0,1-1-1 0 0,-1 1 0 0 0,0-1 0 0 0,1 0 1 0 0,0 1-1 0 0,27 27 243 0 0,-26-23-325 0 0,-2 1 81 0 0,0-1 0 0 0,1 0 1 0 0,-1 0-1 0 0,1 0 0 0 0,3 9 0 0 0,-4-13 13 0 0,0 0 0 0 0,1 1 0 0 0,-1-1 0 0 0,0 0 0 0 0,0 0 0 0 0,0 0 0 0 0,0 1-1 0 0,0-1 1 0 0,0 0 0 0 0,0 0 0 0 0,0 0 0 0 0,0 0 0 0 0,0 1 0 0 0,-1-1 0 0 0,1 0 0 0 0,0 0 0 0 0,-1 0 0 0 0,1 0 0 0 0,-1 0 0 0 0,0 0 0 0 0,1 0 0 0 0,-1 0 0 0 0,-1 1-1 0 0,-1 3 80 0 0,-1 0-1 0 0,0 0 0 0 0,0 0 0 0 0,-1-1 0 0 0,0 1 0 0 0,1-1 0 0 0,-1 0 0 0 0,-1-1 1 0 0,1 1-1 0 0,-9 3 0 0 0,13-6-63 0 0,-1-1 1 0 0,1 1-1 0 0,-1-1 1 0 0,0 1-1 0 0,1-1 0 0 0,-1 1 1 0 0,0-1-1 0 0,1 0 1 0 0,-1 0-1 0 0,0 0 1 0 0,0 0-1 0 0,1 0 1 0 0,-1 0-1 0 0,0 0 1 0 0,0-1-1 0 0,1 1 1 0 0,-1 0-1 0 0,0-1 0 0 0,1 0 1 0 0,-3 0-1 0 0,4 0 9 0 0,-1 0-1 0 0,0 1 1 0 0,1-1-1 0 0,-1 0 0 0 0,1 0 1 0 0,-1 1-1 0 0,1-1 1 0 0,-1 0-1 0 0,1 0 0 0 0,-1 0 1 0 0,1 0-1 0 0,0 0 1 0 0,-1 0-1 0 0,1 0 0 0 0,0 0 1 0 0,0 0-1 0 0,0 1 1 0 0,0-1-1 0 0,0 0 0 0 0,0 0 1 0 0,0-2-1 0 0,2-10 63 0 0,-3-9 290 0 0,1 18-374 0 0,-1 0 0 0 0,1 1 1 0 0,0-1-1 0 0,-1 0 0 0 0,2 0 1 0 0,-1 1-1 0 0,0-1 0 0 0,1 0 0 0 0,0 0 1 0 0,0 1-1 0 0,0-1 0 0 0,0 1 1 0 0,1-1-1 0 0,-1 1 0 0 0,1-1 0 0 0,4-5 1 0 0,-5 7-16 0 0,-1 0 1 0 0,1 0 0 0 0,0 0 0 0 0,-1 0 0 0 0,1 0-1 0 0,-1 0 1 0 0,1 0 0 0 0,-1 0 0 0 0,0 0-1 0 0,0 0 1 0 0,0 0 0 0 0,0-3 0 0 0,0-9 92 0 0,23-11-67 0 0,-10 7-196 0 0,-3 1-1145 0 0,2 1-1 0 0,21-23 1 0 0,-17 24-2268 0 0,2 2 0 0 0,-1 0 1 0 0,2 1-1 0 0,21-11 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3.3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492 34 2624 0 0,'-51'-34'14591'0'0,"-67"186"-13343"0"0,-52 188-704 0 0,52-2 736 0 0,84-50-128 0 0,237 135-32 0 0,119-304-2080 0 0,-169-119-384 0 0,-52-17 32 0 0,-50 17 544 0 0,135 17-5247 0 0,-84-17-353 0 0,-34 0 576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4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3136 0 0,'0'3'9961'0'0,"0"13"-3987"0"0,11 193-4018 0 0,-8-177-1794 0 0,0 21 8 0 0,-3 141-753 0 0,0-61-3825 0 0,0-130 3304 0 0,0 9-3891 0 0,0 8-2527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4.3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2816 0 0,'0'0'7744'0'0,"0"17"-4640"0"0,0 0-2464 0 0,0 68 960 0 0,68-51-609 0 0,-34-119-127 0 0,-34 68-512 0 0,0-34-160 0 0,-135 102-18495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7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2464 0 0,'3'0'6229'0'0,"50"0"-594"0"0,52 0-4017 0 0,16 3-1100 0 0,-119-3-503 0 0,1 0 0 0 0,-1 0 0 0 0,0 0 1 0 0,1 0-1 0 0,-1 0 0 0 0,0 1 1 0 0,1-1-1 0 0,-1 1 0 0 0,0 0 0 0 0,1-1 1 0 0,-1 1-1 0 0,0 0 0 0 0,0 0 1 0 0,0 0-1 0 0,0 1 0 0 0,0-1 0 0 0,0 0 1 0 0,0 1-1 0 0,-1-1 0 0 0,1 1 1 0 0,2 2-1 0 0,-4-2 26 0 0,0-1-1 0 0,1 1 1 0 0,-1 0 0 0 0,0 0-1 0 0,0-1 1 0 0,0 1 0 0 0,0 0 0 0 0,0-1-1 0 0,0 1 1 0 0,-1 0 0 0 0,1 0-1 0 0,0-1 1 0 0,-1 1 0 0 0,0 0 0 0 0,-1 2-1 0 0,-1 5 194 0 0,2-6-166 0 0,0 0 0 0 0,0 0 0 0 0,0 0 0 0 0,-1 0-1 0 0,0-1 1 0 0,1 1 0 0 0,-1 0 0 0 0,0-1 0 0 0,0 1 0 0 0,0-1 0 0 0,-1 0 0 0 0,1 0 0 0 0,-1 0 0 0 0,1 0 0 0 0,-1 0 0 0 0,1 0 0 0 0,-1-1 0 0 0,0 1-1 0 0,0-1 1 0 0,-4 2 0 0 0,1 0 16 0 0,0 0 0 0 0,1 0 0 0 0,-1 0 0 0 0,1 1 0 0 0,-9 7 0 0 0,13-9-58 0 0,-1-1-1 0 0,1 0 0 0 0,-1 1 0 0 0,1-1 1 0 0,-1 0-1 0 0,0 0 0 0 0,1 0 0 0 0,-1 0 1 0 0,0-1-1 0 0,0 1 0 0 0,0 0 0 0 0,1-1 1 0 0,-1 1-1 0 0,-3-1 0 0 0,4 1-28 0 0,0-1-1 0 0,0 0 1 0 0,0 1 0 0 0,0-1-1 0 0,0 1 1 0 0,0-1-1 0 0,0 1 1 0 0,0-1 0 0 0,0 1-1 0 0,0 0 1 0 0,0 0 0 0 0,0-1-1 0 0,1 1 1 0 0,-1 0 0 0 0,0 0-1 0 0,1 0 1 0 0,-1 0-1 0 0,-1 1 1 0 0,-9 15 184 0 0,8-12-128 0 0,-1 1 37 0 0,0 0 0 0 0,1 1 0 0 0,-1 0 0 0 0,1 0 0 0 0,-2 9 1 0 0,4-15-81 0 0,1 0 0 0 0,0 0 0 0 0,0 0 0 0 0,-1 1 1 0 0,1-1-1 0 0,0 0 0 0 0,0 0 0 0 0,0 0 0 0 0,0 0 1 0 0,0 0-1 0 0,1 0 0 0 0,-1 1 0 0 0,0-1 0 0 0,0 0 1 0 0,1 0-1 0 0,-1 0 0 0 0,1 0 0 0 0,-1 0 0 0 0,1 0 1 0 0,-1 0-1 0 0,1 0 0 0 0,0 0 0 0 0,-1 0 1 0 0,1 0-1 0 0,0-1 0 0 0,0 1 0 0 0,-1 0 0 0 0,1 0 1 0 0,0-1-1 0 0,0 1 0 0 0,0-1 0 0 0,0 1 0 0 0,0 0 1 0 0,0-1-1 0 0,0 0 0 0 0,0 1 0 0 0,0-1 0 0 0,1 0 1 0 0,-1 1-1 0 0,0-1 0 0 0,0 0 0 0 0,0 0 0 0 0,0 0 1 0 0,0 0-1 0 0,0 0 0 0 0,1 0 0 0 0,-1 0 0 0 0,2-1 1 0 0,3 1-8 0 0,-1 0 1 0 0,1 1 0 0 0,0 0-1 0 0,0 0 1 0 0,8 2 0 0 0,25 5-5 0 0,65-5-266 0 0,-56 0-421 0 0,91 31-3333 0 0,-136-33 3893 0 0,0 0 1 0 0,1 0-1 0 0,-1 0 0 0 0,0 1 0 0 0,0 0 1 0 0,0-1-1 0 0,0 1 0 0 0,0 0 0 0 0,0 1 0 0 0,0-1 1 0 0,-1 0-1 0 0,1 1 0 0 0,-1 0 0 0 0,1-1 1 0 0,2 6-1 0 0,-1 0-29 0 0,0 1 0 0 0,-1 1 0 0 0,0-1 1 0 0,3 19-1 0 0,-5-21 84 0 0,13 75 809 0 0,-13-79-644 0 0,0 0 0 0 0,-1 0 0 0 0,1 0 0 0 0,-1 0 0 0 0,0 0 0 0 0,0 0 0 0 0,0 0 0 0 0,-1 0 0 0 0,1 0 0 0 0,-1 0-1 0 0,1 0 1 0 0,-1 0 0 0 0,0 0 0 0 0,0 0 0 0 0,0-1 0 0 0,-3 5 0 0 0,0 1 281 0 0,2-4-212 0 0,0 0 1 0 0,-1 0-1 0 0,1 0 1 0 0,-1-1-1 0 0,0 1 1 0 0,-4 4-1 0 0,-25 6 170 0 0,6 1-43 0 0,11-6-123 0 0,-1-1-1 0 0,0 0 1 0 0,-1-1 0 0 0,1 0-1 0 0,-1-2 1 0 0,-26 6-1 0 0,36-10-174 0 0,-6 1-51 0 0,-1 0 0 0 0,1-1 0 0 0,0-1 0 0 0,0 0 0 0 0,-1-1 0 0 0,-17-4 0 0 0,-40-6-1614 0 0,70 11 1613 0 0,1 0-1 0 0,-1 0 1 0 0,0 0-1 0 0,0 1 1 0 0,0-1-1 0 0,1-1 1 0 0,-1 1-1 0 0,0 0 1 0 0,0 0-1 0 0,0 0 1 0 0,1 0-1 0 0,-1 0 1 0 0,0-1 0 0 0,0 1-1 0 0,1 0 1 0 0,-1-1-1 0 0,0 1 1 0 0,1-1-1 0 0,-1 1 1 0 0,0 0-1 0 0,1-1 1 0 0,-1 0-1 0 0,1 1 1 0 0,-1-1-1 0 0,1 1 1 0 0,-1-1-1 0 0,0 0 1 0 0,-16-20-3648 0 0,6 11 1239 0 0,8 8 1684 0 0,2-5-558 0 0,2-15-2251 0 0,-1 4 444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7.8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2880 0 0,'3'-17'14714'0'0,"48"23"-13212"0"0,8 0-1159 0 0,7-11-140 0 0,-34 1-355 0 0,45 1 0 0 0,-59 4 111 0 0,1 0 0 0 0,-1 2 0 0 0,20 4 1 0 0,-36-7 34 0 0,0 1 0 0 0,0-1 0 0 0,0 1 0 0 0,0-1 0 0 0,0 1 1 0 0,0 0-1 0 0,-1 0 0 0 0,1 0 0 0 0,0 0 0 0 0,-1 0 0 0 0,1 0 1 0 0,-1 0-1 0 0,1 1 0 0 0,-1-1 0 0 0,2 2 0 0 0,-3-3 7 0 0,0 1 0 0 0,0-1-1 0 0,1 1 1 0 0,-1-1-1 0 0,0 0 1 0 0,0 1-1 0 0,0-1 1 0 0,0 1 0 0 0,0-1-1 0 0,0 1 1 0 0,0-1-1 0 0,-1 0 1 0 0,1 1 0 0 0,0-1-1 0 0,0 1 1 0 0,0-1-1 0 0,0 0 1 0 0,0 1 0 0 0,-1-1-1 0 0,1 1 1 0 0,0-1-1 0 0,0 0 1 0 0,-1 1 0 0 0,1-1-1 0 0,0 1 1 0 0,-19 11 80 0 0,-91 50 954 0 0,110-61-1029 0 0,-1-1 0 0 0,1 1 1 0 0,-1-1-1 0 0,1 1 0 0 0,-1 0 1 0 0,1-1-1 0 0,-1 0 0 0 0,1 1 1 0 0,-1-1-1 0 0,0 1 1 0 0,1-1-1 0 0,-1 0 0 0 0,0 1 1 0 0,1-1-1 0 0,-1 0 0 0 0,0 0 1 0 0,1 0-1 0 0,-1 0 0 0 0,0 1 1 0 0,0-1-1 0 0,1 0 0 0 0,-1 0 1 0 0,0 0-1 0 0,1 0 0 0 0,-1-1 1 0 0,-1 1-1 0 0,-3 2-17 0 0,-45 32 219 0 0,48-32-176 0 0,0 0 0 0 0,0-1 0 0 0,1 1 0 0 0,-1 0 0 0 0,1 0 0 0 0,-1 1 0 0 0,1-1 0 0 0,0 0 0 0 0,0 0 0 0 0,0 1 0 0 0,0-1 0 0 0,0 0 0 0 0,1 1 0 0 0,-1-1 0 0 0,1 1 0 0 0,-1 4 0 0 0,1-6-20 0 0,0 0 1 0 0,0 0 0 0 0,1 0 0 0 0,-1 0-1 0 0,0-1 1 0 0,0 1 0 0 0,1 0 0 0 0,-1 0-1 0 0,0 0 1 0 0,1 0 0 0 0,-1 0 0 0 0,1-1-1 0 0,-1 1 1 0 0,1 0 0 0 0,-1 0 0 0 0,1-1-1 0 0,0 1 1 0 0,-1 0 0 0 0,1-1 0 0 0,0 1-1 0 0,-1-1 1 0 0,1 1 0 0 0,0-1 0 0 0,0 1-1 0 0,1-1 1 0 0,-2 1 13 0 0,14 4 139 0 0,198 58-2213 0 0,-199-58 1885 0 0,1 2 0 0 0,-1-1 0 0 0,-1 2 0 0 0,1 0 0 0 0,-1 0 0 0 0,0 1-1 0 0,-1 1 1 0 0,15 16 0 0 0,-5-6-166 0 0,-15 8 548 0 0,-2-24-59 0 0,6 8-254 0 0,-9-10 119 0 0,-1 0 0 0 0,0 0-1 0 0,0 0 1 0 0,0 1 0 0 0,0-1-1 0 0,0 0 1 0 0,-1 0 0 0 0,1 0-1 0 0,-1 0 1 0 0,1 1 0 0 0,-2 2-1 0 0,-1 4 110 0 0,-1-2 1 0 0,1 1-1 0 0,-1 0 0 0 0,-1-1 0 0 0,1 1 0 0 0,-1-1 0 0 0,0 0 0 0 0,-1-1 0 0 0,0 0 0 0 0,0 1 0 0 0,0-2 0 0 0,-1 1 0 0 0,0-1 0 0 0,-10 6 0 0 0,-42 12 239 0 0,34-11-169 0 0,20-9-186 0 0,1-1-1 0 0,-1 1 0 0 0,0-1 1 0 0,0 0-1 0 0,0-1 0 0 0,-1 1 1 0 0,1-1-1 0 0,0 0 0 0 0,-1 0 1 0 0,-6 0-1 0 0,-4 0-83 0 0,11 0 52 0 0,1-1-1 0 0,-1 0 1 0 0,0 1 0 0 0,0-2-1 0 0,0 1 1 0 0,1-1-1 0 0,-1 1 1 0 0,0-1 0 0 0,1 0-1 0 0,-9-4 1 0 0,7 3-364 0 0,0-1 0 0 0,1 0 0 0 0,-1-1-1 0 0,1 1 1 0 0,-1-1 0 0 0,1 0 0 0 0,0 0 0 0 0,1-1-1 0 0,-1 0 1 0 0,-4-6 0 0 0,-14-22-7427 0 0,-31-58 0 0 0,49 82 6637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8.7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0 119 2304 0 0,'60'147'11386'0'0,"-36"-93"-8786"0"0,-21-50-2523 0 0,-1 1 0 0 0,1 0 0 0 0,-1 0 0 0 0,0 0 1 0 0,-1 1-1 0 0,1-1 0 0 0,-1 0 0 0 0,0 1 0 0 0,-1-1 0 0 0,1 0 0 0 0,-1 9 0 0 0,0-12-78 0 0,0-1-1 0 0,0 1 0 0 0,1 0 0 0 0,-1 0 0 0 0,0-1 0 0 0,1 1 0 0 0,-1 0 0 0 0,1-1 0 0 0,0 1 0 0 0,0 0 1 0 0,1 2-1 0 0,5 10-61 0 0,-5-2 69 0 0,0 1 0 0 0,-1-1 0 0 0,-1 0 0 0 0,1 1 0 0 0,-2-1 0 0 0,0 1 0 0 0,-1-1 0 0 0,0 0 0 0 0,-4 13 0 0 0,-2 23 137 0 0,9-58-111 0 0,-1 0 0 0 0,0 0 0 0 0,-1 1 0 0 0,0-1 0 0 0,-1 0 0 0 0,0 1 0 0 0,0-1 0 0 0,-5-11 0 0 0,5 14-8 0 0,1 1 1 0 0,0-1 0 0 0,0 0-1 0 0,0 1 1 0 0,1-1 0 0 0,0 0-1 0 0,2-10 1 0 0,-1-4 119 0 0,-1-44 251 0 0,0-132 399 0 0,1 118-669 0 0,-1 78-115 0 0,0 0 0 0 0,0 0 0 0 0,1 0-1 0 0,-1-1 1 0 0,0 1 0 0 0,0 0 0 0 0,0 0-1 0 0,1 0 1 0 0,-1 0 0 0 0,1 0 0 0 0,-1 0-1 0 0,1 0 1 0 0,-1 0 0 0 0,2-2 0 0 0,5-8 129 0 0,-4 5 90 0 0,-3 6-228 0 0,1 0 0 0 0,-1 0 0 0 0,1 0 0 0 0,-1-1 1 0 0,1 1-1 0 0,-1 0 0 0 0,1 0 0 0 0,-1 0 0 0 0,1 0 0 0 0,-1 0 0 0 0,1 0 0 0 0,-1 0 0 0 0,1 0 0 0 0,-1 0 0 0 0,1 0 0 0 0,-1 1 0 0 0,1-1 0 0 0,-1 0 0 0 0,1 0 0 0 0,-1 0 0 0 0,1 0 0 0 0,-1 1 0 0 0,1-1 0 0 0,-1 0 0 0 0,1 1 0 0 0,-1-1 0 0 0,0 0 0 0 0,1 1 0 0 0,-1-1 0 0 0,0 0 0 0 0,1 1 0 0 0,-1-1 0 0 0,0 1 0 0 0,1-1 0 0 0,-1 1 0 0 0,0-1 0 0 0,0 0 0 0 0,1 1 0 0 0,-1-1 0 0 0,0 1 0 0 0,0-1 0 0 0,0 1 0 0 0,0-1 1 0 0,0 1-1 0 0,0-1 0 0 0,0 1 0 0 0,0 0 0 0 0,0-1 0 0 0,0 1 0 0 0,0-1 0 0 0,0 1 0 0 0,28 59 388 0 0,85 169 1008 0 0,-88-173-1103 0 0,-22-36-252 0 0,-3 16-36 0 0,0-27-124 0 0,1-1 471 0 0,-1-5-380 0 0,-1-6-16 0 0,1-96-96 0 0,3-171-367 0 0,2 209 473 0 0,1 44 139 0 0,-6 16-83 0 0,5-11 190 0 0,-4 11-223 0 0,-1 0 0 0 0,0 0 0 0 0,1-1 0 0 0,-1 1 0 0 0,1 0 0 0 0,-1 0 0 0 0,1 0 0 0 0,0 0 0 0 0,-1 0-1 0 0,1 0 1 0 0,0 0 0 0 0,0 0 0 0 0,0 0 0 0 0,0 0 0 0 0,0 1 0 0 0,0-1 0 0 0,0 0 0 0 0,0 0 0 0 0,0 1 0 0 0,0-1 0 0 0,0 1 0 0 0,0-1 0 0 0,0 1 0 0 0,1-1 0 0 0,-1 1 0 0 0,0 0-1 0 0,0 0 1 0 0,0-1 0 0 0,1 1 0 0 0,-1 0 0 0 0,0 0 0 0 0,0 0 0 0 0,1 1 0 0 0,1-1 0 0 0,48 0 197 0 0,-32 6 213 0 0,-12-3-370 0 0,-1 1 1 0 0,0 1 0 0 0,0-1-1 0 0,-1 1 1 0 0,1 0 0 0 0,-1 0-1 0 0,8 11 1 0 0,-2-3 16 0 0,0 0 1 0 0,-1 0 0 0 0,-1 1-1 0 0,0 0 1 0 0,-1 1-1 0 0,0 0 1 0 0,-1 0-1 0 0,-1 1 1 0 0,-1 0-1 0 0,7 32 1 0 0,-3-17-43 0 0,-8-24-24 0 0,1-1-1 0 0,-1 0 1 0 0,0 1 0 0 0,0-1-1 0 0,-1 1 1 0 0,0-1 0 0 0,-1 9-1 0 0,1 58-1 0 0,3-37-204 0 0,2-24 296 0 0,1 3-360 0 0,-3 32-1145 0 0,-4-33 5 0 0,1-10 1081 0 0,-1 0 1 0 0,1 1 0 0 0,0-1 0 0 0,0 0 0 0 0,0 0-1 0 0,1 0 1 0 0,1 5 0 0 0,-2-7-276 0 0,1 1 0 0 0,1 0 0 0 0,-1-1 0 0 0,0 0 0 0 0,0 1 0 0 0,1-1 0 0 0,0 0 0 0 0,-1 1 0 0 0,4 2 0 0 0,12 23-9697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9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1 137 2944 0 0,'0'-31'13770'0'0,"11"121"-11898"0"0,35 235-160 0 0,-35-224-1387 0 0,-11-95-309 0 0,0-15 176 0 0,-7-51 379 0 0,3 42-318 0 0,1-1-1 0 0,0-30 0 0 0,3-4 82 0 0,-8-61-1 0 0,2 45 152 0 0,3-77 1 0 0,3 137-432 0 0,0 3-5 0 0,-1-1 0 0 0,2 0-1 0 0,-1 1 1 0 0,3-12 0 0 0,-3 16-40 0 0,0 0-1 0 0,1 0 1 0 0,-1 1 0 0 0,1-1 0 0 0,0 0-1 0 0,0 0 1 0 0,0 1 0 0 0,0-1 0 0 0,0 1-1 0 0,0-1 1 0 0,0 1 0 0 0,0-1 0 0 0,0 1-1 0 0,1 0 1 0 0,-1 0 0 0 0,1-1 0 0 0,-1 1 0 0 0,1 0-1 0 0,-1 0 1 0 0,1 0 0 0 0,-1 1 0 0 0,1-1-1 0 0,0 0 1 0 0,2 0 0 0 0,5 0-60 0 0,0-1 1 0 0,0 2-1 0 0,17 0 1 0 0,-17 0 12 0 0,-7 0 27 0 0,-1 1 0 0 0,1-1 0 0 0,-1 0 0 0 0,1 1 0 0 0,-1-1 0 0 0,0 1 0 0 0,1-1 0 0 0,-1 1 0 0 0,1 0 0 0 0,-1 0 0 0 0,0-1 0 0 0,0 1 0 0 0,1 0 0 0 0,-1 0 0 0 0,1 2 0 0 0,2-1 0 0 0,1 1 0 0 0,-1 0 0 0 0,0 1 0 0 0,0-1 0 0 0,0 1 0 0 0,0 0 0 0 0,-1 0 0 0 0,1 0 0 0 0,-1 0 0 0 0,0 1 1 0 0,-1-1-1 0 0,1 1 0 0 0,-1-1 0 0 0,1 1 0 0 0,-2 0 0 0 0,1 0 0 0 0,0 0 0 0 0,0 6 0 0 0,-1 8-34 0 0,-1 0-1 0 0,-1 0 1 0 0,0 0 0 0 0,-2-1-1 0 0,0 1 1 0 0,-1-1 0 0 0,-8 23-1 0 0,11-37-22 0 0,1-1-1 0 0,-2 1 1 0 0,1-1-1 0 0,0 0 0 0 0,-1 0 1 0 0,1 0-1 0 0,-1 0 1 0 0,0 0-1 0 0,0 0 0 0 0,0 0 1 0 0,-1 0-1 0 0,1-1 1 0 0,-1 1-1 0 0,1-1 0 0 0,-1 0 1 0 0,-5 4-1 0 0,6-5-33 0 0,-1-1 0 0 0,1 1 0 0 0,0 0 0 0 0,-1-1 0 0 0,1 0-1 0 0,-1 1 1 0 0,1-1 0 0 0,-1 0 0 0 0,1 0 0 0 0,-1 0 0 0 0,1-1 0 0 0,-5 0-1 0 0,-2 0-304 0 0,-13 1-856 0 0,-23 0-10066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40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51 2400 0 0,'0'-4'2068'0'0,"-1"-25"4126"0"0,1 28-6054 0 0,0 0-1 0 0,-1 1 1 0 0,1-1-1 0 0,0 0 1 0 0,0 0-1 0 0,0 0 1 0 0,-1 1-1 0 0,1-1 0 0 0,0 0 1 0 0,-1 0-1 0 0,1 1 1 0 0,-1-1-1 0 0,1 0 1 0 0,-1 1-1 0 0,1-1 1 0 0,-1 0-1 0 0,0 1 1 0 0,1-1-1 0 0,-1 1 0 0 0,0-1 1 0 0,1 1-1 0 0,-1-1 1 0 0,0 1-1 0 0,0 0 1 0 0,1-1-1 0 0,-1 1 1 0 0,0 0-1 0 0,0 0 1 0 0,0-1-1 0 0,1 1 0 0 0,-2 0 1 0 0,0 0-78 0 0,1 1 0 0 0,0-1 0 0 0,-1 0 0 0 0,1 1 1 0 0,0-1-1 0 0,0 1 0 0 0,0 0 0 0 0,-1-1 0 0 0,1 1 0 0 0,0 0 0 0 0,0 0 0 0 0,0 0 1 0 0,0 0-1 0 0,0 0 0 0 0,0 0 0 0 0,0 0 0 0 0,1 0 0 0 0,-1 0 0 0 0,-1 2 1 0 0,1-1-9 0 0,-7 7 182 0 0,1 0 0 0 0,1 0 0 0 0,-10 17 0 0 0,14-22-209 0 0,1-1 1 0 0,-1 0-1 0 0,1 1 0 0 0,0-1 1 0 0,0 1-1 0 0,0-1 1 0 0,0 1-1 0 0,1-1 0 0 0,-1 1 1 0 0,1 0-1 0 0,0-1 1 0 0,0 1-1 0 0,0 0 1 0 0,1-1-1 0 0,-1 1 0 0 0,1 0 1 0 0,0-1-1 0 0,0 1 1 0 0,2 3-1 0 0,-3-5-22 0 0,1-1 0 0 0,0 1 0 0 0,0 0 0 0 0,0-1 1 0 0,1 1-1 0 0,-1-1 0 0 0,0 1 0 0 0,1-1 0 0 0,-1 0 0 0 0,0 0 0 0 0,1 0 0 0 0,0 1 0 0 0,-1-1 0 0 0,4 1 0 0 0,-4-2 0 0 0,-1 0 0 0 0,1 1 0 0 0,-1-1 0 0 0,1 0 0 0 0,0 0 0 0 0,-1 1 0 0 0,1-1 0 0 0,-1 0 0 0 0,1 1 0 0 0,-1-1-1 0 0,1 1 1 0 0,-1-1 0 0 0,1 1 0 0 0,-1-1 0 0 0,0 1 0 0 0,1-1 0 0 0,-1 1 0 0 0,0-1 0 0 0,1 1 0 0 0,-1-1 0 0 0,0 1-1 0 0,0 0 1 0 0,1-1 0 0 0,-1 1 0 0 0,0-1 0 0 0,0 1 0 0 0,0 0 0 0 0,0 1 0 0 0,1-2-16 0 0,0 1 1 0 0,0-1 0 0 0,-1 0-1 0 0,1 1 1 0 0,0-1 0 0 0,0 0-1 0 0,0 1 1 0 0,0-1 0 0 0,0 0 0 0 0,0 0-1 0 0,0 0 1 0 0,0 0 0 0 0,-1 0-1 0 0,1 0 1 0 0,0 0 0 0 0,0 0-1 0 0,2 0 1 0 0,-1-1-12 0 0,2 1 45 0 0,-1-1 1 0 0,0 1 0 0 0,0-1-1 0 0,0 0 1 0 0,0 0 0 0 0,0-1-1 0 0,0 1 1 0 0,0-1 0 0 0,0 1-1 0 0,0-1 1 0 0,-1 0 0 0 0,1 0-1 0 0,0 0 1 0 0,-1 0 0 0 0,0 0-1 0 0,0-1 1 0 0,0 1 0 0 0,0-1-1 0 0,0 0 1 0 0,0 1 0 0 0,0-1-1 0 0,-1 0 1 0 0,1 0 0 0 0,-1 0-1 0 0,1-5 1 0 0,2-2 658 0 0,-1 0-1 0 0,0-1 1 0 0,0 1-1 0 0,-1-1 1 0 0,-1 1 0 0 0,1-13-1 0 0,-2 29-775 0 0,0 1 0 0 0,1 0 0 0 0,0-1-1 0 0,0 1 1 0 0,1-1 0 0 0,0 1 0 0 0,0-1 0 0 0,6 12-1 0 0,1 1-928 0 0,2 0-1 0 0,0-1 0 0 0,19 23 1 0 0,-21-30-649 0 0,0-1 0 0 0,0 0-1 0 0,1-1 1 0 0,0 0 0 0 0,0-1 0 0 0,1 0 0 0 0,18 10 0 0 0,-27-16 1218 0 0,0-1 0 0 0,0 0 0 0 0,0 0 1 0 0,0 0-1 0 0,1-1 0 0 0,-1 1 0 0 0,0 0 0 0 0,0-1 1 0 0,1 0-1 0 0,3 1 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40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85 1568 0 0,'-1'-16'2959'0'0,"2"-18"3384"0"0,-1 33-6243 0 0,0 0-1 0 0,0 1 0 0 0,0-1 1 0 0,0 0-1 0 0,0 1 1 0 0,0-1-1 0 0,0 0 0 0 0,1 1 1 0 0,-1-1-1 0 0,0 0 0 0 0,0 1 1 0 0,1-1-1 0 0,-1 0 0 0 0,1 1 1 0 0,-1-1-1 0 0,0 1 0 0 0,1-1 1 0 0,-1 1-1 0 0,1-1 0 0 0,-1 1 1 0 0,1-1-1 0 0,-1 1 0 0 0,1-1 1 0 0,-1 1-1 0 0,1 0 0 0 0,0-1 1 0 0,-1 1-1 0 0,1 0 1 0 0,0 0-1 0 0,-1-1 0 0 0,1 1 1 0 0,1 0-1 0 0,1 0 477 0 0,0-3-235 0 0,-1 1-147 0 0,0 0-1 0 0,0 1 0 0 0,1 0 1 0 0,-1-1-1 0 0,1 1 0 0 0,-1 0 0 0 0,1 0 1 0 0,0 0-1 0 0,-1 0 0 0 0,1 1 1 0 0,0-1-1 0 0,-1 1 0 0 0,1-1 1 0 0,0 1-1 0 0,4 0 0 0 0,-4 0 330 0 0,8 6 458 0 0,1 1-688 0 0,-1 1 0 0 0,0 0 0 0 0,-1 0 0 0 0,0 1 0 0 0,0 0 0 0 0,-1 1 0 0 0,0 0-1 0 0,-1 1 1 0 0,0 0 0 0 0,0 0 0 0 0,7 17 0 0 0,3 7-242 0 0,5 10 355 0 0,24 73 1 0 0,68 223-2 0 0,-67-169-175 0 0,-45-159-301 0 0,-1-1 0 0 0,0 1 0 0 0,-1 0 0 0 0,0-1 0 0 0,-3 23 0 0 0,1 3-42 0 0,1 91 230 0 0,0-114-205 0 0,-1-1 1 0 0,-5 25-1 0 0,-1 12-33 0 0,4-25 175 0 0,2-9-112 0 0,-1 1 0 0 0,-1 0 0 0 0,-1-1 0 0 0,0 1 0 0 0,-2-1 0 0 0,-13 32 0 0 0,-35 44-2000 0 0,53-91 1763 0 0,0 0 0 0 0,0-1 0 0 0,0 1 0 0 0,0-1 0 0 0,-1 1 0 0 0,1-1 0 0 0,0 1 0 0 0,-1-1 0 0 0,1 0 0 0 0,-1 0 1 0 0,1 0-1 0 0,-1 0 0 0 0,0 0 0 0 0,1 0 0 0 0,-1 0 0 0 0,-2 0 0 0 0,2 0-798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5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2016 0 0,'0'0'10080'0'0,"0"2"-9414"0"0,0 18 12 0 0,0 50 1034 0 0,3 122 1151 0 0,8 40-1364 0 0,-7-165-1046 0 0,-8 136 0 0 0,4-202-447 0 0,0 3 0 0 0,-1 1 0 0 0,1-1 0 0 0,-1 0 0 0 0,0 0 0 0 0,0 1 0 0 0,0-1 0 0 0,0 0 0 0 0,-3 5 0 0 0,0 7 73 0 0,4 52-111 0 0,0-67 39 0 0,0 0 0 0 0,0-1 0 0 0,0 1 0 0 0,0 0 0 0 0,0 0-1 0 0,-1-1 1 0 0,1 1 0 0 0,0 0 0 0 0,0-1 0 0 0,0 1 0 0 0,-1 0-1 0 0,1 0 1 0 0,0-1 0 0 0,-1 1 0 0 0,1-1 0 0 0,-1 1 0 0 0,1 0 0 0 0,-1-1-1 0 0,1 1 1 0 0,-1-1 0 0 0,1 1 0 0 0,-2 0 0 0 0,1 0-34 0 0,0-1-1 0 0,1 1 1 0 0,-1-1 0 0 0,0 1 0 0 0,1 0-1 0 0,-1 0 1 0 0,1-1 0 0 0,-1 1 0 0 0,1 0-1 0 0,-1 0 1 0 0,1 0 0 0 0,-1-1 0 0 0,1 1-1 0 0,0 0 1 0 0,-1 0 0 0 0,1 0 0 0 0,0 0-1 0 0,0 0 1 0 0,0 0 0 0 0,0 0 0 0 0,0 0-1 0 0,0 1 1 0 0,0 5 926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5.7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1920 0 0,'0'17'9120'0'0,"17"-17"-6336"0"0,0 0-2432 0 0,0 17 480 0 0,17-17 352 0 0,-17 0-801 0 0,16 0-287 0 0,2 0-32 0 0,32 0 544 0 0,-16-17-544 0 0,203 0-2271 0 0,-186 17-2369 0 0,-35 0 288 0 0,2 0 544 0 0,-35-17 1152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6.1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1568 0 0,'0'0'2304'0'0,"17"17"3232"0"0,67 0-1280 0 0,-67-17-4192 0 0,152 0-2848 0 0,-84-17-8160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7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9 1536 0 0,'-9'-9'11109'0'0,"-48"66"-9157"0"0,55-54-1835 0 0,7 3 22 0 0,18 16 10 0 0,-22-21-145 0 0,0 0 0 0 0,1 0 0 0 0,-1 0 0 0 0,1 0 0 0 0,0-1 0 0 0,-1 1 0 0 0,1 0 0 0 0,0-1 0 0 0,-1 1 0 0 0,1-1 0 0 0,0 0 0 0 0,0 1 0 0 0,0-1 0 0 0,-1 0 0 0 0,1 0 0 0 0,0 0 0 0 0,0 0 0 0 0,-1-1 0 0 0,4 0 0 0 0,15 2-4 0 0,-13 5-14 0 0,0-1 0 0 0,-1 1 0 0 0,0 0 1 0 0,0 0-1 0 0,0 1 0 0 0,-1 0 0 0 0,0 0 0 0 0,-1 0 0 0 0,5 9 0 0 0,-5-10-7 0 0,-2-3 21 0 0,-1-1 0 0 0,1 1 0 0 0,-1-1 0 0 0,0 1 0 0 0,0-1 0 0 0,0 1 0 0 0,0 0-1 0 0,0 0 1 0 0,0-1 0 0 0,-1 1 0 0 0,1 0 0 0 0,-1 0 0 0 0,0 0 0 0 0,0-1 0 0 0,0 1 0 0 0,0 0 0 0 0,0 0-1 0 0,-1 0 1 0 0,1 0 0 0 0,-1-1 0 0 0,0 1 0 0 0,0 0 0 0 0,0 0 0 0 0,0-1 0 0 0,-3 5 0 0 0,2-4 12 0 0,-1-1 1 0 0,1 1 0 0 0,0-1-1 0 0,-1 0 1 0 0,0 1 0 0 0,0-1-1 0 0,1-1 1 0 0,-1 1 0 0 0,0 0-1 0 0,-1-1 1 0 0,1 1 0 0 0,0-1-1 0 0,0 0 1 0 0,0 0 0 0 0,-1-1-1 0 0,1 1 1 0 0,-1 0 0 0 0,1-1-1 0 0,-6 0 1 0 0,6 0 62 0 0,-16 0-273 0 0,18 1 58 0 0,-6 0 345 0 0,-8-12-1763 0 0,-22-25-4399 0 0,18 13 741 0 0,16 6 2832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7.8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1792 0 0,'0'0'7797'0'0,"0"5"-6810"0"0,-2 32 1279 0 0,1-21-2077 0 0,0 1 0 0 0,1 0 0 0 0,0 0-1 0 0,7 32 1 0 0,-4-35-189 0 0,-2-5 23 0 0,1-1-1 0 0,0-1 1 0 0,0 1-1 0 0,1 0 1 0 0,0 0-1 0 0,0-1 1 0 0,1 0-1 0 0,6 10 1 0 0,-2-11-61 0 0,-8-6 35 0 0,0 0 1 0 0,1 0-1 0 0,-1 0 0 0 0,1 1 0 0 0,-1-1 1 0 0,0 0-1 0 0,1 0 0 0 0,-1 1 1 0 0,0-1-1 0 0,1 0 0 0 0,-1 1 0 0 0,0-1 1 0 0,0 0-1 0 0,1 1 0 0 0,-1-1 0 0 0,0 1 1 0 0,0-1-1 0 0,1 0 0 0 0,-1 1 0 0 0,0-1 1 0 0,0 1-1 0 0,0-1 0 0 0,0 0 0 0 0,0 1 1 0 0,0-1-1 0 0,0 1 0 0 0,0-1 0 0 0,0 1 1 0 0,0-1-1 0 0,0 1 0 0 0,14 5-50 0 0,-13-1 125 0 0,-1-5-69 0 0,0 1 0 0 0,0-1 0 0 0,0 1 0 0 0,0-1 0 0 0,0 1-1 0 0,0-1 1 0 0,0 1 0 0 0,0-1 0 0 0,0 1 0 0 0,0-1 0 0 0,0 1 0 0 0,0-1-1 0 0,1 0 1 0 0,-1 1 0 0 0,0-1 0 0 0,0 1 0 0 0,0-1 0 0 0,1 0-1 0 0,-1 1 1 0 0,0-1 0 0 0,0 1 0 0 0,1-1 0 0 0,-1 0 0 0 0,0 1 0 0 0,1-1-1 0 0,0 1 1 0 0,0 0-13 0 0,0 0-33 0 0,0 0 1 0 0,1 1 0 0 0,-1-1 0 0 0,0 0 0 0 0,1 0 0 0 0,-1-1-1 0 0,0 1 1 0 0,1 0 0 0 0,-1 0 0 0 0,1-1 0 0 0,0 1 0 0 0,-1-1 0 0 0,1 1-1 0 0,-1-1 1 0 0,1 0 0 0 0,0 1 0 0 0,-1-1 0 0 0,1 0 0 0 0,0 0-1 0 0,1 0 1 0 0,-2 0 32 0 0,-1-1-1 0 0,0 1 0 0 0,1 0 0 0 0,-1 0 0 0 0,1 0 1 0 0,-1 1-1 0 0,1-1 0 0 0,-1 0 0 0 0,1 0 1 0 0,-1 0-1 0 0,0 0 0 0 0,1 0 0 0 0,-1 0 1 0 0,1 1-1 0 0,-1-1 0 0 0,1 0 0 0 0,-1 0 1 0 0,0 0-1 0 0,1 1 0 0 0,-1-1 0 0 0,0 0 1 0 0,1 1-1 0 0,-1-1 0 0 0,0 0 0 0 0,0 1 1 0 0,1-1-1 0 0,-1 0 0 0 0,0 1 0 0 0,0-1 0 0 0,1 1 1 0 0,4 7-185 0 0,17-6-2162 0 0,38-2-7824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8.5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0 1568 0 0,'-4'16'7041'0'0,"4"-15"-6974"0"0,0-1 0 0 0,-1 0 1 0 0,1 0-1 0 0,0 1 1 0 0,0-1-1 0 0,0 0 0 0 0,0 0 1 0 0,-1 1-1 0 0,1-1 1 0 0,0 0-1 0 0,0 0 0 0 0,-1 0 1 0 0,1 1-1 0 0,0-1 0 0 0,0 0 1 0 0,-1 0-1 0 0,1 0 1 0 0,0 0-1 0 0,-1 0 0 0 0,1 0 1 0 0,0 1-1 0 0,0-1 1 0 0,-1 0-1 0 0,1 0 0 0 0,0 0 1 0 0,-1 0-1 0 0,1 0 1 0 0,0 0-1 0 0,-1 0 0 0 0,1 0 1 0 0,0 0-1 0 0,0 0 1 0 0,-1-1-1 0 0,1 1 0 0 0,0 0 1 0 0,-1 0-1 0 0,1 0 1 0 0,0 0-1 0 0,0 0 0 0 0,-1 0 1 0 0,1-1-1 0 0,0 1 1 0 0,0 0-1 0 0,-1 0 0 0 0,0-2 569 0 0,-2 2-266 0 0,-16 3 119 0 0,16-2-444 0 0,1 1 0 0 0,0-1 0 0 0,1 1 0 0 0,-1-1 0 0 0,0 1 0 0 0,0 0 0 0 0,1 0 0 0 0,-1 0 0 0 0,1 0 0 0 0,-1 0 0 0 0,1 0 0 0 0,0 0 0 0 0,0 0 0 0 0,0 0 0 0 0,0 1 0 0 0,0-1 0 0 0,0 0 0 0 0,1 1 0 0 0,-1-1 0 0 0,1 1 0 0 0,0-1 0 0 0,-1 4 1 0 0,1 0 5 0 0,0 1 0 0 0,0 0 1 0 0,1 0-1 0 0,0-1 0 0 0,3 13 1 0 0,-4-18-43 0 0,0 1 1 0 0,1-1-1 0 0,-1 1 1 0 0,1 0-1 0 0,0-1 1 0 0,-1 1-1 0 0,1-1 1 0 0,0 0 0 0 0,0 1-1 0 0,0-1 1 0 0,0 0-1 0 0,0 1 1 0 0,0-1-1 0 0,0 0 1 0 0,0 0-1 0 0,1 0 1 0 0,-1 0-1 0 0,0 0 1 0 0,3 1 0 0 0,1 0-1 0 0,-1-1 1 0 0,0-1 0 0 0,0 1 0 0 0,1-1-1 0 0,-1 1 1 0 0,7-2 0 0 0,-3 1 35 0 0,-6-1-51 0 0,-1 0 1 0 0,1 0 0 0 0,0 0 0 0 0,0 0-1 0 0,-1 0 1 0 0,1-1 0 0 0,-1 1-1 0 0,1 0 1 0 0,-1-1 0 0 0,0 0 0 0 0,0 1-1 0 0,1-1 1 0 0,-1 0 0 0 0,0 1 0 0 0,0-1-1 0 0,1-4 1 0 0,18-40 132 0 0,-3-18 97 0 0,-14 49 256 0 0,-3 52-283 0 0,0-33-179 0 0,1 1 0 0 0,-1-1 1 0 0,1 0-1 0 0,0 1 0 0 0,0-1 0 0 0,1 0 0 0 0,-1 0 0 0 0,1 0 0 0 0,3 6 1 0 0,-2 7 29 0 0,0-3-102 0 0,25-3-1210 0 0,48 23-4656 0 0,-72-32 4831 0 0,1 0 0 0 0,-1-1 0 0 0,1 0-1 0 0,-1 0 1 0 0,1 0 0 0 0,0 0-1 0 0,8-1 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8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1984 0 0,'0'-22'10823'0'0,"0"10"-7225"0"0,0 13-3533 0 0,0 0 0 0 0,0 0 1 0 0,-1 1-1 0 0,1-1 0 0 0,0 0 1 0 0,0 0-1 0 0,1 0 0 0 0,-1 1 1 0 0,0-1-1 0 0,0 0 0 0 0,1 0 1 0 0,-1 0-1 0 0,0 0 0 0 0,1 0 1 0 0,0 2-1 0 0,0-2-35 0 0,1 0 0 0 0,-1 1 0 0 0,0-1 0 0 0,0 1-1 0 0,0-1 1 0 0,0 1 0 0 0,0 0 0 0 0,0-1 0 0 0,0 1 0 0 0,-1 0 0 0 0,1 0 0 0 0,0-1-1 0 0,-1 1 1 0 0,1 4 0 0 0,-1-5-22 0 0,0 0 1 0 0,1 0-1 0 0,-1 0 1 0 0,1 0-1 0 0,-1 0 0 0 0,1 0 1 0 0,-1 0-1 0 0,1 0 0 0 0,0 0 1 0 0,-1 0-1 0 0,1 0 1 0 0,0 0-1 0 0,0 0 0 0 0,0-1 1 0 0,-1 1-1 0 0,2 1 0 0 0,7 6 53 0 0,0 6 51 0 0,0 1 0 0 0,-1 0 0 0 0,9 22 0 0 0,5 12-43 0 0,-22-49-68 0 0,1 1 0 0 0,-1-1 0 0 0,1 0 0 0 0,0 0 0 0 0,-1 0 1 0 0,1 0-1 0 0,-1 0 0 0 0,1 0 0 0 0,0 0 0 0 0,-1 0 0 0 0,1 0 0 0 0,-1-1 0 0 0,1 1 0 0 0,0 0 0 0 0,-1 0 0 0 0,1 0 0 0 0,-1-1 0 0 0,1 1 0 0 0,-1 0 1 0 0,2-1-1 0 0,-1 0 13 0 0,2-24 229 0 0,-3 22-288 0 0,0 0-51 0 0,3-2 94 0 0,1 0 1 0 0,-1 0-1 0 0,1 0 1 0 0,-1 0-1 0 0,-1 0 1 0 0,1-1-1 0 0,-1 0 1 0 0,0 1-1 0 0,0-1 1 0 0,0 0-1 0 0,-1 0 0 0 0,0 0 1 0 0,0-8-1 0 0,2-11-280 0 0,-2 20-189 0 0,0 1 0 0 0,0-1-1 0 0,0 1 1 0 0,0 0 0 0 0,1-1 0 0 0,0 1 0 0 0,0 0 0 0 0,4-6 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9.2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32 184 1664 0 0,'88'-59'9194'0'0,"-86"57"-9041"0"0,1 1 0 0 0,-1-1 0 0 0,1 0-1 0 0,-1 0 1 0 0,0 0 0 0 0,0 0 0 0 0,0 0-1 0 0,0-1 1 0 0,0 1 0 0 0,-1 0-1 0 0,1-1 1 0 0,1-2 0 0 0,3-5-123 0 0,0 5 10 0 0,1-5 204 0 0,-6-20 576 0 0,-4-4 460 0 0,3 34-1264 0 0,0 0 0 0 0,0 0-1 0 0,0-1 1 0 0,0 1 0 0 0,0 0-1 0 0,0 0 1 0 0,0-1 0 0 0,0 1 0 0 0,0 0-1 0 0,-1 0 1 0 0,1-1 0 0 0,0 1-1 0 0,0 0 1 0 0,0 0 0 0 0,-1 0 0 0 0,1-1-1 0 0,0 1 1 0 0,0 0 0 0 0,0 0-1 0 0,-1 0 1 0 0,1 0 0 0 0,0-1-1 0 0,0 1 1 0 0,-1 0 0 0 0,1 0 0 0 0,0 0-1 0 0,0 0 1 0 0,-1 0 0 0 0,1 0-1 0 0,0 0 1 0 0,0 0 0 0 0,-1 0 0 0 0,1 0-1 0 0,0 0 1 0 0,-1 0 0 0 0,1 0-1 0 0,0 0 1 0 0,0 0 0 0 0,-1 0-1 0 0,1 0 1 0 0,-26 17 812 0 0,-3 6 401 0 0,-35 38 1 0 0,60-57-1071 0 0,1 0 0 0 0,-1 0 0 0 0,1 0 0 0 0,0 1 0 0 0,0-1 1 0 0,1 1-1 0 0,-1 0 0 0 0,1 0 0 0 0,-2 7 0 0 0,-1 1-22 0 0,4-11-135 0 0,1-1 0 0 0,0 1 1 0 0,0-1-1 0 0,0 1 0 0 0,0-1 1 0 0,0 0-1 0 0,0 1 0 0 0,0-1 0 0 0,0 1 1 0 0,1-1-1 0 0,-1 1 0 0 0,0-1 1 0 0,1 0-1 0 0,0 1 0 0 0,-1-1 1 0 0,1 0-1 0 0,0 1 0 0 0,-1-1 0 0 0,1 0 1 0 0,0 0-1 0 0,0 0 0 0 0,0 0 1 0 0,0 0-1 0 0,0 0 0 0 0,0 0 1 0 0,0 0-1 0 0,3 1 0 0 0,8 12 227 0 0,-9-10-243 0 0,1 1 0 0 0,0-1 1 0 0,1 0-1 0 0,-1-1 0 0 0,1 1 0 0 0,-1-1 0 0 0,1 1 1 0 0,0-1-1 0 0,0-1 0 0 0,9 4 0 0 0,-7-3 1 0 0,-6-2 7 0 0,1 0 0 0 0,0 0 0 0 0,-1 0 1 0 0,1-1-1 0 0,0 1 0 0 0,0-1 0 0 0,0 1 1 0 0,0-1-1 0 0,0 1 0 0 0,0-1 0 0 0,3 0 1 0 0,17 2-1180 0 0,-5 1-241 0 0,-4 1-688 0 0,1-2 0 0 0,0 0 0 0 0,22 1 0 0 0,-2-3-7795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9.9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86 1792 0 0,'0'-17'2784'0'0,"18"17"736"0"0,-1 0-2784 0 0,-1 0 672 0 0,1 0 320 0 0,0 0-1376 0 0,0 0-64 0 0,0 0-96 0 0,17-17 192 0 0,136 0 224 0 0,50-17-14400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0.3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1504 0 0,'0'17'11840'0'0,"17"0"-11360"0"0,0-17-256 0 0,17 0 768 0 0,-17 0-672 0 0,339 0 704 0 0,-238-17-3424 0 0,-101 17 1536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2.8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1 169 2560 0 0,'0'8'2192'0'0,"0"88"6928"0"0,8-28-8320 0 0,63 265 1439 0 0,-63-286-192 0 0,-11-80-494 0 0,3 7-1309 0 0,-2-1 0 0 0,-1 1 0 0 0,-9-39 0 0 0,3 32-110 0 0,1-1-1 0 0,-6-60 0 0 0,11 30 17 0 0,3 46 27 0 0,1 0 1 0 0,7-34 0 0 0,0 13-42 0 0,23-69 0 0 0,-30 105-133 0 0,1 0 0 0 0,-1 0 0 0 0,1 0 0 0 0,-1 1 1 0 0,1-1-1 0 0,0 0 0 0 0,0 1 0 0 0,4-5 0 0 0,6 2-31 0 0,-11 5 13 0 0,0 0 0 0 0,1 0 1 0 0,-1 0-1 0 0,0 0 0 0 0,0 0 0 0 0,0-1 1 0 0,0 1-1 0 0,0-1 0 0 0,0 1 0 0 0,0 0 1 0 0,0-1-1 0 0,0 0 0 0 0,-1 1 0 0 0,1-1 1 0 0,0 1-1 0 0,0-1 0 0 0,0 0 0 0 0,1-1 1 0 0,6-5 33 0 0,0 3 28 0 0,-4 2-21 0 0,0 0 0 0 0,0 0 0 0 0,0 0 0 0 0,0 1-1 0 0,0 0 1 0 0,0 0 0 0 0,1 0 0 0 0,-1 0 0 0 0,0 1-1 0 0,1 0 1 0 0,7 0 0 0 0,20-8 122 0 0,-28 7-143 0 0,0-1-1 0 0,0 1 1 0 0,-1 0 0 0 0,1 0 0 0 0,0 0 0 0 0,0 0-1 0 0,0 1 1 0 0,0 0 0 0 0,0 0 0 0 0,0 0 0 0 0,0 0 0 0 0,0 0-1 0 0,0 1 1 0 0,0 0 0 0 0,0 0 0 0 0,0 0 0 0 0,4 2 0 0 0,5 3-16 0 0,0 2 0 0 0,-1 0 1 0 0,0 0-1 0 0,0 1 0 0 0,-1 0 0 0 0,10 12 1 0 0,0 0 63 0 0,30 41 1 0 0,-40-47-104 0 0,-1 1 0 0 0,9 18 0 0 0,-12-15-108 0 0,-9-13 51 0 0,5 23-193 0 0,-3-28 295 0 0,1 2-2 0 0,0 0 0 0 0,-1 0 1 0 0,0 0-1 0 0,0 0 0 0 0,1 0 1 0 0,-2-1-1 0 0,1 1 0 0 0,0 0 1 0 0,-1 0-1 0 0,1 0 0 0 0,-1 0 1 0 0,0 0-1 0 0,0-1 0 0 0,0 1 1 0 0,0 0-1 0 0,0-1 0 0 0,-1 1 1 0 0,1-1-1 0 0,-1 1 0 0 0,0-1 1 0 0,0 0-1 0 0,1 1 0 0 0,-4 1 1 0 0,-11 10-22 0 0,-1 0 1 0 0,0 0-1 0 0,-1-2 0 0 0,-1 0 1 0 0,-26 12-1 0 0,38-21-270 0 0,1 0 1 0 0,0 0-1 0 0,-1-1 0 0 0,1 0 0 0 0,-1-1 0 0 0,0 1 0 0 0,1-1 1 0 0,-1 0-1 0 0,0-1 0 0 0,0 1 0 0 0,0-2 0 0 0,-9 0 0 0 0,-94-13-17285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5.1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1600 0 0,'0'0'4058'0'0,"0"3"-3460"0"0,0 93 5407 0 0,0-93-5786 0 0,0 11 5 0 0,0 209 1077 0 0,0-216-1309 0 0,1 1 1 0 0,0 0-1 0 0,0 0 1 0 0,5 11-1 0 0,-4-11 30 0 0,0-1 1 0 0,-1 1 0 0 0,0 0-1 0 0,1 12 1 0 0,-2 62-50 0 0,0-79 96 0 0,0 11 113 0 0,3 0 84 0 0,1 0 113 0 0,-1-8-276 0 0,-1 1-1 0 0,-1-1 1 0 0,1 0 0 0 0,-1 1 0 0 0,0-1 0 0 0,0 13 0 0 0,-2-19-101 0 0,1 0 1 0 0,0 1-1 0 0,0-1 0 0 0,0 0 0 0 0,0 0 1 0 0,-1 0-1 0 0,1 1 0 0 0,0-1 1 0 0,0 0-1 0 0,0 0 0 0 0,-1 0 1 0 0,1 0-1 0 0,0 1 0 0 0,0-1 1 0 0,-1 0-1 0 0,1 0 0 0 0,0 0 1 0 0,0 0-1 0 0,-1 0 0 0 0,1 0 1 0 0,0 0-1 0 0,-1 0 0 0 0,1 0 1 0 0,0 0-1 0 0,0 0 0 0 0,-1 0 1 0 0,1 0-1 0 0,0 0 0 0 0,-1 0 1 0 0,1 0-1 0 0,0 0 0 0 0,0 0 1 0 0,-1 0-1 0 0,1 0 0 0 0,-1-1-1 0 0,1 1 1 0 0,0 0-1 0 0,0 0 0 0 0,-1 0 0 0 0,1 0 0 0 0,0 0 0 0 0,0 0 1 0 0,-1 0-1 0 0,1 0 0 0 0,0 0 0 0 0,-1 0 0 0 0,1 0 1 0 0,0 0-1 0 0,0 0 0 0 0,-1 0 0 0 0,1 0 0 0 0,0 0 0 0 0,0 0 1 0 0,-1 0-1 0 0,1 0 0 0 0,0 1 0 0 0,0-1 0 0 0,-1 0 1 0 0,1 0-1 0 0,0 0 0 0 0,0 0 0 0 0,-1 1 0 0 0,1-1 0 0 0,0 0 1 0 0,0 0-1 0 0,0 0 0 0 0,-1 1 0 0 0,1-1 0 0 0,0 0 1 0 0,0 10 215 0 0,0-31-2920 0 0,0-38-10603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5.9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2368 0 0,'3'0'6517'0'0,"1"1"-5825"0"0,0 0-1 0 0,0 0 1 0 0,0 1-1 0 0,0-1 1 0 0,0 1-1 0 0,-1 0 1 0 0,1 0-1 0 0,4 3 1 0 0,37 21 1865 0 0,60 47 0 0 0,27 39-1864 0 0,-95-80-815 0 0,20 11-550 0 0,-31-21-672 0 0,-13-13 935 0 0,-12-8 368 0 0,0-1 0 0 0,0 0 1 0 0,0 1-1 0 0,0 0 0 0 0,0-1 0 0 0,0 1 0 0 0,0 0 1 0 0,0-1-1 0 0,0 1 0 0 0,0 0 0 0 0,-1 0 0 0 0,1 0 1 0 0,0 0-1 0 0,0 0 0 0 0,-1 0 0 0 0,1 0 0 0 0,-1 0 1 0 0,1 0-1 0 0,-1 0 0 0 0,1 0 0 0 0,0 2 0 0 0,-1-3-10 0 0,0 0-1 0 0,1 1 1 0 0,-1-1-1 0 0,1 0 1 0 0,-1 1-1 0 0,1-1 0 0 0,0 0 1 0 0,-1 1-1 0 0,1-1 1 0 0,-1 0-1 0 0,1 0 1 0 0,-1 0-1 0 0,1 0 0 0 0,0 0 1 0 0,-1 0-1 0 0,1 0 1 0 0,0 0-1 0 0,-1 0 1 0 0,1 0-1 0 0,-1 0 0 0 0,1 0 1 0 0,0 0-1 0 0,0 0 1 0 0,4-1-1106 0 0,9 4-59 0 0,3 11-2944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6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358 0 1728 0 0,'-2'0'5594'0'0,"-21"9"-324"0"0,-27 25-1969 0 0,47-33-3239 0 0,1 0 0 0 0,-1 1 1 0 0,1 0-1 0 0,-1-1 0 0 0,1 1 0 0 0,0 0 1 0 0,0 0-1 0 0,0 0 0 0 0,0 0 0 0 0,-3 4 0 0 0,-16 16 75 0 0,-75 60 140 0 0,82-68-256 0 0,1-1-1 0 0,1 1 0 0 0,0 1 1 0 0,-19 30-1 0 0,29-39-40 0 0,1-5 9 0 0,1 0-1 0 0,0-1 1 0 0,-1 1-1 0 0,1 0 1 0 0,0-1 0 0 0,-1 1-1 0 0,1-1 1 0 0,-1 1-1 0 0,1 0 1 0 0,-1-1 0 0 0,1 1-1 0 0,-1-1 1 0 0,1 1-1 0 0,-1-1 1 0 0,0 0 0 0 0,1 1-1 0 0,-1-1 1 0 0,0 1-1 0 0,1-1 1 0 0,-2 1-1 0 0,-3 1-32 0 0,3-1 30 0 0,1 0 0 0 0,0 0 1 0 0,0-1-1 0 0,0 1 0 0 0,0 0 0 0 0,0 1 1 0 0,0-1-1 0 0,0 0 0 0 0,0 0 0 0 0,0 0 1 0 0,0 1-1 0 0,1-1 0 0 0,-2 3 0 0 0,2-3-3 0 0,-1-1 0 0 0,1 1 0 0 0,0 0 0 0 0,0-1 0 0 0,-1 1 0 0 0,1 0-1 0 0,-1-1 1 0 0,1 1 0 0 0,0 0 0 0 0,-1-1 0 0 0,1 1 0 0 0,-1 0 0 0 0,0-1 0 0 0,1 1-1 0 0,-1-1 1 0 0,1 0 0 0 0,-1 1 0 0 0,0-1 0 0 0,1 1 0 0 0,-1-1 0 0 0,0 0 0 0 0,1 1-1 0 0,-1-1 1 0 0,0 0 0 0 0,0 0 0 0 0,1 0 0 0 0,-2 1 0 0 0,2-1 6 0 0,-1 0 0 0 0,1 0 1 0 0,0 0-1 0 0,0 0 0 0 0,0 0 1 0 0,-1 1-1 0 0,1-1 0 0 0,0 0 1 0 0,0 0-1 0 0,0 0 0 0 0,0 1 1 0 0,-1-1-1 0 0,1 0 0 0 0,0 0 1 0 0,0 1-1 0 0,0-1 0 0 0,0 0 0 0 0,0 0 1 0 0,0 1-1 0 0,0-1 0 0 0,0 0 1 0 0,-1 0-1 0 0,1 1 0 0 0,0-1 1 0 0,0 0-1 0 0,0 0 0 0 0,0 1 1 0 0,0-1-1 0 0,0 0 0 0 0,1 0 1 0 0,-1 1-1 0 0,0-1 0 0 0,0 0 0 0 0,0 0 1 0 0,0 1-1 0 0,0-1-74 0 0,0 0-1 0 0,0 1 1 0 0,1-1 0 0 0,-1 0 0 0 0,0 1-1 0 0,0-1 1 0 0,0 0 0 0 0,0 0-1 0 0,0 1 1 0 0,0-1 0 0 0,0 0-1 0 0,0 0 1 0 0,0 1 0 0 0,0-1-1 0 0,0 0 1 0 0,0 0 0 0 0,0 1 0 0 0,0-1-1 0 0,-1 0 1 0 0,1 0 0 0 0,0 1-1 0 0,0-1 1 0 0,0 0 0 0 0,0 0-1 0 0,0 1 1 0 0,0-1 0 0 0,-1 0-1 0 0,0 1-340 0 0,1-1 341 0 0,0 0-1 0 0,-1 0 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8.7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103 152 2432 0 0,'-11'110'2272'0'0,"-35"330"5504"0"0,35-330-5382 0 0,11-109-2353 0 0,0 0-1 0 0,0-1 1 0 0,-1 1-1 0 0,1-1 1 0 0,0 1-1 0 0,-1-1 0 0 0,1 1 1 0 0,0-1-1 0 0,-1 1 1 0 0,1-1-1 0 0,-1 1 1 0 0,1-1-1 0 0,-1 0 1 0 0,1 1-1 0 0,-1-1 1 0 0,1 0-1 0 0,-1 1 1 0 0,1-1-1 0 0,-1 0 0 0 0,1 0 1 0 0,-1 1-1 0 0,1-1 1 0 0,-2 0-1 0 0,-4 4 658 0 0,7-8-506 0 0,-1-1 0 0 0,0 1 0 0 0,0-1 0 0 0,-1 1 0 0 0,1-1 0 0 0,-1 1 0 0 0,0-1 0 0 0,0 1 0 0 0,-1-1 0 0 0,1 1 0 0 0,-1 0 0 0 0,-4-7 0 0 0,3 6-29 0 0,3 2-63 0 0,1-26 683 0 0,-2-47 47 0 0,4 1 0 0 0,25-149 0 0 0,36-6-319 0 0,-57 209-478 0 0,10-42 154 0 0,-17 60-251 0 0,1 3 45 0 0,-1 1-1 0 0,1-1 1 0 0,-1 0-1 0 0,1 0 1 0 0,0 0 0 0 0,-1 0-1 0 0,1 0 1 0 0,0 0-1 0 0,-1 0 1 0 0,1 0 0 0 0,0 0-1 0 0,-1-1 1 0 0,1 1-1 0 0,-1 0 1 0 0,1 0 0 0 0,0 0-1 0 0,-1-1 1 0 0,1 1-1 0 0,-1 0 1 0 0,1-1 0 0 0,0 0-1 0 0,0-4-35 0 0,-1 5 60 0 0,0-1-1 0 0,0 1 1 0 0,0-1 0 0 0,0 1 0 0 0,0-1 0 0 0,0 1 0 0 0,0 0-1 0 0,0-1 1 0 0,0 1 0 0 0,0-1 0 0 0,0 1 0 0 0,0-1-1 0 0,0 1 1 0 0,1-1 0 0 0,-1 1 0 0 0,0 0 0 0 0,0-1 0 0 0,0 1-1 0 0,1-1 1 0 0,-1 1 0 0 0,0 0 0 0 0,1-1 0 0 0,-1 1 0 0 0,0 0-1 0 0,1-1 1 0 0,0 1 0 0 0,0-2 1 0 0,1 1 1 0 0,0 0-1 0 0,-1-1 1 0 0,1 1-1 0 0,0 0 0 0 0,0 0 1 0 0,0 0-1 0 0,0 1 1 0 0,0-1-1 0 0,0 0 0 0 0,0 1 1 0 0,0 0-1 0 0,0-1 1 0 0,0 1-1 0 0,1 0 0 0 0,-1 0 1 0 0,0 0-1 0 0,0 0 1 0 0,0 0-1 0 0,0 1 0 0 0,4 0 1 0 0,1 1 37 0 0,0 0 0 0 0,-1 0-1 0 0,1 1 1 0 0,-1 0 0 0 0,1 1 0 0 0,7 5 0 0 0,-3-2-80 0 0,-1 0-1 0 0,-1 0 1 0 0,1 2 0 0 0,-1-1 0 0 0,0 1-1 0 0,-1 0 1 0 0,0 1 0 0 0,-1 0 0 0 0,11 18-1 0 0,7 0-191 0 0,-2-2 403 0 0,48 112-207 0 0,-33-68-119 0 0,-2 1 0 0 0,34 102 0 0 0,-64-152 63 0 0,1-1 1 0 0,16 31 0 0 0,0 3 189 0 0,-10-1-377 0 0,-10-7 390 0 0,-3-12 58 0 0,0-32 305 0 0,0-21 39 0 0,0 15-420 0 0,-1 1 1 0 0,1-1 0 0 0,-1 0-1 0 0,0 1 1 0 0,0-1 0 0 0,-1 1-1 0 0,1-1 1 0 0,-1 1 0 0 0,1 0-1 0 0,-1 0 1 0 0,0-1-1 0 0,-3-2 1 0 0,-6-14 318 0 0,8 13-384 0 0,0 1 0 0 0,-1-1 0 0 0,0 1 0 0 0,1 0 1 0 0,-2 0-1 0 0,1 0 0 0 0,-1 0 0 0 0,0 1 0 0 0,0 0 0 0 0,-8-6 0 0 0,1 0 84 0 0,-33-34-57 0 0,27 26-316 0 0,-1 1 0 0 0,-1 0 0 0 0,-1 2 0 0 0,-27-17 0 0 0,38 28-223 0 0,1 1 0 0 0,-1 1 0 0 0,0 0 0 0 0,0 0 0 0 0,0 0 0 0 0,0 2 0 0 0,-1-1 0 0 0,1 1 0 0 0,-16 1 0 0 0,26 0 480 0 0,-2-1-210 0 0,0 1 1 0 0,1 0-1 0 0,-1 0 1 0 0,0 0-1 0 0,0 0 1 0 0,1 0-1 0 0,-1 0 1 0 0,0 0-1 0 0,1 0 1 0 0,-1 1 0 0 0,0-1-1 0 0,1 1 1 0 0,-1-1-1 0 0,1 1 1 0 0,-1 0-1 0 0,0-1 1 0 0,0 2-1 0 0,-5 3-1468 0 0,0-1-1 0 0,1 2 0 0 0,0-1 1 0 0,0 0-1 0 0,1 1 0 0 0,-1 0 1 0 0,-7 13-1 0 0,10-13-534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9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0 1696 0 0,'0'0'3067'0'0,"-6"9"-2060"0"0,-5 10 183 0 0,0 0-1 0 0,-10 27 0 0 0,4 14-719 0 0,15-26-140 0 0,16-31-116 0 0,-11 3-179 0 0,1 0 41 0 0,11-4 10 0 0,2 4 62 0 0,-14-5-137 0 0,-1 1 0 0 0,1-1-1 0 0,0 0 1 0 0,-1 0 0 0 0,1 0 0 0 0,0 0-1 0 0,0 0 1 0 0,0-1 0 0 0,-1 1 0 0 0,1-1-1 0 0,0 0 1 0 0,4 0 0 0 0,-4 0-8 0 0,0 0 1 0 0,0 1-1 0 0,0-1 1 0 0,0 1-1 0 0,0-1 1 0 0,0 1-1 0 0,0 0 0 0 0,0 0 1 0 0,0 0-1 0 0,0 0 1 0 0,0 1-1 0 0,-1-1 1 0 0,5 4-1 0 0,4 4 32 0 0,0 1-1 0 0,-1 1 1 0 0,10 13-1 0 0,-16-19-23 0 0,19 28 287 0 0,-20-13 325 0 0,-3-14-594 0 0,-1-6-19 0 0,1 1 0 0 0,-1-1 0 0 0,1 0 0 0 0,0 0 0 0 0,-1 1 1 0 0,1-1-1 0 0,-1 0 0 0 0,1 0 0 0 0,-1 1 0 0 0,1-1 0 0 0,-1 0 1 0 0,1 0-1 0 0,0 0 0 0 0,-1 0 0 0 0,1 0 0 0 0,-1 0 1 0 0,1 0-1 0 0,-1 0 0 0 0,1 0 0 0 0,-1 0 0 0 0,1 0 0 0 0,-1 0 1 0 0,1 0-1 0 0,-1 0 0 0 0,0 0 0 0 0,-3 0 270 0 0,-16 3 13 0 0,14-3-418 0 0,-2 2 165 0 0,-1-1-1 0 0,0 0 1 0 0,0-1 0 0 0,1 0 0 0 0,-1 0 0 0 0,-11-2 0 0 0,16 1-240 0 0,0 0 1 0 0,0 0 0 0 0,0-1 0 0 0,1 1-1 0 0,-1-1 1 0 0,0 0 0 0 0,0 0 0 0 0,-3-3 0 0 0,4 2-420 0 0,-1 0 1 0 0,1 0-1 0 0,0 0 1 0 0,0-1-1 0 0,0 0 1 0 0,0 1 0 0 0,0-1-1 0 0,-3-8 1 0 0,3-5-4998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00.0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1888 0 0,'0'0'9920'0'0,"0"17"-8160"0"0,0 68 992 0 0,0-69-2848 0 0,17 19 383 0 0,-17-2-223 0 0,17-16 32 0 0,17 68-383 0 0,34-34-2305 0 0,16-51-9472 0 0,-66 0 10336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07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19 1600 0 0,'0'0'3435'0'0,"0"0"-3277"0"0,0-1 1 0 0,0 0-1 0 0,0 0 1 0 0,0 0 0 0 0,0 1-1 0 0,0-1 1 0 0,0 0 0 0 0,0 0-1 0 0,0 0 1 0 0,0 1 0 0 0,0-1-1 0 0,0 0 1 0 0,0 0 0 0 0,-1 1-1 0 0,1-1 1 0 0,0 0 0 0 0,-1 0-1 0 0,1 1 1 0 0,-1-2 0 0 0,-30 2 1734 0 0,30 0-1869 0 0,0 0 1 0 0,0 0-1 0 0,0 0 1 0 0,-1 0-1 0 0,1 1 1 0 0,0-1-1 0 0,0 0 1 0 0,0 1-1 0 0,0-1 0 0 0,0 1 1 0 0,0-1-1 0 0,0 1 1 0 0,0-1-1 0 0,1 1 1 0 0,-1 0-1 0 0,0-1 1 0 0,0 1-1 0 0,0 0 0 0 0,1 0 1 0 0,-1 0-1 0 0,0 0 1 0 0,1-1-1 0 0,-2 3 1 0 0,-3 4 122 0 0,0 0 0 0 0,0 1 0 0 0,0-1 0 0 0,-6 17 0 0 0,10-22-133 0 0,0 0-1 0 0,1 0 1 0 0,-1 0-1 0 0,0 0 0 0 0,1 0 1 0 0,-1 0-1 0 0,1 0 1 0 0,-1 0-1 0 0,1 0 0 0 0,0 0 1 0 0,0 0-1 0 0,0 0 1 0 0,0 0-1 0 0,1 0 1 0 0,-1 0-1 0 0,0 0 0 0 0,1 0 1 0 0,-1 0-1 0 0,1 0 1 0 0,0 0-1 0 0,0 0 1 0 0,0 0-1 0 0,0 0 0 0 0,0-1 1 0 0,0 1-1 0 0,0 0 1 0 0,1-1-1 0 0,-1 1 0 0 0,0-1 1 0 0,1 1-1 0 0,-1-1 1 0 0,1 1-1 0 0,0-1 1 0 0,3 2-1 0 0,12 0 62 0 0,50-3 5 0 0,-47-3-80 0 0,-18 2 18 0 0,0 0 0 0 0,-1 0 0 0 0,1 0 0 0 0,0 0 0 0 0,0 0 0 0 0,-1 0 0 0 0,1 0 0 0 0,-1 0 0 0 0,1-1 0 0 0,-1 1 0 0 0,0-1 0 0 0,1 1 0 0 0,-1-1 0 0 0,0 1 0 0 0,0-1 0 0 0,0 0 0 0 0,0 0 0 0 0,-1 1 0 0 0,1-1 0 0 0,1-3 0 0 0,3-14 436 0 0,0-1-1 0 0,2-23 0 0 0,-7 43-438 0 0,0-1 0 0 0,0 0-1 0 0,1 0 1 0 0,-1 0-1 0 0,0 0 1 0 0,0 0 0 0 0,0 0-1 0 0,0 1 1 0 0,0-1 0 0 0,0 0-1 0 0,0 0 1 0 0,0 0 0 0 0,0 0-1 0 0,0 0 1 0 0,0 0 0 0 0,-1 0-1 0 0,1 1 1 0 0,0-1-1 0 0,-1 0 1 0 0,1 0 0 0 0,0 0-1 0 0,-1 1 1 0 0,0-2 0 0 0,-8 5 41 0 0,7-2 246 0 0,2 51 34 0 0,0-51-347 0 0,0 1 0 0 0,0-1 1 0 0,1 1-1 0 0,-1-1 0 0 0,1 1 1 0 0,-1-1-1 0 0,1 0 0 0 0,-1 1 1 0 0,1-1-1 0 0,0 0 0 0 0,0 1 1 0 0,0-1-1 0 0,0 0 0 0 0,2 2 1 0 0,5 6-464 0 0,0 0 0 0 0,0-1 0 0 0,1 0 1 0 0,0-1-1 0 0,13 9 0 0 0,8 0-5374 0 0,50 21 1 0 0,-79-37 5713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07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69 2048 0 0,'28'28'6565'0'0,"-28"-27"-6491"0"0,1-1 0 0 0,-1 1 0 0 0,1-1 0 0 0,0 1 0 0 0,-1-1 0 0 0,1 1-1 0 0,0-1 1 0 0,0 1 0 0 0,-1-1 0 0 0,1 0 0 0 0,0 0 0 0 0,0 1 0 0 0,-1-1 0 0 0,1 0 0 0 0,0 0 0 0 0,0 0 0 0 0,-1 0 0 0 0,1 0-1 0 0,0 0 1 0 0,0 0 0 0 0,1 0 0 0 0,-2 0-72 0 0,0 0 0 0 0,0 0 0 0 0,0 0 0 0 0,1 0-1 0 0,-1 0 1 0 0,0 0 0 0 0,0 0 0 0 0,0 0 0 0 0,0 0 0 0 0,0 0 0 0 0,1-1-1 0 0,-1 1 1 0 0,0 0 0 0 0,0 0 0 0 0,0 0 0 0 0,0 1 0 0 0,0-1 0 0 0,1 0 0 0 0,-1 0-1 0 0,0 0 1 0 0,0 0 0 0 0,0 0 0 0 0,0 0 0 0 0,0 0 0 0 0,1 0 0 0 0,-1 0-1 0 0,0 0 1 0 0,0 0 0 0 0,0 0 0 0 0,0 0 0 0 0,0 0 0 0 0,0 1 0 0 0,0-1-1 0 0,0 0 1 0 0,1 0 0 0 0,-1 0 0 0 0,0 0 0 0 0,0 0 0 0 0,0 0 0 0 0,0 0-1 0 0,0 1 1 0 0,0-1 0 0 0,0 0 0 0 0,0 0 0 0 0,0 0 0 0 0,0 0 0 0 0,0 0-1 0 0,0 1 1 0 0,0 0 11 0 0,1 1 0 0 0,-1-1-1 0 0,0 1 1 0 0,1-1 0 0 0,-1 1-1 0 0,1-1 1 0 0,-1 0 0 0 0,1 1-1 0 0,0-1 1 0 0,0 0 0 0 0,-1 1-1 0 0,1-1 1 0 0,0 0 0 0 0,0 0-1 0 0,1 1 1 0 0,44 49 563 0 0,-21-11-293 0 0,-22-38-102 0 0,0-21-10 0 0,25-128 746 0 0,-25 96-3461 0 0,0 49 1168 0 0,-3 2 1101 0 0,1 0 0 0 0,0-1 0 0 0,-1 1-1 0 0,1 0 1 0 0,0 0 0 0 0,0 0 0 0 0,-1 0 0 0 0,1 0-1 0 0,0 0 1 0 0,0 0 0 0 0,-1 0 0 0 0,1 0 0 0 0,0 0 0 0 0,0 0-1 0 0,0 0 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08.1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49 121 1952 0 0,'0'0'140'0'0,"-1"1"1"0"0,0-1-1 0 0,1 0 0 0 0,-1 0 1 0 0,1 0-1 0 0,-1 0 1 0 0,1 0-1 0 0,-1 0 0 0 0,0 0 1 0 0,1 0-1 0 0,-1 0 0 0 0,1 0 1 0 0,-1-1-1 0 0,1 1 0 0 0,-1 0 1 0 0,1 0-1 0 0,-1 0 1 0 0,1-1-1 0 0,-1 1 0 0 0,1 0 1 0 0,-1 0-1 0 0,1-1 0 0 0,-1 1 1 0 0,1-1-1 0 0,-1 1 1 0 0,1 0-1 0 0,0-1 0 0 0,-1 1 1 0 0,1-1-1 0 0,0 1 0 0 0,-1-1 1 0 0,1 1-1 0 0,0-1 0 0 0,0 1 1 0 0,-1-1-1 0 0,1 1 1 0 0,0-1-1 0 0,0 1 0 0 0,0-1 1 0 0,0 0-1 0 0,0 1 0 0 0,0-1 1 0 0,0 1-1 0 0,0-1 1 0 0,0 1-1 0 0,0-1 0 0 0,0 0 1 0 0,0 1-1 0 0,0-2 0 0 0,31 2 3172 0 0,3 0-2485 0 0,-31 0-710 0 0,-3 1-111 0 0,1-1 0 0 0,0 0-1 0 0,-1 0 1 0 0,1 0 0 0 0,0 0 0 0 0,-1 0-1 0 0,1 0 1 0 0,0 0 0 0 0,-1 0 0 0 0,1 0-1 0 0,0 0 1 0 0,-1 0 0 0 0,1-1 0 0 0,0 1-1 0 0,-1 0 1 0 0,1 0 0 0 0,0-1-1 0 0,-1 1 1 0 0,1 0 0 0 0,-1-1 0 0 0,1 1-1 0 0,-1-1 1 0 0,1 1 0 0 0,-1-1 0 0 0,1 1-1 0 0,-1-1 1 0 0,1 1 0 0 0,-1-1-1 0 0,0 1 1 0 0,1-2 0 0 0,12-6 72 0 0,-10 8 56 0 0,3-6-129 0 0,-5 5 41 0 0,0 0-1 0 0,0 0 1 0 0,0 0 0 0 0,0 0-1 0 0,0-1 1 0 0,-1 1 0 0 0,1 0-1 0 0,0 0 1 0 0,-1-1 0 0 0,1 1 0 0 0,0 0-1 0 0,-1-1 1 0 0,0 1 0 0 0,1-1-1 0 0,-1 1 1 0 0,0-1 0 0 0,0 1-1 0 0,1-1 1 0 0,-1 1 0 0 0,0-1 0 0 0,-1 1-1 0 0,1 0 1 0 0,0-1 0 0 0,0 1-1 0 0,-1-1 1 0 0,0-1 0 0 0,0 0 164 0 0,-1 0 0 0 0,1 0 0 0 0,-1 0 1 0 0,0 0-1 0 0,0 1 0 0 0,-1-1 0 0 0,1 1 1 0 0,0-1-1 0 0,-1 1 0 0 0,-4-4 0 0 0,5 5-147 0 0,0 0-1 0 0,0-1 0 0 0,0 1 0 0 0,0 0 0 0 0,0 0 1 0 0,0 1-1 0 0,0-1 0 0 0,0 0 0 0 0,0 1 0 0 0,-1-1 1 0 0,1 1-1 0 0,0-1 0 0 0,-1 1 0 0 0,1 0 0 0 0,0 0 1 0 0,0 0-1 0 0,-1 1 0 0 0,-3 0 0 0 0,-2 0 148 0 0,7-1-204 0 0,1-1-1 0 0,-1 1 1 0 0,0 0-1 0 0,1 0 1 0 0,-1 0-1 0 0,1 0 0 0 0,-1 0 1 0 0,0 0-1 0 0,1 0 1 0 0,-1 0-1 0 0,0 0 0 0 0,1 0 1 0 0,-1 0-1 0 0,1 0 1 0 0,-1 1-1 0 0,0-1 1 0 0,1 0-1 0 0,-1 0 0 0 0,1 1 1 0 0,-1-1-1 0 0,1 0 1 0 0,-1 1-1 0 0,1-1 1 0 0,-1 0-1 0 0,1 1 0 0 0,-1-1 1 0 0,1 1-1 0 0,-1-1 1 0 0,1 1-1 0 0,0-1 0 0 0,-1 1 1 0 0,-7 10 130 0 0,-1-4 66 0 0,8-7-184 0 0,-1 1 1 0 0,1-1-1 0 0,0 1 1 0 0,0 0-1 0 0,0 0 1 0 0,0-1-1 0 0,0 1 1 0 0,0 0-1 0 0,0 0 0 0 0,0 0 1 0 0,0 0-1 0 0,0 0 1 0 0,0 1-1 0 0,1-1 1 0 0,-1 0-1 0 0,0 0 1 0 0,1 0-1 0 0,-1 1 0 0 0,1-1 1 0 0,0 0-1 0 0,-1 3 1 0 0,-5 7-14 0 0,5-9-1 0 0,0-1-1 0 0,0 1 1 0 0,0-1-1 0 0,0 1 1 0 0,1-1-1 0 0,-1 1 1 0 0,0 0 0 0 0,1-1-1 0 0,-1 1 1 0 0,1 0-1 0 0,0-1 1 0 0,0 1-1 0 0,-1 0 1 0 0,1 0-1 0 0,0-1 1 0 0,0 1 0 0 0,0 0-1 0 0,1 0 1 0 0,-1-1-1 0 0,0 1 1 0 0,1 0-1 0 0,-1-1 1 0 0,1 1-1 0 0,0 0 1 0 0,-1-1-1 0 0,1 1 1 0 0,0-1 0 0 0,0 1-1 0 0,1 1 1 0 0,8 8-62 0 0,0 0 0 0 0,1-1 0 0 0,0 0 1 0 0,1-1-1 0 0,25 16 0 0 0,-34-23-22 0 0,0 1 1 0 0,1-1-1 0 0,-1 0 0 0 0,1-1 0 0 0,0 1 1 0 0,-1 0-1 0 0,1-1 0 0 0,0 0 0 0 0,0 0 1 0 0,0 0-1 0 0,0-1 0 0 0,0 1 1 0 0,0-1-1 0 0,0 0 0 0 0,0 0 0 0 0,5-1 1 0 0,1 0-417 0 0,-6 1-599 0 0,1 0 0 0 0,0 0 0 0 0,-1 0 0 0 0,1-1 0 0 0,0 0 0 0 0,-1 0 0 0 0,1 0 0 0 0,8-4 0 0 0,2 0-2084 0 0,10 2-1178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5.0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35 1888 0 0,'-23'-12'5064'0'0,"19"9"-4499"0"0,0 0 0 0 0,-1 1-1 0 0,1-1 1 0 0,-1 1 0 0 0,0 0-1 0 0,1 1 1 0 0,-1-1 0 0 0,0 1-1 0 0,0 0 1 0 0,0 0 0 0 0,0 1-1 0 0,-10-1 1 0 0,4 1-183 0 0,5 0-210 0 0,-1 0 1 0 0,0 0-1 0 0,0 0 1 0 0,0 1-1 0 0,0 0 1 0 0,1 0-1 0 0,-1 1 1 0 0,0 0-1 0 0,1 0 0 0 0,0 0 1 0 0,-1 1-1 0 0,1 0 1 0 0,0 0-1 0 0,0 1 1 0 0,0 0-1 0 0,1 0 1 0 0,0 0-1 0 0,-6 5 0 0 0,-71 73 644 0 0,75-74-762 0 0,1 0-1 0 0,0 1 0 0 0,0 0 1 0 0,0 0-1 0 0,1 0 0 0 0,0 0 1 0 0,-4 15-1 0 0,-45 134 299 0 0,48-137-264 0 0,1-1-1 0 0,1 1 0 0 0,1 0 1 0 0,-1 35-1 0 0,1 158 164 0 0,2-196-319 0 0,1 0 0 0 0,1 0 0 0 0,4 27 0 0 0,4-12 77 0 0,1 1-1 0 0,1-1 1 0 0,2-1 0 0 0,1 0-1 0 0,1-1 1 0 0,2 0 0 0 0,25 33-1 0 0,17 1 184 0 0,14 0-1157 0 0,155 110-5632 0 0,-215-167 5385 0 0,1 0 1 0 0,-1-1-1 0 0,1-1 0 0 0,1 0 0 0 0,-1-1 1 0 0,1-1-1 0 0,-1 0 0 0 0,1-1 1 0 0,23 2-1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6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17 1888 0 0,'-17'0'7008'0'0,"0"-17"-896"0"0,34 254-3329 0 0,-17-187-2527 0 0,17-32-128 0 0,-17 15-448 0 0,0 1-416 0 0,17 17-383 0 0,-17-34 639 0 0,68 51-15040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6.4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3 133 2048 0 0,'-1'19'5350'0'0,"1"-15"-5206"0"0,-1-1 0 0 0,1 0 0 0 0,0 1 0 0 0,0-1 0 0 0,0 0 0 0 0,0 1 0 0 0,1-1 0 0 0,-1 0-1 0 0,1 1 1 0 0,0-1 0 0 0,0 0 0 0 0,0 0 0 0 0,0 0 0 0 0,1 1 0 0 0,-1-2 0 0 0,1 1 0 0 0,0 0 0 0 0,4 5 0 0 0,19 15-64 0 0,-17-18-56 0 0,0-1 1 0 0,0 1-1 0 0,1-1 0 0 0,0-1 0 0 0,-1 0 1 0 0,1 0-1 0 0,0 0 0 0 0,1-1 1 0 0,-1-1-1 0 0,0 0 0 0 0,1 0 1 0 0,-1 0-1 0 0,0-1 0 0 0,1-1 0 0 0,-1 0 1 0 0,0 0-1 0 0,14-4 0 0 0,-21 5-12 0 0,0 0-1 0 0,0-1 0 0 0,1 1 0 0 0,-1-1 0 0 0,0 1 1 0 0,0-1-1 0 0,0 0 0 0 0,0 0 0 0 0,0 0 0 0 0,-1 0 1 0 0,1 0-1 0 0,0 0 0 0 0,0-1 0 0 0,-1 1 0 0 0,1-1 1 0 0,0 1-1 0 0,-1-1 0 0 0,0 1 0 0 0,1-1 0 0 0,-1 0 1 0 0,0 0-1 0 0,0 0 0 0 0,0 0 0 0 0,0 0 1 0 0,0 0-1 0 0,0-2 0 0 0,6-8 225 0 0,-7 11-225 0 0,1 1 0 0 0,-1-1 0 0 0,1 0-1 0 0,-1 1 1 0 0,0-1 0 0 0,1 0 0 0 0,-1 0 0 0 0,0 1 0 0 0,1-1-1 0 0,-1 0 1 0 0,0 0 0 0 0,0 0 0 0 0,0 1 0 0 0,1-1 0 0 0,-1 0 0 0 0,0 0-1 0 0,0 0 1 0 0,0 0 0 0 0,-1 1 0 0 0,1-1 0 0 0,0 0 0 0 0,0 0-1 0 0,0 0 1 0 0,-1-1 0 0 0,1 1 8 0 0,-1 1-1 0 0,1-1 1 0 0,0 0-1 0 0,0 1 1 0 0,-1-1 0 0 0,1 0-1 0 0,0 0 1 0 0,0 1-1 0 0,0-1 1 0 0,0 0 0 0 0,0 0-1 0 0,0 1 1 0 0,0-1-1 0 0,0 0 1 0 0,1 1 0 0 0,-1-1-1 0 0,0 0 1 0 0,0 0-1 0 0,1 1 1 0 0,-1-1 0 0 0,0 1-1 0 0,1-1 1 0 0,-1 0-1 0 0,1 0 1 0 0,1-1 38 0 0,-1 1 0 0 0,0-1 0 0 0,1 0 0 0 0,-1 0 0 0 0,0 0 1 0 0,0 0-1 0 0,0 0 0 0 0,0 0 0 0 0,0 0 0 0 0,-1 0 0 0 0,1 0 0 0 0,0 0 0 0 0,-1 0 0 0 0,0 0 1 0 0,0 0-1 0 0,1-1 0 0 0,-1-2 0 0 0,-1-1 120 0 0,0 1 1 0 0,0 0-1 0 0,0-1 1 0 0,-1 1-1 0 0,1 0 1 0 0,-1 0-1 0 0,-4-7 1 0 0,-2-1 234 0 0,0 0-1 0 0,-1 0 1 0 0,0 1 0 0 0,-16-16 0 0 0,24 27-400 0 0,1 0 1 0 0,-1 0-1 0 0,0 0 1 0 0,0 0 0 0 0,0 0-1 0 0,-1 0 1 0 0,1 0 0 0 0,0 0-1 0 0,0 0 1 0 0,0 0 0 0 0,-1 1-1 0 0,1-1 1 0 0,0 1 0 0 0,0-1-1 0 0,-1 1 1 0 0,1-1 0 0 0,-1 1-1 0 0,1 0 1 0 0,0-1 0 0 0,-1 1-1 0 0,1 0 1 0 0,-1 0 0 0 0,1 0-1 0 0,-1 0 1 0 0,1 1 0 0 0,-1-1-1 0 0,1 0 1 0 0,0 0 0 0 0,-1 1-1 0 0,1-1 1 0 0,-2 2 0 0 0,-15 2 64 0 0,1 0-148 0 0,0 1 0 0 0,1 0 0 0 0,-1 1 0 0 0,-28 15 0 0 0,43-20 40 0 0,0 1 0 0 0,1-1 0 0 0,-1 1 0 0 0,0 0-1 0 0,1 0 1 0 0,0 0 0 0 0,-1-1 0 0 0,1 1 0 0 0,0 1-1 0 0,-1 2 1 0 0,-3 3-185 0 0,4-8 200 0 0,1 1 0 0 0,0-1 0 0 0,-1 0 0 0 0,1 0 0 0 0,0 0 1 0 0,0 1-1 0 0,-1-1 0 0 0,1 0 0 0 0,0 0 0 0 0,0 1 0 0 0,0-1 1 0 0,-1 0-1 0 0,1 0 0 0 0,0 1 0 0 0,0-1 0 0 0,0 0 0 0 0,0 1 1 0 0,0-1-1 0 0,0 0 0 0 0,0 1 0 0 0,-1-1 0 0 0,1 0 1 0 0,0 1-1 0 0,0-1 0 0 0,0 0 0 0 0,0 1 0 0 0,0-1 0 0 0,1 0 1 0 0,-1 1-1 0 0,0-1 0 0 0,0 0 0 0 0,0 1 0 0 0,0-1 0 0 0,0 0 1 0 0,0 1-1 0 0,1-1 0 0 0,-1 1-3 0 0,0-1 0 0 0,0 0-1 0 0,0 1 1 0 0,1-1 0 0 0,-1 0 0 0 0,0 1 0 0 0,0-1-1 0 0,0 0 1 0 0,0 1 0 0 0,0-1 0 0 0,0 0 0 0 0,0 1-1 0 0,0-1 1 0 0,0 0 0 0 0,0 1 0 0 0,0-1 0 0 0,0 0-1 0 0,0 1 1 0 0,0-1 0 0 0,0 0 0 0 0,0 0 0 0 0,-1 1-1 0 0,1-1 1 0 0,0 0 0 0 0,0 1 0 0 0,0-1 0 0 0,0 0-1 0 0,-1 1 1 0 0,1-1 0 0 0,0 0 0 0 0,0 0 0 0 0,0 1-1 0 0,-1-1 1 0 0,1 0 0 0 0,0 0 0 0 0,-1 1 0 0 0,-1 0-211 0 0,-8 11-213 0 0,10-11 277 0 0,0 1 0 0 0,0-1 0 0 0,0 0 0 0 0,0 1 1 0 0,0-1-1 0 0,0 0 0 0 0,0 0 0 0 0,1 1 0 0 0,-1-1 1 0 0,0 0-1 0 0,1 0 0 0 0,-1 1 0 0 0,1-1 1 0 0,0 0-1 0 0,-1 0 0 0 0,1 0 0 0 0,0 0 0 0 0,-1 0 1 0 0,1 0-1 0 0,1 1 0 0 0,54 57-10383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7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1728 0 0,'2'23'11377'0'0,"-2"-21"-11276"0"0,0 0 0 0 0,1 0 1 0 0,0 0-1 0 0,-1 0 0 0 0,1-1 0 0 0,0 1 0 0 0,0 0 1 0 0,0 0-1 0 0,0 0 0 0 0,0-1 0 0 0,3 4 1 0 0,-1-2-76 0 0,-3 2-58 0 0,0 0 44 0 0,1-1 0 0 0,-1 1 0 0 0,1-1 0 0 0,1 1-1 0 0,-1-1 1 0 0,0 0 0 0 0,1 0 0 0 0,4 7 0 0 0,-5-7-43 0 0,1 1 0 0 0,1-1 0 0 0,-1 0 0 0 0,0 0 0 0 0,1 0 0 0 0,0 0 0 0 0,0-1 1 0 0,0 1-1 0 0,6 4 0 0 0,-6-7 23 0 0,-1 0 1 0 0,1 0-1 0 0,-1 0 0 0 0,1 0 1 0 0,0 0-1 0 0,-1-1 1 0 0,1 1-1 0 0,0-1 1 0 0,-1 0-1 0 0,1 0 0 0 0,5 0 1 0 0,3-2 52 0 0,1 1 0 0 0,-1-2 0 0 0,0 1 0 0 0,1-2 0 0 0,-1 1 0 0 0,19-11 0 0 0,-28 14-16 0 0,0-1 1 0 0,0 0 0 0 0,0 0 0 0 0,0-1 0 0 0,0 1 0 0 0,-1 0 0 0 0,1-1 0 0 0,0 1 0 0 0,-1-1 0 0 0,1 1 0 0 0,1-3 0 0 0,-2-12 341 0 0,-2 4-40 0 0,1-27 1018 0 0,1 29-587 0 0,6 25 124 0 0,27 93 1023 0 0,-24-68-1609 0 0,6 13-477 0 0,-6-17 139 0 0,11 32-2175 0 0,-19-63 645 0 0,-1 9-2339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8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60 3072 0 0,'0'-2'8421'0'0,"0"-10"-4528"0"0,6 29-1290 0 0,16 65-1222 0 0,-21-77-1304 0 0,1 0-1 0 0,-1 0 1 0 0,1 1-1 0 0,0-1 1 0 0,0-1-1 0 0,5 9 1 0 0,-6-12-91 0 0,0 1 0 0 0,0-1 0 0 0,-1 1 0 0 0,1-1 0 0 0,0 1 0 0 0,-1-1 0 0 0,1 1 0 0 0,-1 0 0 0 0,0-1 0 0 0,1 1 0 0 0,-1 0-1 0 0,0-1 1 0 0,0 1 0 0 0,0 3 0 0 0,0-3 35 0 0,0 0 0 0 0,1 0-1 0 0,-1 0 1 0 0,1 0-1 0 0,-1 0 1 0 0,1 0-1 0 0,0 0 1 0 0,0-1 0 0 0,0 1-1 0 0,0 0 1 0 0,0 0-1 0 0,1-1 1 0 0,2 3-1 0 0,0 10-169 0 0,-6-28 282 0 0,2-116 321 0 0,3 71-337 0 0,-2 57-103 0 0,-1-1 0 0 0,1 1 1 0 0,-1 0-1 0 0,1-1 0 0 0,0 1 0 0 0,0 0 0 0 0,0-1 1 0 0,1 1-1 0 0,-1 0 0 0 0,0 0 0 0 0,1 0 0 0 0,-1 0 1 0 0,1 0-1 0 0,0 0 0 0 0,0 1 0 0 0,3-3 0 0 0,-1 0-36 0 0,-4 3 21 0 0,1 1 0 0 0,-1 0 0 0 0,0 0 0 0 0,0 0 0 0 0,1 0 0 0 0,-1-1 0 0 0,0 1 0 0 0,0 0 0 0 0,1 0 0 0 0,-1 0 0 0 0,0 0 0 0 0,1 0 0 0 0,-1 0 0 0 0,0 0 0 0 0,1 0 0 0 0,-1 0 0 0 0,0 0 0 0 0,0 0 0 0 0,1 0 0 0 0,-1 0 0 0 0,0 0 0 0 0,1 0 0 0 0,-1 0 0 0 0,0 0 0 0 0,1 0 1 0 0,-1 0-1 0 0,0 1 0 0 0,0-1 0 0 0,1 0 0 0 0,-1 0 0 0 0,0 0 0 0 0,0 0 0 0 0,1 1 0 0 0,-1-1 0 0 0,0 0 0 0 0,0 0 0 0 0,0 1 0 0 0,1-1 0 0 0,-1 0 0 0 0,0 0 0 0 0,0 1 0 0 0,0-1 0 0 0,0 1 0 0 0,18 12 28 0 0,-1 2-1 0 0,-1 1 1 0 0,20 24 0 0 0,47 45 42 0 0,-47-55 16 0 0,35 33-69 0 0,-68-60-128 0 0,17-3 774 0 0,-20 0-661 0 0,1 0 0 0 0,0 0 0 0 0,-1-1 0 0 0,1 1 0 0 0,0 0 0 0 0,-1 0 0 0 0,1-1 0 0 0,0 1 0 0 0,-1-1 0 0 0,1 1 0 0 0,-1 0 0 0 0,1-1 0 0 0,-1 1 0 0 0,1-1 0 0 0,-1 1 0 0 0,1-1 0 0 0,-1 1 0 0 0,1-1 0 0 0,-1 0 0 0 0,0 1 0 0 0,1-1 0 0 0,-1 0 0 0 0,0 1 0 0 0,1-1 0 0 0,-1 0 0 0 0,0 1 0 0 0,0-1 0 0 0,0 0 0 0 0,0 1 0 0 0,1-1 0 0 0,-1-1 0 0 0,2-8 57 0 0,0 0 0 0 0,0 0 0 0 0,-1 0 0 0 0,0 0 0 0 0,-1 0 0 0 0,0 0 0 0 0,-1-1 1 0 0,0 1-1 0 0,0 0 0 0 0,-1 0 0 0 0,-5-15 0 0 0,3 12-970 0 0,-1 0 1 0 0,0 0-1 0 0,-10-16 1 0 0,9 18-1779 0 0,-1 1 0 0 0,0 0-1 0 0,0 1 1 0 0,-10-9 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8.7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1600 0 0,'0'-3'1664'0'0,"0"-56"5776"0"0,0 59-7399 0 0,0 0 0 0 0,0 0 0 0 0,0-1 0 0 0,0 1 0 0 0,0 0 0 0 0,0-1 0 0 0,0 1 0 0 0,0 0 0 0 0,0 0 0 0 0,0-1 0 0 0,0 1 0 0 0,0 0 0 0 0,0-1 0 0 0,1 1 0 0 0,-1 0 0 0 0,0 0 0 0 0,0-1 0 0 0,0 1 0 0 0,0 0 0 0 0,0 0 0 0 0,1-1 0 0 0,-1 1 0 0 0,0 0 0 0 0,0 0 0 0 0,0 0 0 0 0,1-1 0 0 0,-1 1 0 0 0,0 0 0 0 0,0 0 0 0 0,1 0 0 0 0,-1 0 0 0 0,0 0 0 0 0,0-1 0 0 0,1 1 1 0 0,-1 0-1 0 0,0 0 0 0 0,0 0 0 0 0,1 0 0 0 0,0-1 100 0 0,1 0 1 0 0,-1 1-1 0 0,1-1 1 0 0,-1 1 0 0 0,1-1-1 0 0,0 1 1 0 0,-1-1 0 0 0,1 1-1 0 0,-1 0 1 0 0,1 0-1 0 0,0 0 1 0 0,-1 0 0 0 0,1 0-1 0 0,0 0 1 0 0,-1 0 0 0 0,1 0-1 0 0,-1 1 1 0 0,1-1-1 0 0,0 1 1 0 0,-1-1 0 0 0,1 1-1 0 0,-1-1 1 0 0,1 1-1 0 0,-1 0 1 0 0,0 0 0 0 0,1 0-1 0 0,-1 0 1 0 0,0 0 0 0 0,0 0-1 0 0,1 0 1 0 0,-1 0-1 0 0,0 1 1 0 0,1 1 0 0 0,29 21 920 0 0,-17-15-718 0 0,-6-4-268 0 0,0 0 0 0 0,0 1 1 0 0,-1 0-1 0 0,1 0 0 0 0,-1 1 0 0 0,-1 0 0 0 0,1 0 0 0 0,5 9 0 0 0,2 6 57 0 0,-1 0 1 0 0,16 41-1 0 0,104 236 667 0 0,-117-262-800 0 0,13 42 0 0 0,-23-52-24 0 0,-2 1 0 0 0,0-1 0 0 0,-1 55 0 0 0,-3-80-6 0 0,0-1 0 0 0,0 1 0 0 0,1 0 0 0 0,-1 0 0 0 0,0-1 0 0 0,1 1 0 0 0,-1 0 0 0 0,1-1 0 0 0,-1 1 0 0 0,1 0 0 0 0,1 2 0 0 0,6 18-234 0 0,-6-12 171 0 0,0 0 1 0 0,-1-1-1 0 0,-1 1 0 0 0,0 0 1 0 0,0 0-1 0 0,-1 0 0 0 0,-3 14 1 0 0,-21 61-532 0 0,10-31 224 0 0,-38 134-3435 0 0,49-174 1822 0 0,-1-1 0 0 0,0 1 1 0 0,-1-2-1 0 0,0 1 0 0 0,-1-1 0 0 0,-17 23 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20.9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1696 0 0,'0'0'9285'0'0,"3"16"-3808"0"0,2-16-5361 0 0,-5 0-102 0 0,1 0 0 0 0,0-1 0 0 0,0 1 0 0 0,-1 0-1 0 0,1 0 1 0 0,0 0 0 0 0,0 0 0 0 0,-1 0 0 0 0,1 0 0 0 0,0 0-1 0 0,0 0 1 0 0,-1 0 0 0 0,1 0 0 0 0,0 0 0 0 0,0 0-1 0 0,-1 1 1 0 0,1-1 0 0 0,0 0 0 0 0,0 0 0 0 0,-1 1 0 0 0,1-1-1 0 0,0 1 1 0 0,-1-1 0 0 0,1 0 0 0 0,-1 1 0 0 0,1-1-1 0 0,0 1 1 0 0,-1 0 0 0 0,1-1 0 0 0,-1 1 0 0 0,1-1-1 0 0,-1 1 1 0 0,0 0 0 0 0,1-1 0 0 0,-1 1 0 0 0,0 0 0 0 0,1-1-1 0 0,-1 1 1 0 0,0 0 0 0 0,1 1 0 0 0,4-1 188 0 0,1 0-1 0 0,0 0 1 0 0,0-1 0 0 0,-1 0-1 0 0,11-1 1 0 0,-13 1-223 0 0,83-1 694 0 0,-60 1-623 0 0,0-2-1 0 0,40-8 0 0 0,-62 9-77 0 0,1 0 0 0 0,0 1-1 0 0,-1 0 1 0 0,1-1 0 0 0,-1 2 0 0 0,1-1-1 0 0,0 0 1 0 0,-1 1 0 0 0,1 0-1 0 0,-1 0 1 0 0,1 0 0 0 0,4 3-1 0 0,26 3-765 0 0,6-7-1481 0 0,-3-1-2120 0 0,-2 2-5484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21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1600 0 0,'0'0'7141'0'0,"0"19"-4421"0"0,0-18-2685 0 0,0-1 0 0 0,0 1 0 0 0,1-1 0 0 0,-1 1-1 0 0,0-1 1 0 0,1 1 0 0 0,-1-1 0 0 0,0 1 0 0 0,1-1 0 0 0,-1 1 0 0 0,1-1 0 0 0,-1 1-1 0 0,0-1 1 0 0,1 0 0 0 0,-1 1 0 0 0,1-1 0 0 0,-1 1 0 0 0,1-1 0 0 0,0 0 0 0 0,-1 0 0 0 0,1 1-1 0 0,-1-1 1 0 0,1 0 0 0 0,-1 0 0 0 0,1 0 0 0 0,1 0 0 0 0,28 5 669 0 0,37-6 140 0 0,-56 0-689 0 0,62 1 280 0 0,116 0-2310 0 0,-156 3-7783 0 0,-31 10 6650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56.2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65 2784 0 0,'0'0'2629'0'0,"6"0"-791"0"0,8 0-129 0 0,2 1-196 0 0,-10 0-1244 0 0,0-1 0 0 0,0 0 1 0 0,0 0-1 0 0,1 0 0 0 0,-1 0 0 0 0,0-1 0 0 0,0 0 0 0 0,6-2 1 0 0,2-4-151 0 0,-8 4-71 0 0,0 0 0 0 0,0 0 1 0 0,0 0-1 0 0,1 1 0 0 0,-1 0 1 0 0,1 0-1 0 0,0 1 0 0 0,-1-1 0 0 0,1 2 1 0 0,0-1-1 0 0,7 1 0 0 0,-4 0 31 0 0,-5 1-50 0 0,0-1 1 0 0,-1 0-1 0 0,1 0 1 0 0,-1 0-1 0 0,1-1 1 0 0,-1 0-1 0 0,5-1 1 0 0,24-6-882 0 0,0 0 0 0 0,0 3 0 0 0,45-3 0 0 0,-77 8 712 0 0,0 0-1 0 0,-1-1 1 0 0,1 1-1 0 0,0 0 1 0 0,0 0-1 0 0,0 0 1 0 0,0 0-1 0 0,-1 0 1 0 0,1 0-1 0 0,0 1 1 0 0,0-1-1 0 0,0 0 1 0 0,0 0-1 0 0,-1 0 1 0 0,1 1-1 0 0,0-1 1 0 0,0 1-1 0 0,-1-1 1 0 0,1 0 0 0 0,0 1-1 0 0,-1-1 1 0 0,1 1-1 0 0,0 0 1 0 0,-1-1-1 0 0,1 1 1 0 0,-1-1-1 0 0,1 1 1 0 0,-1 0-1 0 0,1-1 1 0 0,-1 1-1 0 0,1 0 1 0 0,0 1-1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56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2240 0 0,'0'0'8688'0'0,"13"0"-6182"0"0,86 0 1339 0 0,-16 0-3002 0 0,-74 0-790 0 0,-1 0 1 0 0,0 0-1 0 0,0-1 0 0 0,0-1 1 0 0,15-3-1 0 0,-16 3-89 0 0,-1 0-1 0 0,1 0 1 0 0,0 1-1 0 0,0 0 1 0 0,13 1-1 0 0,138 0-965 0 0,-99 0-4374 0 0,-24 0-3045 0 0,-21 0 4997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0.6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1792 0 0,'0'12'1134'0'0,"1"0"-1"0"0,0 1 1 0 0,0-1 0 0 0,2 0-1 0 0,6 22 1 0 0,7 26 186 0 0,-10-30-1078 0 0,25 95 764 0 0,-27-113-948 0 0,-1 0 0 0 0,0 1 0 0 0,-1-1-1 0 0,0 1 1 0 0,1 21 0 0 0,-3-29-29 0 0,0 0 1 0 0,0-1-1 0 0,1 1 0 0 0,-1 0 1 0 0,1-1-1 0 0,1 1 0 0 0,2 7 1 0 0,-1-4-7 0 0,13 34 192 0 0,22 86 0 0 0,-38-125-207 0 0,0 0 1 0 0,0-1-1 0 0,0 1 0 0 0,1 0 0 0 0,-1-1 1 0 0,1 1-1 0 0,0 0 0 0 0,0-1 0 0 0,0 1 1 0 0,0-1-1 0 0,0 1 0 0 0,1-1 1 0 0,-1 0-1 0 0,1 1 0 0 0,-1-1 0 0 0,1 0 1 0 0,3 3-1 0 0,8 12 110 0 0,-9-7-84 0 0,-4-9-27 0 0,0 0 1 0 0,1 0 0 0 0,-1 0-1 0 0,0-1 1 0 0,0 1 0 0 0,0 0 0 0 0,1 0-1 0 0,-1 0 1 0 0,0-1 0 0 0,1 1-1 0 0,-1 0 1 0 0,1-1 0 0 0,-1 1-1 0 0,1 0 1 0 0,-1-1 0 0 0,1 1-1 0 0,-1 0 1 0 0,1-1 0 0 0,0 1 0 0 0,-1-1-1 0 0,1 1 1 0 0,0-1 0 0 0,-1 0-1 0 0,1 1 1 0 0,0-1 0 0 0,0 0-1 0 0,-1 1 1 0 0,1-1 0 0 0,0 0 0 0 0,0 0-1 0 0,0 0 1 0 0,1 0 0 0 0,0 0 88 0 0,1 0 1 0 0,-1-1-1 0 0,0 1 1 0 0,1-1-1 0 0,-1 0 1 0 0,0 0-1 0 0,1 0 0 0 0,-1 0 1 0 0,0 0-1 0 0,0 0 1 0 0,0 0-1 0 0,0-1 1 0 0,0 1-1 0 0,0-1 1 0 0,0 0-1 0 0,-1 0 1 0 0,1 1-1 0 0,-1-1 1 0 0,1 0-1 0 0,-1 0 1 0 0,2-4-1 0 0,48-141 1147 0 0,-40 96-910 0 0,-11 49-315 0 0,0 0 0 0 0,0-1-1 0 0,1 1 1 0 0,-1 0-1 0 0,1 0 1 0 0,-1-1 0 0 0,1 1-1 0 0,0 0 1 0 0,0 0 0 0 0,0 0-1 0 0,0 0 1 0 0,0 0-1 0 0,0 0 1 0 0,0 0 0 0 0,1 0-1 0 0,-1 1 1 0 0,3-3-1 0 0,-2 3-3 0 0,-1 0 0 0 0,1-1 0 0 0,0 1 0 0 0,0 0 0 0 0,0 0 0 0 0,0 0-1 0 0,0 0 1 0 0,0 1 0 0 0,0-1 0 0 0,0 0 0 0 0,1 1 0 0 0,-1 0-1 0 0,0-1 1 0 0,0 1 0 0 0,0 0 0 0 0,1 0 0 0 0,-1 0 0 0 0,0 1 0 0 0,0-1-1 0 0,0 0 1 0 0,1 1 0 0 0,-1-1 0 0 0,0 1 0 0 0,0 0 0 0 0,0 0-1 0 0,0 0 1 0 0,0 0 0 0 0,0 0 0 0 0,0 0 0 0 0,-1 0 0 0 0,3 3-1 0 0,4 2-3 0 0,0 0 0 0 0,0 1 0 0 0,0 0-1 0 0,-1 0 1 0 0,9 12 0 0 0,26 44 13 0 0,-36-52-35 0 0,1 0 0 0 0,1 0 0 0 0,-1-1 0 0 0,2 0 1 0 0,-1 0-1 0 0,1-1 0 0 0,1 0 0 0 0,0-1 0 0 0,12 9 0 0 0,12 13-60 0 0,-30-26 71 0 0,0 0 0 0 0,0 0 1 0 0,0 0-1 0 0,1 0 0 0 0,0-1 1 0 0,-1 0-1 0 0,1 0 0 0 0,0 0 0 0 0,1 0 1 0 0,10 3-1 0 0,-10-4 0 0 0,-4-1 10 0 0,-1 0 0 0 0,1 0 0 0 0,0-1-1 0 0,0 1 1 0 0,0 0 0 0 0,0-1 0 0 0,0 1 0 0 0,-1-1 0 0 0,1 0 0 0 0,0 0 0 0 0,0 0 0 0 0,0 0 0 0 0,0 0 0 0 0,0 0 0 0 0,0 0 0 0 0,0-1-1 0 0,0 1 1 0 0,0-1 0 0 0,0 1 0 0 0,0-1 0 0 0,0 0 0 0 0,-1 1 0 0 0,1-1 0 0 0,0 0 0 0 0,-1 0 0 0 0,1-1 0 0 0,0 1 0 0 0,-1 0 0 0 0,2-2-1 0 0,4-3 53 0 0,-5 5-42 0 0,0-1 0 0 0,-1 1 1 0 0,1-1-1 0 0,0 0 1 0 0,-1 1-1 0 0,1-1 0 0 0,-1 0 1 0 0,1 0-1 0 0,-1 0 1 0 0,0 0-1 0 0,0 0 0 0 0,0 0 1 0 0,0 0-1 0 0,0 0 0 0 0,0-1 1 0 0,-1 1-1 0 0,1 0 1 0 0,-1 0-1 0 0,1-4 0 0 0,-1 4 4 0 0,0 0-1 0 0,0 0 1 0 0,1 1 0 0 0,-1-1-1 0 0,0 0 1 0 0,1 1-1 0 0,-1-1 1 0 0,1 0-1 0 0,0 1 1 0 0,-1-1-1 0 0,1 0 1 0 0,0 1-1 0 0,0-1 1 0 0,0 1-1 0 0,0 0 1 0 0,1-1-1 0 0,1-1 1 0 0,-2 1-8 0 0,-1 1 0 0 0,1-1 1 0 0,0 0-1 0 0,-1 1 0 0 0,1-1 0 0 0,-1 0 1 0 0,0 1-1 0 0,1-1 0 0 0,-1 0 1 0 0,0 0-1 0 0,0 0 0 0 0,0 1 0 0 0,0-1 1 0 0,-1 0-1 0 0,0-3 0 0 0,1-1 2 0 0,0-70 90 0 0,-9-94 463 0 0,-27-21-1679 0 0,34 184 671 0 0,0 1 0 0 0,0 0 0 0 0,0 0 0 0 0,-1 0 0 0 0,-5-8 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1.6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17 2336 0 0,'-3'-16'13416'0'0,"10"28"-10646"0"0,11 31-3474 0 0,22 67 1557 0 0,-36-98-778 0 0,3 8-14 0 0,0-1-1 0 0,3 26 0 0 0,30 170 10 0 0,-38-205-63 0 0,16 101 237 0 0,-15-57-79 0 0,-3-46 0 0 0,-1-10-213 0 0,1-1 56 0 0,-1 0 0 0 0,1 0 0 0 0,0 0 0 0 0,0 0-1 0 0,0 0 1 0 0,0 0 0 0 0,1 0 0 0 0,-1 0 0 0 0,1 0-1 0 0,0 0 1 0 0,0 0 0 0 0,0 1 0 0 0,0-1 0 0 0,3-4-1 0 0,30-76-1 0 0,-26 63 68 0 0,-5 18-36 0 0,25-26-332 0 0,-27 27 288 0 0,0 0 0 0 0,-1 1 0 0 0,1-1 0 0 0,0 1 0 0 0,0-1 0 0 0,-1 1 0 0 0,1-1 0 0 0,0 1-1 0 0,0-1 1 0 0,0 1 0 0 0,-1 0 0 0 0,1-1 0 0 0,0 1 0 0 0,0 0 0 0 0,0 0 0 0 0,1 0 0 0 0,-2 0 9 0 0,1 0 1 0 0,-1-1-1 0 0,0 1 1 0 0,1 0-1 0 0,-1 0 1 0 0,0 0-1 0 0,0 0 1 0 0,1 0-1 0 0,-1 0 1 0 0,0 0-1 0 0,0 0 1 0 0,0 0-1 0 0,1-1 1 0 0,-1 1-1 0 0,0 0 1 0 0,0 0-1 0 0,1 0 1 0 0,-1-1-1 0 0,0 1 1 0 0,0 0-1 0 0,0 0 1 0 0,0 0-1 0 0,0-1 1 0 0,1 1-1 0 0,-1 0 0 0 0,0 0 1 0 0,0-1-1 0 0,0 1 1 0 0,0 0-1 0 0,0 0 1 0 0,0-1-1 0 0,0 1 1 0 0,0 0-1 0 0,0 0 1 0 0,0-1-1 0 0,0 1 1 0 0,0 0-1 0 0,0-1 1 0 0,0 1-1 0 0,0 0 1 0 0,0 0-1 0 0,0-1 1 0 0,0 1-1 0 0,0 0 1 0 0,0 0-1 0 0,-1-1 1 0 0,1 1-1 0 0,14-6 152 0 0,-8-5-342 0 0,8 8 59 0 0,-10 1 136 0 0,2 2 16 0 0,20 13 51 0 0,-26-13-75 0 0,20 12-59 0 0,0 0 1 0 0,28 23-1 0 0,-41-27 11 0 0,1-1 0 0 0,-1 1 0 0 0,0 1 0 0 0,-1-1 0 0 0,0 1 0 0 0,7 13 0 0 0,5 17-37 0 0,-14-35 26 0 0,-3-3 5 0 0,0 0-1 0 0,-1 1 0 0 0,1-1 1 0 0,-1 1-1 0 0,1-1 1 0 0,-1 1-1 0 0,1-1 1 0 0,-1 1-1 0 0,0-1 0 0 0,0 1 1 0 0,0-1-1 0 0,0 1 1 0 0,0-1-1 0 0,0 1 1 0 0,0-1-1 0 0,0 1 0 0 0,-1 1 1 0 0,0 8-649 0 0,1-6 440 0 0,1 13-1659 0 0,0-17 1859 0 0,-1-1-1 0 0,0 0 1 0 0,0 1-1 0 0,0-1 1 0 0,1 1-1 0 0,-1-1 1 0 0,0 1-1 0 0,1-1 0 0 0,-1 0 1 0 0,0 1-1 0 0,1-1 1 0 0,-1 0-1 0 0,1 1 1 0 0,-1-1-1 0 0,0 0 1 0 0,1 1-1 0 0,-1-1 1 0 0,1 0-1 0 0,-1 0 1 0 0,1 0-1 0 0,-1 1 1 0 0,1-1-1 0 0,-1 0 0 0 0,1 0 1 0 0,-1 0-1 0 0,1 0 1 0 0,-1 0-1 0 0,1 0 1 0 0,0 0-1 0 0,19 34-12986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2.1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102 152 1696 0 0,'0'2'3641'0'0,"0"16"2067"0"0,0-17-5806 0 0,0 0 155 0 0,0-1-1 0 0,-1 1 0 0 0,1 0 1 0 0,0-1-1 0 0,0 1 0 0 0,0-1 0 0 0,0 1 1 0 0,1-1-1 0 0,-1 1 0 0 0,0-1 1 0 0,0 1-1 0 0,0-1 0 0 0,0 1 0 0 0,0-1 1 0 0,1 0-1 0 0,-1 1 0 0 0,0-1 1 0 0,0 1-1 0 0,1-1 0 0 0,-1 1 0 0 0,0-1 1 0 0,1 0-1 0 0,-1 1 0 0 0,0-1 1 0 0,1 0-1 0 0,-1 1 0 0 0,1-1 1 0 0,-1 0-1 0 0,0 1 0 0 0,1-1 0 0 0,-1 0 1 0 0,1 0-1 0 0,-1 0 0 0 0,1 1 1 0 0,-1-1-1 0 0,1 0 0 0 0,-1 0 0 0 0,1 0 1 0 0,-1 0-1 0 0,1 0 0 0 0,-1 0 1 0 0,1 0-1 0 0,-1 0 0 0 0,1 0 1 0 0,-1 0-1 0 0,1 0 0 0 0,-1 0 0 0 0,1-1 1 0 0,-1 1-1 0 0,2 0 278 0 0,9-6 151 0 0,34-17 720 0 0,-44 23-1179 0 0,0 0 0 0 0,0-1 1 0 0,0 1-1 0 0,-1 0 0 0 0,1-1 0 0 0,0 1 0 0 0,0-1 0 0 0,-1 1 0 0 0,1-1 1 0 0,0 1-1 0 0,0-1 0 0 0,-1 1 0 0 0,1-1 0 0 0,-1 0 0 0 0,1 1 0 0 0,0-1 0 0 0,-1 0 1 0 0,0 0-1 0 0,1 0 0 0 0,11-22 379 0 0,-10 18-261 0 0,1-9 128 0 0,4 9-180 0 0,-7 5-80 0 0,1 0 0 0 0,0-1 0 0 0,-1 1 0 0 0,1 0 0 0 0,-1-1 0 0 0,1 1-1 0 0,-1-1 1 0 0,0 1 0 0 0,1-1 0 0 0,-1 1 0 0 0,1 0 0 0 0,-1-1 0 0 0,0 0 0 0 0,1 1 0 0 0,-1-1 0 0 0,0 1 0 0 0,0-1 0 0 0,0 1 0 0 0,1-1-1 0 0,-1 0 1 0 0,0 1 0 0 0,0-1 0 0 0,0 1 0 0 0,0-1 0 0 0,0 0 0 0 0,0 1 0 0 0,0-1 0 0 0,0 0 0 0 0,0 1 0 0 0,0-1 0 0 0,0 1 0 0 0,-1-2-1 0 0,1-49 1515 0 0,-1 49-1470 0 0,0 0 0 0 0,-1 0-1 0 0,1 0 1 0 0,0 0 0 0 0,-1 0 0 0 0,0 0 0 0 0,1 1 0 0 0,-1-1 0 0 0,0 0 0 0 0,0 1 0 0 0,0-1-1 0 0,0 1 1 0 0,0 0 0 0 0,0 0 0 0 0,-1 0 0 0 0,1 0 0 0 0,0 0 0 0 0,0 0 0 0 0,-1 1 0 0 0,1-1-1 0 0,-1 1 1 0 0,1-1 0 0 0,0 1 0 0 0,-5 0 0 0 0,4 1-48 0 0,1-1 1 0 0,-1 1-1 0 0,0 0 0 0 0,1 0 0 0 0,-1 0 0 0 0,1 0 1 0 0,-1 0-1 0 0,1 0 0 0 0,0 1 0 0 0,-4 2 1 0 0,-82 59 476 0 0,83-60-450 0 0,1 0 1 0 0,-1 1-1 0 0,1 0 1 0 0,0 0-1 0 0,0 1 1 0 0,0-1-1 0 0,1 1 0 0 0,-6 9 1 0 0,8-11-49 0 0,0 0 1 0 0,0 0-1 0 0,0 0 1 0 0,0 1-1 0 0,1-1 1 0 0,-1 0 0 0 0,1 1-1 0 0,0 5 1 0 0,0-6-3 0 0,3 14 20 0 0,-2-12-13 0 0,1-1-1 0 0,0 1 1 0 0,0 0-1 0 0,1-1 0 0 0,-1 1 1 0 0,1-1-1 0 0,0 1 1 0 0,0-1-1 0 0,1 0 0 0 0,-1-1 1 0 0,1 1-1 0 0,0 0 1 0 0,0-1-1 0 0,0 0 0 0 0,0 0 1 0 0,0 0-1 0 0,6 2 1 0 0,125 41-4600 0 0,-130-45 4261 0 0,-1 1 1 0 0,0 0-1 0 0,0-1 0 0 0,1 0 1 0 0,-1 0-1 0 0,1 0 1 0 0,-1-1-1 0 0,1 1 0 0 0,-1-1 1 0 0,1 0-1 0 0,4-1 0 0 0,4 0-1056 0 0,-7 1 497 0 0,0 0 0 0 0,0 1-1 0 0,0 0 1 0 0,0 0 0 0 0,0 0-1 0 0,0 1 1 0 0,6 2 0 0 0,-1 0-409 0 0,9-1-1106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2.7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39 1824 0 0,'11'3'8410'0'0,"-5"5"-4992"0"0,-5 17-1545 0 0,-2-14-839 0 0,1-8-628 0 0,6 20 452 0 0,16 70 1473 0 0,-19-72-1805 0 0,-1-11-243 0 0,-1-27-591 0 0,0 7 209 0 0,0-1 0 0 0,1 0-1 0 0,0 1 1 0 0,0-1 0 0 0,2 1 0 0 0,-1-1-1 0 0,1 1 1 0 0,1 1 0 0 0,6-13-1 0 0,0 4 6 0 0,1-1 1 0 0,20-23-1 0 0,-30 40 103 0 0,-1 0-1 0 0,1 0 1 0 0,0 0 0 0 0,-1 1 0 0 0,1-1-1 0 0,0 0 1 0 0,0 1 0 0 0,0 0 0 0 0,0-1-1 0 0,0 1 1 0 0,1 0 0 0 0,-1 0 0 0 0,0 0-1 0 0,0 1 1 0 0,1-1 0 0 0,-1 0 0 0 0,0 1-1 0 0,1-1 1 0 0,-1 1 0 0 0,1 0 0 0 0,-1 0 0 0 0,1 0-1 0 0,-1 0 1 0 0,1 0 0 0 0,-1 1 0 0 0,4 0-1 0 0,11 1-255 0 0,20-2 514 0 0,-29 3-323 0 0,15 19-16 0 0,59 83-88 0 0,-55-63 3 0 0,-14-25-1281 0 0,29 25-11292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3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36 2368 0 0,'0'0'6608'0'0,"-3"-6"-4976"0"0,2 4-1450 0 0,-1 0 0 0 0,0-1 1 0 0,0 1-1 0 0,0 0 0 0 0,0 0 1 0 0,0 0-1 0 0,0 1 0 0 0,0-1 0 0 0,0 1 1 0 0,-1-1-1 0 0,1 1 0 0 0,-1-1 1 0 0,1 1-1 0 0,-1 0 0 0 0,1 0 1 0 0,-1 1-1 0 0,0-1 0 0 0,0 0 0 0 0,1 1 1 0 0,-1 0-1 0 0,0-1 0 0 0,0 1 1 0 0,1 0-1 0 0,-5 1 0 0 0,-10 0 250 0 0,0 1-1 0 0,-30 7 1 0 0,33-6 30 0 0,12-3-441 0 0,0 1 0 0 0,0-1-1 0 0,0 0 1 0 0,0 1 0 0 0,-1-1-1 0 0,2 1 1 0 0,-1 0 0 0 0,0 0-1 0 0,0 0 1 0 0,0 0 0 0 0,0 0-1 0 0,0 0 1 0 0,1 0 0 0 0,-1 1-1 0 0,0-1 1 0 0,-2 3 0 0 0,0 2-16 0 0,-13 27 774 0 0,16-23-594 0 0,0-1-1 0 0,1 0 1 0 0,0 1-1 0 0,0-1 1 0 0,1 1-1 0 0,1-1 1 0 0,-1 0 0 0 0,2 0-1 0 0,2 10 1 0 0,-1-6-127 0 0,27 100 1035 0 0,-20-84-861 0 0,-9-28-231 0 0,-1 1 0 0 0,0 0-1 0 0,0 0 1 0 0,0 0-1 0 0,-1 0 1 0 0,1 0 0 0 0,0 1-1 0 0,-1-1 1 0 0,0 0-1 0 0,1 0 1 0 0,-1 0 0 0 0,0 4-1 0 0,6 39-16 0 0,50 187 11 0 0,-54-225-8 0 0,-1 1 0 0 0,1 0 0 0 0,-1-1 0 0 0,-1 1 0 0 0,1 0 0 0 0,-1 0 0 0 0,-1 8 0 0 0,0-15-13 0 0,1 0 0 0 0,0 0 1 0 0,0 0-1 0 0,0 0 1 0 0,0 0-1 0 0,0 0 0 0 0,1 0 1 0 0,-1 0-1 0 0,0 0 1 0 0,0 0-1 0 0,1 0 0 0 0,-1 0 1 0 0,1 0-1 0 0,-1 0 1 0 0,1 0-1 0 0,-1 0 0 0 0,1 0 1 0 0,-1 0-1 0 0,1 0 1 0 0,0 0-1 0 0,-1-1 0 0 0,1 1 1 0 0,0 0-1 0 0,0-1 1 0 0,0 1-1 0 0,0 0 0 0 0,1 0 1 0 0,-1 1-34 0 0,0 0 1 0 0,0 0-1 0 0,-1 0 1 0 0,1 0 0 0 0,-1 0-1 0 0,1 0 1 0 0,-1 1-1 0 0,0-1 1 0 0,0 0 0 0 0,0 0-1 0 0,0 0 1 0 0,0 0-1 0 0,0 1 1 0 0,-1 1 0 0 0,0 12-805 0 0,1-9-500 0 0,0 0 0 0 0,-1 0 1 0 0,0 0-1 0 0,0-1 0 0 0,-1 1 0 0 0,-3 9 0 0 0,1-2-1811 0 0,1-3-138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3.9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 2112 0 0,'0'0'10730'0'0,"1"1"-10595"0"0,0-1 0 0 0,0 0 0 0 0,-1 0 0 0 0,1 0 0 0 0,0 0 0 0 0,0 0 0 0 0,0 0 0 0 0,0 0 0 0 0,-1 0 0 0 0,1 0-1 0 0,0 0 1 0 0,0 0 0 0 0,-1-1 0 0 0,1 1 0 0 0,0 0 0 0 0,0 0 0 0 0,-1-1 0 0 0,1 1 0 0 0,1-2 0 0 0,-2-4-30 0 0,1 1 158 0 0,12 3 42 0 0,46-1 131 0 0,60-6-5246 0 0,-99 10 863 0 0,-1 0 1 0 0,38 8-1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4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2144 0 0,'0'0'6624'0'0,"0"22"-544"0"0,0 68-1046 0 0,0-88-4970 0 0,0-1-1 0 0,-1 0 1 0 0,1 1 0 0 0,0-1 0 0 0,0 0-1 0 0,0 1 1 0 0,0-1 0 0 0,0 1-1 0 0,0-1 1 0 0,0 0 0 0 0,1 1-1 0 0,-1-1 1 0 0,0 0 0 0 0,1 1 0 0 0,-1-1-1 0 0,1 0 1 0 0,0 2 0 0 0,1-1-57 0 0,0 1 1 0 0,-1 0-1 0 0,1 0 1 0 0,-1 0-1 0 0,0 0 1 0 0,0 0 0 0 0,0 0-1 0 0,0 0 1 0 0,0 0-1 0 0,-1 0 1 0 0,1 0-1 0 0,-1 1 1 0 0,0-1-1 0 0,0 0 1 0 0,0 0-1 0 0,-1 4 1 0 0,1-1-22 0 0,0-1-1 0 0,0 1 1 0 0,1-1 0 0 0,-1 1 0 0 0,3 7-1 0 0,3 4 127 0 0,0 1 0 0 0,-1 0 0 0 0,0 0 0 0 0,1 21 0 0 0,6 23-238 0 0,-7-45 44 0 0,9 45-83 0 0,37 101-4048 0 0,-12-15-12832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5.0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1856 0 0,'0'0'12528'0'0,"0"17"-12054"0"0,3-3-287 0 0,-1-3-208 0 0,1 0-1 0 0,1 0 1 0 0,-1 0 0 0 0,2 0-1 0 0,0-1 1 0 0,0 0 0 0 0,0 0-1 0 0,1 0 1 0 0,1-1 0 0 0,10 12-1 0 0,-1 7-319 0 0,-13-25 149 0 0,15-1-59 0 0,-15 0 221 0 0,-1 0 11 0 0,0-1-1 0 0,0 0 0 0 0,0 0 0 0 0,-1 0 0 0 0,1 0 1 0 0,1 0-1 0 0,-1-1 0 0 0,0 1 0 0 0,0 0 0 0 0,0-1 1 0 0,0 0-1 0 0,0 1 0 0 0,0-1 0 0 0,1 0 0 0 0,-1 0 1 0 0,0 0-1 0 0,0-1 0 0 0,0 1 0 0 0,1 0 0 0 0,-1-1 0 0 0,0 1 1 0 0,0-1-1 0 0,0 0 0 0 0,0 0 0 0 0,0 0 0 0 0,0 0 1 0 0,0 0-1 0 0,-1 0 0 0 0,4-3 0 0 0,2-3 108 0 0,0-1-1 0 0,-1 0 1 0 0,0 0 0 0 0,0-1-1 0 0,-1 1 1 0 0,5-11-1 0 0,22-57 1540 0 0,-29 58-1252 0 0,-2 15-168 0 0,3 11 1135 0 0,-3-6-1063 0 0,15 33-3086 0 0,23 65 1 0 0,-21-49-173 0 0,-1-18-644 0 0,-10-27 918 0 0,-6 3 1487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5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2144 0 0,'0'0'7456'0'0,"0"17"-5472"0"0,0 1-1504 0 0,0-2-416 0 0,0 1 64 0 0,0 0 64 0 0,0 0-192 0 0,17 51-1696 0 0,16 17-9056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5.7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68 1824 0 0,'0'-17'10496'0'0,"0"0"-9184"0"0,0 0-1056 0 0,0 0-320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6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120 508 1536 0 0,'-38'-13'9201'0'0,"8"10"-7325"0"0,27 17-1535 0 0,-6-12-269 0 0,4 1 102 0 0,5-2-167 0 0,0-1 1 0 0,0 1-1 0 0,0 0 1 0 0,0-1-1 0 0,0 1 1 0 0,0-1-1 0 0,0 1 1 0 0,0-1-1 0 0,0 1 1 0 0,0 0-1 0 0,-1-1 1 0 0,1 1-1 0 0,0-1 1 0 0,0 1-1 0 0,-1-1 1 0 0,1 1-1 0 0,0-1 1 0 0,-1 1-1 0 0,1-1 1 0 0,-1 0-1 0 0,1 1 1 0 0,-1-1-1 0 0,0 1 1 0 0,0 0 9 0 0,0 0 1 0 0,0 0-1 0 0,0 1 1 0 0,-1-1-1 0 0,1 0 1 0 0,0 1-1 0 0,1-1 1 0 0,-1 0-1 0 0,0 1 1 0 0,0-1-1 0 0,1 1 1 0 0,-1-1-1 0 0,1 1 1 0 0,-1 3-1 0 0,-2 5-17 0 0,2-1 0 0 0,-1 1 0 0 0,2 0 0 0 0,-1 0 0 0 0,1 0 0 0 0,1 0 0 0 0,-1 0 0 0 0,2 0 0 0 0,-1 0 0 0 0,4 10 0 0 0,-4-19 1 0 0,-1 1 0 0 0,1 0 0 0 0,-1-1 0 0 0,1 1-1 0 0,0-1 1 0 0,-1 1 0 0 0,1-1 0 0 0,0 1 0 0 0,0-1 0 0 0,0 0-1 0 0,0 1 1 0 0,0-1 0 0 0,1 0 0 0 0,-1 0 0 0 0,0 0-1 0 0,1 1 1 0 0,-1-2 0 0 0,0 1 0 0 0,1 0 0 0 0,2 1 0 0 0,-3-2-8 0 0,-1 1 0 0 0,1-1 0 0 0,-1 0 0 0 0,1 0 0 0 0,-1 0 0 0 0,1 1 0 0 0,-1-1 0 0 0,1 0 0 0 0,-1 0 0 0 0,1 1 0 0 0,-1-1 0 0 0,0 0 0 0 0,1 1 0 0 0,-1-1 0 0 0,1 1 0 0 0,-1-1 0 0 0,0 1 0 0 0,0-1 0 0 0,1 0 0 0 0,-1 1 0 0 0,0-1 0 0 0,0 1 0 0 0,1-1 0 0 0,-1 1 0 0 0,0-1 0 0 0,0 1 0 0 0,0-1 0 0 0,0 1 0 0 0,0 0 0 0 0,0-1 0 0 0,0 1 0 0 0,0 0 0 0 0,0-1 0 0 0,0 1 0 0 0,1-1 1 0 0,-1 1-1 0 0,0-1 0 0 0,0 1 0 0 0,1-1 0 0 0,-1 0 0 0 0,0 1 1 0 0,0-1-1 0 0,1 1 0 0 0,-1-1 0 0 0,1 0 0 0 0,-1 1 1 0 0,0-1-1 0 0,1 0 0 0 0,-1 1 0 0 0,1-1 0 0 0,-1 0 1 0 0,0 0-1 0 0,1 0 0 0 0,-1 1 0 0 0,1-1 0 0 0,-1 0 1 0 0,1 0-1 0 0,-1 0 0 0 0,1 0 0 0 0,-1 0 0 0 0,1 0 1 0 0,45 23-298 0 0,-32-18 240 0 0,-3-5 170 0 0,-10 0-106 0 0,0 1 0 0 0,0-1 0 0 0,-1 0-1 0 0,1 0 1 0 0,0 0 0 0 0,0 0 0 0 0,0 0-1 0 0,0-1 1 0 0,-1 1 0 0 0,1 0 0 0 0,0 0-1 0 0,0-1 1 0 0,0 1 0 0 0,-1 0 0 0 0,1-1-1 0 0,0 1 1 0 0,-1 0 0 0 0,1-1 0 0 0,0 1-1 0 0,-1-1 1 0 0,1 1 0 0 0,0-1 0 0 0,-1 0-1 0 0,1 1 1 0 0,-1-1 0 0 0,2-1 0 0 0,-2 2 16 0 0,0-1-1 0 0,1 1 1 0 0,-1-1 0 0 0,0 1 0 0 0,1-1 0 0 0,-1 1 0 0 0,1-1-1 0 0,-1 1 1 0 0,1-1 0 0 0,-1 1 0 0 0,1 0 0 0 0,-1-1 0 0 0,1 1 0 0 0,0 0-1 0 0,-1-1 1 0 0,1 1 0 0 0,-1 0 0 0 0,1 0 0 0 0,0 0 0 0 0,-1-1 0 0 0,1 1-1 0 0,0 0 1 0 0,-1 0 0 0 0,1 0 0 0 0,0 0 0 0 0,1 0 0 0 0,0-14 186 0 0,6 11-152 0 0,-3-1-53 0 0,-4-19 362 0 0,-3-1-67 0 0,-1 0 0 0 0,-1 1 0 0 0,-15-45 0 0 0,-93-318 2550 0 0,81 279-1935 0 0,28 103-904 0 0,1 0 1 0 0,1 0-1 0 0,-1 1 0 0 0,0-1 1 0 0,1 0-1 0 0,0 0 1 0 0,0 0-1 0 0,0-1 0 0 0,1 1 1 0 0,-1-5-1 0 0,1 6 77 0 0,0 6 5 0 0,17 48-42 0 0,87 184-1056 0 0,66 106-4118 0 0,-160-320 2779 0 0,0-1 0 0 0,2 0 0 0 0,18 26 1 0 0,-29-45 2170 0 0,-1-1 1 0 0,1 1-1 0 0,0 0 0 0 0,0-1 1 0 0,0 1-1 0 0,-1 0 1 0 0,1-1-1 0 0,0 1 1 0 0,0-1-1 0 0,0 1 1 0 0,0-1-1 0 0,0 0 1 0 0,0 1-1 0 0,0-1 1 0 0,0 0-1 0 0,0 0 1 0 0,0 0-1 0 0,0 0 1 0 0,2 0-1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6.8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2048 0 0,'0'0'576'0'0,"0"-18"4704"0"0,0 36-3776 0 0,0-1-896 0 0,0 0-544 0 0,17 51 256 0 0,34 84-10720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7.0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2176 0 0,'0'-1'7727'0'0,"3"-14"-3460"0"0,2 15-3849 0 0,13 1-1025 0 0,-18-1 550 0 0,1 1 1 0 0,-1-1 0 0 0,1 0 0 0 0,-1 0 0 0 0,1 0 0 0 0,-1 1 0 0 0,0-1 0 0 0,1 0 0 0 0,-1 1 0 0 0,1-1 0 0 0,-1 1 0 0 0,0-1 0 0 0,1 0-1 0 0,-1 1 1 0 0,0-1 0 0 0,0 1 0 0 0,1-1 0 0 0,-1 1 0 0 0,0-1 0 0 0,0 0 0 0 0,0 1 0 0 0,0-1 0 0 0,1 1 0 0 0,-1-1 0 0 0,0 1 0 0 0,0-1 0 0 0,0 1-1 0 0,0-1 1 0 0,0 2 0 0 0,0-2-4 0 0,0 0 0 0 0,0 0 0 0 0,0 1 1 0 0,1-1-1 0 0,-1 0 0 0 0,0 0 0 0 0,0 0 0 0 0,0 1 0 0 0,1-1 0 0 0,-1 0 0 0 0,0 0 0 0 0,0 0 0 0 0,0 0 0 0 0,1 1 0 0 0,-1-1 0 0 0,0 0 0 0 0,0 0 0 0 0,1 0 0 0 0,-1 0 0 0 0,0 0 0 0 0,1 0 0 0 0,-1 0 0 0 0,0 0 1 0 0,0 0-1 0 0,1 0 0 0 0,-1 0 0 0 0,0 0 0 0 0,1 0 0 0 0,-1 0 0 0 0,0 0 0 0 0,0 0 0 0 0,1 0 0 0 0,-1 0 0 0 0,1-1 0 0 0,-1 1-37 0 0,0 0 0 0 0,0 0-1 0 0,1 0 1 0 0,-1 0 0 0 0,0 0-1 0 0,0 0 1 0 0,1 0 0 0 0,-1 0-1 0 0,0 0 1 0 0,1 0 0 0 0,-1 0-1 0 0,0 0 1 0 0,0 0 0 0 0,1 0 0 0 0,-1 0-1 0 0,0 0 1 0 0,0 0 0 0 0,1 0-1 0 0,-1 0 1 0 0,0 0 0 0 0,1 0-1 0 0,-1 1 1 0 0,0-1 0 0 0,0 0-1 0 0,0 0 1 0 0,2 2-779 0 0,-2 9-2563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7.5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 2336 0 0,'0'0'4592'0'0,"-11"3"-2592"0"0,3-1-1019 0 0,-1 1 1 0 0,1 1-1 0 0,1-1 0 0 0,-13 8 1 0 0,-16 17 207 0 0,33-20-1132 0 0,0-1 1 0 0,0 1-1 0 0,0 0 1 0 0,-1 14 0 0 0,1 24 78 0 0,3-27-59 0 0,0-17-64 0 0,0 0 1 0 0,1 0-1 0 0,-1 0 1 0 0,1 0-1 0 0,-1 0 1 0 0,1-1-1 0 0,0 1 1 0 0,0 0-1 0 0,0 0 1 0 0,0-1-1 0 0,0 1 1 0 0,0-1-1 0 0,0 1 1 0 0,3 1 0 0 0,-1 0-41 0 0,-1 0 38 0 0,32 20 141 0 0,-5-6-406 0 0,126 96-402 0 0,-140-101 644 0 0,-16-8 83 0 0,0-2-46 0 0,0-1 0 0 0,-1 1 1 0 0,1-1-1 0 0,0 1 0 0 0,0-1 0 0 0,0 1 1 0 0,0-1-1 0 0,0 1 0 0 0,0 0 0 0 0,1 0 1 0 0,-1-1-1 0 0,1 1 0 0 0,-1 0 0 0 0,0 3 1 0 0,1-4-19 0 0,-1-1 0 0 0,1 1 0 0 0,-1-1 0 0 0,1 0 0 0 0,-1 1 0 0 0,0-1 1 0 0,1 0-1 0 0,-1 1 0 0 0,1-1 0 0 0,-1 0 0 0 0,0 0 0 0 0,1 0 0 0 0,-1 0 1 0 0,0 0-1 0 0,1 0 0 0 0,-1 0 0 0 0,0 0 0 0 0,1 0 0 0 0,-1 0 0 0 0,0 0 1 0 0,1 0-1 0 0,-2-1 0 0 0,-3 1 197 0 0,3 1-187 0 0,0-1 0 0 0,0 0 0 0 0,1 1 0 0 0,-1-1 0 0 0,0 1 0 0 0,0 0 0 0 0,0-1 0 0 0,1 1 0 0 0,-1 0 0 0 0,1 0 0 0 0,-1 0 0 0 0,1 1 0 0 0,-1-1 0 0 0,1 0 0 0 0,-2 2 0 0 0,3-3-18 0 0,-1 1 1 0 0,1-1-1 0 0,-1 1 1 0 0,1-1-1 0 0,0 0 1 0 0,-1 1 0 0 0,1-1-1 0 0,-1 0 1 0 0,1 0-1 0 0,-1 1 1 0 0,1-1-1 0 0,-1 0 1 0 0,1 0 0 0 0,-1 0-1 0 0,0 0 1 0 0,1 1-1 0 0,-1-1 1 0 0,1 0 0 0 0,-1 0-1 0 0,1 0 1 0 0,-1 0-1 0 0,1 0 1 0 0,-1 0-1 0 0,0-1 1 0 0,1 1 0 0 0,-2 0-1 0 0,-5-1 93 0 0,-13 1-142 0 0,17 0-132 0 0,0 1 0 0 0,1-1 0 0 0,-1 0 0 0 0,0 0 0 0 0,0 0 1 0 0,1-1-1 0 0,-1 1 0 0 0,0-1 0 0 0,0 1 0 0 0,1-1 0 0 0,-1 0 0 0 0,1 0 1 0 0,-1 0-1 0 0,1 0 0 0 0,-1-1 0 0 0,-2-1 0 0 0,-7-5-2634 0 0,2-1-1 0 0,-1 1 0 0 0,-13-17 0 0 0,16 18 1114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8.1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3392 0 0,'0'-17'14175'0'0,"0"34"-13919"0"0,0 0 416 0 0,85 254-6591 0 0,-69-204-6657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8.4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2464 0 0,'0'0'6208'0'0,"0"-17"-4320"0"0,0-17 3008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8.9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1920 0 0,'76'132'8634'0'0,"-65"-105"-7570"0"0,15 48 0 0 0,-20-42-177 0 0,-4-43-190 0 0,4 4-482 0 0,1-3 487 0 0,-5-16 141 0 0,-2 8-630 0 0,0-1 0 0 0,2 1 0 0 0,0-1 0 0 0,7-26-1 0 0,-3 15 20 0 0,20-62 248 0 0,-21 74-464 0 0,-2 15-85 0 0,-1 0 70 0 0,25-23 165 0 0,-27 24-158 0 0,1 1 1 0 0,0-1-1 0 0,0 0 1 0 0,0 1 0 0 0,0-1-1 0 0,0 1 1 0 0,0-1 0 0 0,0 1-1 0 0,0-1 1 0 0,0 1-1 0 0,0 0 1 0 0,0-1 0 0 0,0 1-1 0 0,0 0 1 0 0,0 0 0 0 0,0 0-1 0 0,1 0 1 0 0,-1 0-1 0 0,0 0 1 0 0,0 0 0 0 0,0 0-1 0 0,0 0 1 0 0,0 0-1 0 0,0 1 1 0 0,0-1 0 0 0,0 1-1 0 0,0-1 1 0 0,0 0 0 0 0,0 1-1 0 0,0 0 1 0 0,1 0-1 0 0,3 6 6 0 0,-4-6-15 0 0,-1-1-1 0 0,0 0 1 0 0,0 1-1 0 0,0-1 1 0 0,1 1-1 0 0,-1-1 1 0 0,0 0 0 0 0,0 1-1 0 0,1-1 1 0 0,-1 0-1 0 0,0 1 1 0 0,1-1-1 0 0,-1 0 1 0 0,1 0-1 0 0,-1 1 1 0 0,0-1-1 0 0,1 0 1 0 0,-1 0-1 0 0,1 0 1 0 0,-1 1-1 0 0,0-1 1 0 0,1 0-1 0 0,-1 0 1 0 0,1 0-1 0 0,-1 0 1 0 0,1 0-1 0 0,-1 0 1 0 0,1 0-1 0 0,-1 0 1 0 0,1 0-1 0 0,13 14-40 0 0,13 23 106 0 0,-3 1 0 0 0,-1 1 0 0 0,19 42 0 0 0,-28-38-250 0 0,-14-39 37 0 0,1 0 0 0 0,1-1 0 0 0,-1 1 0 0 0,0 0 0 0 0,1 0 0 0 0,0 0 0 0 0,0-1 0 0 0,0 1 0 0 0,0-1 0 0 0,0 0 0 0 0,1 0 0 0 0,3 4 0 0 0,-3 6-1307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9.8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171 68 1792 0 0,'0'0'2267'0'0,"0"-22"2911"0"0,0-1-1775 0 0,0 17-2177 0 0,0 6-1175 0 0,0-1 1 0 0,1 1-1 0 0,-1-1 0 0 0,0 1 0 0 0,0 0 1 0 0,1-1-1 0 0,-1 1 0 0 0,0-1 0 0 0,0 1 1 0 0,0-1-1 0 0,0 1 0 0 0,0 0 0 0 0,0-1 1 0 0,0 1-1 0 0,0-1 0 0 0,0 1 0 0 0,0-1 1 0 0,0 1-1 0 0,0-1 0 0 0,0 1 0 0 0,0 0 1 0 0,0-1-1 0 0,0 1 0 0 0,-1-1 0 0 0,1 1 0 0 0,0-1 1 0 0,0 1-1 0 0,0 0 0 0 0,-1-1 0 0 0,1 1 1 0 0,0 0-1 0 0,-1-1 0 0 0,1 1 0 0 0,0 0 1 0 0,-1-1-1 0 0,1 1 0 0 0,0 0 0 0 0,-1 0 1 0 0,1-1-1 0 0,0 1 0 0 0,-1 0 0 0 0,1 0 1 0 0,-1 0-1 0 0,1 0 0 0 0,-1-1 0 0 0,1 1 1 0 0,0 0-1 0 0,-1 0 0 0 0,1 0 0 0 0,-2 0 0 0 0,-35 0 1555 0 0,35 0-1578 0 0,0 1 1 0 0,-1 0-1 0 0,1-1 1 0 0,0 1 0 0 0,0 0-1 0 0,-1 0 1 0 0,1 0-1 0 0,0 0 1 0 0,0 0-1 0 0,0 1 1 0 0,0-1 0 0 0,0 1-1 0 0,1-1 1 0 0,-1 1-1 0 0,0 0 1 0 0,1 0-1 0 0,-1 0 1 0 0,1-1 0 0 0,-1 1-1 0 0,1 1 1 0 0,0-1-1 0 0,0 0 1 0 0,0 0-1 0 0,0 0 1 0 0,0 1 0 0 0,0 3-1 0 0,-9 14 1 0 0,4-12-54 0 0,5-6-3 0 0,-26 53 241 0 0,18-37-206 0 0,5-12-8 0 0,1 1-1 0 0,0 0 0 0 0,0 0 1 0 0,0 0-1 0 0,1 0 0 0 0,0 0 0 0 0,0 1 1 0 0,1-1-1 0 0,0 0 0 0 0,0 1 1 0 0,0 0-1 0 0,1-1 0 0 0,1 9 1 0 0,2 10-101 0 0,-2-22-6 0 0,0 0-1 0 0,0 1 0 0 0,0-1 0 0 0,1 0 0 0 0,-1 1 0 0 0,1-1 0 0 0,0 0 0 0 0,0 0 0 0 0,1-1 0 0 0,-1 1 0 0 0,1 0 1 0 0,0-1-1 0 0,0 1 0 0 0,0-1 0 0 0,0 0 0 0 0,0 0 0 0 0,1 0 0 0 0,4 2 0 0 0,18 10-2048 0 0,1-1 0 0 0,0-1-1 0 0,48 16 1 0 0,-69-26 1575 0 0,1-1-1 0 0,-1 0 1 0 0,1 0-1 0 0,-1 0 1 0 0,1-1-1 0 0,0 0 1 0 0,0 0-1 0 0,10-1 1 0 0,-7 0-608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0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36 169 1952 0 0,'-2'0'703'0'0,"-13"2"4947"0"0,15-1-5454 0 0,0-1 0 0 0,-1 1 0 0 0,1 0 0 0 0,0 0 0 0 0,0-1 0 0 0,-1 1 0 0 0,1 0 0 0 0,0-1 0 0 0,0 1 0 0 0,0 0 0 0 0,0 0 0 0 0,0-1 0 0 0,0 1 0 0 0,0 0 0 0 0,0 0 0 0 0,0 0 0 0 0,0-1 0 0 0,1 1 0 0 0,-1 0 0 0 0,0-1 0 0 0,0 1 0 0 0,1 0 0 0 0,-1-1 0 0 0,1 1 0 0 0,-1 0 0 0 0,0-1 0 0 0,1 1 0 0 0,-1 0 0 0 0,1-1 0 0 0,-1 1 0 0 0,1-1 0 0 0,0 1 0 0 0,1 2-137 0 0,1 0-1 0 0,-1 0 1 0 0,1 0 0 0 0,0 0-1 0 0,-1 0 1 0 0,1-1 0 0 0,0 1-1 0 0,0-1 1 0 0,1 0 0 0 0,-1 0-1 0 0,0 0 1 0 0,1-1 0 0 0,-1 1-1 0 0,7 1 1 0 0,10 2 35 0 0,0-1 0 0 0,0 0-1 0 0,0-2 1 0 0,22 0 0 0 0,-40-2-94 0 0,1 1 0 0 0,0-1 0 0 0,0 0 0 0 0,-1-1 0 0 0,1 1 0 0 0,0 0 0 0 0,0-1 0 0 0,-1 1 0 0 0,1-1 0 0 0,0 0 0 0 0,-1 0 0 0 0,1 0 0 0 0,-1 0 0 0 0,4-3 0 0 0,-4 3 0 0 0,23-13 96 0 0,-16 5-128 0 0,19-33 11 0 0,-25 36 37 0 0,-3 0-16 0 0,0 2 16 0 0,0 1 0 0 0,0-1 0 0 0,0 0 0 0 0,0 1 0 0 0,-1-1 0 0 0,1 1 1 0 0,-1-1-1 0 0,-2-6 0 0 0,0 7 90 0 0,1 0 1 0 0,-1 0-1 0 0,0 0 1 0 0,0 0 0 0 0,0 0-1 0 0,-1 0 1 0 0,1 1-1 0 0,-5-3 1 0 0,-33-18 826 0 0,-68-30 0 0 0,103 50-841 0 0,-1 0-1 0 0,0 0 0 0 0,0 1 0 0 0,-15-3 0 0 0,21 5-93 0 0,1 0 0 0 0,-1 0 0 0 0,1 0 0 0 0,-1 0 0 0 0,0 0 1 0 0,1 0-1 0 0,-1 0 0 0 0,1 0 0 0 0,-1 0 0 0 0,1 0 0 0 0,-1 1 0 0 0,1-1 0 0 0,-1 0 0 0 0,1 1 0 0 0,-1-1 0 0 0,1 0 0 0 0,-1 1 0 0 0,1-1 0 0 0,0 0 0 0 0,-1 1 0 0 0,1-1 1 0 0,-1 1-1 0 0,1-1 0 0 0,0 1 0 0 0,-1-1 0 0 0,1 0 0 0 0,0 1 0 0 0,0 0 0 0 0,-1 0 0 0 0,-6 9-38 0 0,2-6-8 0 0,1 2 1 0 0,0-1 0 0 0,0 0-1 0 0,0 1 1 0 0,0-1 0 0 0,1 1-1 0 0,0 0 1 0 0,0 0 0 0 0,-1 7-1 0 0,-1-2-49 0 0,4-7 4 0 0,0-1 0 0 0,0 1-1 0 0,0-1 1 0 0,0 1 0 0 0,0 0-1 0 0,1 0 1 0 0,-1-1 0 0 0,1 1 0 0 0,0 0-1 0 0,0 0 1 0 0,1 3 0 0 0,0-2-73 0 0,-1-4 134 0 0,0-1 0 0 0,-1 1 1 0 0,1-1-1 0 0,0 1 0 0 0,0 0 0 0 0,0-1 1 0 0,0 1-1 0 0,0-1 0 0 0,1 1 0 0 0,-1-1 1 0 0,0 1-1 0 0,0-1 0 0 0,0 1 0 0 0,0-1 1 0 0,0 0-1 0 0,1 1 0 0 0,-1-1 0 0 0,0 1 1 0 0,1-1-1 0 0,-1 1 0 0 0,0-1 0 0 0,0 0 1 0 0,1 1-1 0 0,-1-1 0 0 0,1 0 0 0 0,-1 1 1 0 0,0-1-1 0 0,1 0 0 0 0,-1 1 0 0 0,1-1 1 0 0,-1 0-1 0 0,1 0 0 0 0,-1 0 0 0 0,1 1 1 0 0,0-1-1 0 0,-1 0-13 0 0,1 0 0 0 0,-1 0-1 0 0,0 0 1 0 0,1 0 0 0 0,-1 1 0 0 0,0-1 0 0 0,1 0 0 0 0,-1 0 0 0 0,1 0-1 0 0,-1 1 1 0 0,0-1 0 0 0,0 0 0 0 0,1 0 0 0 0,-1 1 0 0 0,0-1 0 0 0,1 0 0 0 0,-1 0-1 0 0,0 1 1 0 0,0-1 0 0 0,0 0 0 0 0,1 1 0 0 0,-1-1 0 0 0,0 0 0 0 0,0 1-1 0 0,0-1 1 0 0,0 1 0 0 0,0-1 0 0 0,1 0 0 0 0,-1 1 0 0 0,0-1 0 0 0,0 1-1 0 0,0-1 1 0 0,0 0 0 0 0,0 1 0 0 0,0 0 0 0 0,0 0-92 0 0,0 0 1 0 0,0 0 0 0 0,0 0-1 0 0,0-1 1 0 0,0 1-1 0 0,1 0 1 0 0,-1 0 0 0 0,0 0-1 0 0,1 0 1 0 0,-1 0-1 0 0,1 0 1 0 0,-1-1-1 0 0,1 1 1 0 0,-1 0 0 0 0,1 0-1 0 0,0-1 1 0 0,-1 1-1 0 0,2 1 1 0 0,35 26-7005 0 0,-14-8 1989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1.0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1792 0 0,'4'0'7652'0'0,"12"3"-3992"0"0,-14 0-3572 0 0,0 0 1 0 0,-1 0 0 0 0,1 0 0 0 0,0 0 0 0 0,-1 0-1 0 0,0 0 1 0 0,0 0 0 0 0,0 0 0 0 0,0 1-1 0 0,-1-1 1 0 0,1 0 0 0 0,-1 1 0 0 0,0-1 0 0 0,0 0-1 0 0,0 1 1 0 0,0-1 0 0 0,-1 5 0 0 0,1-2-119 0 0,-1 3 87 0 0,1 0 0 0 0,0-1 1 0 0,1 1-1 0 0,0 0 1 0 0,0-1-1 0 0,5 17 0 0 0,-3-15-48 0 0,-1-1 0 0 0,0 1 0 0 0,-1 0 0 0 0,0 0 0 0 0,0 0 0 0 0,-2 17 0 0 0,1-24 60 0 0,3-11-5 0 0,21-72 107 0 0,-19 63-122 0 0,0 0 0 0 0,1 1 0 0 0,0 0 0 0 0,13-21 0 0 0,-18 34-37 0 0,0 1-1 0 0,1 0 1 0 0,-1 0 0 0 0,1 0 0 0 0,0 0 0 0 0,0 0-1 0 0,-1 0 1 0 0,1 1 0 0 0,1-1 0 0 0,-1 1 0 0 0,0-1-1 0 0,0 1 1 0 0,0 0 0 0 0,1 0 0 0 0,-1 0-1 0 0,1 0 1 0 0,-1 0 0 0 0,1 0 0 0 0,-1 1 0 0 0,1-1-1 0 0,-1 1 1 0 0,1-1 0 0 0,-1 1 0 0 0,1 0 0 0 0,0 0-1 0 0,-1 1 1 0 0,1-1 0 0 0,-1 0 0 0 0,1 1 0 0 0,-1 0-1 0 0,1-1 1 0 0,-1 1 0 0 0,1 0 0 0 0,-1 0-1 0 0,0 1 1 0 0,1-1 0 0 0,1 2 0 0 0,3 2 23 0 0,-1-1 1 0 0,0 2 0 0 0,0-1-1 0 0,0 1 1 0 0,5 8-1 0 0,-8-12-23 0 0,-1 1 0 0 0,0 0 0 0 0,0 1-1 0 0,0-1 1 0 0,-1 0 0 0 0,1 0 0 0 0,-1 1 0 0 0,0-1-1 0 0,0 1 1 0 0,0-1 0 0 0,0 1 0 0 0,-1 0 0 0 0,1 3-1 0 0,1 49 217 0 0,-2-32-68 0 0,1-50 156 0 0,2 6-214 0 0,-1 15-108 0 0,1-1 1 0 0,0 1 0 0 0,0 0-1 0 0,0 0 1 0 0,1 0 0 0 0,0 1-1 0 0,5-6 1 0 0,-2 2 16 0 0,-1 0-1 0 0,1 1 1 0 0,1 0 0 0 0,0 1-1 0 0,0-1 1 0 0,0 1 0 0 0,0 1-1 0 0,1 0 1 0 0,0 0 0 0 0,12-4-1 0 0,-16 8-5 0 0,-1 1-1 0 0,1 0 1 0 0,0 0-1 0 0,-1 0 1 0 0,1 1-1 0 0,-1-1 1 0 0,1 1-1 0 0,-1 0 1 0 0,1 1-1 0 0,-1-1 1 0 0,1 1-1 0 0,-1 0 1 0 0,0 0-1 0 0,0 0 1 0 0,0 0-1 0 0,0 1 1 0 0,0 0-1 0 0,4 4 1 0 0,11 15-20 0 0,-15-16 8 0 0,3 4 1 0 0,-5-7 11 0 0,1-1 0 0 0,-1 1 1 0 0,0 0-1 0 0,-1 0 1 0 0,1 1-1 0 0,0-1 1 0 0,-1 0-1 0 0,0 1 0 0 0,0-1 1 0 0,0 0-1 0 0,0 1 1 0 0,0-1-1 0 0,-1 1 1 0 0,1 6-1 0 0,-1-9-7 0 0,0-1-1 0 0,0 1 0 0 0,0 0 1 0 0,0 0-1 0 0,0-1 1 0 0,0 1-1 0 0,0 0 0 0 0,0-1 1 0 0,0 1-1 0 0,0 0 1 0 0,1-1-1 0 0,-1 1 0 0 0,0-1 1 0 0,0 1-1 0 0,1 0 1 0 0,-1-1-1 0 0,0 1 0 0 0,1-1 1 0 0,-1 1-1 0 0,1-1 1 0 0,-1 1-1 0 0,1-1 1 0 0,-1 1-1 0 0,1-1 0 0 0,-1 1 1 0 0,2 0-1 0 0,-1-1-1 0 0,-1 0-1 0 0,1 1 1 0 0,0-1-1 0 0,-1 1 1 0 0,1 0-1 0 0,-1-1 1 0 0,1 1-1 0 0,-1-1 0 0 0,1 1 1 0 0,-1 0-1 0 0,1 0 1 0 0,-1-1-1 0 0,0 1 1 0 0,1 0-1 0 0,-1 0 1 0 0,0-1-1 0 0,1 1 1 0 0,-1 0-1 0 0,0 0 1 0 0,0 0-1 0 0,0-1 1 0 0,0 1-1 0 0,0 0 1 0 0,0 0-1 0 0,0 0 1 0 0,0 1-1 0 0,0 4-201 0 0,1 1-1 0 0,0 0 0 0 0,0-1 1 0 0,1 1-1 0 0,0-1 1 0 0,0 0-1 0 0,3 8 0 0 0,12 19-6636 0 0,-17-32 6406 0 0,3 21-7968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1.7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0 202 1952 0 0,'17'17'10309'0'0,"-17"-16"-10195"0"0,0 1-1 0 0,0 0 1 0 0,-1-1 0 0 0,1 1-1 0 0,1-1 1 0 0,-1 1-1 0 0,0-1 1 0 0,0 1 0 0 0,0-1-1 0 0,1 1 1 0 0,-1-1 0 0 0,2 3-1 0 0,6 8 295 0 0,-6-9-304 0 0,1 0 0 0 0,-1 1 0 0 0,0-1 0 0 0,0 1-1 0 0,0-1 1 0 0,0 1 0 0 0,0 0 0 0 0,-1 0 0 0 0,0 0-1 0 0,0 0 1 0 0,0 0 0 0 0,0 0 0 0 0,0 4 0 0 0,-1-6-90 0 0,0-1 0 0 0,0 0 0 0 0,0 1 1 0 0,0-1-1 0 0,0 0 0 0 0,1 0 1 0 0,-1 1-1 0 0,0-1 0 0 0,1 0 1 0 0,-1 0-1 0 0,1 1 0 0 0,-1-1 1 0 0,1 0-1 0 0,1 2 0 0 0,6 10 12 0 0,-3 21-85 0 0,24 169 422 0 0,-26-181 779 0 0,-3-33-454 0 0,-3-28 404 0 0,-5 22-566 0 0,7 17-480 0 0,1-1-1 0 0,-1 0 1 0 0,0 0-1 0 0,1 1 0 0 0,-1-1 1 0 0,1 0-1 0 0,-1 0 1 0 0,1 0-1 0 0,0 0 1 0 0,-1 0-1 0 0,1 0 0 0 0,0 0 1 0 0,0 0-1 0 0,-1 0 1 0 0,1 0-1 0 0,0 0 1 0 0,0-1-1 0 0,-2-46 691 0 0,-26-353 560 0 0,25 354-1211 0 0,6 41 1 0 0,3 6 14 0 0,2-3-483 0 0,-8 2 385 0 0,0 1 0 0 0,0-1 0 0 0,0 1 1 0 0,0-1-1 0 0,0 1 0 0 0,0-1 0 0 0,0 1 0 0 0,0-1 0 0 0,0 1 1 0 0,1-1-1 0 0,-1 1 0 0 0,0-1 0 0 0,0 1 0 0 0,1-1 0 0 0,-1 1 1 0 0,0-1-1 0 0,1 1 0 0 0,-1 0 0 0 0,0-1 0 0 0,1 1 0 0 0,-1 0 0 0 0,1-1 1 0 0,-1 1-1 0 0,1 0 0 0 0,-1-1 0 0 0,0 1 0 0 0,1 0 0 0 0,-1 0 1 0 0,1 0-1 0 0,-1-1 0 0 0,1 1 0 0 0,0 0 0 0 0,23 2 162 0 0,24 17-362 0 0,39 18-74 0 0,-36-14 566 0 0,-49-22-284 0 0,-1-1-12 0 0,0 1 0 0 0,1 0 1 0 0,-1 0-1 0 0,0-1 0 0 0,0 1 0 0 0,0 0 0 0 0,0 0 0 0 0,0 0 0 0 0,0 0 1 0 0,0 0-1 0 0,0 0 0 0 0,-1 0 0 0 0,1 0 0 0 0,0 1 0 0 0,-1-1 0 0 0,1 0 1 0 0,0 0-1 0 0,-1 1 0 0 0,1 0 0 0 0,3 8-33 0 0,-1-1 0 0 0,0 1 0 0 0,-1-1 0 0 0,1 1 0 0 0,-2 0-1 0 0,2 15 1 0 0,-3-19-19 0 0,0 0 0 0 0,-1 0 0 0 0,1-1 0 0 0,-1 1-1 0 0,0 0 1 0 0,0-1 0 0 0,-1 1 0 0 0,0-1 0 0 0,0 1-1 0 0,0-1 1 0 0,-1 0 0 0 0,1 0 0 0 0,-1 0 0 0 0,-1 0-1 0 0,1 0 1 0 0,0-1 0 0 0,-6 6 0 0 0,0-1-279 0 0,-16 13-1105 0 0,-3-3-626 0 0,-20-1-2213 0 0,27-9 1226 0 0,20-8 2728 0 0,0 0 0 0 0,-1-1 0 0 0,1 1 0 0 0,0 0 0 0 0,0-1 0 0 0,-1 1 0 0 0,1-1 0 0 0,0 1 0 0 0,-1-1 0 0 0,1 1 0 0 0,-1-1 0 0 0,1 0 0 0 0,0 0 0 0 0,-1 0 0 0 0,1 0 0 0 0,-1 0 0 0 0,1 0 0 0 0,-1 0 0 0 0,1 0 0 0 0,0-1 0 0 0,-1 1 0 0 0,-1-1 0 0 0,3 1 225 0 0,-1-1 0 0 0,1 1 0 0 0,0-1 0 0 0,-1 1 0 0 0,1 0 0 0 0,-1-1 0 0 0,1 1 0 0 0,0-1 0 0 0,-1 1 0 0 0,1-1 0 0 0,0 1 0 0 0,0-1 0 0 0,-1 1 0 0 0,1-1 0 0 0,0 1-1 0 0,0-1 1 0 0,0 0 0 0 0,0 1 0 0 0,-1-1 0 0 0,1 1 0 0 0,0-1 0 0 0,0 1 0 0 0,0-1 0 0 0,0 0 0 0 0,1 0 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2.2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1600 0 0,'73'45'11450'0'0,"-62"-38"-10377"0"0,-8-5-951 0 0,1-1 1 0 0,-1 1-1 0 0,1 0 0 0 0,-1 1 0 0 0,0-1 1 0 0,0 1-1 0 0,0-1 0 0 0,0 1 1 0 0,0 0-1 0 0,-1 0 0 0 0,1 0 0 0 0,-1 0 1 0 0,0 1-1 0 0,0-1 0 0 0,3 8 1 0 0,-4-9-123 0 0,0 0 0 0 0,1 1 0 0 0,-1-1 0 0 0,1 0 0 0 0,0 1 1 0 0,-1-1-1 0 0,1 0 0 0 0,0 0 0 0 0,0-1 0 0 0,0 1 1 0 0,0 0-1 0 0,5 2 0 0 0,23 20 296 0 0,-13 4-466 0 0,-11-23 139 0 0,-5-5 34 0 0,0 1 0 0 0,0 0 0 0 0,-1 0 0 0 0,1-1-1 0 0,0 1 1 0 0,-1 0 0 0 0,1 0 0 0 0,0 0 0 0 0,-1-1 0 0 0,1 1-1 0 0,-1 0 1 0 0,1 0 0 0 0,-1 0 0 0 0,0 0 0 0 0,1 0 0 0 0,-1 0-1 0 0,0 0 1 0 0,0 0 0 0 0,0 0 0 0 0,0 0 0 0 0,0 2 0 0 0,5 21 71 0 0,-1 1 1 0 0,1 27 0 0 0,-5-42-44 0 0,-5-8 2 0 0,1-3 43 0 0,0 0 0 0 0,0 0 1 0 0,0 0-1 0 0,0 0 0 0 0,0 0 1 0 0,0-1-1 0 0,1 0 1 0 0,-1 1-1 0 0,1-2 0 0 0,-1 1 1 0 0,-5-5-1 0 0,0 1 127 0 0,-7-3 289 0 0,15 9-445 0 0,-1-1 1 0 0,1 1-1 0 0,0-1 1 0 0,0 1-1 0 0,0-1 1 0 0,0 0-1 0 0,0 1 1 0 0,0-1-1 0 0,0 0 1 0 0,0 0-1 0 0,0 1 1 0 0,0-1-1 0 0,1 0 1 0 0,-1 0-1 0 0,0 0 1 0 0,0 0-1 0 0,1 0 1 0 0,-1 0-1 0 0,1 0 1 0 0,-1-1-1 0 0,1 1 1 0 0,-1 0-1 0 0,1 0 1 0 0,0 0-1 0 0,-1 0 1 0 0,1-1-1 0 0,0 1 1 0 0,0 0-1 0 0,0 0 1 0 0,0-1-1 0 0,0 1 1 0 0,1-2-1 0 0,-1-3 44 0 0,0 0 0 0 0,-1 0 1 0 0,0 0-1 0 0,0 0 0 0 0,0 0 0 0 0,0 0 0 0 0,-1 0 1 0 0,0 1-1 0 0,-3-7 0 0 0,4 11-88 0 0,1-1 0 0 0,0 1 1 0 0,0 0-1 0 0,-1-1 0 0 0,1 1 0 0 0,0-1 0 0 0,0 1 0 0 0,1 0 0 0 0,-1-1 1 0 0,0 1-1 0 0,0 0 0 0 0,1-1 0 0 0,-1 1 0 0 0,0 0 0 0 0,1 0 1 0 0,-1-1-1 0 0,1 1 0 0 0,0 0 0 0 0,-1 0 0 0 0,1 0 0 0 0,1-2 0 0 0,6-15-51 0 0,9-4-970 0 0,50-60-3510 0 0,-54 64 3295 0 0,-12 17 1071 0 0,-1 0 1 0 0,1 0 0 0 0,-1 0 0 0 0,1 0-1 0 0,-1 0 1 0 0,1 0 0 0 0,0 1 0 0 0,-1-1-1 0 0,1 0 1 0 0,0 0 0 0 0,0 1 0 0 0,0-1-1 0 0,0 1 1 0 0,-1-1 0 0 0,3 0 0 0 0,34-2-7135 0 0,-15 3 3312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3.0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1 156 1856 0 0,'0'0'7888'0'0,"11"0"-6230"0"0,130 0 3675 0 0,-137 1-5306 0 0,0-1 0 0 0,0-1-1 0 0,0 1 1 0 0,0 0 0 0 0,0-1-1 0 0,0 0 1 0 0,-1 0 0 0 0,1 0-1 0 0,0-1 1 0 0,0 1 0 0 0,-1-1-1 0 0,1 0 1 0 0,5-3 0 0 0,-8 4-28 0 0,0 0 0 0 0,0 1 1 0 0,-1-1-1 0 0,1 0 0 0 0,0 0 0 0 0,-1 1 1 0 0,1-1-1 0 0,0 0 0 0 0,-1 0 0 0 0,1 0 1 0 0,-1 0-1 0 0,1 0 0 0 0,-1 0 0 0 0,0 0 1 0 0,1 0-1 0 0,-1 0 0 0 0,0 0 0 0 0,0-1 1 0 0,2-3 14 0 0,3-12 86 0 0,-3 14-34 0 0,-1-1-1 0 0,1 0 1 0 0,-1 1 0 0 0,0-1-1 0 0,-1 0 1 0 0,1 0 0 0 0,-1 0 0 0 0,1 0-1 0 0,-1-4 1 0 0,-14 2 174 0 0,9-5 100 0 0,4 10-287 0 0,1-1-1 0 0,0 1 1 0 0,-1 0 0 0 0,1-1 0 0 0,-1 1-1 0 0,0 0 1 0 0,0-1 0 0 0,1 1 0 0 0,-1 0-1 0 0,0 0 1 0 0,0 0 0 0 0,0 0 0 0 0,0 0-1 0 0,0 0 1 0 0,0 0 0 0 0,0 0 0 0 0,-1 0-1 0 0,1 0 1 0 0,0 0 0 0 0,0 1 0 0 0,-1-1-1 0 0,1 0 1 0 0,-1 1 0 0 0,-1-1 0 0 0,-2-1 51 0 0,1-1 0 0 0,-1 2 0 0 0,1-1-1 0 0,-1 0 1 0 0,1 1 0 0 0,-1 0 0 0 0,0 0 0 0 0,0 0 0 0 0,0 1 0 0 0,1 0 0 0 0,-11 0 0 0 0,12 1-64 0 0,-1 0 0 0 0,1 0 0 0 0,-1 1 1 0 0,1-1-1 0 0,-1 1 0 0 0,1-1 0 0 0,0 1 0 0 0,0 0 0 0 0,0 1 1 0 0,0-1-1 0 0,0 1 0 0 0,0-1 0 0 0,0 1 0 0 0,1 0 0 0 0,0 0 1 0 0,-1 0-1 0 0,1 0 0 0 0,0 0 0 0 0,0 0 0 0 0,-2 7 0 0 0,-24 35 40 0 0,27-44-65 0 0,1 0 0 0 0,-1 1-1 0 0,0-1 1 0 0,1 1-1 0 0,-1-1 1 0 0,1 1 0 0 0,-1-1-1 0 0,1 1 1 0 0,0-1-1 0 0,-1 1 1 0 0,1-1 0 0 0,0 1-1 0 0,0 0 1 0 0,0-1-1 0 0,1 3 1 0 0,-1 7-46 0 0,-7 3-147 0 0,6-12 171 0 0,0-1 0 0 0,0 1 0 0 0,0 0 0 0 0,0 0 0 0 0,1 0 0 0 0,-1-1 0 0 0,0 1 0 0 0,1 0 0 0 0,0 0 0 0 0,-1 0 0 0 0,1 0 0 0 0,0 0 0 0 0,0 0 0 0 0,0 0 0 0 0,0 0 0 0 0,1 0 0 0 0,-1 0 0 0 0,0 0 0 0 0,1 0-1 0 0,-1-1 1 0 0,1 1 0 0 0,0 0 0 0 0,1 3 0 0 0,1 3-354 0 0,1 1-1 0 0,0-1 1 0 0,1 1-1 0 0,0-1 0 0 0,0-1 1 0 0,0 1-1 0 0,1-1 1 0 0,0 0-1 0 0,10 9 0 0 0,5 0-1025 0 0,5 0-716 0 0,12-6-2444 0 0,33 5-5591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3.6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33 1472 0 0,'0'0'1659'0'0,"0"-19"4175"0"0,0 17-5727 0 0,-3-9 2921 0 0,2 11-2920 0 0,0 0-1 0 0,0 0 1 0 0,0 0-1 0 0,0 0 1 0 0,-1 0-1 0 0,1 1 1 0 0,0-1-1 0 0,0 0 0 0 0,0 1 1 0 0,0-1-1 0 0,0 1 1 0 0,0-1-1 0 0,0 1 1 0 0,0-1-1 0 0,0 1 1 0 0,0 0-1 0 0,0-1 1 0 0,1 1-1 0 0,-1 0 0 0 0,-1 1 1 0 0,-46 44 1417 0 0,34-29-1063 0 0,15-9-467 0 0,0-5 44 0 0,-1 3-76 0 0,2 14 21 0 0,-2-20 19 0 0,0 1 0 0 0,0-1 0 0 0,1 1 0 0 0,-1-1 1 0 0,0 1-1 0 0,0-1 0 0 0,1 0 0 0 0,-1 1 0 0 0,0-1 1 0 0,1 0-1 0 0,-1 1 0 0 0,1-1 0 0 0,-1 0 0 0 0,0 1 1 0 0,1-1-1 0 0,-1 0 0 0 0,1 0 0 0 0,-1 1 1 0 0,1-1-1 0 0,-1 0 0 0 0,1 0 0 0 0,-1 0 0 0 0,1 0 1 0 0,-1 0-1 0 0,1 0 0 0 0,-1 0 0 0 0,1 0 0 0 0,-1 0 1 0 0,1 0-1 0 0,11 6 50 0 0,7 6-293 0 0,0-2-1 0 0,1 0 0 0 0,0-1 1 0 0,1-1-1 0 0,33 8 0 0 0,-35-10 32 0 0,28 11-287 0 0,-32-4 334 0 0,-6-4 159 0 0,-6-6 99 0 0,-4-3-96 0 0,1 0 1 0 0,0 0 0 0 0,-1 0-1 0 0,1 1 1 0 0,0-1 0 0 0,0 0 0 0 0,0 0-1 0 0,-1 0 1 0 0,1 1 0 0 0,0-1 0 0 0,0 0-1 0 0,0 0 1 0 0,-1 1 0 0 0,1-1 0 0 0,0 0-1 0 0,0 1 1 0 0,0-1 0 0 0,0 0-1 0 0,0 0 1 0 0,0 1 0 0 0,0-1 0 0 0,0 0-1 0 0,0 1 1 0 0,0-1 0 0 0,0 0 0 0 0,0 1-1 0 0,0-1 1 0 0,0 0 0 0 0,0 0 0 0 0,0 1-1 0 0,0-1 1 0 0,0 0 0 0 0,0 1-1 0 0,0-1 1 0 0,0 0 0 0 0,0 1 0 0 0,1-1-1 0 0,-1 0 1 0 0,0 0 0 0 0,1 1 0 0 0,11 5-52 0 0,-6-3 98 0 0,-6 3 2 0 0,1-5-34 0 0,-1 0 0 0 0,0 1-1 0 0,0-1 1 0 0,0 0-1 0 0,0 0 1 0 0,-1 0 0 0 0,1 1-1 0 0,0-1 1 0 0,0 0 0 0 0,-1 0-1 0 0,1 0 1 0 0,-1 0 0 0 0,1 0-1 0 0,-1 0 1 0 0,1 0-1 0 0,-1 0 1 0 0,0 0 0 0 0,1 0-1 0 0,-1 0 1 0 0,0 0 0 0 0,0 0-1 0 0,0 0 1 0 0,0 0-1 0 0,0-1 1 0 0,0 1 0 0 0,0 0-1 0 0,0-1 1 0 0,0 1 0 0 0,0-1-1 0 0,0 1 1 0 0,-1-1 0 0 0,-8 9 113 0 0,9-7-113 0 0,-1 0 0 0 0,1-1 1 0 0,-1 1-1 0 0,0-1 0 0 0,1 0 0 0 0,-1 1 0 0 0,0-1 0 0 0,0 0 0 0 0,0 0 0 0 0,0 0 1 0 0,0 0-1 0 0,0 0 0 0 0,0-1 0 0 0,0 1 0 0 0,0-1 0 0 0,0 1 0 0 0,-1-1 0 0 0,-2 0 1 0 0,4 1-6 0 0,-1-1 1 0 0,0 0-1 0 0,0 0 1 0 0,1 0-1 0 0,-1 1 1 0 0,0-1-1 0 0,1 1 1 0 0,-1-1-1 0 0,0 1 0 0 0,1 0 1 0 0,-1 0-1 0 0,-2 1 1 0 0,3 0-6 0 0,-1-1 1 0 0,0 0-1 0 0,0 0 1 0 0,0-1 0 0 0,0 1-1 0 0,0 0 1 0 0,0 0-1 0 0,0-1 1 0 0,0 0-1 0 0,0 1 1 0 0,0-1-1 0 0,-4 0 1 0 0,-59 0-1708 0 0,59-3-15 0 0,-22-11-3920 0 0,-6-2-731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6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18 2848 0 0,'-3'-3'6506'0'0,"-14"-7"-1188"0"0,-9 6-2935 0 0,25 4-2352 0 0,0 0-1 0 0,0 0 0 0 0,0 0 0 0 0,0 1 0 0 0,0-1 1 0 0,0 0-1 0 0,0 1 0 0 0,0-1 0 0 0,0 0 0 0 0,0 1 1 0 0,1-1-1 0 0,-1 1 0 0 0,0 0 0 0 0,0-1 0 0 0,0 1 1 0 0,1 0-1 0 0,-1-1 0 0 0,0 1 0 0 0,1 0 0 0 0,-1 0 1 0 0,0 0-1 0 0,1-1 0 0 0,-1 3 0 0 0,-1 0 115 0 0,-29 28 1007 0 0,28-18-955 0 0,3-13-197 0 0,0 0 0 0 0,0 0-1 0 0,0 1 1 0 0,0-1 0 0 0,0 0 0 0 0,1 0-1 0 0,-1 0 1 0 0,0 1 0 0 0,0-1 0 0 0,0 0-1 0 0,0 0 1 0 0,0 0 0 0 0,0 1-1 0 0,0-1 1 0 0,0 0 0 0 0,0 0 0 0 0,0 0-1 0 0,-1 1 1 0 0,1-1 0 0 0,0 0 0 0 0,0 0-1 0 0,0 0 1 0 0,0 1 0 0 0,0-1 0 0 0,0 0-1 0 0,0 0 1 0 0,0 0 0 0 0,0 0 0 0 0,-1 1-1 0 0,1-1 1 0 0,0 0 0 0 0,0 0-1 0 0,0 0 1 0 0,0 0 0 0 0,-1 0 0 0 0,1 0-1 0 0,0 1 1 0 0,0-1 0 0 0,0 0 0 0 0,-1 0-1 0 0,-5-2 15 0 0,5 3 0 0 0,1-1 1 0 0,-1 1-1 0 0,0-1 1 0 0,1 1-1 0 0,-1-1 0 0 0,1 1 1 0 0,-1 0-1 0 0,1-1 0 0 0,-1 1 1 0 0,1 0-1 0 0,-1-1 0 0 0,1 1 1 0 0,0 0-1 0 0,-1 0 1 0 0,1 0-1 0 0,0-1 0 0 0,0 1 1 0 0,0 0-1 0 0,0 0 0 0 0,-1 0 1 0 0,1 0-1 0 0,0-1 1 0 0,0 1-1 0 0,0 0 0 0 0,1 0 1 0 0,-1 0-1 0 0,0 0 0 0 0,4 14 206 0 0,-2-13-190 0 0,1 1-1 0 0,-1-1 0 0 0,0-1 0 0 0,1 1 0 0 0,-1 0 1 0 0,1-1-1 0 0,0 1 0 0 0,0-1 0 0 0,4 2 0 0 0,128 40 617 0 0,-101-29-542 0 0,-28-8-140 0 0,2-4 0 0 0,-5-2 110 0 0,11 14 70 0 0,-11-1-302 0 0,-3-13 153 0 0,0 0 0 0 0,0 0 0 0 0,0 1 0 0 0,-1-1 0 0 0,1 0 0 0 0,0 0-1 0 0,0 0 1 0 0,0 1 0 0 0,0-1 0 0 0,0 0 0 0 0,0 0 0 0 0,0 0 0 0 0,0 1 0 0 0,0-1-1 0 0,0 0 1 0 0,0 0 0 0 0,0 0 0 0 0,0 1 0 0 0,0-1 0 0 0,1 0 0 0 0,-1 0 0 0 0,0 0-1 0 0,0 1 1 0 0,0-1 0 0 0,0 0 0 0 0,0 0 0 0 0,0 0 0 0 0,0 0 0 0 0,0 1 0 0 0,1-1-1 0 0,-1 0 1 0 0,0 0 0 0 0,0 0 0 0 0,0 0 0 0 0,0 0 0 0 0,1 0 0 0 0,-1 1 0 0 0,0-1-1 0 0,0 0 1 0 0,0 0 0 0 0,1 0 0 0 0,-1 0 7 0 0,1 0-1 0 0,-1 0 1 0 0,1 0 0 0 0,-1 0-1 0 0,1 0 1 0 0,-1 0 0 0 0,1 0-1 0 0,-1 0 1 0 0,1 0-1 0 0,-1 1 1 0 0,1-1 0 0 0,-1 0-1 0 0,1 0 1 0 0,-1 0 0 0 0,1 1-1 0 0,-1-1 1 0 0,0 0 0 0 0,1 1-1 0 0,-1-1 1 0 0,1 0-1 0 0,-1 1 1 0 0,0-1 0 0 0,1 0-1 0 0,-1 1 1 0 0,0-1 0 0 0,0 1-1 0 0,1-1 1 0 0,-1 1 0 0 0,0 0-1 0 0,2 17 196 0 0,-2-13-176 0 0,0-2-5 0 0,3 0-139 0 0,-2-2 109 0 0,0 1 0 0 0,1-1 0 0 0,-1 1 0 0 0,0-1 0 0 0,1 1 0 0 0,-1 0 0 0 0,0-1 1 0 0,0 1-1 0 0,0 0 0 0 0,-1 0 0 0 0,1 0 0 0 0,0-1 0 0 0,-1 1 0 0 0,1 0 0 0 0,-1 0 0 0 0,1 0 0 0 0,-1 0 0 0 0,0 0 0 0 0,0 3 0 0 0,-1 0 45 0 0,0 0 0 0 0,-1 0 0 0 0,1 0 0 0 0,-1 0 0 0 0,0-1 0 0 0,-3 6 0 0 0,3-6-6 0 0,0-1-29 0 0,2-2-7 0 0,-1 0 0 0 0,1 1 0 0 0,-1-1 0 0 0,0 0 0 0 0,0 0 0 0 0,1 0 0 0 0,-1 0 0 0 0,0 0 0 0 0,0 0-1 0 0,0 0 1 0 0,0 0 0 0 0,0-1 0 0 0,0 1 0 0 0,0 0 0 0 0,-1 0 0 0 0,1-1 0 0 0,-2 2 0 0 0,-65 23-421 0 0,53-21 218 0 0,10-5 28 0 0,5 0 118 0 0,-1 0 0 0 0,1 0 0 0 0,-1 0 0 0 0,1 0 0 0 0,-1 0 1 0 0,0 0-1 0 0,0 1 0 0 0,1-1 0 0 0,-1 0 0 0 0,0 0 0 0 0,0 1 0 0 0,0-1 0 0 0,0 1 0 0 0,0-1 0 0 0,1 0 0 0 0,-1 1 0 0 0,0 0 0 0 0,-2-1 0 0 0,1 0-62 0 0,1 1 0 0 0,0 0 0 0 0,0-1-1 0 0,0 1 1 0 0,0-1 0 0 0,0 0-1 0 0,0 1 1 0 0,0-1 0 0 0,0 0 0 0 0,0 1-1 0 0,0-1 1 0 0,1 0 0 0 0,-1 0-1 0 0,0 0 1 0 0,0 0 0 0 0,1 0-1 0 0,-1 0 1 0 0,1 0 0 0 0,-1 0 0 0 0,1 0-1 0 0,-1-1 1 0 0,-8-12-1099 0 0,6 11 45 0 0,3-22-6347 0 0,0-17 1830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7.0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3040 0 0,'0'0'8416'0'0,"0"17"-7776"0"0,17-17-320 0 0,-17 17-128 0 0,0 1-160 0 0,0-2-64 0 0,17 18-352 0 0,-17 17-4512 0 0,17-17-2400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7.2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3168 0 0,'0'-51'12224'0'0,"17"51"-12608"0"0,0 0-6464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7.9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40 3872 0 0,'0'-40'15008'0'0,"0"63"-13691"0"0,4-5-619 0 0,8 14-404 0 0,9 76 346 0 0,54 278 138 0 0,-37-213-554 0 0,-36-162-240 0 0,-3-46 296 0 0,0 21-262 0 0,0-1-1 0 0,2 1 1 0 0,-1 0 0 0 0,5-21-1 0 0,0 3 158 0 0,-2 12-151 0 0,0 1 0 0 0,1-1-1 0 0,1 1 1 0 0,9-24 0 0 0,-13 41-31 0 0,0 0 1 0 0,1 0 0 0 0,0 0 0 0 0,-1 1 0 0 0,1-1-1 0 0,0 0 1 0 0,0 1 0 0 0,0-1 0 0 0,0 1-1 0 0,0-1 1 0 0,4-1 0 0 0,-6 3-4 0 0,1 0 0 0 0,-1 0 0 0 0,1-1 0 0 0,-1 1 0 0 0,0 0 0 0 0,1 0 0 0 0,-1 0 0 0 0,0-1 0 0 0,1 1-1 0 0,-1 0 1 0 0,0 0 0 0 0,1-1 0 0 0,-1 1 0 0 0,0 0 0 0 0,1-1 0 0 0,-1 1 0 0 0,0 0 0 0 0,0-1 0 0 0,1 1 0 0 0,-1 0 0 0 0,0-1 0 0 0,0 1 0 0 0,0 0 0 0 0,0-1 0 0 0,1 1 0 0 0,-1-1 0 0 0,0 1 0 0 0,0-1 0 0 0,0 1 0 0 0,0 0 0 0 0,0-1-1 0 0,0 0 1 0 0,3-5-26 0 0,0 6 5 0 0,-1 0 0 0 0,1-1-1 0 0,-1 1 1 0 0,1 0 0 0 0,-1 1 0 0 0,1-1 0 0 0,-1 0-1 0 0,1 1 1 0 0,-1 0 0 0 0,1-1 0 0 0,-1 1 0 0 0,0 0 0 0 0,1 0-1 0 0,-1 0 1 0 0,3 2 0 0 0,13 5-553 0 0,-15-7 562 0 0,1 1-1 0 0,-1 0 0 0 0,1 0 0 0 0,-1 0 1 0 0,0 0-1 0 0,0 0 0 0 0,4 4 1 0 0,-6-5-13 0 0,0 0 0 0 0,0 0-1 0 0,0 0 1 0 0,0 0 0 0 0,1 0 0 0 0,-1 0 0 0 0,0 0 0 0 0,1-1 0 0 0,-1 1 0 0 0,1 0 0 0 0,-1-1 0 0 0,1 1 0 0 0,2 0 0 0 0,-3-1 39 0 0,0 0-1 0 0,0 1 0 0 0,0-1 1 0 0,0 1-1 0 0,0-1 0 0 0,0 1 1 0 0,0-1-1 0 0,0 1 1 0 0,0-1-1 0 0,0 1 0 0 0,-1 0 1 0 0,1 0-1 0 0,0-1 0 0 0,0 1 1 0 0,-1 0-1 0 0,1 0 0 0 0,0 0 1 0 0,-1 0-1 0 0,1 0 0 0 0,-1 0 1 0 0,1 0-1 0 0,-1 0 0 0 0,0 0 1 0 0,1 0-1 0 0,-1 0 1 0 0,0 0-1 0 0,0 0 0 0 0,0 2 1 0 0,3 7 58 0 0,20 43-126 0 0,-20-47 71 0 0,-1 0 0 0 0,0 0 0 0 0,1 0 0 0 0,-2 0 0 0 0,1 0-1 0 0,-1 0 1 0 0,0 0 0 0 0,0 1 0 0 0,-1-1 0 0 0,0 0 0 0 0,0 1 0 0 0,0-1-1 0 0,-2 10 1 0 0,-2-8 18 0 0,0 1-1 0 0,-1-2 0 0 0,0 1 0 0 0,0-1 1 0 0,-1 1-1 0 0,0-2 0 0 0,0 1 0 0 0,0-1 1 0 0,-1 1-1 0 0,-13 8 0 0 0,19-14-76 0 0,0 0 1 0 0,-1 1-1 0 0,1-1 1 0 0,-1 0-1 0 0,1 0 1 0 0,-1 0-1 0 0,1 0 1 0 0,-1 0-1 0 0,0 0 1 0 0,1-1-1 0 0,-1 1 0 0 0,0 0 1 0 0,0-1-1 0 0,1 1 1 0 0,-1-1-1 0 0,0 0 1 0 0,0 0-1 0 0,0 0 1 0 0,0 0-1 0 0,-3 0 1 0 0,4-1-106 0 0,1 1 1 0 0,-1-1-1 0 0,0 0 1 0 0,0 0-1 0 0,0 0 1 0 0,1 1-1 0 0,-1-1 1 0 0,0 0-1 0 0,1 0 0 0 0,-1 0 1 0 0,0 0-1 0 0,1 0 1 0 0,0 0-1 0 0,-1-1 1 0 0,1 1-1 0 0,-1 0 1 0 0,1-1-1 0 0,-4-8-1799 0 0,-3 5-304 0 0,6 5 2155 0 0,1-1 0 0 0,-1 1 0 0 0,1 0 1 0 0,0 0-1 0 0,-1 0 0 0 0,1-1 0 0 0,0 1 0 0 0,-1 0 1 0 0,1-1-1 0 0,0 1 0 0 0,-1 0 0 0 0,1-1 0 0 0,0 1 1 0 0,-1 0-1 0 0,1-1 0 0 0,0 1 0 0 0,0 0 0 0 0,0-1 1 0 0,-1 1-1 0 0,1-1 0 0 0,0 1 0 0 0,0-1 0 0 0,0 1 1 0 0,0-1-1 0 0,0 1 0 0 0,0 0 0 0 0,0-1 0 0 0,0 1 1 0 0,0-1-1 0 0,0 0 0 0 0,-14-7-5047 0 0,11-21-69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8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4192 0 0,'16'-4'8245'0'0,"-14"2"-7656"0"0,10-17 3162 0 0,-10 15-3169 0 0,1 0 313 0 0,5 11 184 0 0,-3-2-544 0 0,0 0-1 0 0,-1 0 1 0 0,1 1 0 0 0,-1-1 0 0 0,-1 1 0 0 0,5 8 0 0 0,5 38 435 0 0,-4-8-890 0 0,-7-37-12 0 0,0 0 0 0 0,-1 0 0 0 0,0 0 0 0 0,-1 0 0 0 0,1 0-1 0 0,-1 1 1 0 0,-1-1 0 0 0,0 8 0 0 0,-1 20 31 0 0,1-25-128 0 0,1-6 2 0 0,-1 0 0 0 0,1-1 0 0 0,0 1 0 0 0,1 0 0 0 0,-1 0 0 0 0,0 0 0 0 0,1-1 0 0 0,2 7 0 0 0,1 6 72 0 0,-1 0 1 0 0,0 0 0 0 0,-1 0-1 0 0,-1 0 1 0 0,-1 29 0 0 0,4 53-134 0 0,8-27-584 0 0,-8-14 112 0 0,0-38-218 0 0,27 80-5851 0 0,17 5-9483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8.8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19 265 3136 0 0,'17'0'7482'0'0,"-17"-1"-7348"0"0,0 0 0 0 0,-1 1-1 0 0,1-1 1 0 0,0 0-1 0 0,0 0 1 0 0,0 0 0 0 0,0 1-1 0 0,0-1 1 0 0,0 0-1 0 0,0 0 1 0 0,0 0-1 0 0,1 1 1 0 0,-1-1 0 0 0,0 0-1 0 0,0 0 1 0 0,1 0-1 0 0,-1 1 1 0 0,0-1 0 0 0,2-1-1 0 0,60 2 3771 0 0,-60 0-3866 0 0,0 0-1 0 0,1-1 1 0 0,-1 1-1 0 0,0-1 1 0 0,0 1-1 0 0,0-1 1 0 0,0 0-1 0 0,0 0 1 0 0,0 0-1 0 0,0 0 1 0 0,0 0-1 0 0,-1 0 1 0 0,4-3-1 0 0,9-5 121 0 0,51-34 327 0 0,-62 40-449 0 0,0 0 0 0 0,0 0 0 0 0,0 0 0 0 0,-1 0 0 0 0,1 0 0 0 0,-1-1 0 0 0,0 1 0 0 0,1-1 0 0 0,-2 0 0 0 0,1 1 0 0 0,2-9 0 0 0,3-6 332 0 0,-1-1 0 0 0,4-20 0 0 0,-10 37-323 0 0,0 1 0 0 0,1-1 0 0 0,-1 0 0 0 0,0 1 0 0 0,0-1 0 0 0,-1 0 0 0 0,1 1 0 0 0,0-1 0 0 0,0 0 0 0 0,-1 1 0 0 0,1-1 0 0 0,-1 1 0 0 0,0-1 0 0 0,1 1 0 0 0,-1-1 0 0 0,0 1 0 0 0,0-1 0 0 0,0 1 0 0 0,0 0 0 0 0,0-1 0 0 0,0 1 0 0 0,0 0 0 0 0,0 0 0 0 0,-1 0 0 0 0,1 0 0 0 0,-2-1 0 0 0,-2-3 4 0 0,4 5-15 0 0,1-1 0 0 0,-1 0 1 0 0,0 1-1 0 0,0 0 0 0 0,1-1 0 0 0,-1 1 0 0 0,0-1 0 0 0,0 1 1 0 0,0 0-1 0 0,1 0 0 0 0,-1 0 0 0 0,0-1 0 0 0,0 1 0 0 0,0 0 1 0 0,0 0-1 0 0,0 0 0 0 0,1 0 0 0 0,-2 0 0 0 0,-10-1 202 0 0,-39-7 335 0 0,50 8-546 0 0,-1 0-1 0 0,1 0 1 0 0,0 1-1 0 0,-1-1 1 0 0,1 0-1 0 0,0 0 1 0 0,0 1-1 0 0,-1-1 1 0 0,1 1-1 0 0,0-1 1 0 0,0 1-1 0 0,0 0 1 0 0,0-1-1 0 0,0 1 1 0 0,0 0-1 0 0,0 0 1 0 0,0 0-1 0 0,0 0 1 0 0,0 0 0 0 0,0 0-1 0 0,0 0 1 0 0,1 0-1 0 0,-1 0 1 0 0,0 0-1 0 0,1 0 1 0 0,-1 1-1 0 0,1-1 1 0 0,-1 2-1 0 0,0-1-6 0 0,0 0-1 0 0,0 0 0 0 0,0 0 0 0 0,0 0 1 0 0,0-1-1 0 0,0 1 0 0 0,-1 0 0 0 0,1-1 1 0 0,-1 1-1 0 0,-2 2 0 0 0,-4 1 64 0 0,1 0-1 0 0,0 1 0 0 0,0 0 0 0 0,0 0 1 0 0,0 1-1 0 0,1 0 0 0 0,0 0 0 0 0,1 0 1 0 0,0 1-1 0 0,-5 8 0 0 0,-5 8 184 0 0,12-21-230 0 0,0 0 1 0 0,1 1-1 0 0,-1-1 0 0 0,1 1 1 0 0,0-1-1 0 0,0 1 0 0 0,0 0 1 0 0,0 0-1 0 0,1 0 0 0 0,0 0 1 0 0,0 0-1 0 0,0 0 1 0 0,0 0-1 0 0,0 0 0 0 0,1 0 1 0 0,0 0-1 0 0,0 1 0 0 0,0 5 1 0 0,1 13 101 0 0,-1-15-138 0 0,0 0 1 0 0,1 0-1 0 0,0 0 0 0 0,0 0 0 0 0,0 0 0 0 0,1 0 0 0 0,0 0 0 0 0,1 0 1 0 0,0-1-1 0 0,0 1 0 0 0,1-1 0 0 0,-1 0 0 0 0,7 8 0 0 0,-5-8-278 0 0,1-1 0 0 0,0 0 0 0 0,1 0 0 0 0,-1-1 0 0 0,1 0 0 0 0,0 0 0 0 0,1 0 0 0 0,-1-1 0 0 0,1 0 0 0 0,0-1 0 0 0,16 6 0 0 0,-20-8-373 0 0,1 0 0 0 0,0 0 1 0 0,0-1-1 0 0,0 0 0 0 0,-1 1 1 0 0,9-2-1 0 0,0 0-581 0 0,-13 2 1090 0 0,1-1 0 0 0,0 0 0 0 0,-1 0 0 0 0,1 0 0 0 0,0 0 0 0 0,-1 0-1 0 0,1-1 1 0 0,0 1 0 0 0,-1 0 0 0 0,1 0 0 0 0,0 0 0 0 0,-1 0 0 0 0,1-1 0 0 0,0 1 0 0 0,-1 0-1 0 0,1-1 1 0 0,-1 1 0 0 0,1 0 0 0 0,-1-1 0 0 0,1 1 0 0 0,-1-1 0 0 0,1 1 0 0 0,-1-1 0 0 0,1 1-1 0 0,-1-1 1 0 0,1 0 0 0 0,-1 0-107 0 0,1 0-1 0 0,-1 1 0 0 0,1-1 0 0 0,-1 0 1 0 0,1 1-1 0 0,0-1 0 0 0,-1 1 0 0 0,1-1 1 0 0,0 1-1 0 0,-1-1 0 0 0,1 1 0 0 0,0-1 1 0 0,-1 1-1 0 0,1 0 0 0 0,0-1 1 0 0,0 1-1 0 0,0 0 0 0 0,-1 0 0 0 0,1 0 1 0 0,0-1-1 0 0,0 1 0 0 0,0 0 0 0 0,-1 0 1 0 0,1 0-1 0 0,0 0 0 0 0,1 1 1 0 0,9-1-2853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3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3424 0 0,'4'18'3735'0'0,"23"58"-121"0"0,109 262 2855 0 0,-59-177-4434 0 0,-75-158-2006 0 0,52 105-42 0 0,-38-72 170 0 0,4 1 579 0 0,-20-37-755 0 0,1 1 0 0 0,-1-1 0 0 0,1 1 0 0 0,-1-1 0 0 0,0 1 0 0 0,1-1 0 0 0,-1 1 0 0 0,0 0 0 0 0,1-1 0 0 0,-1 1 1 0 0,0-1-1 0 0,0 1 0 0 0,1 0 0 0 0,-1-1 0 0 0,0 1 0 0 0,0 0 0 0 0,0-1 0 0 0,0 1 0 0 0,0 0 0 0 0,0 0 0 0 0,1 6-68 0 0,27 23 161 0 0,-25-27 460 0 0,0 0-742 0 0,-3-3 226 0 0,0 1 0 0 0,1-1 1 0 0,-1 1-1 0 0,0-1 1 0 0,1 1-1 0 0,-1-1 0 0 0,0 0 1 0 0,1 1-1 0 0,-1-1 1 0 0,0 0-1 0 0,1 1 0 0 0,-1-1 1 0 0,1 0-1 0 0,-1 0 0 0 0,1 1 1 0 0,-1-1-1 0 0,1 0 1 0 0,-1 0-1 0 0,1 0 0 0 0,-1 0 1 0 0,1 1-1 0 0,-1-1 1 0 0,1 0-1 0 0,-1 0 0 0 0,1 0 1 0 0,-1 0-1 0 0,1 0 0 0 0,-1 0 1 0 0,1 0-1 0 0,-1-1 1 0 0,1 1-1 0 0,-1 0 0 0 0,1 0 1 0 0,-1 0-1 0 0,0 0 0 0 0,1-1 1 0 0,-1 1-1 0 0,1-1 1 0 0,10-20 1024 0 0,-11 21-1045 0 0,1-2 83 0 0,0 0 0 0 0,0 0 1 0 0,-1 0-1 0 0,1-1 0 0 0,-1 1 0 0 0,1 0 1 0 0,-1 0-1 0 0,0 0 0 0 0,0-1 0 0 0,0 1 1 0 0,0-4-1 0 0,-2-51 642 0 0,2-533-958 0 0,-1 577-241 0 0,2 6 195 0 0,13-44-2759 0 0,-12 42 2077 0 0,4-10-3429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3.7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51 257 2208 0 0,'127'99'11594'0'0,"-98"-79"-8922"0"0,-10-28-1847 0 0,-5 2-818 0 0,-10 5 23 0 0,-2 0-3 0 0,0 0 0 0 0,1 0 1 0 0,-1 1-1 0 0,0-2 0 0 0,0 1 0 0 0,0 0 0 0 0,0 0 0 0 0,0 0 0 0 0,0-1 0 0 0,-1 1 1 0 0,1-1-1 0 0,0 0 0 0 0,-1 1 0 0 0,1-1 0 0 0,2-4 0 0 0,13-21 258 0 0,17-36 1 0 0,-34 63-286 0 0,13-30 159 0 0,-13 24-223 0 0,-2-1 1 0 0,2 1 146 0 0,0 0 1 0 0,-1 0-1 0 0,0 0 1 0 0,0 0 0 0 0,0 0-1 0 0,-1 0 1 0 0,0 0-1 0 0,-4-10 1 0 0,-4-5-10 0 0,8 16-70 0 0,0 0 0 0 0,-1 0 1 0 0,0 0-1 0 0,0 0 0 0 0,0 1 1 0 0,-1-1-1 0 0,1 1 0 0 0,-1 0 1 0 0,-5-4-1 0 0,-7-7 156 0 0,-32-24 0 0 0,46 38-110 0 0,0-1 1 0 0,0 1-1 0 0,0-1 0 0 0,0 1 0 0 0,-1 0 1 0 0,1 0-1 0 0,0 0 0 0 0,0 0 1 0 0,-1 0-1 0 0,1 1 0 0 0,-1-1 0 0 0,1 1 1 0 0,-1-1-1 0 0,1 1 0 0 0,-1 0 1 0 0,1 0-1 0 0,-1 0 0 0 0,1 0 0 0 0,-5 2 1 0 0,-2-1-6 0 0,6-1-58 0 0,0 0 1 0 0,0 0-1 0 0,0 0 1 0 0,0 0-1 0 0,0 0 1 0 0,-1 1-1 0 0,1 0 1 0 0,0 0-1 0 0,0-1 1 0 0,0 2-1 0 0,1-1 1 0 0,-1 0-1 0 0,0 1 1 0 0,0-1-1 0 0,1 1 1 0 0,-1 0-1 0 0,1 0 1 0 0,-1 0-1 0 0,1 0 1 0 0,0 0-1 0 0,-4 5 1 0 0,1-2 281 0 0,-17 13-236 0 0,20-17-124 0 0,-1 1-1 0 0,1-1 1 0 0,0 1 0 0 0,1-1-1 0 0,-1 1 1 0 0,0 0-1 0 0,0-1 1 0 0,1 1-1 0 0,-1 0 1 0 0,1 0-1 0 0,0 0 1 0 0,-1 0 0 0 0,1 1-1 0 0,-1 2 1 0 0,-14 33 40 0 0,13-33 221 0 0,0 1 1 0 0,0 0-1 0 0,1 0 1 0 0,0 0-1 0 0,0 1 0 0 0,0-1 1 0 0,1 0-1 0 0,0 1 1 0 0,0 7-1 0 0,4 3-818 0 0,24 17-2480 0 0,128 99-13474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4.2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1888 0 0,'0'18'10752'0'0,"16"219"-6209"0"0,1-136-3007 0 0,0-50-2400 0 0,0 0 416 0 0,-17-18 480 0 0,17 19 1344 0 0,-17-36-1184 0 0,17 1 96 0 0,-17 0-640 0 0,17 17-416 0 0,-17 0 448 0 0,17-17 288 0 0,51 152-8223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4.7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2944 0 0,'0'0'13882'0'0,"-1"2"-13660"0"0,1 0 0 0 0,0 0-1 0 0,0-1 1 0 0,0 1 0 0 0,0 0 0 0 0,0 0 0 0 0,1 0-1 0 0,-1 0 1 0 0,0 0 0 0 0,1 0 0 0 0,1 2-1 0 0,26 98 1134 0 0,-27-97-1301 0 0,1 0 0 0 0,-1 0 0 0 0,2 0 0 0 0,-1 0-1 0 0,0 0 1 0 0,1 0 0 0 0,0-1 0 0 0,0 1 0 0 0,1-1 0 0 0,-1 0 0 0 0,1 0 0 0 0,0 0 0 0 0,0 0 0 0 0,0 0-1 0 0,0-1 1 0 0,1 0 0 0 0,-1 0 0 0 0,10 4 0 0 0,-10-5-91 0 0,0-1 1 0 0,0 1-1 0 0,0-1 0 0 0,-1 0 0 0 0,1 0 1 0 0,0-1-1 0 0,0 1 0 0 0,8-1 0 0 0,-11 0 27 0 0,0 0 0 0 0,0 0 0 0 0,0 0 0 0 0,-1 0 0 0 0,1 0 0 0 0,0 0-1 0 0,0 0 1 0 0,0 0 0 0 0,0-1 0 0 0,0 1 0 0 0,-1 0 0 0 0,1-1 0 0 0,0 1-1 0 0,0 0 1 0 0,0-1 0 0 0,-1 1 0 0 0,1-1 0 0 0,0 1 0 0 0,-1-1 0 0 0,1 1-1 0 0,0-1 1 0 0,-1 0 0 0 0,1 1 0 0 0,-1-1 0 0 0,1 0 0 0 0,-1 0 0 0 0,1 1-1 0 0,-1-1 1 0 0,1-1 0 0 0,0 1 10 0 0,-1 1 21 0 0,0-1 0 0 0,1 1 0 0 0,-1 0-1 0 0,0-1 1 0 0,1 1 0 0 0,-1 0-1 0 0,0-1 1 0 0,1 1 0 0 0,-1-1 0 0 0,0 1-1 0 0,0-1 1 0 0,1 1 0 0 0,-1 0-1 0 0,0-1 1 0 0,0 1 0 0 0,0-1 0 0 0,0 1-1 0 0,0-1 1 0 0,0 1 0 0 0,0-1 0 0 0,0 1-1 0 0,0-1 1 0 0,0 1 0 0 0,0-1-1 0 0,0 1 1 0 0,0-1 0 0 0,1-5 49 0 0,5 1-51 0 0,5-9-326 0 0,0-4 185 0 0,-9 15 151 0 0,0 0 0 0 0,0-1 0 0 0,0 1 0 0 0,0-1 0 0 0,0 1 0 0 0,-1-1-1 0 0,1 0 1 0 0,0-4 0 0 0,2-14 379 0 0,-3 14-266 0 0,0-1-1 0 0,1 0 0 0 0,0 1 1 0 0,5-12-1 0 0,-4 14-573 0 0,5 26 181 0 0,0-2 257 0 0,30 83 244 0 0,-34-91-405 0 0,0-1 0 0 0,1 1 0 0 0,1-1 0 0 0,0 0 0 0 0,11 14 0 0 0,3 1-3174 0 0,2 0-3489 0 0,-5-12 2605 0 0,14-9-2896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5.5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1792 0 0,'18'78'6665'0'0,"-5"-17"-5330"0"0,-12-56-1338 0 0,0 0-1 0 0,0-1 1 0 0,-1 1 0 0 0,1 0 0 0 0,-1 0 0 0 0,-1 7 0 0 0,4 17 281 0 0,25 59 26 0 0,-22-70-431 0 0,-7-24 598 0 0,-1-14 65 0 0,4-20 88 0 0,-2 40-624 0 0,17-99 1904 0 0,-16 95-1797 0 0,1-1 1 0 0,-1 0 0 0 0,1 0 0 0 0,0 0 0 0 0,0 1 0 0 0,1-1 0 0 0,-1 1 0 0 0,1 0-1 0 0,3-5 1 0 0,-4 8-96 0 0,-1-1-1 0 0,1 1 1 0 0,-1 0-1 0 0,1 0 1 0 0,0 0-1 0 0,-1-1 1 0 0,1 2-1 0 0,0-1 1 0 0,0 0-1 0 0,0 0 1 0 0,0 0-1 0 0,0 1 1 0 0,-1-1-1 0 0,1 1 0 0 0,0 0 1 0 0,0-1-1 0 0,4 1 1 0 0,-1 0-236 0 0,9 14 496 0 0,-13-13-257 0 0,-1-1-1 0 0,0 0 1 0 0,1 0 0 0 0,-1 1-1 0 0,0-1 1 0 0,1 0-1 0 0,-1 1 1 0 0,0-1 0 0 0,1 1-1 0 0,-1-1 1 0 0,0 0 0 0 0,0 1-1 0 0,0-1 1 0 0,1 1 0 0 0,-1-1-1 0 0,0 1 1 0 0,0-1 0 0 0,0 1-1 0 0,0-1 1 0 0,0 0 0 0 0,0 1-1 0 0,0-1 1 0 0,0 1 0 0 0,0-1-1 0 0,0 1 1 0 0,0 0 0 0 0,1 4 74 0 0,1-4-54 0 0,0 1 6 0 0,0 0 0 0 0,0 1 0 0 0,0-1 0 0 0,0 0 0 0 0,0 1 0 0 0,0-1 0 0 0,-1 1 0 0 0,1-1 0 0 0,-1 1 0 0 0,1 3 0 0 0,49 107 1441 0 0,-50-110-1453 0 0,1 0 0 0 0,-1 0 0 0 0,0 0-1 0 0,1-1 1 0 0,-1 1 0 0 0,1-1 0 0 0,0 1 0 0 0,0-1-1 0 0,0 1 1 0 0,0-1 0 0 0,4 3 0 0 0,-4 3 713 0 0,-2-35 223 0 0,0 24-1061 0 0,0-3-16 0 0,0-65-320 0 0,3 57 336 0 0,9-26-355 0 0,-9 28 281 0 0,0 0 0 0 0,1-1 0 0 0,0 1-1 0 0,1 1 1 0 0,8-16 0 0 0,4 22 645 0 0,-13 4-468 0 0,-1 0 1 0 0,0 1-1 0 0,1-1 0 0 0,-1 1 1 0 0,1 0-1 0 0,-1 0 0 0 0,1 0 1 0 0,-1 0-1 0 0,1 1 0 0 0,-1-1 0 0 0,0 1 1 0 0,1 0-1 0 0,-1 0 0 0 0,0 0 1 0 0,1 1-1 0 0,-1-1 0 0 0,0 1 0 0 0,4 2 1 0 0,2 5 40 0 0,-1 1 0 0 0,0 0 0 0 0,0 0 0 0 0,-1 0 0 0 0,0 1 0 0 0,-1 0 0 0 0,0 1 0 0 0,-1-1 0 0 0,-1 1 0 0 0,1 0 0 0 0,-2 0 0 0 0,0 1 0 0 0,3 22 0 0 0,0 27-4160 0 0,-5-56 1713 0 0,0-1 0 0 0,1 1 1 0 0,7 16-4798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5.9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105 198 1920 0 0,'18'7'10667'0'0,"-18"-7"-10594"0"0,1-1 1 0 0,-1 0 0 0 0,1 1-1 0 0,-1-1 1 0 0,1 1 0 0 0,0-1 0 0 0,-1 1-1 0 0,1-1 1 0 0,0 1 0 0 0,-1 0 0 0 0,1-1-1 0 0,0 1 1 0 0,0 0 0 0 0,-1 0-1 0 0,1-1 1 0 0,0 1 0 0 0,0 0 0 0 0,0 0-1 0 0,-1 0 1 0 0,1 0 0 0 0,0 0 0 0 0,1 0-1 0 0,3-6 279 0 0,-1 3-149 0 0,0-1 0 0 0,-1 0-1 0 0,0 0 1 0 0,0 0 0 0 0,0-1-1 0 0,0 1 1 0 0,-1-1 0 0 0,1 1-1 0 0,-1-1 1 0 0,0 0-1 0 0,-1 0 1 0 0,1 0 0 0 0,-1 0-1 0 0,0 0 1 0 0,0 0 0 0 0,-1 0-1 0 0,1-1 1 0 0,-1 1 0 0 0,0 0-1 0 0,-1 0 1 0 0,1 0 0 0 0,-1 0-1 0 0,0-1 1 0 0,0 1 0 0 0,-3-5-1 0 0,3 6-100 0 0,-1 1-1 0 0,0 0 0 0 0,0 0 0 0 0,0 0 1 0 0,0 0-1 0 0,0 0 0 0 0,0 1 0 0 0,-1-1 1 0 0,1 1-1 0 0,-1-1 0 0 0,0 1 0 0 0,0 0 1 0 0,-4-2-1 0 0,-5-5 135 0 0,7 6-252 0 0,5 2 20 0 0,-1 1 1 0 0,1-1-1 0 0,-1 0 0 0 0,1 0 0 0 0,-1 1 0 0 0,0-1 1 0 0,1 1-1 0 0,-1-1 0 0 0,0 0 0 0 0,0 1 1 0 0,1-1-1 0 0,-1 1 0 0 0,0 0 0 0 0,0-1 0 0 0,0 1 1 0 0,0 0-1 0 0,1-1 0 0 0,-1 1 0 0 0,0 0 0 0 0,0 0 1 0 0,0 0-1 0 0,0 0 0 0 0,0 0 0 0 0,0 0 1 0 0,0 0-1 0 0,0 0 0 0 0,0 0 0 0 0,1 0 0 0 0,-1 1 1 0 0,0-1-1 0 0,0 0 0 0 0,0 0 0 0 0,0 1 0 0 0,0-1 1 0 0,1 1-1 0 0,-1-1 0 0 0,0 1 0 0 0,0-1 0 0 0,1 1 1 0 0,-1-1-1 0 0,0 1 0 0 0,1 0 0 0 0,-1-1 1 0 0,0 1-1 0 0,0 1 0 0 0,-3 1 95 0 0,-9 6 18 0 0,10-7-82 0 0,-1 0 0 0 0,2 0 1 0 0,-1 1-1 0 0,0-1 0 0 0,0 1 0 0 0,1-1 1 0 0,-1 1-1 0 0,1 0 0 0 0,0 0 0 0 0,0 0 0 0 0,0 1 1 0 0,0-1-1 0 0,0 0 0 0 0,-1 4 0 0 0,-22 44 984 0 0,23-48-979 0 0,1 1 0 0 0,0 0 0 0 0,0-1 0 0 0,0 1 0 0 0,1 0 0 0 0,-1 0-1 0 0,1-1 1 0 0,0 8 0 0 0,1-5-62 0 0,0 0-1 0 0,1 0 0 0 0,0 0 0 0 0,0 0 1 0 0,0 0-1 0 0,0 0 0 0 0,1-1 0 0 0,6 9 1 0 0,19 25-793 0 0,2-1 1 0 0,47 46 0 0 0,-35-46-1009 0 0,-41-38 1762 0 0,-1 0 0 0 0,0 1 0 0 0,1-1 0 0 0,-1 0 0 0 0,1 1 0 0 0,-1-1 1 0 0,1 0-1 0 0,0 0 0 0 0,-1 0 0 0 0,1 1 0 0 0,-1-1 0 0 0,1 0 0 0 0,-1 0 0 0 0,1 0 0 0 0,-1 0 0 0 0,1 0 0 0 0,0 0 1 0 0,-1 0-1 0 0,1 0 0 0 0,-1 0 0 0 0,1 0 0 0 0,-1-1 0 0 0,1 1 0 0 0,-1 0 0 0 0,2-1 0 0 0,9-1-2324 0 0,31 2-3641 0 0,-29-4 2223 0 0,-6-6 2465 0 0,13-10-2913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6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84 1536 0 0,'0'0'0'0'0,"0"-16"4992"0"0,-17-18-608 0 0,0 0-416 0 0,0 51-993 0 0,17 0-2623 0 0,0 153 3488 0 0,102 218-3904 0 0,-69-319 384 0 0,137 49-14655 0 0,-103-185 6367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6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17 1184 0 0,'0'0'2464'0'0,"-17"-17"640"0"0,-17 17 3680 0 0,17 0-3361 0 0,17 17-639 0 0,187 17-1184 0 0,-137-34-3680 0 0,-33 0 192 0 0,0 0-127 0 0,0 0-417 0 0,67 0-6912 0 0,-49 0 5760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7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1728 0 0,'0'17'9056'0'0,"17"0"-5056"0"0,34 0-769 0 0,-51 0-3551 0 0,17-17 192 0 0,34 51 2016 0 0,84 236-4480 0 0,-152-287 3648 0 0,-51-67 0 0 0,35-120-416 0 0,117 103-5599 0 0,-67 84-641 0 0,34 0-3456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7.7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3008 0 0,'0'17'13408'0'0,"17"18"-12257"0"0,0-19-543 0 0,-17 1-416 0 0,17 34 128 0 0,-17-34-192 0 0,17 51-2751 0 0,17 33-13569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7.9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51 2400 0 0,'-17'-50'14239'0'0,"34"50"-14494"0"0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8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0 3136 0 0,'-3'0'11978'0'0,"-4"3"-10572"0"0,-11 20 436 0 0,11-14-1508 0 0,2 0-1 0 0,-1 1 1 0 0,2-1-1 0 0,-1 1 1 0 0,1 0 0 0 0,0 1-1 0 0,1-1 1 0 0,1 1-1 0 0,-1-1 1 0 0,0 12-1 0 0,4-13-210 0 0,0-1 0 0 0,1 0-1 0 0,0 0 1 0 0,0 0 0 0 0,1-1-1 0 0,0 1 1 0 0,0 0 0 0 0,1-1-1 0 0,-1 0 1 0 0,2 0 0 0 0,9 13-1 0 0,13 13-425 0 0,-27-32 279 0 0,1-1 0 0 0,-1 0-1 0 0,1 1 1 0 0,-1-1 0 0 0,1 0 0 0 0,-1 1 0 0 0,1-1 0 0 0,-1 0 0 0 0,1 0 0 0 0,-1 0 0 0 0,1 1 0 0 0,-1-1 0 0 0,1 0 0 0 0,-1 0 0 0 0,1 0 0 0 0,-1 0-1 0 0,1 0 1 0 0,0 0 0 0 0,-1 0 0 0 0,1 0 0 0 0,-1 0 0 0 0,1 0 0 0 0,5-1-239 0 0,-5 1 203 0 0,0 1 1 0 0,0-1-1 0 0,0 0 0 0 0,0 1 0 0 0,0-1 0 0 0,0 0 0 0 0,0 1 0 0 0,0-1 0 0 0,0 1 1 0 0,-1 0-1 0 0,1-1 0 0 0,0 1 0 0 0,0 0 0 0 0,0-1 0 0 0,0 3 0 0 0,9 4-256 0 0,30 8-1604 0 0,-12-12-2672 0 0,11-3-5242 0 0,-16 0 5071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9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155 79 2336 0 0,'3'-3'6138'0'0,"-1"0"-5554"0"0,0-1-1 0 0,-1 1 1 0 0,1-1-1 0 0,-1 1 1 0 0,1-1-1 0 0,-1 0 1 0 0,0 0-1 0 0,0 0 0 0 0,-1 1 1 0 0,1-1-1 0 0,-1 0 1 0 0,0 0-1 0 0,0 0 1 0 0,0-6-1 0 0,-14 5-172 0 0,12 3-161 0 0,2 1-217 0 0,-1 1 0 0 0,1-1 0 0 0,0 1 0 0 0,-1-1 0 0 0,1 1 0 0 0,0 0 0 0 0,-1-1 0 0 0,1 1 0 0 0,0 0 0 0 0,-1-1 0 0 0,1 1 0 0 0,-1 0 0 0 0,1 0 0 0 0,-1-1 0 0 0,1 1 0 0 0,-1 0 0 0 0,1 0 0 0 0,-1 0 0 0 0,1 0 0 0 0,-1-1 0 0 0,1 1 0 0 0,-1 0 0 0 0,1 0 0 0 0,-1 0 0 0 0,1 0 0 0 0,-2 0 0 0 0,-2 1-20 0 0,-1 0-1 0 0,1 0 0 0 0,-1 0 1 0 0,0 1-1 0 0,1-1 1 0 0,0 1-1 0 0,-1 0 1 0 0,1 1-1 0 0,0-1 0 0 0,0 1 1 0 0,1-1-1 0 0,-1 1 1 0 0,0 0-1 0 0,1 0 1 0 0,-1 1-1 0 0,1-1 1 0 0,-4 7-1 0 0,-5 6-11 0 0,1 0-1 0 0,-13 25 1 0 0,20-34 56 0 0,-12 25 427 0 0,17-15-233 0 0,3-1-384 0 0,-3-10 58 0 0,37 171 252 0 0,38 140 585 0 0,-66-284-730 0 0,-8-30-12 0 0,-1 0-1 0 0,0 1 1 0 0,0-1 0 0 0,0 0-1 0 0,-1 1 1 0 0,1-1-1 0 0,-1 0 1 0 0,0 5-1 0 0,0 36-493 0 0,0 19-2251 0 0,0-14-3329 0 0,0-38 3196 0 0,-3-17 954 0 0,-8-17-2411 0 0,8 18 1910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9.3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51 2752 0 0,'136'-51'17887'0'0,"-103"51"-17279"0"0,-15 0-832 0 0,-1 0-352 0 0,16 0-2272 0 0,1 0 801 0 0,0 0-1441 0 0,0 0-1792 0 0,-1 0-1504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9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17 2016 0 0,'-16'0'2592'0'0,"16"-17"1760"0"0,-17 17-2720 0 0,17 85 7551 0 0,85 203-7615 0 0,-52-153-1632 0 0,-16-101 192 0 0,-17-17 0 0 0,0 0-512 0 0,17 68-1184 0 0,0-35-832 0 0,34 18-9919 0 0,-34-68 7455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9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34 170 2016 0 0,'85'102'15071'0'0,"-17"-102"-14943"0"0,-51 0-448 0 0,33-51-543 0 0,-84-136 1215 0 0,-50 153-1 0 0,-35 85-2494 0 0,102 68-12449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0.6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1568 0 0,'0'0'1381'0'0,"0"6"731"0"0,0 37 4482 0 0,0 29-5060 0 0,8-43-921 0 0,26 41 859 0 0,-34-69-1429 0 0,1 0 0 0 0,-1 0-1 0 0,1 1 1 0 0,-1-1 0 0 0,1 0 0 0 0,-1 0-1 0 0,1 0 1 0 0,0-1 0 0 0,-1 1-1 0 0,1 0 1 0 0,0 0 0 0 0,0 0 0 0 0,-1 0-1 0 0,1-1 1 0 0,0 1 0 0 0,0 0-1 0 0,0-1 1 0 0,0 1 0 0 0,0-1 0 0 0,2 2-1 0 0,5-8 323 0 0,-7 4-214 0 0,4-6 155 0 0,-2-1-110 0 0,28-24-271 0 0,9-4 1147 0 0,-40 37-1052 0 0,1-1 0 0 0,-1 1 1 0 0,1-1-1 0 0,-1 1 0 0 0,1-1 0 0 0,-1 1 0 0 0,1 0 1 0 0,0-1-1 0 0,-1 1 0 0 0,1 0 0 0 0,0 0 0 0 0,-1-1 1 0 0,1 1-1 0 0,0 0 0 0 0,-1 0 0 0 0,1 0 0 0 0,0 0 1 0 0,-1 0-1 0 0,1 0 0 0 0,1 0 0 0 0,-1 1-9 0 0,0 0 0 0 0,0-1 0 0 0,0 1 0 0 0,0 0-1 0 0,1 0 1 0 0,-1 0 0 0 0,-1 0 0 0 0,1 1 0 0 0,0-1 0 0 0,0 0 0 0 0,0 0-1 0 0,-1 0 1 0 0,2 2 0 0 0,40 80-331 0 0,-38-77 300 0 0,0-1 1 0 0,0 1-1 0 0,1-1 0 0 0,0 1 1 0 0,0-1-1 0 0,0-1 0 0 0,1 1 1 0 0,0-1-1 0 0,10 7 0 0 0,-8-6 100 0 0,-8-5-70 0 0,1 0 0 0 0,0 1 0 0 0,-1-1-1 0 0,1 0 1 0 0,-1 1 0 0 0,1-1 0 0 0,0 0 0 0 0,-1 0 0 0 0,1 0 0 0 0,0 1 0 0 0,0-1 0 0 0,-1 0 0 0 0,1 0 0 0 0,0 0 0 0 0,-1 0 0 0 0,1 0-1 0 0,0 0 1 0 0,-1-1 0 0 0,1 1 0 0 0,0 0 0 0 0,0 0 0 0 0,-1 0 0 0 0,1-1 0 0 0,-1 1 0 0 0,1 0 0 0 0,0-1 0 0 0,-1 1 0 0 0,1 0-1 0 0,-1-1 1 0 0,1 1 0 0 0,0-1 0 0 0,-1 1 0 0 0,1-1 0 0 0,-1 1 0 0 0,0-1 0 0 0,1 1 0 0 0,-1-1 0 0 0,1 0 0 0 0,-1 1 0 0 0,0-1 0 0 0,1 1-1 0 0,-1-2 1 0 0,7-8 235 0 0,-1 0-1 0 0,-1 0 1 0 0,1-1-1 0 0,-2 0 1 0 0,1 0-1 0 0,4-19 1 0 0,-3 4 46 0 0,6-44 0 0 0,-10 22-377 0 0,-4 22-538 0 0,1 23 148 0 0,0-1 0 0 0,0 1-1 0 0,-1-1 1 0 0,1 1-1 0 0,-1-1 1 0 0,1 1-1 0 0,-1 0 1 0 0,-4-6 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1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37 1632 0 0,'5'3'5376'0'0,"7"1"-1373"0"0,-6-2-3015 0 0,1 0 0 0 0,-1 0 0 0 0,0 1 0 0 0,0 0-1 0 0,10 7 1 0 0,0-1-796 0 0,-1 1 0 0 0,-1 0 0 0 0,0 1 0 0 0,0 1 0 0 0,18 20 0 0 0,-32-31-183 0 0,1-1 0 0 0,-1 1 1 0 0,1-1-1 0 0,0 1 0 0 0,-1-1 0 0 0,1 1 0 0 0,0-1 1 0 0,-1 1-1 0 0,1-1 0 0 0,0 0 0 0 0,0 0 0 0 0,-1 1 1 0 0,1-1-1 0 0,0 0 0 0 0,0 0 0 0 0,0 0 0 0 0,-1 0 0 0 0,1 0 1 0 0,1 0-1 0 0,0 0 11 0 0,-1 0 0 0 0,1 0 0 0 0,-1 0 1 0 0,1 1-1 0 0,-1-1 0 0 0,1 0 0 0 0,-1 1 0 0 0,1-1 1 0 0,-1 1-1 0 0,0-1 0 0 0,1 1 0 0 0,-1 0 0 0 0,0-1 0 0 0,1 1 1 0 0,0 1-1 0 0,31 34-124 0 0,-4-1 704 0 0,-24-31-496 0 0,-4-3-112 0 0,0 0-1 0 0,0-1 1 0 0,0 1 0 0 0,0 0 0 0 0,0 0 0 0 0,0 0-1 0 0,0 0 1 0 0,-1 0 0 0 0,1 0 0 0 0,0 0 0 0 0,-1 1-1 0 0,1-1 1 0 0,0 2 0 0 0,2 5-137 0 0,-1 1-1 0 0,0 0 1 0 0,0 0-1 0 0,0 17 1 0 0,-2-21 108 0 0,1-1 1 0 0,-1 1 0 0 0,-1 0-1 0 0,1-1 1 0 0,-1 1-1 0 0,1 0 1 0 0,-1-1 0 0 0,-1 1-1 0 0,1-1 1 0 0,-1 1 0 0 0,1-1-1 0 0,-5 6 1 0 0,5-9 48 0 0,1 0-1 0 0,-1 0 1 0 0,0-1-1 0 0,0 1 1 0 0,0 0-1 0 0,0-1 1 0 0,0 1-1 0 0,0-1 1 0 0,0 1-1 0 0,0-1 1 0 0,0 0-1 0 0,0 1 1 0 0,0-1-1 0 0,0 0 1 0 0,0 0-1 0 0,0 0 1 0 0,-1 1-1 0 0,1-1 1 0 0,0 0-1 0 0,0-1 1 0 0,0 1-1 0 0,0 0 1 0 0,0 0-1 0 0,0 0 1 0 0,0-1-1 0 0,0 1 1 0 0,0-1-1 0 0,0 1 1 0 0,0-1-1 0 0,0 1 1 0 0,-2-1-1 0 0,1-1 18 0 0,-1 1-1 0 0,1-1 1 0 0,-1 0 0 0 0,1 1-1 0 0,0-1 1 0 0,0 0-1 0 0,-1 0 1 0 0,1-1 0 0 0,1 1-1 0 0,-4-5 1 0 0,-1-10 8 0 0,-8-11 704 0 0,12 21-811 0 0,0-1 0 0 0,1 0 0 0 0,0 0-1 0 0,0 1 1 0 0,1-1 0 0 0,0 0-1 0 0,0 0 1 0 0,1 0 0 0 0,0 1-1 0 0,3-15 1 0 0,9-24-2380 0 0,31-80-1 0 0,-43 122 2025 0 0,1 1 0 0 0,-1-1-1 0 0,1 0 1 0 0,0 1 0 0 0,0-1 0 0 0,0 1 0 0 0,1-1 0 0 0,-1 1 0 0 0,7-5-1 0 0,-9 7 296 0 0,1 1-1 0 0,-1 0 0 0 0,1-1 0 0 0,-1 1 1 0 0,1 0-1 0 0,-1 0 0 0 0,1 0 0 0 0,-1 0 1 0 0,1-1-1 0 0,0 1 0 0 0,-1 0 0 0 0,1 0 1 0 0,-1 0-1 0 0,1 0 0 0 0,0 0 0 0 0,-1 0 1 0 0,1 0-1 0 0,-1 1 0 0 0,1-1 0 0 0,0 0 1 0 0,-1 0-1 0 0,1 0 0 0 0,-1 0 0 0 0,1 1 1 0 0,0-1-1 0 0,3 2-272 0 0,13-2-2609 0 0,0 0 448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2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193 53 2304 0 0,'-18'-17'9008'0'0,"19"16"-8922"0"0,-1 1 0 0 0,0-1 0 0 0,0 1 1 0 0,0-1-1 0 0,0 1 0 0 0,0-1 0 0 0,0 1 1 0 0,0-1-1 0 0,0 1 0 0 0,0-1 0 0 0,0 0 1 0 0,0 1-1 0 0,0-1 0 0 0,0 1 0 0 0,-1-1 0 0 0,1 1 1 0 0,0-1-1 0 0,0 1 0 0 0,0-1 0 0 0,-1 1 1 0 0,1-1-1 0 0,0 1 0 0 0,-1-1 0 0 0,1 1 1 0 0,0 0-1 0 0,-1-1 0 0 0,1 1 0 0 0,-1 0 1 0 0,1-1-1 0 0,-1 1 0 0 0,1 0 0 0 0,-1-1 1 0 0,1 1-1 0 0,-1 0 0 0 0,1 0 0 0 0,-1 0 0 0 0,1-1 1 0 0,-1 1-1 0 0,1 0 0 0 0,-1 0 0 0 0,1 0 1 0 0,-1 0-1 0 0,1 0 0 0 0,-1 0 0 0 0,1 0 1 0 0,-2 0-1 0 0,0 0 474 0 0,1-1-437 0 0,0 0 0 0 0,0 0 0 0 0,0 0 0 0 0,0 0 0 0 0,0 0 0 0 0,0 0 0 0 0,0 0 0 0 0,0 0 0 0 0,0 0 0 0 0,-1 0 0 0 0,1 1 0 0 0,0-1 0 0 0,0 1 0 0 0,-1-1 0 0 0,-1 0 0 0 0,0 0-73 0 0,0 0-1 0 0,0 0 1 0 0,1 1 0 0 0,-1-1 0 0 0,0 1 0 0 0,0 0 0 0 0,0 0 0 0 0,0 0-1 0 0,0 0 1 0 0,0 0 0 0 0,0 0 0 0 0,0 1 0 0 0,0-1 0 0 0,0 1 0 0 0,1 0-1 0 0,-1 0 1 0 0,0 0 0 0 0,0 1 0 0 0,1-1 0 0 0,-1 0 0 0 0,1 1 0 0 0,-4 2-1 0 0,-22 2 453 0 0,27-6-456 0 0,-1 2-37 0 0,1 0 0 0 0,-1-1 0 0 0,0 1 0 0 0,1 0 1 0 0,-1 0-1 0 0,1 0 0 0 0,-1 0 0 0 0,1 0 0 0 0,0 0 0 0 0,0 0 1 0 0,0 1-1 0 0,-1 2 0 0 0,2-4-17 0 0,0 0 1 0 0,0-1-1 0 0,-1 1 0 0 0,1 0 1 0 0,0 0-1 0 0,-1 0 0 0 0,1 0 0 0 0,-1 0 1 0 0,1 0-1 0 0,-1 0 0 0 0,1-1 1 0 0,-1 1-1 0 0,1 0 0 0 0,-1 0 0 0 0,0-1 1 0 0,0 1-1 0 0,-1 1 0 0 0,-2 1 56 0 0,4 4 20 0 0,0-7-44 0 0,0 1 1 0 0,0-1-1 0 0,0 1 1 0 0,0 0-1 0 0,0-1 1 0 0,0 1-1 0 0,-1 0 1 0 0,1-1-1 0 0,0 1 1 0 0,0 0-1 0 0,0-1 1 0 0,-1 1-1 0 0,1 0 0 0 0,0-1 1 0 0,-1 1-1 0 0,1-1 1 0 0,0 1-1 0 0,-1-1 1 0 0,1 1-1 0 0,-1 0 1 0 0,-2 7 61 0 0,17 18-119 0 0,73 67-244 0 0,-61-71 405 0 0,-22-22-41 0 0,-3 0-89 0 0,0 1-1 0 0,0-1 1 0 0,0 0-1 0 0,-1 0 1 0 0,1 1-1 0 0,0-1 1 0 0,0 0-1 0 0,0 0 1 0 0,-1 0 0 0 0,1 0-1 0 0,0 0 1 0 0,0 0-1 0 0,0-1 1 0 0,0 1-1 0 0,-1 0 1 0 0,1 0-1 0 0,0-1 1 0 0,0 1-1 0 0,-1 0 1 0 0,1-1 0 0 0,0 1-1 0 0,-1 0 1 0 0,1-1-1 0 0,0 1 1 0 0,-1-1-1 0 0,1 1 1 0 0,0-1-1 0 0,-1 0 1 0 0,1 1 0 0 0,-1-1-1 0 0,1 0 1 0 0,-1 1-1 0 0,0-1 1 0 0,1 0-1 0 0,-1 1 1 0 0,1-1-1 0 0,-1 0 1 0 0,0 0 0 0 0,1-1-1 0 0,-2 2 1 0 0,1-1 0 0 0,0 1 0 0 0,0-1 0 0 0,0 1 0 0 0,0-1 0 0 0,0 1 0 0 0,1 0 0 0 0,-1-1 0 0 0,0 1 0 0 0,0-1 1 0 0,0 1-1 0 0,0-1 0 0 0,0 1 0 0 0,1 0 0 0 0,-1-1 0 0 0,0 1 0 0 0,0-1 0 0 0,1 1 0 0 0,-1 0 0 0 0,0-1 0 0 0,0 1 0 0 0,1 0 0 0 0,-1-1 0 0 0,0 1 0 0 0,1 0 0 0 0,-1 0 0 0 0,1-1 0 0 0,-1 1 0 0 0,1 0 0 0 0,12-14 56 0 0,-1-8-145 0 0,-11 20 111 0 0,-1 0-1 0 0,1 0 1 0 0,-1 1 0 0 0,1-1 0 0 0,-1 0-1 0 0,0 0 1 0 0,1 1 0 0 0,-1-1-1 0 0,0 0 1 0 0,0 0 0 0 0,0 0-1 0 0,-1-2 1 0 0,1-112 1745 0 0,1 129-1654 0 0,0 0-1 0 0,0 0 0 0 0,2-1 0 0 0,0 1 0 0 0,8 22 1 0 0,-10-32-126 0 0,1 1 1 0 0,1-1-1 0 0,-1 0 1 0 0,0 0 0 0 0,1 0-1 0 0,0 0 1 0 0,-1 0-1 0 0,1-1 1 0 0,6 5 0 0 0,8 8-1572 0 0,1 0 1 0 0,0-2 0 0 0,25 15 0 0 0,-36-25 74 0 0,0 0 0 0 0,1-1 0 0 0,-1 1 0 0 0,0-2 0 0 0,1 1 0 0 0,-1-1 0 0 0,1 0 0 0 0,0 0 0 0 0,11-1 0 0 0,-14 0 429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2.6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2240 0 0,'0'0'8384'0'0,"0"-17"-7552"0"0,17 17 3296 0 0,51 237 2527 0 0,-68-169-7359 0 0,16 254 1248 0 0,-16-306-256 0 0,17 19-160 0 0,0-2-2688 0 0,0-16 1344 0 0,84-34-2815 0 0,-49-16 1567 0 0,16-69-9760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2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17 1696 0 0,'-34'0'8640'0'0,"17"0"-2497"0"0,34-17-2911 0 0,84 17-2144 0 0,18 0-8319 0 0,-35 0-6337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3.4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67 204 2208 0 0,'0'0'8944'0'0,"19"0"-5952"0"0,-12 0-2737 0 0,0-1 0 0 0,0 0 0 0 0,0 0 0 0 0,0-1 0 0 0,-1 0 0 0 0,1 0 0 0 0,0-1 0 0 0,-1 1 0 0 0,0-1 0 0 0,0-1 0 0 0,10-6 0 0 0,-2-1-31 0 0,0 0 0 0 0,17-19 0 0 0,-27 26-191 0 0,12-18 903 0 0,-19 15-373 0 0,2 5-286 0 0,-19-23 811 0 0,17 21-991 0 0,-1-1 97 0 0,0 0 1 0 0,0-1-1 0 0,-1 2 1 0 0,0-1-1 0 0,0 0 1 0 0,0 1-1 0 0,-11-7 1 0 0,10 9-73 0 0,0 0 0 0 0,0 0 0 0 0,0 1 0 0 0,-1-1 0 0 0,1 1 0 0 0,-1 1 0 0 0,1-1 1 0 0,-9 1-1 0 0,14 0-97 0 0,-1 0 1 0 0,0 0-1 0 0,1 0 1 0 0,-1 0-1 0 0,0 0 1 0 0,1 0-1 0 0,-1 1 1 0 0,1-1-1 0 0,-1 1 1 0 0,0-1-1 0 0,1 1 1 0 0,-1-1-1 0 0,-2 3 1 0 0,-2 0 128 0 0,1-1-119 0 0,0 0 0 0 0,0 1 0 0 0,0-1 0 0 0,0 2 0 0 0,0-1 0 0 0,1 0-1 0 0,-1 1 1 0 0,1 0 0 0 0,0 0 0 0 0,0 0 0 0 0,1 0 0 0 0,-1 1 0 0 0,1-1-1 0 0,-3 7 1 0 0,5-11-36 0 0,-1 5 75 0 0,0 0 1 0 0,0 1-1 0 0,0-1 0 0 0,1 1 0 0 0,-1-1 0 0 0,1 1 1 0 0,0-1-1 0 0,1 8 0 0 0,-1-3-153 0 0,0-1 1 0 0,1 1-1 0 0,1-1 1 0 0,0 0-1 0 0,0 1 0 0 0,0-1 1 0 0,2 0-1 0 0,-1 0 1 0 0,1 0-1 0 0,0 0 1 0 0,1 0-1 0 0,0 0 0 0 0,0-1 1 0 0,10 14-1 0 0,7 2-1551 0 0,0-1 0 0 0,2-2 0 0 0,0 0 0 0 0,1-1-1 0 0,39 24 1 0 0,-14-18-2162 0 0,-48-25 3574 0 0,1-1 0 0 0,-1 1 0 0 0,1-1-1 0 0,-1 0 1 0 0,0 1 0 0 0,1-1-1 0 0,-1 0 1 0 0,1 0 0 0 0,-1 0 0 0 0,1 0-1 0 0,-1 0 1 0 0,1-1 0 0 0,1 1-1 0 0,30-15-7199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4.0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2784 0 0,'0'0'10432'0'0,"0"17"-7009"0"0,0 0-3103 0 0,17 34-64 0 0,-17-34 0 0 0,18 17-928 0 0,-18 17 33 0 0,16-1-2657 0 0,1-33 2208 0 0,-17 17-3616 0 0,17-34 1152 0 0,-17 17 32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4.2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1632 0 0,'17'0'11584'0'0,"17"17"-24448"0"0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4.7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1 1952 0 0,'-10'3'3362'0'0,"5"-2"-2409"0"0,-1 1 1 0 0,1 0-1 0 0,0 0 0 0 0,0 0 1 0 0,0 0-1 0 0,0 1 0 0 0,0 0 1 0 0,0 0-1 0 0,-4 4 1 0 0,7-1-555 0 0,1 0 0 0 0,0-1 1 0 0,1 1-1 0 0,-1 0 0 0 0,1-1 0 0 0,0 1 1 0 0,2 8-1 0 0,4-8-274 0 0,-1 0 0 0 0,1-1 0 0 0,1-1 0 0 0,12 9 0 0 0,-5-5 130 0 0,2 2-30 0 0,-11-12-172 0 0,-4 2-64 0 0,-1 0-1 0 0,0 0 1 0 0,0 0-1 0 0,1-1 1 0 0,-1 1-1 0 0,0 0 1 0 0,0 0-1 0 0,0 0 1 0 0,1 0-1 0 0,-1 0 1 0 0,0 0-1 0 0,0 0 1 0 0,1 0-1 0 0,-1 0 1 0 0,0 0-1 0 0,0 0 1 0 0,1 0-1 0 0,-1 0 1 0 0,0 0-1 0 0,0 0 1 0 0,1 0-1 0 0,-1 0 1 0 0,0 0-1 0 0,0 0 1 0 0,1 1-1 0 0,-1-1 1 0 0,0 0-1 0 0,0 0 1 0 0,0 0-1 0 0,1 0 1 0 0,-1 0-1 0 0,0 1 1 0 0,0-1-1 0 0,0 0 1 0 0,0 0-1 0 0,1 0 1 0 0,-1 0-1 0 0,0 1 1 0 0,0-1-1 0 0,0 0 1 0 0,0 0-1 0 0,0 1 1 0 0,0-1-1 0 0,0 0 1 0 0,1 1-1 0 0,4 4-60 0 0,-3-2 104 0 0,-1-1 1 0 0,1 0-1 0 0,0-1 1 0 0,0 1-1 0 0,0 0 1 0 0,0 0-1 0 0,0-1 0 0 0,0 1 1 0 0,0-1-1 0 0,1 0 1 0 0,-1 0-1 0 0,0 0 1 0 0,1 0-1 0 0,-1 0 1 0 0,1 0-1 0 0,-1-1 1 0 0,5 1-1 0 0,-5 0-76 0 0,0-1 0 0 0,0 0-1 0 0,0 0 1 0 0,0 1-1 0 0,0-1 1 0 0,0 1 0 0 0,-1 0-1 0 0,1 0 1 0 0,0-1-1 0 0,0 1 1 0 0,0 0 0 0 0,2 2-1 0 0,-3-2 65 0 0,0 0-1 0 0,1 0 1 0 0,-1 0 0 0 0,0-1-1 0 0,1 1 1 0 0,-1 0 0 0 0,1-1-1 0 0,0 1 1 0 0,-1-1 0 0 0,1 0-1 0 0,3 1 1 0 0,-3 2 412 0 0,-2-2-429 0 0,0-1 1 0 0,0 1-1 0 0,0 0 0 0 0,1 0 0 0 0,-1 0 1 0 0,0-1-1 0 0,0 1 0 0 0,0 0 0 0 0,1 0 1 0 0,-1-1-1 0 0,0 1 0 0 0,1 0 0 0 0,-1-1 1 0 0,1 1-1 0 0,-1 0 0 0 0,0-1 0 0 0,2 2 1 0 0,1 1-79 0 0,-1-2 52 0 0,-1 0 0 0 0,0 0 0 0 0,1 1 0 0 0,-1-1 0 0 0,0 1 0 0 0,0-1-1 0 0,0 1 1 0 0,0-1 0 0 0,0 1 0 0 0,0-1 0 0 0,-1 1 0 0 0,1 0 0 0 0,0 0 0 0 0,-1-1-1 0 0,1 1 1 0 0,-1 0 0 0 0,1 3 0 0 0,-1-1 47 0 0,1 1-1 0 0,0 0 1 0 0,-1 0-1 0 0,0 0 1 0 0,0 0-1 0 0,-1 0 1 0 0,1-1-1 0 0,-1 1 1 0 0,0 0-1 0 0,0 0 1 0 0,-1-1-1 0 0,1 1 1 0 0,-1 0-1 0 0,0-1 1 0 0,0 0-1 0 0,-1 1 1 0 0,1-1-1 0 0,-1 0 1 0 0,0 0-1 0 0,0 0 1 0 0,0-1-1 0 0,-1 1 1 0 0,1-1-1 0 0,-1 0 1 0 0,0 0-1 0 0,-4 3 1 0 0,3-3-116 0 0,0-1 1 0 0,-1 0-1 0 0,1 0 1 0 0,0 0-1 0 0,-9 1 0 0 0,13-3-158 0 0,-1 1-1 0 0,0-1 0 0 0,0 0 0 0 0,0 1 0 0 0,0-1 0 0 0,1 0 0 0 0,-1 0 0 0 0,0-1 0 0 0,0 1 0 0 0,0 0 1 0 0,1 0-1 0 0,-1-1 0 0 0,0 1 0 0 0,0-1 0 0 0,1 0 0 0 0,-1 1 0 0 0,0-1 0 0 0,1 0 0 0 0,-1 0 0 0 0,1 0 1 0 0,-2-2-1 0 0,-8-7-4219 0 0,1-1 1 0 0,-17-24 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5.7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0 2848 0 0,'-17'0'9440'0'0,"-17"17"-3873"0"0,-68 338-4543 0 0,119-338-608 0 0,51 17-768 0 0,152-34-18591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6.0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1 256 1952 0 0,'7'0'2217'0'0,"12"1"2315"0"0,-18-1-4481 0 0,-1 1 0 0 0,0-1 0 0 0,1 0 0 0 0,-1 0 1 0 0,1 1-1 0 0,-1-1 0 0 0,1 0 0 0 0,-1 0 0 0 0,0 1 0 0 0,1-1 0 0 0,-1 1 0 0 0,0-1 0 0 0,1 0 1 0 0,-1 1-1 0 0,0-1 0 0 0,0 1 0 0 0,1-1 0 0 0,-1 1 0 0 0,0-1 0 0 0,0 1 0 0 0,0-1 0 0 0,0 0 1 0 0,0 1-1 0 0,1-1 0 0 0,-1 1 0 0 0,0-1 0 0 0,0 1 0 0 0,0-1 0 0 0,0 2 0 0 0,1 0 395 0 0,9-1 239 0 0,9-2 73 0 0,1 0 1 0 0,27-5-1 0 0,-40 4-740 0 0,1 1 0 0 0,-1-1 0 0 0,0 0 0 0 0,0-1 0 0 0,0 1 0 0 0,-1-2 0 0 0,1 1 0 0 0,-1-1 0 0 0,0 0 0 0 0,0 0 0 0 0,6-5 0 0 0,-6 0 238 0 0,-5 6-240 0 0,0 1 1 0 0,1-1-1 0 0,-1-1 1 0 0,0 1-1 0 0,-1 0 1 0 0,1 0-1 0 0,-1 0 1 0 0,1 0-1 0 0,-1-4 1 0 0,0 1 2 0 0,-1 1 1 0 0,0-1 0 0 0,0 0-1 0 0,-1 1 1 0 0,1-1-1 0 0,-1 1 1 0 0,-1-1-1 0 0,1 1 1 0 0,-1 0-1 0 0,1 0 1 0 0,-5-5 0 0 0,-9-13 753 0 0,-1 1 0 0 0,-24-24 0 0 0,39 43-671 0 0,-1 1-1 0 0,1-1 1 0 0,-1 1-1 0 0,0 0 1 0 0,0 0-1 0 0,0 0 1 0 0,-5-3-1 0 0,-5 5-140 0 0,9 1-30 0 0,-8 5 224 0 0,11-5-121 0 0,0 0 0 0 0,-1 0 0 0 0,1 0 0 0 0,0 0 0 0 0,0 0 0 0 0,0 0 0 0 0,0 0 1 0 0,0 0-1 0 0,0 1 0 0 0,0-1 0 0 0,1 0 0 0 0,-1 1 0 0 0,-1 1 0 0 0,1 2-11 0 0,0 0 0 0 0,0 0 1 0 0,0 0-1 0 0,1 1 0 0 0,-1-1 0 0 0,1 0 1 0 0,1 0-1 0 0,-1 0 0 0 0,2 8 0 0 0,9 39-570 0 0,3 1-1 0 0,26 65 1 0 0,-37-111 268 0 0,0 1 1 0 0,0-1-1 0 0,1 0 0 0 0,0 1 1 0 0,7 7-1 0 0,-10-14 83 0 0,0 0 1 0 0,0 0-1 0 0,0 0 1 0 0,0 0-1 0 0,0 0 1 0 0,1 0-1 0 0,-1 0 1 0 0,0 0-1 0 0,1-1 1 0 0,-1 1-1 0 0,0-1 1 0 0,1 1-1 0 0,-1-1 1 0 0,1 1-1 0 0,2-1 1 0 0,58 3-11762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6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1536 0 0,'28'99'11312'0'0,"-16"-44"-8873"0"0,-11-51-2461 0 0,-1-1 1 0 0,1 1-1 0 0,0-1 0 0 0,0 1 1 0 0,0-1-1 0 0,1 0 1 0 0,2 6-1 0 0,-1-2 61 0 0,0 1 0 0 0,-1 0-1 0 0,1-1 1 0 0,-2 1 0 0 0,1 0-1 0 0,-1 0 1 0 0,1 11 0 0 0,0-48-399 0 0,10-38 0 0 0,-5 28 170 0 0,-7 35 210 0 0,1 1 0 0 0,0-1 0 0 0,0 0 0 0 0,0 0 0 0 0,0 1 1 0 0,0-1-1 0 0,1 1 0 0 0,0-1 0 0 0,-1 1 0 0 0,4-4 1 0 0,-4 3-17 0 0,2 0 1 0 0,-1 0-1 0 0,0 0 1 0 0,1 0-1 0 0,0 0 1 0 0,0 1-1 0 0,0-1 1 0 0,0 1-1 0 0,0 0 1 0 0,1 0-1 0 0,-1 0 1 0 0,1 0-1 0 0,0 1 1 0 0,0-1-1 0 0,0 1 1 0 0,0 0-1 0 0,1 0 1 0 0,-1 0-1 0 0,0 1 1 0 0,1 0-1 0 0,-1 0 1 0 0,1 0-1 0 0,-1 0 1 0 0,1 1-1 0 0,7-1 1 0 0,-10 1-7 0 0,0 0-1 0 0,-1 1 1 0 0,1-1 0 0 0,-1 0 0 0 0,1 1 0 0 0,-1-1-1 0 0,1 1 1 0 0,-1-1 0 0 0,1 1 0 0 0,-1 0 0 0 0,1-1-1 0 0,-1 1 1 0 0,0 0 0 0 0,0 0 0 0 0,1 0 0 0 0,1 2-1 0 0,18 27 436 0 0,-6 2-205 0 0,16 49 0 0 0,-12-30 46 0 0,-6-26-212 0 0,-12-23-136 0 0,0-1 0 0 0,-1 0 0 0 0,1 1 0 0 0,0-1-1 0 0,-1 1 1 0 0,1-1 0 0 0,-1 1 0 0 0,1-1 0 0 0,-1 1 0 0 0,0-1 0 0 0,1 1-1 0 0,-1 0 1 0 0,0 2 0 0 0,0-4 54 0 0,-1 1 1 0 0,1-1-1 0 0,0 1 0 0 0,0-1 1 0 0,0 1-1 0 0,0-1 0 0 0,0 1 1 0 0,0-1-1 0 0,0 1 0 0 0,0 0 0 0 0,0-1 1 0 0,0 1-1 0 0,0-1 0 0 0,1 1 1 0 0,-1-1-1 0 0,0 1 0 0 0,0-1 0 0 0,0 1 1 0 0,1-1-1 0 0,-1 1 0 0 0,0-1 1 0 0,1 1-1 0 0,-1-1 0 0 0,0 1 0 0 0,1-1 1 0 0,-1 0-1 0 0,1 1 0 0 0,-1-1 1 0 0,0 0-1 0 0,1 1 0 0 0,-1-1 1 0 0,1 0-1 0 0,-1 0 0 0 0,1 1 0 0 0,-1-1 1 0 0,1 0-1 0 0,-1 0 0 0 0,1 0 1 0 0,-1 0-1 0 0,1 1 0 0 0,0-1 0 0 0,-1 0 1 0 0,1 0-1 0 0,-1 0 0 0 0,2-1 1 0 0,-2 2 15 0 0,0-1 0 0 0,0 0 0 0 0,1 0 0 0 0,-1 0 0 0 0,0 0 0 0 0,0 1 0 0 0,0-1 0 0 0,1 0 0 0 0,-1 0 0 0 0,0 0 0 0 0,0 1 0 0 0,0-1 0 0 0,0 0 0 0 0,1 0 0 0 0,-1 0 0 0 0,0 1 0 0 0,0-1 0 0 0,0 0 0 0 0,0 0 0 0 0,0 1 1 0 0,0-1-1 0 0,0 0 0 0 0,0 0 0 0 0,0 1 0 0 0,0-1 0 0 0,0 0 0 0 0,0 1 0 0 0,0-1 0 0 0,0 0 0 0 0,0 0 0 0 0,0 1 0 0 0,0-1 0 0 0,0 0 0 0 0,0 0 0 0 0,0 1 0 0 0,0 6-1978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7.2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21 2240 0 0,'-4'-3'1157'0'0,"0"0"0"0"0,0 1 0 0 0,0 0 0 0 0,-1-1 1 0 0,1 2-1 0 0,0-1 0 0 0,-1 0 0 0 0,-6-1 0 0 0,10 3-962 0 0,-1 0 0 0 0,0 0 0 0 0,0 0 0 0 0,1 0-1 0 0,-1 1 1 0 0,0-1 0 0 0,0 1 0 0 0,1-1 0 0 0,-1 1 0 0 0,0-1 0 0 0,1 1-1 0 0,-1 0 1 0 0,1 0 0 0 0,-1-1 0 0 0,1 1 0 0 0,-1 0 0 0 0,1 1 0 0 0,-1-1-1 0 0,1 0 1 0 0,-2 2 0 0 0,-5 11 88 0 0,5-5-226 0 0,0-4-31 0 0,1 1 0 0 0,1-1 1 0 0,-1 1-1 0 0,1 0 1 0 0,0-1-1 0 0,0 1 0 0 0,1 0 1 0 0,0 0-1 0 0,0-1 1 0 0,0 1-1 0 0,1 0 0 0 0,1 7 1 0 0,-2-10-26 0 0,1 3-14 0 0,-1 0 1 0 0,1 0-1 0 0,0 0 1 0 0,0 0-1 0 0,1-1 1 0 0,0 1-1 0 0,0 0 1 0 0,0-1-1 0 0,1 0 1 0 0,0 1-1 0 0,0-1 1 0 0,0 0-1 0 0,1 0 1 0 0,-1-1-1 0 0,1 1 1 0 0,0-1-1 0 0,0 0 1 0 0,1 0 0 0 0,-1 0-1 0 0,1-1 1 0 0,0 1-1 0 0,0-1 1 0 0,6 3-1 0 0,49 17-325 0 0,13 4 186 0 0,-69-24 198 0 0,0-1 1 0 0,0 1 0 0 0,0 0-1 0 0,0-1 1 0 0,-1 2 0 0 0,0-1-1 0 0,5 6 1 0 0,-5-6-58 0 0,0 0-240 0 0,-6 3 300 0 0,0 0 0 0 0,0 0-1 0 0,-1 0 1 0 0,1 0 0 0 0,-1-1-1 0 0,-1 1 1 0 0,1-1-1 0 0,-1 0 1 0 0,0 0 0 0 0,-8 6-1 0 0,-1 0-28 0 0,11-8-119 0 0,-1 1-1 0 0,0-2 1 0 0,0 1 0 0 0,0 0 0 0 0,0-1-1 0 0,-1 0 1 0 0,1 0 0 0 0,-1 0-1 0 0,0 0 1 0 0,1-1 0 0 0,-1 0-1 0 0,0 0 1 0 0,0 0 0 0 0,1 0-1 0 0,-1-1 1 0 0,0 0 0 0 0,0 0-1 0 0,0 0 1 0 0,0-1 0 0 0,0 1-1 0 0,0-1 1 0 0,-6-3 0 0 0,6 3-383 0 0,1-1 1 0 0,0 0 0 0 0,0 0 0 0 0,0-1 0 0 0,1 1-1 0 0,-1-1 1 0 0,1 0 0 0 0,-1 0 0 0 0,1 0 0 0 0,0 0-1 0 0,0-1 1 0 0,0 1 0 0 0,1-1 0 0 0,-1 0 0 0 0,-2-6-1 0 0,2-9-3587 0 0,3-12 816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7.7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80 221 1312 0 0,'3'0'3259'0'0,"21"1"95"0"0,-14 0-2469 0 0,-1 0-1 0 0,1-1 1 0 0,19-2 0 0 0,-25 1-813 0 0,0 0 0 0 0,0 0 0 0 0,0 0 0 0 0,-1-1 0 0 0,1 1 0 0 0,0-1 0 0 0,-1 0 0 0 0,1 0 0 0 0,-1 0 0 0 0,1-1 0 0 0,-1 1 0 0 0,0-1 0 0 0,0 1 0 0 0,3-5 0 0 0,10-13 1010 0 0,19-34 1 0 0,-34 53-983 0 0,1-1 0 0 0,-1 0 0 0 0,0 0 0 0 0,0 0-1 0 0,0 0 1 0 0,-1 0 0 0 0,1 0 0 0 0,0 0 0 0 0,-1 0 0 0 0,0 0 0 0 0,1 0 0 0 0,-1 0 0 0 0,0-3 0 0 0,0 4-56 0 0,-1 0 0 0 0,1 0 0 0 0,0 0 0 0 0,-1 0 0 0 0,1 0 0 0 0,-1 0 0 0 0,0 0 0 0 0,1 1-1 0 0,-1-1 1 0 0,1 0 0 0 0,-1 1 0 0 0,0-1 0 0 0,0 0 0 0 0,1 1 0 0 0,-1-1 0 0 0,-1 0 0 0 0,-6-5 156 0 0,-8-12 585 0 0,13 14-718 0 0,1 1 1 0 0,-1-1-1 0 0,0 1 1 0 0,-1-1-1 0 0,1 1 1 0 0,0 0-1 0 0,-1 0 1 0 0,0 1-1 0 0,0-1 0 0 0,0 1 1 0 0,0 0-1 0 0,0 0 1 0 0,0 0-1 0 0,0 0 1 0 0,-1 1-1 0 0,1 0 0 0 0,-1 0 1 0 0,1 0-1 0 0,-8 0 1 0 0,-10 1-682 0 0,19 0 671 0 0,1 0 0 0 0,-1 1-1 0 0,1 0 1 0 0,0-1-1 0 0,-1 1 1 0 0,1 0 0 0 0,-1 0-1 0 0,1 1 1 0 0,0-1-1 0 0,0 0 1 0 0,0 1 0 0 0,0-1-1 0 0,0 1 1 0 0,0 0-1 0 0,0-1 1 0 0,0 1-1 0 0,-2 4 1 0 0,-8 7-28 0 0,1-1-1 0 0,1 2 0 0 0,0 0 1 0 0,1 0-1 0 0,0 1 1 0 0,-7 16-1 0 0,12-22-57 0 0,1 0-1 0 0,-1 0 0 0 0,1 0 1 0 0,1 0-1 0 0,0 0 0 0 0,0 1 1 0 0,1-1-1 0 0,0 1 1 0 0,1-1-1 0 0,0 1 0 0 0,0 0 1 0 0,1-1-1 0 0,1 1 0 0 0,4 17 1 0 0,-1-15-158 0 0,0 0 0 0 0,1-1 1 0 0,0 1-1 0 0,1-1 0 0 0,0-1 1 0 0,13 15-1 0 0,-3-8-245 0 0,14-11-1045 0 0,-22-4 905 0 0,6 2-1133 0 0,2 0 0 0 0,-1-1 0 0 0,23 1 0 0 0,-29-5 456 0 0,1 0 1 0 0,-1-1-1 0 0,0 0 0 0 0,0-1 0 0 0,0 0 1 0 0,19-8-1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8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1888 0 0,'20'12'8879'0'0,"-16"-7"-7991"0"0,19 20 1515 0 0,15 5-1829 0 0,-14-13-383 0 0,-1 2 0 0 0,25 25 0 0 0,40 52-1615 0 0,-71-76 1130 0 0,-14-12 284 0 0,-3 15-17 0 0,0-23 29 0 0,0 1 0 0 0,0-1-1 0 0,0 0 1 0 0,0 1 0 0 0,0-1 0 0 0,0 0-1 0 0,0 0 1 0 0,0 1 0 0 0,-1-1 0 0 0,1 0-1 0 0,0 1 1 0 0,0-1 0 0 0,0 0 0 0 0,0 1-1 0 0,0-1 1 0 0,0 0 0 0 0,-1 0 0 0 0,1 1-1 0 0,0-1 1 0 0,0 0 0 0 0,0 0-1 0 0,-1 1 1 0 0,1-1 0 0 0,0 0 0 0 0,0 0-1 0 0,-1 0 1 0 0,1 1 0 0 0,0-1 0 0 0,0 0-1 0 0,-1 0 1 0 0,1 0 0 0 0,0 0 0 0 0,-1 0-1 0 0,1 0 1 0 0,0 0 0 0 0,-1 1 0 0 0,1-1-1 0 0,0 0 1 0 0,-1 0 0 0 0,1 0-1 0 0,0 0 1 0 0,-1-1 0 0 0,-2 2 53 0 0,1 0 0 0 0,-1 0 0 0 0,0 0 0 0 0,0-1 0 0 0,0 1 0 0 0,1-1 0 0 0,-1 0 0 0 0,0 0 0 0 0,0 0 0 0 0,0 0 0 0 0,0-1 0 0 0,1 1 0 0 0,-1-1 0 0 0,0 1 0 0 0,0-1 1 0 0,1 0-1 0 0,-1 0 0 0 0,0 0 0 0 0,1-1 0 0 0,-1 1 0 0 0,1-1 0 0 0,-1 1 0 0 0,1-1 0 0 0,-4-3 0 0 0,5 3-21 0 0,0 1-1 0 0,0-1 1 0 0,0 1 0 0 0,0-1 0 0 0,0 0 0 0 0,0 1-1 0 0,0-1 1 0 0,1 0 0 0 0,-1 0 0 0 0,0 0-1 0 0,1 1 1 0 0,0-1 0 0 0,-1 0 0 0 0,1-2 0 0 0,-2-4 35 0 0,-2-7 98 0 0,1-1 0 0 0,0 0 1 0 0,-1-25-1 0 0,4 35-113 0 0,0 0 0 0 0,0 0 1 0 0,1 1-1 0 0,0-1 0 0 0,0 0 0 0 0,0 0 0 0 0,1 1 0 0 0,-1-1 0 0 0,1 1 0 0 0,1-1 0 0 0,-1 1 1 0 0,1 0-1 0 0,0 0 0 0 0,0 0 0 0 0,0 0 0 0 0,7-6 0 0 0,-7 8 175 0 0,-1 0-442 0 0,3-3-224 0 0,11-11-214 0 0,9 4-3589 0 0,45-15-7514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8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2464 0 0,'50'51'14591'0'0,"-32"-17"-13439"0"0,15 16-672 0 0,-33-32-448 0 0,34 49 384 0 0,0 1-1760 0 0,0-254 2752 0 0,-17 84-896 0 0,-17 85-672 0 0,0 1-1056 0 0,17 16 512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9.1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86 200 1440 0 0,'3'0'1429'0'0,"5"0"90"0"0,0 0 0 0 0,0-1-1 0 0,-1 0 1 0 0,1-1 0 0 0,0 0-1 0 0,8-3 1 0 0,-6 1-1113 0 0,0-1-1 0 0,-1 0 1 0 0,1 0 0 0 0,-1-1 0 0 0,0 0 0 0 0,-1 0-1 0 0,13-13 1 0 0,-18 17-423 0 0,-2 0 16 0 0,1 0 1 0 0,-1 1-1 0 0,1-1 1 0 0,-1 0-1 0 0,1 0 1 0 0,-1 0-1 0 0,0 0 1 0 0,0 0-1 0 0,0 0 1 0 0,0 0-1 0 0,0 0 1 0 0,-1-1-1 0 0,1 1 1 0 0,-1 0-1 0 0,1 0 1 0 0,-1-1-1 0 0,0-2 0 0 0,1 2 21 0 0,-1 0 14 0 0,1 1 1 0 0,0-1 0 0 0,-1 0 0 0 0,1 0 0 0 0,-1 0-1 0 0,0 1 1 0 0,0-1 0 0 0,0 0 0 0 0,-1 0-1 0 0,1 0 1 0 0,-1 0 0 0 0,1 1 0 0 0,-1-1 0 0 0,0 0-1 0 0,0 1 1 0 0,0-1 0 0 0,-3-4 0 0 0,2 5 24 0 0,0-1 1 0 0,-1 0-1 0 0,1 1 1 0 0,-1-1-1 0 0,1 1 0 0 0,-1 0 1 0 0,0 0-1 0 0,0 0 1 0 0,0 0-1 0 0,-1 0 1 0 0,1 1-1 0 0,0-1 0 0 0,-1 1 1 0 0,1 0-1 0 0,0 0 1 0 0,-1 0-1 0 0,0 0 1 0 0,1 1-1 0 0,-1 0 0 0 0,1 0 1 0 0,-1 0-1 0 0,1 0 1 0 0,-1 0-1 0 0,-4 1 1 0 0,1 1 29 0 0,1-1 0 0 0,-1 2 0 0 0,0-1 0 0 0,1 0 0 0 0,0 1 0 0 0,-1 1 0 0 0,1-1 0 0 0,1 1 0 0 0,-1 0 0 0 0,0 0 0 0 0,1 0 0 0 0,0 1 0 0 0,0 0 0 0 0,-5 7 0 0 0,-5 7 297 0 0,2 1 0 0 0,-22 42-1 0 0,24-37-150 0 0,14-12-415 0 0,-1-10 132 0 0,1 1 1 0 0,-2-1-1 0 0,1 1 0 0 0,0-1 1 0 0,-1 1-1 0 0,1-1 1 0 0,-1 1-1 0 0,0 0 1 0 0,1 5-1 0 0,-1-4-15 0 0,1 0 0 0 0,0 0 0 0 0,0 0 1 0 0,0 0-1 0 0,1-1 0 0 0,0 1 0 0 0,-1-1 0 0 0,2 0 0 0 0,-1 0 0 0 0,0 0 1 0 0,1 0-1 0 0,0-1 0 0 0,7 6 0 0 0,-4-4-569 0 0,0 0 0 0 0,1-1 0 0 0,0 0 0 0 0,-1 0 0 0 0,1-1 0 0 0,0 0 0 0 0,11 2 0 0 0,-5-3-1509 0 0,0-1 0 0 0,0 0 1 0 0,0-1-1 0 0,0 0 0 0 0,0-2 0 0 0,18-3 0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9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203 780 2656 0 0,'-28'-28'12426'0'0,"27"27"-12193"0"0,0 0 0 0 0,0 1 0 0 0,0-1 0 0 0,0 0 0 0 0,0 1 0 0 0,0-1 0 0 0,0 1 1 0 0,-1-1-1 0 0,1 1 0 0 0,0-1 0 0 0,0 1 0 0 0,-1 0 0 0 0,-1-1 0 0 0,-1 1-160 0 0,0 0 0 0 0,0 0 0 0 0,0 1-1 0 0,0-1 1 0 0,0 1 0 0 0,-7 2 8 0 0,4-1 113 0 0,-1 4 109 0 0,-11 14-101 0 0,12-13-136 0 0,-44 49 557 0 0,46-49-605 0 0,1 0 0 0 0,-1 0 0 0 0,1 1 0 0 0,-5 14 0 0 0,8-22-26 0 0,1 1 0 0 0,0 0 0 0 0,-1 0 0 0 0,1 0 0 0 0,0 0 1 0 0,0 0-1 0 0,0 0 0 0 0,0 0 0 0 0,0 0 0 0 0,0 0 0 0 0,0 0 0 0 0,0 0 1 0 0,0 0-1 0 0,0 0 0 0 0,0 0 0 0 0,1 0 0 0 0,-1 0 0 0 0,1 1 0 0 0,1 4-143 0 0,0-1 0 0 0,0 0-1 0 0,1 0 1 0 0,0 0 0 0 0,0 0-1 0 0,0 0 1 0 0,0-1-1 0 0,1 1 1 0 0,0-1 0 0 0,0 0-1 0 0,0 0 1 0 0,0 0 0 0 0,1-1-1 0 0,0 1 1 0 0,-1-1 0 0 0,1 0-1 0 0,0-1 1 0 0,0 1 0 0 0,1-1-1 0 0,5 2 1 0 0,-9-3 141 0 0,-1-1 1 0 0,0 1-1 0 0,0 0 1 0 0,0-1-1 0 0,1 1 0 0 0,-1-1 1 0 0,0 0-1 0 0,1 1 1 0 0,-1-1-1 0 0,0 0 1 0 0,1 0-1 0 0,-1 0 0 0 0,0 0 1 0 0,1 0-1 0 0,-1 0 1 0 0,0 0-1 0 0,1 0 1 0 0,-1-1-1 0 0,0 1 1 0 0,1 0-1 0 0,-1-1 0 0 0,0 1 1 0 0,0-1-1 0 0,1 0 1 0 0,-1 1-1 0 0,0-1 1 0 0,2-1-1 0 0,8-5 54 0 0,14 1-290 0 0,-20-1 239 0 0,4-22 221 0 0,2-11 118 0 0,-2 12-94 0 0,64-249 2121 0 0,-61 210-1391 0 0,7-105 0 0 0,-17 142-821 0 0,-4-47 0 0 0,-15-101 770 0 0,17 174-874 0 0,0 1 1 0 0,-1-1-1 0 0,0 0 0 0 0,1 1 1 0 0,-1 0-1 0 0,0-1 0 0 0,-1 1 1 0 0,1-1-1 0 0,-1 1 0 0 0,1 0 1 0 0,-1 0-1 0 0,0 0 1 0 0,0 0-1 0 0,-5-5 0 0 0,5 6-37 0 0,-2-4-185 0 0,4 5 185 0 0,0 1 1 0 0,0-1-1 0 0,-1 1 0 0 0,1-1 1 0 0,0 1-1 0 0,0-1 1 0 0,0 1-1 0 0,0-1 0 0 0,-1 1 1 0 0,1-1-1 0 0,0 1 1 0 0,0-1-1 0 0,-1 1 0 0 0,1 0 1 0 0,0-1-1 0 0,-1 1 1 0 0,1-1-1 0 0,0 1 0 0 0,-1 0 1 0 0,1-1-1 0 0,-1 1 1 0 0,1 0-1 0 0,-1 0 0 0 0,1-1 1 0 0,-1 1-1 0 0,1 0 1 0 0,-1 0-1 0 0,1 0 0 0 0,-1 0 1 0 0,1-1-1 0 0,-1 1 1 0 0,1 0-1 0 0,-1 0 0 0 0,1 0 1 0 0,-1 0-1 0 0,1 0 1 0 0,-1 0-1 0 0,1 0 0 0 0,-1 0 1 0 0,1 1-1 0 0,-1-1 1 0 0,1 0-1 0 0,-1 0 0 0 0,1 0 1 0 0,-1 1-1 0 0,1-1 1 0 0,-1 0-1 0 0,1 0 0 0 0,-1 1 1 0 0,1-1-1 0 0,0 0 1 0 0,-1 1-1 0 0,-10 13 511 0 0,8 7-541 0 0,6 74-149 0 0,7 119-488 0 0,-3-143-947 0 0,26 118 0 0 0,-19-140-790 0 0,2-1 1 0 0,3-1 0 0 0,1 0 0 0 0,2-1-1 0 0,51 76 1 0 0,-68-113 1402 0 0,2 0 0 0 0,-1-1 0 0 0,16 16 0 0 0,-22-23 954 0 0,1-1 0 0 0,-1 0 0 0 0,0 0 0 0 0,0 1 0 0 0,1-1 0 0 0,-1 0 0 0 0,0 0 0 0 0,0 1 0 0 0,1-1 0 0 0,-1 0 0 0 0,0 0 0 0 0,1 0 0 0 0,-1 0 0 0 0,0 0 0 0 0,1 1 0 0 0,-1-1 0 0 0,0 0 0 0 0,1 0 0 0 0,-1 0 0 0 0,0 0 0 0 0,1 0 0 0 0,-1 0 0 0 0,0 0 0 0 0,1 0 0 0 0,-1 0 0 0 0,0 0 1 0 0,1 0-1 0 0,-1-1 0 0 0,0 1 0 0 0,1 0 0 0 0,-1 0 0 0 0,0 0 0 0 0,1 0 0 0 0,-1 0 0 0 0,0-1 0 0 0,1 1 0 0 0,-1 0 0 0 0,0 0 0 0 0,0-1 0 0 0,1 1 0 0 0,-1-1 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11.3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79 82 896 0 0,'-3'0'485'0'0,"-25"0"1206"0"0,25 0-843 0 0,3 0-730 0 0,-1 0 0 0 0,0 0 0 0 0,0-1 0 0 0,0 1 1 0 0,1 0-1 0 0,-1 0 0 0 0,0 0 0 0 0,0 0 0 0 0,0 0 0 0 0,1 0 0 0 0,-1 1 0 0 0,0-1 1 0 0,0 0-1 0 0,0 0 0 0 0,1 1 0 0 0,-1-1 0 0 0,0 0 0 0 0,0 1 0 0 0,0 0 0 0 0,1-1-103 0 0,0 1 0 0 0,0-1-1 0 0,0 0 1 0 0,0 1-1 0 0,0-1 1 0 0,0 0-1 0 0,0 1 1 0 0,0-1-1 0 0,0 0 1 0 0,0 1 0 0 0,0-1-1 0 0,0 0 1 0 0,0 1-1 0 0,0-1 1 0 0,0 0-1 0 0,0 1 1 0 0,-1-1-1 0 0,1 0 1 0 0,0 1-1 0 0,0-1 1 0 0,0 0 0 0 0,0 0-1 0 0,-1 1 1 0 0,1-1-1 0 0,0 0 1 0 0,0 0-1 0 0,-1 1 1 0 0,1-1-1 0 0,0 0 1 0 0,0 0-1 0 0,-1 1 1 0 0,0-1 0 0 0,-11 12 704 0 0,10-7-629 0 0,0-1-1 0 0,0 0 0 0 0,1 1 0 0 0,0-1 0 0 0,-1 1 1 0 0,2-1-1 0 0,-1 1 0 0 0,1-1 0 0 0,-1 1 1 0 0,2 7-1 0 0,0 13 126 0 0,1-1 0 0 0,6 29 0 0 0,-8-50-187 0 0,1 1-1 0 0,0 0 1 0 0,0-1 0 0 0,0 1-1 0 0,1 0 1 0 0,-1-1 0 0 0,1 0 0 0 0,0 1-1 0 0,0-1 1 0 0,0 0 0 0 0,1 0-1 0 0,-1 0 1 0 0,1 0 0 0 0,-1 0-1 0 0,1-1 1 0 0,0 1 0 0 0,4 2-1 0 0,2 3-194 0 0,-6-6 208 0 0,1 0 1 0 0,-1 1 0 0 0,0-1-1 0 0,1-1 1 0 0,-1 1-1 0 0,1 0 1 0 0,0-1 0 0 0,-1 0-1 0 0,1 0 1 0 0,0 0-1 0 0,0 0 1 0 0,0 0 0 0 0,4-1-1 0 0,53 0 1095 0 0,-44-1-636 0 0,-16 1-493 0 0,-1 0 1 0 0,1 1-1 0 0,0-1 0 0 0,-1 0 0 0 0,1 0 0 0 0,-1 0 1 0 0,1-1-1 0 0,-1 1 0 0 0,1 0 0 0 0,-1 0 0 0 0,1 0 0 0 0,-1 0 1 0 0,1 0-1 0 0,0-1 0 0 0,-1 1 0 0 0,1 0 0 0 0,-1 0 1 0 0,0-1-1 0 0,1 1 0 0 0,-1 0 0 0 0,1-1 0 0 0,-1 1 0 0 0,1-1 1 0 0,-1 1-1 0 0,0 0 0 0 0,1-1 0 0 0,-1 1 0 0 0,0-1 0 0 0,0 1 1 0 0,1-1-1 0 0,-1 1 0 0 0,0-1 0 0 0,0 1 0 0 0,1-2 1 0 0,-1 2-2 0 0,0 0 0 0 0,0-1 0 0 0,0 1 1 0 0,0 0-1 0 0,0-1 0 0 0,0 1 0 0 0,0 0 1 0 0,0 0-1 0 0,0-1 0 0 0,1 1 0 0 0,-1 0 1 0 0,0-1-1 0 0,0 1 0 0 0,0 0 0 0 0,1 0 1 0 0,-1 0-1 0 0,0-1 0 0 0,0 1 0 0 0,0 0 1 0 0,1 0-1 0 0,-1 0 0 0 0,0-1 0 0 0,0 1 1 0 0,1 0-1 0 0,-1 0 0 0 0,0 0 0 0 0,1 0 1 0 0,-1 0-1 0 0,0 0 0 0 0,1 0 1 0 0,-1 0-1 0 0,0 0 0 0 0,1-1 0 0 0,1 0 54 0 0,-1 0 1 0 0,1 0-1 0 0,-1 0 0 0 0,1-1 0 0 0,-1 1 0 0 0,1-1 0 0 0,-1 0 0 0 0,0 1 0 0 0,0-1 0 0 0,0 0 1 0 0,2-2-1 0 0,1-4 88 0 0,33-54 582 0 0,-36 60-700 0 0,0-1 1 0 0,0 1-1 0 0,0-1 0 0 0,0 1 0 0 0,0-1 1 0 0,0 0-1 0 0,-1 1 0 0 0,1-1 0 0 0,-1 0 0 0 0,0 0 1 0 0,0-4-1 0 0,0-7 87 0 0,-1 1 1 0 0,-1 0-1 0 0,0 0 0 0 0,-7-25 1 0 0,7 10-224 0 0,2 26 108 0 0,0 0 0 0 0,0 0 0 0 0,0 0-1 0 0,0 0 1 0 0,0 0 0 0 0,0 0 0 0 0,-1 0 0 0 0,1 0 0 0 0,-1 0-1 0 0,0-4 1 0 0,-5-4 83 0 0,0 1 0 0 0,-1 0 0 0 0,0 0 0 0 0,-15-16 0 0 0,19 22 82 0 0,-5 4-533 0 0,-18 24-1364 0 0,-67 93-6237 0 0,90-115 7626 0 0,1 0 0 0 0,0 0 0 0 0,0 0 0 0 0,0 1 0 0 0,0-1 0 0 0,0 1 0 0 0,1-1 0 0 0,-1 1 0 0 0,1-1 0 0 0,0 1 0 0 0,0 0 0 0 0,0-1 0 0 0,1 1 0 0 0,-1 4 0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12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69 992 0 0,'0'0'512'0'0,"0"-18"-352"0"0,85-15 2880 0 0,-51 16-2880 0 0,17 17-5024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1.9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2368 0 0,'0'-3'4810'0'0,"0"-28"6886"0"0,0 68-10587 0 0,15 268 1921 0 0,-12-279-3063 0 0,1 1 1 0 0,12 38 0 0 0,-5-26 113 0 0,-10-32-43 0 0,0-1 1 0 0,-1 0 0 0 0,1 1-1 0 0,-1-1 1 0 0,-2 13 0 0 0,2-15-40 0 0,-1 0 0 0 0,1 0 0 0 0,0 0 0 0 0,0 0 1 0 0,0 0-1 0 0,1 0 0 0 0,0 0 0 0 0,-1 0 0 0 0,3 6 1 0 0,2 1-81 0 0,-4-8 64 0 0,1 0 1 0 0,-1 0-1 0 0,0 1 1 0 0,0-1-1 0 0,0 1 1 0 0,0-1-1 0 0,-1 1 1 0 0,1 5-1 0 0,1 1 21 0 0,1 0 0 0 0,0-1 0 0 0,0 0 0 0 0,1 1 0 0 0,9 16 0 0 0,-10-21-22 0 0,11 15-249 0 0,1-6-160 0 0,32 48-1546 0 0,-33-38 1041 0 0,-14-24 915 0 0,0 0 1 0 0,0 0 0 0 0,0 0-1 0 0,0 1 1 0 0,0-1 0 0 0,0 0 0 0 0,0 0-1 0 0,0 1 1 0 0,1-1 0 0 0,-1 0-1 0 0,0 0 1 0 0,0 0 0 0 0,0 1-1 0 0,0-1 1 0 0,0 0 0 0 0,1 0-1 0 0,-1 0 1 0 0,0 0 0 0 0,0 1 0 0 0,0-1-1 0 0,0 0 1 0 0,1 0 0 0 0,-1 0-1 0 0,0 0 1 0 0,0 0 0 0 0,0 0-1 0 0,1 0 1 0 0,-1 0 0 0 0,0 1-1 0 0,0-1 1 0 0,1 0 0 0 0,-1 0 0 0 0,0 0-1 0 0,0 0 1 0 0,1 0 0 0 0,-1 0-1 0 0,0 0 1 0 0,0 0 0 0 0,1-1-1 0 0,4 1-35 0 0,-5 0 24 0 0,0 0 0 0 0,1 0 0 0 0,-1 0-1 0 0,1 0 1 0 0,-1 0 0 0 0,1 0 0 0 0,-1 1 0 0 0,1-1 0 0 0,-1 0 0 0 0,0 0 0 0 0,1 0 0 0 0,-1 0 0 0 0,1 0 0 0 0,-1 1 0 0 0,1-1-1 0 0,-1 0 1 0 0,0 0 0 0 0,1 1 0 0 0,-1-1 0 0 0,0 0 0 0 0,1 1 0 0 0,-1-1 0 0 0,0 0 0 0 0,0 1 0 0 0,1-1 0 0 0,-1 1 0 0 0,0-1-1 0 0,0 0 1 0 0,1 1 0 0 0,-1-1 0 0 0,0 1 0 0 0,0-1 0 0 0,0 1 0 0 0,0 0-7 0 0,0-1-1 0 0,0 0 1 0 0,1 1 0 0 0,-1-1 0 0 0,0 1-1 0 0,0-1 1 0 0,0 1 0 0 0,1-1-1 0 0,-1 0 1 0 0,0 1 0 0 0,0-1 0 0 0,1 0-1 0 0,-1 1 1 0 0,0-1 0 0 0,1 0-1 0 0,-1 1 1 0 0,0-1 0 0 0,1 0 0 0 0,-1 0-1 0 0,0 1 1 0 0,1-1 0 0 0,-1 0-1 0 0,1 0 1 0 0,-1 0 0 0 0,1 1-1 0 0,-1-1 1 0 0,0 0 0 0 0,1 0 0 0 0,-1 0-1 0 0,1 0 1 0 0,-1 0 0 0 0,1 0-1 0 0,0 0 1 0 0,5 0-810 0 0,0-1 0 0 0,0 0 0 0 0,0 0-1 0 0,0 0 1 0 0,0 0 0 0 0,10-5 0 0 0,-7 2 31 0 0,37-21-3773 0 0,13-3-634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2.2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2592 0 0,'0'0'13919'0'0,"33"0"-12991"0"0,-16 0-672 0 0,0 0-256 0 0,339 0-14079 0 0,-323 0 10463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3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2528 0 0,'-1'31'4146'0'0,"0"-21"-3310"0"0,1 0 0 0 0,0 0 0 0 0,1 0 0 0 0,0 1 0 0 0,1-2 0 0 0,0 1 0 0 0,1 0 0 0 0,-1 0 0 0 0,9 16 0 0 0,-4-7-742 0 0,9 31 120 0 0,-5 13 97 0 0,-10-53-280 0 0,0-1-2 0 0,0 0 0 0 0,1 0-1 0 0,1 0 1 0 0,-1 0 0 0 0,1 0 0 0 0,1-1-1 0 0,7 14 1 0 0,0 37-87 0 0,23 59 122 0 0,-25-72-9 0 0,-7-21 12 0 0,26 105-216 0 0,-22-108 435 0 0,-7-31-157 0 0,-1-10-102 0 0,5 2 59 0 0,2 12-142 0 0,-4 4 50 0 0,0 1 0 0 0,0-1 0 0 0,-1 0 0 0 0,1 0 1 0 0,0 0-1 0 0,0 0 0 0 0,0 0 0 0 0,-1 0 0 0 0,1 0 0 0 0,-1 0 0 0 0,1 0 0 0 0,0 0 0 0 0,-1 0 0 0 0,0 0 0 0 0,1 0 0 0 0,-1 0 0 0 0,0 0 0 0 0,0-1 0 0 0,1 1 0 0 0,-1 0 0 0 0,0-1 0 0 0,6-20 50 0 0,1 1-1 0 0,1 0 0 0 0,1 1 1 0 0,1 0-1 0 0,0 0 0 0 0,2 1 1 0 0,16-22-1 0 0,-27 39-33 0 0,0 1 0 0 0,1-1 1 0 0,-1 0-1 0 0,0 0 0 0 0,1 1 0 0 0,-1-1 0 0 0,1 1 1 0 0,0-1-1 0 0,-1 1 0 0 0,1 0 0 0 0,0 0 1 0 0,0-1-1 0 0,0 1 0 0 0,0 0 0 0 0,0 1 1 0 0,0-1-1 0 0,0 0 0 0 0,0 1 0 0 0,0-1 1 0 0,0 1-1 0 0,0-1 0 0 0,1 1 0 0 0,-1 0 0 0 0,0 0 1 0 0,4 1-1 0 0,0-1-90 0 0,0 14 123 0 0,-3-11 3 0 0,0 0 0 0 0,1 0-1 0 0,0 0 1 0 0,0 0 0 0 0,0 0-1 0 0,4 1 1 0 0,-6-2-49 0 0,0-1 0 0 0,0 1 1 0 0,-1-1-1 0 0,1 1 0 0 0,0 0 0 0 0,-1 0 0 0 0,0-1 0 0 0,1 1 0 0 0,-1 0 0 0 0,0 0 1 0 0,0 0-1 0 0,1 3 0 0 0,100 212-2909 0 0,-91-190 1764 0 0,-4-12-685 0 0,-2-14-180 0 0,0-1 826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3.5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3680 0 0,'0'0'12890'0'0,"0"3"-12383"0"0,0-2-422 0 0,0 1 0 0 0,1 0 0 0 0,-1 0 0 0 0,1 0 0 0 0,-1 0 0 0 0,1 0 0 0 0,0-1 0 0 0,0 1 0 0 0,0 0 0 0 0,0-1 0 0 0,0 1 0 0 0,0 0 0 0 0,0-1-1 0 0,3 3 1 0 0,-4-4-65 0 0,1 0 0 0 0,-1 1 0 0 0,0-1-1 0 0,1 1 1 0 0,-1 0 0 0 0,0-1-1 0 0,0 1 1 0 0,1-1 0 0 0,-1 1 0 0 0,0-1-1 0 0,0 1 1 0 0,0 0 0 0 0,0-1-1 0 0,0 1 1 0 0,0 0 0 0 0,0-1 0 0 0,0 1-1 0 0,0-1 1 0 0,0 1 0 0 0,0 0-1 0 0,0-1 1 0 0,0 2 0 0 0,0 7 6 0 0,1 0 0 0 0,0 0 0 0 0,1 0 0 0 0,0 0 0 0 0,0 0 1 0 0,1-1-1 0 0,8 17 0 0 0,28 43-829 0 0,-30-54 618 0 0,4 6-192 0 0,-9-17 205 0 0,24-3-1076 0 0,-25 0 843 0 0,-2 0 363 0 0,0 0 1 0 0,0 0 0 0 0,1 0-1 0 0,-1 0 1 0 0,0 0 0 0 0,0 0-1 0 0,0 0 1 0 0,0 0 0 0 0,1 0-1 0 0,-1-1 1 0 0,0 1 0 0 0,0 0-1 0 0,0-1 1 0 0,0 1 0 0 0,2-1-1 0 0,8-10-427 0 0,-8 8 112 0 0,2-26 607 0 0,21-84 2006 0 0,-16 89-956 0 0,-9 24-1284 0 0,-1 0-1 0 0,0 0 1 0 0,0 0 0 0 0,0 0-1 0 0,0 0 1 0 0,0 0 0 0 0,0 0-1 0 0,1-1 1 0 0,-1 1 0 0 0,0 0-1 0 0,0 0 1 0 0,0 0 0 0 0,0 0-1 0 0,0 0 1 0 0,1 0 0 0 0,-1 0-1 0 0,0 0 1 0 0,0 0 0 0 0,0 0-1 0 0,0 0 1 0 0,1 0 0 0 0,-1 0-1 0 0,0 0 1 0 0,0 0 0 0 0,0 0-1 0 0,0 0 1 0 0,0 0 0 0 0,1 0-1 0 0,-1 0 1 0 0,0 0 0 0 0,0 0-1 0 0,0 0 1 0 0,0 1 0 0 0,1-1-1 0 0,-1 0 1 0 0,0 0 0 0 0,0 0-1 0 0,0 0 1 0 0,0 0 0 0 0,0 0-1 0 0,0 0 1 0 0,0 1 0 0 0,1-1-1 0 0,-1 0 1 0 0,0 0 0 0 0,0 0-1 0 0,0 0 1 0 0,0 0 0 0 0,0 1-1 0 0,0-1 1 0 0,0 0 0 0 0,0 0-1 0 0,0 0 1 0 0,5 27 1047 0 0,-4-26-880 0 0,3 18 226 0 0,-2-9-284 0 0,0-1 0 0 0,1 1 0 0 0,1-1 1 0 0,-1 0-1 0 0,1 0 0 0 0,10 15 0 0 0,26 50-1442 0 0,-39-71 917 0 0,1 0-1 0 0,0 0 1 0 0,-1 0-1 0 0,1 0 1 0 0,1 0-1 0 0,-1-1 1 0 0,0 1 0 0 0,1-1-1 0 0,-1 1 1 0 0,1-1-1 0 0,-1 0 1 0 0,1 0 0 0 0,0 0-1 0 0,4 2 1 0 0,5 4-1924 0 0,-3 6-2514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4.1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0 2144 0 0,'-2'0'917'0'0,"0"1"-684"0"0,0-1-1 0 0,1 0 0 0 0,0 1 1 0 0,-1 0-1 0 0,1-1 1 0 0,-1 1-1 0 0,1 0 0 0 0,0 0 1 0 0,-1 0-1 0 0,1 0 0 0 0,0 0 1 0 0,0 0-1 0 0,0 0 1 0 0,0 0-1 0 0,0 1 0 0 0,0-1 1 0 0,0 0-1 0 0,0 1 1 0 0,0-1-1 0 0,1 1 0 0 0,-1-1 1 0 0,1 1-1 0 0,-1-1 1 0 0,1 1-1 0 0,-1-1 0 0 0,1 1 1 0 0,0-1-1 0 0,0 1 0 0 0,0 2 1 0 0,-3 46 2442 0 0,3-47-2450 0 0,0-2-203 0 0,-1 0 0 0 0,1 0 0 0 0,0 0 0 0 0,0-1 0 0 0,0 1 0 0 0,0 0 0 0 0,1 0 0 0 0,-1 0-1 0 0,0 0 1 0 0,0-1 0 0 0,0 1 0 0 0,1 0 0 0 0,-1 0 0 0 0,0-1 0 0 0,1 1 0 0 0,-1 0 0 0 0,1 0 0 0 0,-1-1 0 0 0,0 1 0 0 0,1 0 0 0 0,0-1 0 0 0,-1 1 0 0 0,1-1 0 0 0,-1 1 0 0 0,2 0 0 0 0,46 47-182 0 0,-44-44-1 0 0,-2-2 95 0 0,-1 0 0 0 0,1 0 1 0 0,-1 0-1 0 0,1-1 0 0 0,0 1 0 0 0,0-1 1 0 0,-1 1-1 0 0,1-1 0 0 0,0 1 0 0 0,1-1 1 0 0,-1 0-1 0 0,0 0 0 0 0,0 0 1 0 0,0-1-1 0 0,1 1 0 0 0,-1 0 0 0 0,4 0 1 0 0,-5-1-24 0 0,1 0 1 0 0,0 0 0 0 0,-1 1 0 0 0,1-1-1 0 0,0 1 1 0 0,-1-1 0 0 0,1 1-1 0 0,-1-1 1 0 0,1 1 0 0 0,-1 0 0 0 0,1 0-1 0 0,-1 0 1 0 0,1 0 0 0 0,-1 0 0 0 0,0 0-1 0 0,0 0 1 0 0,0 0 0 0 0,1 1-1 0 0,-1-1 1 0 0,0 0 0 0 0,0 1 0 0 0,-1-1-1 0 0,1 1 1 0 0,0-1 0 0 0,0 1 0 0 0,-1-1-1 0 0,1 1 1 0 0,0 2 0 0 0,7-1-708 0 0,-2-3 600 0 0,11 20-866 0 0,39 59-1652 0 0,-39-53 2084 0 0,-18-21 751 0 0,0-2-108 0 0,1-2 132 0 0,0 1 1 0 0,0 0-1 0 0,0 0 1 0 0,0-1-1 0 0,0 1 1 0 0,0 0-1 0 0,0 0 1 0 0,0-1-1 0 0,-1 1 1 0 0,1 0-1 0 0,-1 0 1 0 0,1-1-1 0 0,-1 1 1 0 0,0 0-1 0 0,0-1 1 0 0,1 1-1 0 0,-1-1 1 0 0,0 1-1 0 0,-1-1 1 0 0,1 1-1 0 0,0-1 1 0 0,0 0-1 0 0,0 0 1 0 0,-1 0-1 0 0,1 1 1 0 0,-1-1-1 0 0,1 0 1 0 0,-1-1-1 0 0,1 1 1 0 0,-1 0-1 0 0,0 0 1 0 0,1-1-1 0 0,-1 1 1 0 0,0-1-1 0 0,-2 1 1 0 0,-3 2 360 0 0,2-2-302 0 0,0 0 0 0 0,1 0-1 0 0,-1 0 1 0 0,0 0 0 0 0,0-1 0 0 0,1 1 0 0 0,-1-1 0 0 0,0 0 0 0 0,-7-2 0 0 0,-13 1 7 0 0,21 1-215 0 0,3 0-5 0 0,0 0 0 0 0,1 0 0 0 0,-1 1 0 0 0,0-1 0 0 0,0 0 0 0 0,0 0 1 0 0,1 0-1 0 0,-1 0 0 0 0,0 0 0 0 0,0 0 0 0 0,0 0 0 0 0,0 0 0 0 0,1 0 1 0 0,-1 0-1 0 0,0-1 0 0 0,0 1 0 0 0,0 0 0 0 0,1 0 0 0 0,-1-1 0 0 0,0 1 1 0 0,0-1-1 0 0,1 1 0 0 0,-1-1 0 0 0,0 1 0 0 0,1-1 0 0 0,-1 1 0 0 0,1-1 1 0 0,-1 1-1 0 0,0-1 0 0 0,1 0 0 0 0,0 1 0 0 0,-1-1 0 0 0,1 0 0 0 0,-1 0 0 0 0,1 1 1 0 0,0-1-1 0 0,-1 0 0 0 0,1 0 0 0 0,0 1 0 0 0,0-2 0 0 0,-3-4-609 0 0,-12-11-2284 0 0,-2-13-5380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4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20 2848 0 0,'0'0'6293'0'0,"-3"8"-4560"0"0,-8 26 2481 0 0,8-26-2833 0 0,6-5-1349 0 0,1 0-12 0 0,0 1 0 0 0,0-1 0 0 0,0 0 0 0 0,0-1-1 0 0,1 1 1 0 0,0-1 0 0 0,-1 1 0 0 0,1-1 0 0 0,0-1 0 0 0,0 1 0 0 0,0-1 0 0 0,0 0 0 0 0,0 0 0 0 0,1 0 0 0 0,-1-1 0 0 0,0 0 0 0 0,0 0 0 0 0,8-1-1 0 0,-11 0 6 0 0,-1 0-1 0 0,1 0 0 0 0,-1 0 0 0 0,0 0 1 0 0,0 0-1 0 0,1 0 0 0 0,-1 0 0 0 0,0-1 1 0 0,0 1-1 0 0,1-2 0 0 0,1 0-99 0 0,0 0-37 0 0,-3 2 117 0 0,1 1-1 0 0,0-1 0 0 0,-1 0 0 0 0,1 0 0 0 0,-1 1 0 0 0,1-1 0 0 0,-1 0 0 0 0,1 0 0 0 0,-1 0 0 0 0,0 0 0 0 0,0 0 0 0 0,1 1 0 0 0,-1-1 0 0 0,0 0 0 0 0,0 0 0 0 0,0 0 0 0 0,0 0 0 0 0,0 0 0 0 0,0 0 1 0 0,0 0-1 0 0,0 0 0 0 0,0 0 0 0 0,0 0 0 0 0,-1 0 0 0 0,-1-6 6 0 0,0 1 0 0 0,0 0 0 0 0,-1 0-1 0 0,0 0 1 0 0,0 1 0 0 0,-5-7 0 0 0,7 10-61 0 0,-1 1-1 0 0,0 0 1 0 0,1 0 0 0 0,-1-1-1 0 0,0 1 1 0 0,0 0 0 0 0,0 0-1 0 0,0 1 1 0 0,0-1 0 0 0,0 0-1 0 0,0 1 1 0 0,0-1 0 0 0,0 1-1 0 0,0 0 1 0 0,0-1-1 0 0,0 1 1 0 0,-1 0 0 0 0,1 0-1 0 0,0 0 1 0 0,0 1 0 0 0,0-1-1 0 0,0 1 1 0 0,0-1 0 0 0,0 1-1 0 0,0-1 1 0 0,-3 3 0 0 0,-32 12-4074 0 0,35-14 3598 0 0,0 1 1 0 0,0-1 0 0 0,0 0-1 0 0,0 1 1 0 0,0 0-1 0 0,1-1 1 0 0,-1 1-1 0 0,0 0 1 0 0,1 0 0 0 0,0-1-1 0 0,-1 1 1 0 0,1 0-1 0 0,0 1 1 0 0,-1 2 0 0 0,-1 15-3197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4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2208 0 0,'15'84'9616'0'0,"-15"-83"-9502"0"0,0 0 1 0 0,0 0 0 0 0,0 0 0 0 0,0 0 0 0 0,0 0-1 0 0,0 0 1 0 0,1 0 0 0 0,-1 0 0 0 0,0-1 0 0 0,1 1-1 0 0,-1 0 1 0 0,1 0 0 0 0,-1 0 0 0 0,1 0 0 0 0,-1-1-1 0 0,1 1 1 0 0,0 0 0 0 0,-1-1 0 0 0,1 1 0 0 0,0 0-1 0 0,0 0 1 0 0,8-3-382 0 0,-8 2 622 0 0,5 0 49 0 0,-5 0-360 0 0,-1 0 0 0 0,1 0-1 0 0,-1 0 1 0 0,1 1 0 0 0,-1-1-1 0 0,1 0 1 0 0,-1 0 0 0 0,1 0-1 0 0,-1 0 1 0 0,1 0 0 0 0,-1 0-1 0 0,1 0 1 0 0,-1 0-1 0 0,1 0 1 0 0,-1 0 0 0 0,0 0-1 0 0,1 0 1 0 0,-1-1 0 0 0,1 1-1 0 0,-1 0 1 0 0,1 0 0 0 0,-1 0-1 0 0,1-1 1 0 0,-1 1 0 0 0,1 0-1 0 0,-1-1 1 0 0,1 1 0 0 0,0-2 41 0 0,1 1 0 0 0,-1-1 1 0 0,0 1-1 0 0,0-1 0 0 0,0 1 1 0 0,0-1-1 0 0,0 0 0 0 0,0 1 0 0 0,0-1 1 0 0,-1 0-1 0 0,1 0 0 0 0,0 0 1 0 0,-1 1-1 0 0,0-1 0 0 0,1-2 1 0 0,13-2 442 0 0,-14 5-518 0 0,0 1 0 0 0,1-1 0 0 0,-1 1 0 0 0,0-1 0 0 0,0 0 0 0 0,0 0 0 0 0,0 1 0 0 0,0-1 0 0 0,0 0 0 0 0,0 1 0 0 0,0-1 0 0 0,0 0 0 0 0,0 1-1 0 0,0-1 1 0 0,0 0 0 0 0,0 1 0 0 0,-1-1 0 0 0,1 0 0 0 0,0 1 0 0 0,-1-1 0 0 0,1 1 0 0 0,0-1 0 0 0,-1 0 0 0 0,1 1 0 0 0,0-1 0 0 0,-1 1 0 0 0,1-1 0 0 0,-1 1 0 0 0,1-1 0 0 0,-2 1 0 0 0,1-3-148 0 0,-1 1-1 0 0,0 0 1 0 0,1 0 0 0 0,-1 0-1 0 0,0 0 1 0 0,0 0 0 0 0,-1 1-1 0 0,1-1 1 0 0,0 0-1 0 0,-1 1 1 0 0,1 0 0 0 0,0 0-1 0 0,-1 0 1 0 0,0 0 0 0 0,1 0-1 0 0,-1 0 1 0 0,-5 0 0 0 0,3 2-1233 0 0,-1 0 1 0 0,1 1 0 0 0,-1 0 0 0 0,1 0 0 0 0,0 1 0 0 0,-1-1 0 0 0,1 1-1 0 0,1 0 1 0 0,-1 1 0 0 0,-8 6 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7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0 563 3296 0 0,'0'0'6896'0'0,"0"20"-3664"0"0,6 19-1558 0 0,19 83 1963 0 0,-23-115-3446 0 0,12 39 625 0 0,-11-42-813 0 0,-1-1 1 0 0,1 1 0 0 0,1-1-1 0 0,-1 1 1 0 0,0-1 0 0 0,6 4-1 0 0,24 22 608 0 0,-3-3-126 0 0,0-1 1 0 0,46 28-1 0 0,-50-38-268 0 0,1-2 1 0 0,0-1-1 0 0,51 16 0 0 0,-69-25-271 0 0,0-1 0 0 0,1 0 0 0 0,-1 0-1 0 0,1-1 1 0 0,11 0 0 0 0,-21-1 54 0 0,2 0 6 0 0,0 0 1 0 0,0 0-1 0 0,1 0 1 0 0,-1 0-1 0 0,0 1 0 0 0,0-1 1 0 0,0 1-1 0 0,1 0 0 0 0,-1-1 1 0 0,0 1-1 0 0,0 0 1 0 0,0 0-1 0 0,3 2 0 0 0,-4-2 33 0 0,0 0 0 0 0,1 0-1 0 0,-1 0 1 0 0,1-1-1 0 0,-1 1 1 0 0,1 0-1 0 0,-1-1 1 0 0,1 1-1 0 0,-1-1 1 0 0,1 0 0 0 0,-1 0-1 0 0,1 1 1 0 0,2-1-1 0 0,8-1 3 0 0,0-1-1 0 0,0 0 0 0 0,0-1 1 0 0,0 0-1 0 0,17-7 0 0 0,-8 3 65 0 0,-3 1-69 0 0,1 0-1 0 0,-1-1 1 0 0,-1-1-1 0 0,0-1 1 0 0,0 0-1 0 0,0-1 1 0 0,-1-1 0 0 0,23-21-1 0 0,6-3-152 0 0,-39 32 244 0 0,0-1 0 0 0,0-1 0 0 0,0 1 1 0 0,-1-1-1 0 0,1 0 0 0 0,-1 0 0 0 0,0-1 1 0 0,-1 0-1 0 0,0 1 0 0 0,4-8 0 0 0,4-5 31 0 0,11-30-25 0 0,-14 26 17 0 0,-2-1-1 0 0,0 0 0 0 0,-2 0 1 0 0,4-24-1 0 0,-1-148 1248 0 0,-11 127-1380 0 0,-5 44-316 0 0,7 21 267 0 0,0 1 1 0 0,0 0-1 0 0,1 0 1 0 0,-1-1-1 0 0,0 1 1 0 0,1-1-1 0 0,0 1 1 0 0,-1 0-1 0 0,1-1 0 0 0,1-2 1 0 0,-1 3 67 0 0,0 0-1 0 0,0 0 1 0 0,-1 0 0 0 0,1 0-1 0 0,0 0 1 0 0,-1 0 0 0 0,1 0-1 0 0,-1 0 1 0 0,0 0 0 0 0,1 0-1 0 0,-1 0 1 0 0,0 0 0 0 0,0 1-1 0 0,0-1 1 0 0,-1 0 0 0 0,1 1-1 0 0,0-1 1 0 0,0 0 0 0 0,-1 1-1 0 0,1 0 1 0 0,-1-1 0 0 0,0 1-1 0 0,-1-1 1 0 0,-17-17 142 0 0,-31-32-295 0 0,49 49 157 0 0,-1-1 0 0 0,0 1 0 0 0,1-1 0 0 0,0 1-1 0 0,0-1 1 0 0,0 0 0 0 0,0 0 0 0 0,0 0 0 0 0,-2-5 0 0 0,0-2 20 0 0,-8-1-16 0 0,-33-15-51 0 0,-144-67-212 0 0,130 69 118 0 0,57 23 60 0 0,-1 0-1 0 0,1 1 1 0 0,-1 0 0 0 0,1-1-1 0 0,-1 1 1 0 0,1 0-1 0 0,-1 0 1 0 0,1 1 0 0 0,-3 0-1 0 0,-36 1 14 0 0,41-2 28 0 0,-12 0 143 0 0,0 0 1 0 0,0 1 0 0 0,-1 0 0 0 0,1 1 0 0 0,0 1 0 0 0,0 0 0 0 0,-18 7 0 0 0,15-3-143 0 0,1 1 0 0 0,1 1 0 0 0,-1 0 0 0 0,2 0-1 0 0,-1 2 1 0 0,-19 21 0 0 0,28-29-59 0 0,1 1 1 0 0,-1 0-1 0 0,1 0 1 0 0,0 0 0 0 0,1 0-1 0 0,-1 0 1 0 0,1 1-1 0 0,0 0 1 0 0,-2 4-1 0 0,-6 13-247 0 0,-4 1 354 0 0,1 0 0 0 0,1 1-1 0 0,2 1 1 0 0,0 0 0 0 0,-10 41 0 0 0,17-50-155 0 0,0 1-1 0 0,2-1 0 0 0,0 1 1 0 0,2 31-1 0 0,0-13 405 0 0,-1-13-242 0 0,-1-14-130 0 0,1-1 1 0 0,0 1 0 0 0,0 0 0 0 0,1 0 0 0 0,2 13-1 0 0,14 30-1051 0 0,-5-35 440 0 0,33 27-2192 0 0,155 132-10467 0 0,-191-168 12496 0 0,0 0-1 0 0,1-1 1 0 0,-1-1-1 0 0,1 1 1 0 0,0-1-1 0 0,1-1 1 0 0,-1 0-1 0 0,1 0 1 0 0,0-1-1 0 0,19 2 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7.6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2272 0 0,'16'17'14943'0'0,"120"220"-9983"0"0,-120-220-5024 0 0,19 34-864 0 0,-35-34 1120 0 0,17 0 224 0 0,-17 0-288 0 0,16-17-384 0 0,18 33-416 0 0,-16-15 320 0 0,15 32-10239 0 0,-16-16 543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8.1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2080 0 0,'0'0'2752'0'0,"17"0"4192"0"0,68 16-3296 0 0,-52-16-3072 0 0,-15 0-704 0 0,151 0-704 0 0,-135 0-1056 0 0,-17 0-192 0 0,0 0 928 0 0,0 0-1888 0 0,-1 18-224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8.6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1728 0 0,'0'0'1248'0'0,"119"17"9152"0"0,-86 0-9376 0 0,35-17-1312 0 0,-34 0 352 0 0,-16 0 288 0 0,15 0-160 0 0,-16 0-32 0 0,0 0-608 0 0,0-17-288 0 0,0 17-256 0 0,85 0-11712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0.9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1 103 3296 0 0,'0'3'9962'0'0,"8"361"-4479"0"0,0-59-5489 0 0,-8-300 636 0 0,0-4-621 0 0,-1-1 0 0 0,0 0 0 0 0,0 0 0 0 0,0 0 0 0 0,1 0 0 0 0,-1 0 0 0 0,0 0 0 0 0,0 0 0 0 0,0 0 0 0 0,1 0 0 0 0,-1 0 1 0 0,0 0-1 0 0,0-1 0 0 0,0 1 0 0 0,1 0 0 0 0,-1 0 0 0 0,0-1 0 0 0,0 1 0 0 0,0-1 0 0 0,1-33-233 0 0,0-91 432 0 0,2-293 773 0 0,4 298-697 0 0,2 74-221 0 0,-7 45-71 0 0,-1-1 0 0 0,1 1 0 0 0,-1 0 0 0 0,1 0 0 0 0,0 0 0 0 0,0 0 0 0 0,-1 0 0 0 0,1 0 0 0 0,0 0 0 0 0,0 0-1 0 0,0 0 1 0 0,0 0 0 0 0,0 0 0 0 0,2-1 0 0 0,0-1-378 0 0,-3 3 408 0 0,0-1-1 0 0,0 1 1 0 0,0-1-1 0 0,0 1 1 0 0,0-1-1 0 0,0 1 0 0 0,0-1 1 0 0,0 1-1 0 0,0-1 1 0 0,0 1-1 0 0,0-1 1 0 0,0 1-1 0 0,0-1 1 0 0,0 1-1 0 0,0 0 0 0 0,1-1 1 0 0,-1 1-1 0 0,0-1 1 0 0,0 1-1 0 0,1-1 1 0 0,-1 1-1 0 0,0 0 1 0 0,0-1-1 0 0,1 1 0 0 0,-1 0 1 0 0,1-1-1 0 0,-1 1 1 0 0,0 0-1 0 0,1-1 1 0 0,-1 1-1 0 0,1 0 0 0 0,-1 0 1 0 0,0-1-1 0 0,1 1 1 0 0,-1 0-1 0 0,1 0 1 0 0,-1 0-1 0 0,1 0 1 0 0,-1 0-1 0 0,1 0 0 0 0,-1 0 1 0 0,1 0-1 0 0,-1 0 1 0 0,1 0-1 0 0,-1 0 1 0 0,1 0-1 0 0,-1 0 1 0 0,1 0-1 0 0,2 0 288 0 0,17 0-597 0 0,6 0 987 0 0,-26 0-670 0 0,1 0-1 0 0,0 0 1 0 0,0 1 0 0 0,0-1-1 0 0,0 0 1 0 0,0 0-1 0 0,0 1 1 0 0,0-1 0 0 0,0 0-1 0 0,0 1 1 0 0,-1-1 0 0 0,1 1-1 0 0,0-1 1 0 0,0 1-1 0 0,0 0 1 0 0,-1-1 0 0 0,1 1-1 0 0,0 1 1 0 0,15 11 149 0 0,-1 2 0 0 0,-1 0 0 0 0,0 1 0 0 0,-1 0 0 0 0,-1 1 0 0 0,0 1-1 0 0,-1-1 1 0 0,14 34 0 0 0,-10-20-46 0 0,-6-15-189 0 0,0 1 0 0 0,-2 1-1 0 0,9 27 1 0 0,-9-23-2 0 0,10 18 395 0 0,14 16 16 0 0,56 85-554 0 0,-10-22 84 0 0,-52-68-106 0 0,-19-46-128 0 0,-4-3 343 0 0,0 0 0 0 0,0 0 0 0 0,0 0 0 0 0,0 0 0 0 0,0 0 0 0 0,0 1 0 0 0,-1-1 0 0 0,1 1 0 0 0,-1-1 0 0 0,0 1 0 0 0,0-1 0 0 0,1 1 0 0 0,-2 0 0 0 0,1-1 0 0 0,0 1 0 0 0,0 0 1 0 0,-1 0-1 0 0,1 4 0 0 0,-2-7 11 0 0,1 1 1 0 0,0-1 0 0 0,0 1 0 0 0,0 0 0 0 0,0-1-1 0 0,0 1 1 0 0,1-1 0 0 0,-1 1 0 0 0,0-1 0 0 0,0 1-1 0 0,0-1 1 0 0,0 1 0 0 0,1-1 0 0 0,-1 1 0 0 0,0-1-1 0 0,0 1 1 0 0,1-1 0 0 0,-1 0 0 0 0,0 1-1 0 0,1-1 1 0 0,-1 1 0 0 0,0-1 0 0 0,1 0 0 0 0,-1 1-1 0 0,1-1 1 0 0,-1 0 0 0 0,0 0 0 0 0,1 1 0 0 0,-1-1-1 0 0,1 0 1 0 0,-1 0 0 0 0,1 1 0 0 0,-1-1 0 0 0,1 0-1 0 0,-1 0 1 0 0,1 0 0 0 0,-1 0 0 0 0,1 0 0 0 0,0 0-1 0 0,-1 0 1 0 0,2 0 0 0 0,-1 4 241 0 0,-17-17-259 0 0,-54-77 783 0 0,66 84-797 0 0,0 0 0 0 0,0 1 0 0 0,-1-1 0 0 0,0 1-1 0 0,0 0 1 0 0,0 0 0 0 0,0 0 0 0 0,-1 1 0 0 0,0 0 0 0 0,-7-5-1 0 0,8 7 62 0 0,1 0-1 0 0,0-1 1 0 0,-1 0-1 0 0,1 0 1 0 0,1 0-1 0 0,-1 0 0 0 0,-4-5 1 0 0,-1-5 137 0 0,9 11-122 0 0,-1 0 1 0 0,0 0 0 0 0,-1 0-1 0 0,1 0 1 0 0,0 1 0 0 0,-1-1-1 0 0,1 0 1 0 0,0 1 0 0 0,-1-1 0 0 0,-2-1-1 0 0,-18-5 4 0 0,17 7-142 0 0,0-1 0 0 0,-1 1 0 0 0,1-1 0 0 0,1 0 0 0 0,-1 0 0 0 0,0-1 1 0 0,0 1-1 0 0,1-1 0 0 0,0 0 0 0 0,-5-5 0 0 0,2 1-29 0 0,6 5 123 0 0,-1 0-1 0 0,1 1 1 0 0,-1-1-1 0 0,1 0 1 0 0,-1 1-1 0 0,0-1 1 0 0,1 1-1 0 0,-1-1 1 0 0,0 1-1 0 0,0 0 1 0 0,0 0-1 0 0,0 0 1 0 0,0 0-1 0 0,-1 0 1 0 0,1 0-1 0 0,0 1 1 0 0,0-1 0 0 0,0 1-1 0 0,-5-1 1 0 0,-35 1-1251 0 0,27-1 112 0 0,0 2 1 0 0,1-1 0 0 0,-1 2 0 0 0,0 0 0 0 0,1 0-1 0 0,-16 6 1 0 0,27-6 442 0 0,0 0-1 0 0,0 0 1 0 0,0 0-1 0 0,0 1 0 0 0,0-1 1 0 0,1 1-1 0 0,-1 0 1 0 0,1-1-1 0 0,0 1 1 0 0,0 0-1 0 0,0 1 1 0 0,0-1-1 0 0,0 0 0 0 0,1 0 1 0 0,-1 1-1 0 0,1-1 1 0 0,0 1-1 0 0,0-1 1 0 0,0 1-1 0 0,1 0 1 0 0,-1 5-1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1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14 1600 0 0,'-2'-13'4084'0'0,"7"40"418"0"0,-3-14-3971 0 0,0-4-195 0 0,0 1 1 0 0,1 0-1 0 0,0-1 0 0 0,0 0 1 0 0,1 0-1 0 0,5 10 1 0 0,-6 5 119 0 0,-4-21-441 0 0,1-1 0 0 0,0 0 0 0 0,0 0 0 0 0,0 1 1 0 0,1-1-1 0 0,-1 0 0 0 0,0 0 0 0 0,1 1 0 0 0,1 2 1 0 0,1 2-11 0 0,-1-4 35 0 0,-1 0 1 0 0,1 0-1 0 0,-1 0 0 0 0,0 0 0 0 0,0 1 0 0 0,0-1 0 0 0,0 1 1 0 0,0-1-1 0 0,-1 0 0 0 0,0 1 0 0 0,1-1 0 0 0,-2 5 1 0 0,1-6-13 0 0,0 1 1 0 0,-1-1 0 0 0,1 1 0 0 0,0-1-1 0 0,1 0 1 0 0,-1 1 0 0 0,0-1 0 0 0,1 1-1 0 0,-1-1 1 0 0,1 0 0 0 0,0 1 0 0 0,-1-1-1 0 0,1 0 1 0 0,0 0 0 0 0,0 0-1 0 0,1 0 1 0 0,-1 0 0 0 0,0 0 0 0 0,3 3-1 0 0,-4-5 150 0 0,2-7 9 0 0,-1 0 0 0 0,0 0 0 0 0,-1 0 0 0 0,0 0 0 0 0,-1-9 0 0 0,1 0-376 0 0,0 15 174 0 0,0 0 0 0 0,0 0 0 0 0,0 1 0 0 0,0-1 1 0 0,0 0-1 0 0,0 1 0 0 0,0-1 0 0 0,0 0 0 0 0,1 1 0 0 0,-1-1 0 0 0,0 0 1 0 0,0 1-1 0 0,1-1 0 0 0,-1 0 0 0 0,0 1 0 0 0,1-1 0 0 0,-1 1 0 0 0,0-1 1 0 0,1 0-1 0 0,-1 1 0 0 0,1-1 0 0 0,-1 1 0 0 0,1 0 0 0 0,-1-1 0 0 0,2 0 1 0 0,-1 1 24 0 0,-1-1 1 0 0,1 1-1 0 0,0-1 1 0 0,-1 0-1 0 0,1 1 1 0 0,0-1-1 0 0,-1 0 1 0 0,1 1 0 0 0,-1-1-1 0 0,1 0 1 0 0,-1 1-1 0 0,0-1 1 0 0,1 0-1 0 0,-1 0 1 0 0,0 0-1 0 0,1 0 1 0 0,-1 1-1 0 0,0-1 1 0 0,0 0 0 0 0,0 0-1 0 0,0 0 1 0 0,0 0-1 0 0,0 0 1 0 0,0 1-1 0 0,0-3 1 0 0,0 2 14 0 0,0-3-15 0 0,-1 0 1 0 0,1 0-1 0 0,0 1 0 0 0,0-1 1 0 0,1 0-1 0 0,-1 0 1 0 0,1 1-1 0 0,0-1 1 0 0,0 0-1 0 0,0 1 0 0 0,1-1 1 0 0,-1 1-1 0 0,1 0 1 0 0,3-6-1 0 0,-4 8 31 0 0,-1 0 1 0 0,1 0-1 0 0,0 0 0 0 0,-1 0 1 0 0,1 0-1 0 0,-1 0 0 0 0,1 0 0 0 0,-1 0 1 0 0,1 0-1 0 0,-1 0 0 0 0,0 0 0 0 0,0 0 1 0 0,1-3-1 0 0,3-7-46 0 0,-3 11 15 0 0,0 0-1 0 0,0-1 1 0 0,0 1-1 0 0,1 0 1 0 0,-1-1-1 0 0,0 1 1 0 0,0 0-1 0 0,0 0 1 0 0,0 0-1 0 0,1 0 1 0 0,-1 0-1 0 0,0 0 1 0 0,0 0-1 0 0,0 0 1 0 0,2 1-1 0 0,59 19 1186 0 0,-45-15-748 0 0,-16-5-442 0 0,-1 0 0 0 0,0 0-1 0 0,1 0 1 0 0,-1 0 0 0 0,0 0 0 0 0,1 0 0 0 0,-1 0-1 0 0,0 1 1 0 0,1-1 0 0 0,-1 0 0 0 0,0 0-1 0 0,1 0 1 0 0,-1 0 0 0 0,0 0 0 0 0,1 0 0 0 0,-1 1-1 0 0,0-1 1 0 0,1 0 0 0 0,-1 0 0 0 0,0 1-1 0 0,0-1 1 0 0,1 0 0 0 0,-1 0 0 0 0,0 1 0 0 0,0-1-1 0 0,0 0 1 0 0,1 0 0 0 0,-1 1 0 0 0,0-1-1 0 0,0 0 1 0 0,0 1 0 0 0,0-1 0 0 0,0 0 0 0 0,0 1-1 0 0,0-1 1 0 0,1 0 0 0 0,-1 1 0 0 0,0 0-1 0 0,4 16-205 0 0,7 20 916 0 0,-11-36-730 0 0,1 1 0 0 0,-1-1 0 0 0,0 1 0 0 0,1-1 0 0 0,0 1-1 0 0,-1-1 1 0 0,1 0 0 0 0,0 1 0 0 0,-1-1 0 0 0,1 0 0 0 0,0 1 0 0 0,0-1 0 0 0,0 0 0 0 0,0 0 0 0 0,2 2 0 0 0,-2-3 31 0 0,0 1 0 0 0,-1-1-1 0 0,1 1 1 0 0,-1-1 0 0 0,1 1 0 0 0,-1-1 0 0 0,1 1-1 0 0,-1 0 1 0 0,0-1 0 0 0,1 1 0 0 0,-1-1 0 0 0,0 1 0 0 0,1 0-1 0 0,-1-1 1 0 0,0 1 0 0 0,0 0 0 0 0,0 0 0 0 0,1-1 0 0 0,-1 1-1 0 0,0 0 1 0 0,0-1 0 0 0,0 1 0 0 0,0 0 0 0 0,0 1-1 0 0,0-1-15 0 0,0 0-1 0 0,0 0 1 0 0,0 0-1 0 0,0 0 1 0 0,1 0-1 0 0,-1 0 1 0 0,1 0-1 0 0,-1 0 1 0 0,1 0-1 0 0,-1 0 0 0 0,1 0 1 0 0,-1 0-1 0 0,1 0 1 0 0,0 0-1 0 0,0 0 1 0 0,1 1-1 0 0,-2-2 8 0 0,0 0 0 0 0,0 0-1 0 0,0 1 1 0 0,0-1 0 0 0,0 0-1 0 0,0 0 1 0 0,1 0 0 0 0,-1 1-1 0 0,0-1 1 0 0,0 0 0 0 0,0 0 0 0 0,1 0-1 0 0,-1 0 1 0 0,0 0 0 0 0,0 1-1 0 0,0-1 1 0 0,1 0 0 0 0,-1 0-1 0 0,0 0 1 0 0,0 0 0 0 0,1 0-1 0 0,-1 0 1 0 0,0 0 0 0 0,0 0-1 0 0,1 0 1 0 0,-1 0 0 0 0,0 0 0 0 0,0 0-1 0 0,1 0 1 0 0,-1 0 0 0 0,0 0-1 0 0,0 0 1 0 0,0 0 0 0 0,1 0-1 0 0,-1 0 1 0 0,0-1 0 0 0,0 1-1 0 0,1 0 1 0 0,-1 0 0 0 0,0 0-1 0 0,0 0 1 0 0,0 0 0 0 0,1-1 0 0 0,-1 1-1 0 0,0 0 1 0 0,0 0 0 0 0,0 0-1 0 0,0 0 1 0 0,0-1 0 0 0,1 1-1 0 0,-1 0 1 0 0,0 0 0 0 0,0-1-1 0 0,0 1 1 0 0,0 0 0 0 0,0 0-1 0 0,0-1 1 0 0,5-20 81 0 0,-2 9 79 0 0,-1 0 0 0 0,0 0 0 0 0,-1-1 0 0 0,0-15 0 0 0,8 11-93 0 0,24-40-404 0 0,-32 56 359 0 0,-1 0 0 0 0,1 0 0 0 0,-1-1 0 0 0,1 1 0 0 0,0 0 0 0 0,0 0 0 0 0,0 0 0 0 0,-1 0 0 0 0,1 0 0 0 0,0 0 1 0 0,0 1-1 0 0,0-1 0 0 0,0 0 0 0 0,1 0 0 0 0,-1 1 0 0 0,2-2 0 0 0,3 5 125 0 0,-6-3-125 0 0,3 0 40 0 0,0 0-99 0 0,-1-1-1 0 0,1 1 1 0 0,-1 0-1 0 0,1 0 1 0 0,0 1-1 0 0,-1-1 1 0 0,1 1-1 0 0,-1-1 1 0 0,1 1-1 0 0,-1 0 1 0 0,1 0-1 0 0,-1 0 1 0 0,0 0-1 0 0,1 0 1 0 0,-1 0-1 0 0,0 1 1 0 0,4 2-1 0 0,-6-4 28 0 0,1 1 1 0 0,-1-1-1 0 0,1 1 1 0 0,-1-1-1 0 0,1 0 0 0 0,-1 1 1 0 0,1-1-1 0 0,-1 0 1 0 0,1 1-1 0 0,0-1 0 0 0,-1 0 1 0 0,1 0-1 0 0,0 1 1 0 0,-1-1-1 0 0,1 0 0 0 0,0 0 1 0 0,-1 0-1 0 0,1 0 1 0 0,0 0-1 0 0,0 0 0 0 0,5 1 191 0 0,-3 1-162 0 0,-1 0-1 0 0,0 0 0 0 0,0 0 1 0 0,0 0-1 0 0,-1 1 0 0 0,1-1 0 0 0,-1 1 1 0 0,1 0-1 0 0,-1-1 0 0 0,0 1 1 0 0,0 0-1 0 0,0 0 0 0 0,0 0 1 0 0,1 4-1 0 0,6 16-85 0 0,-2-11 195 0 0,1-1-265 0 0,-1 0 1 0 0,0 1 0 0 0,0 0 0 0 0,-1 1 0 0 0,-1-1 0 0 0,0 1 0 0 0,-1-1-1 0 0,-1 1 1 0 0,2 15 0 0 0,-1-8-7972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4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2336 0 0,'17'68'15711'0'0,"0"-35"-14623"0"0,0-16-864 0 0,84 68-256 0 0,-84-85-384 0 0,1 17-416 0 0,66 17 928 0 0,35 0-7167 0 0,-85-34-3361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4.9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271 0 1952 0 0,'0'0'3237'0'0,"-17"3"2790"0"0,14 6-4859 0 0,1-7-1038 0 0,-1 0 1 0 0,1 1-1 0 0,-1-1 0 0 0,1 1 1 0 0,0-1-1 0 0,0 1 0 0 0,0 0 1 0 0,-3 5-1 0 0,-43 82 1763 0 0,44-81-1754 0 0,0-1 0 0 0,-1 1-1 0 0,0-1 1 0 0,-7 9 0 0 0,-5 11-417 0 0,14-21 318 0 0,2-4-15 0 0,0 1 0 0 0,0-1 0 0 0,-1-1 0 0 0,1 1 0 0 0,-1 0 0 0 0,0 0 0 0 0,0 0 0 0 0,0-1 0 0 0,0 1 0 0 0,-5 3 0 0 0,-38 48-1671 0 0,-8 5-6553 0 0,44-48 4956 0 0,9 3 502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6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86 1856 0 0,'20'3'16842'0'0,"-9"8"-16277"0"0,-8-8-106 0 0,-4-2-356 0 0,1 1-1 0 0,0-1 1 0 0,0 1-1 0 0,0-1 1 0 0,0 1-1 0 0,0-1 1 0 0,0 1 0 0 0,0-1-1 0 0,1 1 1 0 0,-1-1-1 0 0,1 1 1 0 0,0 2-1 0 0,6 11-206 0 0,-1-1 284 0 0,0-1 1 0 0,15 24 0 0 0,126 180 69 0 0,-105-169-415 0 0,17 11 778 0 0,-39-42-567 0 0,-16-18-202 0 0,0 2-11 0 0,-2 1 110 0 0,-2-1 98 0 0,1 0 0 0 0,0 0-1 0 0,0 0 1 0 0,1 0 0 0 0,-1 0 0 0 0,0 0 0 0 0,0-1-1 0 0,0 1 1 0 0,1 0 0 0 0,-1 0 0 0 0,0-1 0 0 0,1 1 0 0 0,-1-1-1 0 0,0 1 1 0 0,1-1 0 0 0,-1 0 0 0 0,1 1 0 0 0,-1-1 0 0 0,1 0-1 0 0,-1 0 1 0 0,0 0 0 0 0,1 0 0 0 0,2-1 0 0 0,-1 1-15 0 0,-1 0-458 0 0,2 1 374 0 0,10-1 263 0 0,-13-1-149 0 0,1 0 0 0 0,-1 0 0 0 0,1-1 1 0 0,0 1-1 0 0,-1-1 0 0 0,0 1 0 0 0,1-1 0 0 0,-1 1 1 0 0,0-1-1 0 0,0 0 0 0 0,0 1 0 0 0,0-1 0 0 0,1-2 1 0 0,7-18 129 0 0,-1-1 1 0 0,-1 0 0 0 0,-1 0-1 0 0,-1-1 1 0 0,-1 1 0 0 0,2-45-1 0 0,-5 37-156 0 0,7-44 0 0 0,-4 47-358 0 0,0-38-1 0 0,-4-30-626 0 0,0 94 807 0 0,0-1-1 0 0,0 1 0 0 0,0 0 0 0 0,0 0 0 0 0,0 0 1 0 0,0 0-1 0 0,1 0 0 0 0,-1 0 0 0 0,1 0 1 0 0,-1 0-1 0 0,1 0 0 0 0,0 0 0 0 0,0 0 0 0 0,1-2 1 0 0,22 3-10111 0 0,-24 1 10186 0 0,0 0 0 0 0,1 0-1 0 0,-1 0 1 0 0,0 0 0 0 0,0 0 0 0 0,0 0-1 0 0,0 1 1 0 0,2 2-1391 0 0,-2-3 1390 0 0,0 0 1 0 0,0 1 0 0 0,0-1 0 0 0,0 0-1 0 0,0 0 1 0 0,0 0 0 0 0,0 1 0 0 0,0-1-1 0 0,0 0 1 0 0,0 0 0 0 0,0 0 0 0 0,0 1 0 0 0,0-1-1 0 0,3 13-3479 0 0,11 1-447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7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1600 0 0,'5'20'11375'0'0,"5"-8"-10249"0"0,-9-11-1086 0 0,-1 0 1 0 0,1 0-1 0 0,0 0 0 0 0,-1 1 1 0 0,1-1-1 0 0,-1 0 1 0 0,0 0-1 0 0,1 1 0 0 0,-1-1 1 0 0,0 0-1 0 0,0 1 1 0 0,0-1-1 0 0,0 1 0 0 0,0-1 1 0 0,0 0-1 0 0,0 1 1 0 0,0-1-1 0 0,0 0 0 0 0,-1 3 1 0 0,0-2-24 0 0,1 0 0 0 0,0 0 0 0 0,-1 1 0 0 0,1-1 0 0 0,0 0 1 0 0,0 1-1 0 0,1-1 0 0 0,-1 0 0 0 0,0 1 0 0 0,1-1 0 0 0,1 3 0 0 0,2 1 89 0 0,-3-4-85 0 0,1 1-1 0 0,-1-1 0 0 0,1 0 0 0 0,-1 1 0 0 0,0-1 0 0 0,0 0 0 0 0,0 1 1 0 0,-1 0-1 0 0,1-1 0 0 0,-1 1 0 0 0,1-1 0 0 0,-1 6 0 0 0,14 116 3884 0 0,-14-181-3147 0 0,1 52-760 0 0,1 1-1 0 0,-1-1 1 0 0,1 0-1 0 0,0 1 1 0 0,0-1-1 0 0,0 1 1 0 0,0 0-1 0 0,5-6 1 0 0,3-8 461 0 0,-5 6-293 0 0,1 0 1 0 0,0 0-1 0 0,0 0 0 0 0,2 1 1 0 0,-1 0-1 0 0,1 1 0 0 0,11-12 1 0 0,-18 21-169 0 0,0 0 0 0 0,0 0 0 0 0,0 0 0 0 0,-1 0 0 0 0,1 0 1 0 0,1 0-1 0 0,-1 0 0 0 0,0 0 0 0 0,0 0 0 0 0,0 1 0 0 0,0-1 0 0 0,1 0 1 0 0,-1 1-1 0 0,0-1 0 0 0,0 1 0 0 0,1-1 0 0 0,-1 1 0 0 0,0-1 0 0 0,1 1 1 0 0,-1 0-1 0 0,1 0 0 0 0,-1 0 0 0 0,1 0 0 0 0,-1 0 0 0 0,0 0 0 0 0,1 0 1 0 0,-1 0-1 0 0,0 1 0 0 0,1-1 0 0 0,-1 1 0 0 0,1-1 0 0 0,-1 1 1 0 0,0-1-1 0 0,0 1 0 0 0,1-1 0 0 0,-1 1 0 0 0,0 0 0 0 0,0 0 0 0 0,0 0 1 0 0,0 0-1 0 0,0 0 0 0 0,2 2 0 0 0,-1-1-258 0 0,-1-2 259 0 0,1 1 1 0 0,-1-1-1 0 0,0 0 1 0 0,0 0-1 0 0,0 1 0 0 0,0-1 1 0 0,0 1-1 0 0,0-1 1 0 0,0 1-1 0 0,0-1 1 0 0,0 1-1 0 0,0-1 1 0 0,0 1-1 0 0,0 0 1 0 0,0 0-1 0 0,-1 0 1 0 0,1-1-1 0 0,0 1 1 0 0,0 0-1 0 0,-1 0 0 0 0,1 0 1 0 0,-1 0-1 0 0,1 0 1 0 0,-1 0-1 0 0,1 1 1 0 0,8 11-333 0 0,-8-11 396 0 0,0 0-1 0 0,-1 0 1 0 0,1 0-1 0 0,-1 0 1 0 0,1 0-1 0 0,-1 0 1 0 0,0 1-1 0 0,0-1 1 0 0,0 0-1 0 0,0 0 1 0 0,0 0-1 0 0,0 0 1 0 0,0 0-1 0 0,-1 3 1 0 0,4 12-35 0 0,-2-9-31 0 0,2 8 82 0 0,1 0 0 0 0,0 0 1 0 0,12 27-1 0 0,-14-37 845 0 0,-2-10-1544 0 0,0 3 638 0 0,0 0 1 0 0,0 1-1 0 0,0-1 0 0 0,0 1 0 0 0,0-1 0 0 0,0 1 0 0 0,0-1 0 0 0,-1 1 0 0 0,2-1 1 0 0,-1 1-1 0 0,0-1 0 0 0,0 1 0 0 0,0-1 0 0 0,0 1 0 0 0,0-1 0 0 0,0 1 1 0 0,0-1-1 0 0,1 1 0 0 0,-1-1 0 0 0,0 1 0 0 0,1-1 0 0 0,-1 1 0 0 0,0-1 0 0 0,1 0 1 0 0,0 1-27 0 0,-1 0 0 0 0,1 0 0 0 0,-1 0 1 0 0,1 0-1 0 0,-1 0 0 0 0,1 0 0 0 0,-1 0 1 0 0,1 0-1 0 0,-1 0 0 0 0,1 0 0 0 0,-1 0 0 0 0,1-1 1 0 0,-1 1-1 0 0,1 0 0 0 0,-1 0 0 0 0,1-1 1 0 0,-1 1-1 0 0,1 0 0 0 0,-1-1 0 0 0,0 1 1 0 0,1 0-1 0 0,-1-1 0 0 0,1 1 0 0 0,-1 0 1 0 0,0-1-1 0 0,0 1 0 0 0,1-1 0 0 0,-1 1 1 0 0,0-1-1 0 0,0 1 0 0 0,1-1 0 0 0,-1 1 0 0 0,0-1 1 0 0,0 1-1 0 0,0-1 0 0 0,0 1 0 0 0,0-1 1 0 0,0 1-1 0 0,0-1 0 0 0,0 1 0 0 0,0-2 1 0 0,0-1-307 0 0,3-25 955 0 0,0 18-610 0 0,1 0 0 0 0,1 0 0 0 0,0 0 0 0 0,0 0 0 0 0,1 1 0 0 0,0 0 0 0 0,0 0 0 0 0,1 1 1 0 0,0-1-1 0 0,12-9 0 0 0,-17 16-41 0 0,0 1 0 0 0,0-1 0 0 0,0 1 0 0 0,0 0 0 0 0,0 0 0 0 0,0 0 0 0 0,0 0 1 0 0,0 0-1 0 0,0 0 0 0 0,1 1 0 0 0,-1-1 0 0 0,0 1 0 0 0,0 0 0 0 0,1-1 0 0 0,-1 1 1 0 0,0 0-1 0 0,1 0 0 0 0,-1 1 0 0 0,0-1 0 0 0,1 0 0 0 0,-1 1 0 0 0,0-1 0 0 0,0 1 1 0 0,3 1-1 0 0,0 5-214 0 0,-4-6 209 0 0,-1-1-1 0 0,0 1 0 0 0,0-1 1 0 0,0 1-1 0 0,1-1 0 0 0,-1 0 1 0 0,0 1-1 0 0,1-1 0 0 0,-1 0 1 0 0,0 1-1 0 0,1-1 0 0 0,-1 0 1 0 0,0 0-1 0 0,1 1 0 0 0,-1-1 1 0 0,0 0-1 0 0,1 0 0 0 0,-1 1 0 0 0,1-1 1 0 0,-1 0-1 0 0,1 0 0 0 0,-1 0 1 0 0,0 0-1 0 0,1 0 0 0 0,-1 0 1 0 0,1 0-1 0 0,-1 0 0 0 0,1 0 1 0 0,-1 0-1 0 0,1 0 0 0 0,0 0 34 0 0,0 1 0 0 0,0-1 1 0 0,0 0-1 0 0,0 1 0 0 0,0-1 0 0 0,0 1 0 0 0,0-1 0 0 0,0 1 0 0 0,-1-1 0 0 0,1 1 0 0 0,0-1 0 0 0,0 1 0 0 0,-1 0 0 0 0,1 0 0 0 0,0-1 1 0 0,-1 1-1 0 0,1 0 0 0 0,-1 0 0 0 0,1 0 0 0 0,-1 0 0 0 0,1 0 0 0 0,-1 0 0 0 0,1-1 0 0 0,-1 1 0 0 0,0 0 0 0 0,0 0 0 0 0,1 0 0 0 0,-1 2 1 0 0,6 12 270 0 0,39 61-917 0 0,-36-61 561 0 0,-8-14 98 0 0,0 1-1 0 0,0-1 1 0 0,0 0-1 0 0,0 1 0 0 0,-1-1 1 0 0,1 1-1 0 0,0-1 1 0 0,-1 1-1 0 0,1-1 0 0 0,-1 1 1 0 0,0-1-1 0 0,1 3 1 0 0,-1-1-121 0 0,0-3 44 0 0,1 0 0 0 0,0 0 0 0 0,-1 0 0 0 0,1-1 0 0 0,-1 1 0 0 0,1 0-1 0 0,0 0 1 0 0,-1 0 0 0 0,1 0 0 0 0,-1 1 0 0 0,1-1 0 0 0,0 0 0 0 0,-1 0 0 0 0,1 0 0 0 0,-1 0 0 0 0,1 1 0 0 0,0-1 0 0 0,-1 0 0 0 0,1 0 0 0 0,-1 1-1 0 0,1-1 1 0 0,0 1 0 0 0,2 11-1226 0 0,-3-6-403 0 0,2 8-2318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9.3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1888 0 0,'0'0'8544'0'0,"18"0"-7200"0"0,-2 0-480 0 0,1 0-128 0 0,0 0-608 0 0,169 17 672 0 0,18-17-2432 0 0,-171 0-608 0 0,2 0-5344 0 0,-19 0 6720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9.7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1504 0 0,'0'0'3573'0'0,"0"3"-2608"0"0,0-2-782 0 0,0 0 0 0 0,0 0-1 0 0,0 0 1 0 0,0 0 0 0 0,0 0-1 0 0,1-1 1 0 0,-1 1-1 0 0,0 0 1 0 0,0 0 0 0 0,1 0-1 0 0,-1 0 1 0 0,1 0-1 0 0,-1 0 1 0 0,1-1 0 0 0,-1 1-1 0 0,1 0 1 0 0,0 0 0 0 0,-1-1-1 0 0,1 1 1 0 0,0 0-1 0 0,0-1 1 0 0,-1 1 0 0 0,1-1-1 0 0,0 1 1 0 0,0-1-1 0 0,0 1 1 0 0,1-1 0 0 0,27 6 692 0 0,-19-4-128 0 0,16 0 318 0 0,43 0 0 0 0,19-1-320 0 0,67 10-1305 0 0,-130-9-420 0 0,10 1 45 0 0,-26-4-2451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1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72 239 1824 0 0,'0'-10'8183'0'0,"-3"17"-6526"0"0,-1 6-11 0 0,1 0 1 0 0,1 1-1 0 0,-1 20 1 0 0,15 276 1862 0 0,-8-242-3668 0 0,-5-43 260 0 0,0-20-122 0 0,1 0 0 0 0,-1-1 0 0 0,1 1 0 0 0,-1 0 0 0 0,-1 0 0 0 0,-2 6 1 0 0,2-6-96 0 0,1 1 1 0 0,-1-1-1 0 0,1 1 1 0 0,0-1-1 0 0,0 1 1 0 0,0 9-1 0 0,1-12 194 0 0,0 1-1 0 0,0-1 0 0 0,0 1 1 0 0,-1-1-1 0 0,1 0 1 0 0,-1 1-1 0 0,0-1 1 0 0,0 0-1 0 0,0 1 1 0 0,-1-1-1 0 0,1 0 1 0 0,-1 0-1 0 0,0 0 0 0 0,1 0 1 0 0,-1 0-1 0 0,-1-1 1 0 0,1 1-1 0 0,0 0 1 0 0,-1-1-1 0 0,-3 3 1 0 0,6-4-78 0 0,-1-1 1 0 0,1 0 0 0 0,0 0-1 0 0,-1 0 1 0 0,1 0 0 0 0,0 0-1 0 0,-1 0 1 0 0,1 0-1 0 0,-1 0 1 0 0,1-1 0 0 0,0 1-1 0 0,-1 0 1 0 0,1 0 0 0 0,0 0-1 0 0,-1 0 1 0 0,1 0 0 0 0,0-1-1 0 0,-1 1 1 0 0,1 0 0 0 0,0 0-1 0 0,-1 0 1 0 0,1-1 0 0 0,0 1-1 0 0,0 0 1 0 0,-1-1 0 0 0,1 1-1 0 0,0 0 1 0 0,0 0-1 0 0,0-1 1 0 0,-1 1 0 0 0,1 0-1 0 0,0-1 1 0 0,0 1 0 0 0,0-1-1 0 0,0 1 1 0 0,-7-30 2 0 0,6 12-17 0 0,-2-11-98 0 0,1 0-1 0 0,2-1 1 0 0,6-51-1 0 0,-3 54 151 0 0,8-132 271 0 0,-4 117-660 0 0,0 11 339 0 0,-4-42 154 0 0,-3 53 31 0 0,1 13-116 0 0,0 0 0 0 0,0 0 0 0 0,1 1 1 0 0,0-1-1 0 0,0 0 0 0 0,6-11 0 0 0,60-155 220 0 0,-48 128-698 0 0,-9 34 128 0 0,-8 8 431 0 0,-1 3 188 0 0,4 0-183 0 0,-2-1-175 0 0,0 1 1 0 0,0 0-1 0 0,0 0 0 0 0,0 0 0 0 0,0 0 0 0 0,0 1 0 0 0,0 0 0 0 0,4 1 0 0 0,3 17 224 0 0,35 36 183 0 0,-25-31-223 0 0,0 2 0 0 0,32 50 1 0 0,-42-55-87 0 0,-3-8 43 0 0,-2 1 1 0 0,9 23-1 0 0,-4 0-94 0 0,-7-18 71 0 0,2-1 1 0 0,0 1-1 0 0,1-2 1 0 0,0 1-1 0 0,16 26 1 0 0,-18-37-87 0 0,0 1 1 0 0,-1 1 0 0 0,0-1 0 0 0,-1 1 0 0 0,0-1 0 0 0,0 1-1 0 0,0 0 1 0 0,-2 0 0 0 0,1 0 0 0 0,-1 0 0 0 0,0 0-1 0 0,-1 18 1 0 0,0-20-37 0 0,1-1 0 0 0,1 1 0 0 0,-1 0 0 0 0,1-1 0 0 0,0 1 0 0 0,1-1 0 0 0,3 7 0 0 0,64 165 122 0 0,-42-113-12 0 0,-27-65-70 0 0,-1 1 1 0 0,0-1-1 0 0,0 1 0 0 0,1-1 0 0 0,-1 0 0 0 0,0 1 1 0 0,1-1-1 0 0,-1 1 0 0 0,1-1 0 0 0,-1 0 0 0 0,1 0 1 0 0,-1 1-1 0 0,0-1 0 0 0,1 0 0 0 0,-1 0 0 0 0,1 1 0 0 0,-1-1 1 0 0,1 0-1 0 0,-1 0 0 0 0,1 0 0 0 0,-1 0 0 0 0,1 0 1 0 0,0 0-1 0 0,-1 0 0 0 0,1 0 0 0 0,-1 0 0 0 0,1 0 1 0 0,-1 0-1 0 0,1 0 0 0 0,-1 0 0 0 0,1 0 0 0 0,-1 0 1 0 0,1 0-1 0 0,-1-1 0 0 0,1 1 0 0 0,-1 0 0 0 0,1 0 0 0 0,-1-1 1 0 0,0 1-1 0 0,1 0 0 0 0,0-1 0 0 0,0-7-90 0 0,0-12-198 0 0,-2 15 162 0 0,-1 0-1 0 0,0 0 1 0 0,0 1 0 0 0,0-1-1 0 0,0 0 1 0 0,-6-6 0 0 0,-45-60 175 0 0,-111-118 683 0 0,142 165-596 0 0,-7-8 124 0 0,28 31-262 0 0,1 1 1 0 0,-1 0-1 0 0,1-1 0 0 0,-1 1 1 0 0,1 0-1 0 0,-1-1 1 0 0,1 1-1 0 0,-1 0 0 0 0,1 0 1 0 0,-1-1-1 0 0,1 1 0 0 0,-1 0 1 0 0,1 0-1 0 0,-1 0 1 0 0,0 0-1 0 0,1 0 0 0 0,-1 0 1 0 0,1 0-1 0 0,-1 0 1 0 0,1 0-1 0 0,-1 0 0 0 0,0 0 1 0 0,-9 1-62 0 0,1-2-148 0 0,1 0 0 0 0,-1-1 1 0 0,0 0-1 0 0,-14-5 0 0 0,19 6 318 0 0,2 0-108 0 0,1 1 0 0 0,-1-1 0 0 0,0 1 0 0 0,0-1 0 0 0,0 1 0 0 0,1 0 0 0 0,-1 0 0 0 0,0 0 0 0 0,0 0 0 0 0,0 0 0 0 0,0 0 0 0 0,1 1 0 0 0,-1-1 0 0 0,0 1 0 0 0,0-1 0 0 0,0 1 0 0 0,1-1 0 0 0,-1 1 0 0 0,0 0 0 0 0,-2 2 0 0 0,2-2-78 0 0,0 0 0 0 0,0 0 0 0 0,-1 0 0 0 0,1 0 0 0 0,0 0 0 0 0,-1 0 0 0 0,1-1 0 0 0,0 1 0 0 0,-1-1 0 0 0,1 1 0 0 0,-3-1 0 0 0,-12 0-720 0 0,16 0 586 0 0,0 0-1 0 0,-1 0 1 0 0,1 0-1 0 0,0 0 1 0 0,0 1-1 0 0,0-1 1 0 0,0 0-1 0 0,-1 1 1 0 0,1-1-1 0 0,0 1 1 0 0,0-1-1 0 0,0 1 1 0 0,0 0-1 0 0,0-1 1 0 0,0 1-1 0 0,0 0 1 0 0,0 0-1 0 0,0-1 1 0 0,1 1-1 0 0,-2 1 0 0 0,-43 55-17325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1.6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1 1408 0 0,'-28'14'7712'0'0,"28"-14"-7642"0"0,-1 0 1 0 0,1 0 0 0 0,0 1 0 0 0,-1-1-1 0 0,1 0 1 0 0,-1 0 0 0 0,1 1-1 0 0,0-1 1 0 0,-1 1 0 0 0,1-1-1 0 0,0 0 1 0 0,0 1 0 0 0,-1-1 0 0 0,1 1-1 0 0,0-1 1 0 0,0 1 0 0 0,0-1-1 0 0,-1 0 1 0 0,1 1 0 0 0,0-1 0 0 0,0 1-1 0 0,0-1 1 0 0,0 1 0 0 0,0-1-1 0 0,0 1 1 0 0,0-1 0 0 0,0 1 0 0 0,0-1-1 0 0,0 1 1 0 0,0-1 0 0 0,1 2-1 0 0,-1-2-40 0 0,0 0-1 0 0,0 0 0 0 0,0 0 1 0 0,0 0-1 0 0,0 1 0 0 0,0-1 0 0 0,0 0 1 0 0,0 0-1 0 0,0 0 0 0 0,0 0 1 0 0,0 1-1 0 0,0-1 0 0 0,1 0 1 0 0,-1 0-1 0 0,0 0 0 0 0,-1 0 1 0 0,1 1-1 0 0,0-1 0 0 0,0 0 0 0 0,0 0 1 0 0,0 0-1 0 0,0 0 0 0 0,0 1 1 0 0,0-1-1 0 0,0 0 0 0 0,0 0 1 0 0,0 0-1 0 0,0 0 0 0 0,0 0 0 0 0,0 1 1 0 0,0-1-1 0 0,-1 0 0 0 0,1 0 1 0 0,0 0-1 0 0,0 0 0 0 0,0 0 1 0 0,0 0-1 0 0,0 0 0 0 0,0 0 1 0 0,-1 1-1 0 0,1-1 0 0 0,0 0 0 0 0,0 0 1 0 0,0 0-1 0 0,0 0 0 0 0,-1 0 1 0 0,1 0-1 0 0,-1 1 31 0 0,-1-1 0 0 0,1 1 1 0 0,-1 0-1 0 0,1 0 0 0 0,0 0 0 0 0,0-1 1 0 0,0 1-1 0 0,-1 1 0 0 0,1-1 0 0 0,0 0 1 0 0,0 0-1 0 0,0 0 0 0 0,1 1 0 0 0,-1-1 1 0 0,0 0-1 0 0,0 1 0 0 0,1-1 0 0 0,-1 0 0 0 0,1 1 1 0 0,-1 1-1 0 0,-1 2 247 0 0,0 0 1 0 0,1-1-1 0 0,-1 1 0 0 0,1 0 1 0 0,-1 10-1 0 0,6 15 186 0 0,7-20-141 0 0,5 2-381 0 0,-16-12 27 0 0,1 0 0 0 0,-1 1 0 0 0,1-1 0 0 0,-1 1 0 0 0,1-1 0 0 0,0 0 0 0 0,-1 1 1 0 0,1-1-1 0 0,-1 0 0 0 0,1 1 0 0 0,0-1 0 0 0,-1 0 0 0 0,1 0 0 0 0,-1 0 0 0 0,1 0 0 0 0,0 0 0 0 0,-1 0 0 0 0,1 1 0 0 0,0-2 0 0 0,0 1 0 0 0,6 1 91 0 0,-2 2-13 0 0,0 0-1 0 0,-1 0 1 0 0,1 1-1 0 0,0-1 1 0 0,4 6 0 0 0,-7-7-76 0 0,0 0 0 0 0,0 0 0 0 0,0 0 1 0 0,0-1-1 0 0,0 1 0 0 0,0 0 0 0 0,0-1 1 0 0,1 0-1 0 0,-1 1 0 0 0,1-1 1 0 0,-1 0-1 0 0,1 0 0 0 0,0-1 0 0 0,-1 1 1 0 0,1 0-1 0 0,0-1 0 0 0,-1 0 1 0 0,5 1-1 0 0,-5-1-9 0 0,0 0 0 0 0,0 1 0 0 0,0-1 0 0 0,0 1 1 0 0,0-1-1 0 0,0 1 0 0 0,0 0 0 0 0,0 0 0 0 0,0 0 0 0 0,0 0 0 0 0,-1 0 1 0 0,1 0-1 0 0,0 1 0 0 0,2 1 0 0 0,7 5 19 0 0,15 11-18 0 0,41 39 0 0 0,-67-58 28 0 0,1 1-1 0 0,-1-1 0 0 0,0 1 1 0 0,1 0-1 0 0,-1-1 1 0 0,0 1-1 0 0,1 0 1 0 0,-1-1-1 0 0,0 1 1 0 0,0 0-1 0 0,1-1 0 0 0,-1 1 1 0 0,0 0-1 0 0,0 0 1 0 0,0-1-1 0 0,0 1 1 0 0,0 0-1 0 0,0-1 1 0 0,0 1-1 0 0,0 0 0 0 0,-1 0 1 0 0,1-1-1 0 0,0 1 1 0 0,0 0-1 0 0,-1-1 1 0 0,1 1-1 0 0,0 0 0 0 0,-1-1 1 0 0,1 1-1 0 0,0 0 1 0 0,-2 0-1 0 0,-8 11 26 0 0,-16 2 627 0 0,26-14-672 0 0,-9 5-247 0 0,1-1 0 0 0,-2 0 0 0 0,1 0 0 0 0,0-1 0 0 0,-1 0 0 0 0,0-1 0 0 0,1 0 0 0 0,-1 0 0 0 0,-13 0 1 0 0,15-4-905 0 0,1 0 0 0 0,-1 0 0 0 0,1-1 1 0 0,-1 0-1 0 0,1 0 0 0 0,0 0 0 0 0,0-1 1 0 0,0 0-1 0 0,1-1 0 0 0,-1 1 1 0 0,-10-11-1 0 0,6 5-992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3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1632 0 0,'-16'0'7712'0'0,"100"68"-1312"0"0,18-18-5089 0 0,-17-16-1215 0 0,-68-34-512 0 0,16 0-1663 0 0,-16 0 831 0 0,1 0 32 0 0,15 17-10976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4.1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0 1504 0 0,'-16'17'14400'0'0,"-1"17"-13505"0"0,0-1 705 0 0,-34 35-1184 0 0,0-16-1216 0 0,17-2-2495 0 0,0-16-5921 0 0,34-17 3712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4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77 2368 0 0,'1'-30'5884'0'0,"1"-17"5682"0"0,2 63-11126 0 0,0 1 78 0 0,1 0 0 0 0,1-1 0 0 0,11 23 0 0 0,53 105-439 0 0,-33-66-140 0 0,68 106 0 0 0,-40-82-232 0 0,-58-75 504 0 0,-7-26-201 0 0,-1-1 0 0 0,1 1 0 0 0,0-1 0 0 0,0 0 0 0 0,0 1 0 0 0,0-1 0 0 0,0 1 0 0 0,0-1 0 0 0,0 1 0 0 0,0-1 1 0 0,1 0-1 0 0,-1 1 0 0 0,0-1 0 0 0,0 1 0 0 0,0-1 0 0 0,0 1 0 0 0,1-1 0 0 0,-1 0 0 0 0,0 1 0 0 0,0-1 0 0 0,0 0 0 0 0,1 1 0 0 0,-1-1 0 0 0,0 0 0 0 0,1 1 0 0 0,-1-1 0 0 0,0 0 0 0 0,1 0 0 0 0,-1 1 0 0 0,0-1 0 0 0,1 0 1 0 0,-1 0-1 0 0,1 0 0 0 0,-1 1 0 0 0,0-1 0 0 0,1 0 0 0 0,-1 0 0 0 0,1 0 0 0 0,-1 0 0 0 0,1 0 0 0 0,-1 0 0 0 0,0 0 0 0 0,1 0 0 0 0,-1 0 0 0 0,1 0 0 0 0,-1 0 0 0 0,1 0 0 0 0,2 0-378 0 0,-3 0 356 0 0,0 0 0 0 0,0 0 0 0 0,0 0 0 0 0,0 1 0 0 0,0-1 0 0 0,0 0 0 0 0,0 0 0 0 0,0 1 0 0 0,0-1 0 0 0,0 0 0 0 0,0 0 0 0 0,0 1 0 0 0,0-1 0 0 0,1 0 0 0 0,-1 0 0 0 0,0 0 0 0 0,0 1 0 0 0,0-1 0 0 0,0 0 0 0 0,0 0 0 0 0,1 0 0 0 0,-1 1 0 0 0,0-1 0 0 0,0 0 0 0 0,0 0 0 0 0,0 0 0 0 0,1 0 0 0 0,-1 0 0 0 0,0 1 0 0 0,0-1 0 0 0,1 0 0 0 0,-1 0 0 0 0,0 0 0 0 0,0 0 0 0 0,0 0 0 0 0,1 0 0 0 0,-1 0 0 0 0,0 0 0 0 0,0 0 0 0 0,1 0 0 0 0,-1 0 0 0 0,0 0 0 0 0,0 0 0 0 0,1 0 0 0 0,-1 0 0 0 0,0 0 0 0 0,11-9 80 0 0,-7-7 155 0 0,0 0-1 0 0,2-23 0 0 0,-5 30-97 0 0,0 1 0 0 0,0-1 0 0 0,-1 0 0 0 0,0 1 0 0 0,0-1 0 0 0,-1 0 0 0 0,0 1 1 0 0,-1-1-1 0 0,-4-14 0 0 0,-1-3 181 0 0,1 2-175 0 0,3 12-196 0 0,0-1 1 0 0,0 0-1 0 0,2 0 1 0 0,-1-16-1 0 0,2 12 49 0 0,-1 1-1 0 0,-1-1 0 0 0,-4-16 0 0 0,1 6 218 0 0,4 16-151 0 0,0 0 0 0 0,1 0 0 0 0,0 1 0 0 0,2-12 0 0 0,0-3-1616 0 0,1 0 0 0 0,12-47 0 0 0,-14 70 716 0 0,0-1 1 0 0,0 1-1 0 0,0-1 0 0 0,0 1 1 0 0,0 0-1 0 0,1-1 1 0 0,-1 1-1 0 0,1 0 0 0 0,0 0 1 0 0,-1 0-1 0 0,5-3-1699 0 0,-4 3 1700 0 0,1 0-1 0 0,-1 1 1 0 0,0 0-1 0 0,0-1 0 0 0,1 1 1 0 0,-1 0-1 0 0,1 0 1 0 0,3 0-1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5.5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18 1664 0 0,'0'-3'6234'0'0,"0"-12"-3540"0"0,-5 15-1793 0 0,-18 0 1174 0 0,15 3-1425 0 0,-8 16-190 0 0,16-12-423 0 0,-1-1 90 0 0,-1-2-73 0 0,-1 1-1 0 0,1 0 1 0 0,0 0-1 0 0,1 0 1 0 0,-1 1-1 0 0,1-1 0 0 0,0 0 1 0 0,1 0-1 0 0,-1 1 1 0 0,1-1-1 0 0,0 0 1 0 0,1 7-1 0 0,-1 2-86 0 0,0-13 23 0 0,0-1 0 0 0,-1 1 0 0 0,1-1 1 0 0,0 1-1 0 0,0-1 0 0 0,0 1 0 0 0,0-1 1 0 0,0 1-1 0 0,0-1 0 0 0,0 1 0 0 0,0-1 1 0 0,0 1-1 0 0,0 0 0 0 0,0-1 0 0 0,0 1 0 0 0,0-1 1 0 0,0 1-1 0 0,0-1 0 0 0,1 1 0 0 0,-1-1 1 0 0,0 1-1 0 0,0-1 0 0 0,1 1 0 0 0,-1-1 1 0 0,0 0-1 0 0,1 1 0 0 0,-1-1 0 0 0,0 1 1 0 0,1-1-1 0 0,-1 0 0 0 0,0 1 0 0 0,1-1 1 0 0,-1 0-1 0 0,2 1 0 0 0,14 9 14 0 0,-12-7-120 0 0,0 0-1 0 0,0-1 1 0 0,0 1-1 0 0,1-1 1 0 0,0 0-1 0 0,-1 0 1 0 0,9 2-1 0 0,-13-4 121 0 0,0 0 0 0 0,1 0 0 0 0,-1 0 0 0 0,1 0 0 0 0,-1 0 0 0 0,1 0 0 0 0,-1 0 0 0 0,0 0 0 0 0,1 0 0 0 0,-1 0 0 0 0,1 1 0 0 0,-1-1 0 0 0,0 0 0 0 0,1 0 0 0 0,-1 0 0 0 0,1 1 0 0 0,-1-1 0 0 0,0 0 0 0 0,1 0 0 0 0,-1 1 0 0 0,0-1 0 0 0,0 0 0 0 0,1 1 0 0 0,-1-1 0 0 0,0 0 0 0 0,0 1 0 0 0,1-1 0 0 0,-1 1 0 0 0,0-1 0 0 0,0 0 0 0 0,0 1 0 0 0,0-1 0 0 0,1 1 0 0 0,-1 0 8 0 0,0-1 0 0 0,0 1 0 0 0,0-1 0 0 0,0 0 0 0 0,0 1 0 0 0,1-1 0 0 0,-1 1 0 0 0,0-1 0 0 0,0 0 0 0 0,1 1 0 0 0,-1-1 0 0 0,0 0 0 0 0,0 1 0 0 0,1-1 0 0 0,-1 0 0 0 0,0 1 0 0 0,1-1 0 0 0,-1 0 0 0 0,1 0 0 0 0,-1 1 0 0 0,0-1 0 0 0,1 0 0 0 0,-1 0 0 0 0,1 0 0 0 0,-1 0 0 0 0,0 1 0 0 0,1-1 0 0 0,-1 0 0 0 0,1 0 0 0 0,-1 0 0 0 0,1 0 0 0 0,-1 0 0 0 0,1 0 0 0 0,5 0-76 0 0,-1 1 0 0 0,1-1 0 0 0,-1 1 0 0 0,0 1 0 0 0,1-1 0 0 0,-1 1 0 0 0,0 0 0 0 0,0 0 0 0 0,0 0 0 0 0,0 1 0 0 0,0 0 0 0 0,0 0 0 0 0,-1 0 0 0 0,1 0 0 0 0,-1 1 0 0 0,0 0 0 0 0,0 0 0 0 0,3 4 0 0 0,-4-5 278 0 0,-6 22-124 0 0,3-23-83 0 0,0 0 6 0 0,-1 1 1 0 0,1 0 0 0 0,0 0-1 0 0,-1 0 1 0 0,0-1-1 0 0,1 1 1 0 0,-1 0 0 0 0,0-1-1 0 0,0 1 1 0 0,-1-1-1 0 0,1 1 1 0 0,0-1-1 0 0,-1 0 1 0 0,0 1 0 0 0,1-1-1 0 0,-1 0 1 0 0,0 0-1 0 0,0 0 1 0 0,0 0-1 0 0,-1-1 1 0 0,1 1 0 0 0,0 0-1 0 0,-1-1 1 0 0,1 0-1 0 0,-1 1 1 0 0,-4 1 0 0 0,-5 3 147 0 0,10-5-189 0 0,0 0 1 0 0,0 0-1 0 0,0 0 1 0 0,1 0 0 0 0,-1 0-1 0 0,0-1 1 0 0,0 1-1 0 0,0-1 1 0 0,0 1 0 0 0,0-1-1 0 0,0 0 1 0 0,0 0-1 0 0,0 0 1 0 0,-1 0 0 0 0,-3 0-1 0 0,-45 0-2393 0 0,12-3-3088 0 0,5-11-523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7.9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441 36 2272 0 0,'-15'-9'2517'0'0,"9"5"-1897"0"0,0 1 0 0 0,-1-1 0 0 0,0 1-1 0 0,0 1 1 0 0,0-1 0 0 0,0 1 0 0 0,0 0 0 0 0,0 1-1 0 0,0 0 1 0 0,-9-1 0 0 0,9 3-385 0 0,0-1 0 0 0,1 1 1 0 0,-1 0-1 0 0,0 1 0 0 0,0 0 0 0 0,1 0 0 0 0,-1 0 0 0 0,1 1 1 0 0,0 0-1 0 0,0 0 0 0 0,0 1 0 0 0,0-1 0 0 0,0 1 0 0 0,1 1 1 0 0,0-1-1 0 0,-5 6 0 0 0,-13 14 60 0 0,2 1-1 0 0,1 1 1 0 0,1 1 0 0 0,1 1 0 0 0,2 0 0 0 0,0 1-1 0 0,2 1 1 0 0,2 0 0 0 0,0 1 0 0 0,-9 44-1 0 0,-2 52 618 0 0,19-105-806 0 0,-6 46-68 0 0,8 85-134 0 0,1-135 121 0 0,2 0-1 0 0,0 1 1 0 0,2-1 0 0 0,7 30-1 0 0,2 4-11 0 0,2-1 1 0 0,3 0-1 0 0,29 60 0 0 0,-24-72-83 0 0,0-1 0 0 0,3-1-1 0 0,1-1 1 0 0,40 43-1 0 0,-53-65 14 0 0,0-1-1 0 0,1 0 0 0 0,0-1 0 0 0,28 18 0 0 0,-14-11-5 0 0,21 10-363 0 0,52 24-1852 0 0,-78-43 1000 0 0,-1-2-1 0 0,2 0 1 0 0,29 6-1 0 0,133 20-10182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1.6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2240 0 0,'0'0'5312'0'0,"9"14"-3488"0"0,3 5-494 0 0,-4-7-532 0 0,0 0 1 0 0,-1 0-1 0 0,0 1 1 0 0,7 21-1 0 0,-14-33-773 0 0,0 0-1 0 0,1 0 1 0 0,-1 0-1 0 0,0 0 1 0 0,1 0-1 0 0,-1 0 1 0 0,0 0 0 0 0,1 0-1 0 0,-1 0 1 0 0,1 0-1 0 0,0 0 1 0 0,-1 0-1 0 0,1 0 1 0 0,0 0-1 0 0,-1-1 1 0 0,1 1-1 0 0,1 1 1 0 0,11 9 189 0 0,1 8-3 0 0,0 1 0 0 0,-1 0-1 0 0,10 25 1 0 0,12 0 45 0 0,97 130 618 0 0,-130-173-837 0 0,6 10 50 0 0,-1 0 0 0 0,0 0-1 0 0,8 23 1 0 0,82 202-135 0 0,-89-215 48 0 0,-1-1 0 0 0,-1 2-1 0 0,-1-1 1 0 0,-1 0-1 0 0,-1 1 1 0 0,0 0-1 0 0,-3 41 1 0 0,0-44-269 0 0,0 23 259 0 0,0-34 76 0 0,-1 1 0 0 0,0-1 0 0 0,-1 0 0 0 0,-5 16 0 0 0,-41 150 233 0 0,28-115-278 0 0,9-42-417 0 0,0-3 142 0 0,-2 6 30 0 0,10-15 210 0 0,0-1-1 0 0,-1 1 0 0 0,1 0 1 0 0,-1-1-1 0 0,0 0 1 0 0,-1 1-1 0 0,1-2 0 0 0,-1 1 1 0 0,0 0-1 0 0,0-1 1 0 0,-1 0-1 0 0,1 0 0 0 0,-1-1 1 0 0,-7 4-1 0 0,3-4-216 0 0,8-3 172 0 0,0 1 1 0 0,1 0-1 0 0,-1-1 1 0 0,0 1-1 0 0,0 0 1 0 0,0 0-1 0 0,1 0 1 0 0,-1 0-1 0 0,1 0 1 0 0,-1 0-1 0 0,1 1 1 0 0,-3 1-1 0 0,-41 14-4127 0 0,25-15-470 0 0,4-2-2448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3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1728 0 0,'3'3'11936'0'0,"-1"0"-11599"0"0,-1-1 0 0 0,1 1 0 0 0,-1-1 0 0 0,1 1 0 0 0,-1 0 0 0 0,0 0 1 0 0,0 0-1 0 0,0 0 0 0 0,-1 0 0 0 0,1 0 0 0 0,-1 0 0 0 0,1 0 0 0 0,-1 6 0 0 0,0-7-353 0 0,0-1 10 0 0,-1 0 0 0 0,1-1 0 0 0,0 1-1 0 0,0-1 1 0 0,0 1 0 0 0,0 0-1 0 0,0-1 1 0 0,0 1 0 0 0,0 0-1 0 0,0-1 1 0 0,0 1 0 0 0,1 0 0 0 0,-1-1-1 0 0,0 1 1 0 0,0-1 0 0 0,0 1-1 0 0,1-1 1 0 0,-1 1 0 0 0,0 0-1 0 0,1-1 1 0 0,0 1 0 0 0,1 3 66 0 0,0-1 1 0 0,0 0 0 0 0,0 1-1 0 0,0-1 1 0 0,0 1 0 0 0,-1 0-1 0 0,0 0 1 0 0,0-1 0 0 0,1 7-1 0 0,6 40-30 0 0,-5-35 6 0 0,-2-12 2 0 0,-1 0 0 0 0,1 0 0 0 0,0 0 1 0 0,-1 0-1 0 0,1 0 0 0 0,-1 0 0 0 0,0 1 1 0 0,0-1-1 0 0,-1 5 0 0 0,0-1-68 0 0,1-1 1112 0 0,0-2-1131 0 0,0-4 69 0 0,0 1 0 0 0,0-1 0 0 0,0 1 0 0 0,0-1 0 0 0,0 1 0 0 0,0-1 0 0 0,-1 1 0 0 0,1-1 0 0 0,0 1 0 0 0,1-1 0 0 0,-1 1 0 0 0,0-1 0 0 0,0 1 0 0 0,0-1 0 0 0,0 1 0 0 0,0-1 0 0 0,0 0 0 0 0,0 1 0 0 0,1-1 0 0 0,-1 1 0 0 0,0-1 0 0 0,0 1 0 0 0,1-1 0 0 0,-1 0 0 0 0,0 1 0 0 0,1 0 0 0 0,0-1-15 0 0,-1 0 1 0 0,1 0-1 0 0,-1 0 0 0 0,1 0 1 0 0,-1-1-1 0 0,1 1 0 0 0,-1 0 1 0 0,1 0-1 0 0,-1 0 0 0 0,1 0 1 0 0,-1-1-1 0 0,0 1 0 0 0,1 0 1 0 0,-1 0-1 0 0,1-1 0 0 0,-1 1 1 0 0,0 0-1 0 0,1-1 0 0 0,-1 1 1 0 0,0 0-1 0 0,1-1 0 0 0,-1 1 1 0 0,0-1-1 0 0,1 1 0 0 0,-1-1 1 0 0,0 1-1 0 0,0 0 0 0 0,0-1 1 0 0,1 1-1 0 0,-1-1 0 0 0,0 1 1 0 0,0-1-1 0 0,0 1 0 0 0,0-2 1 0 0,2-12-85 0 0,10-39-8 0 0,-3 29 274 0 0,1 1 0 0 0,19-32-1 0 0,-28 53-180 0 0,0 0 0 0 0,0 0 0 0 0,0 0-1 0 0,1 1 1 0 0,-1-1 0 0 0,1 0 0 0 0,-1 1-1 0 0,1-1 1 0 0,0 1 0 0 0,-1-1 0 0 0,1 1 0 0 0,0 0-1 0 0,3-2 1 0 0,9 4-250 0 0,-12 0 82 0 0,-2-1 154 0 0,1 0-1 0 0,0 0 1 0 0,0 0 0 0 0,-1 0-1 0 0,1 0 1 0 0,0 1 0 0 0,-1-1-1 0 0,1 0 1 0 0,0 0 0 0 0,-1 1 0 0 0,1-1-1 0 0,0 1 1 0 0,-1-1 0 0 0,1 1-1 0 0,0-1 1 0 0,-1 1 0 0 0,1-1-1 0 0,-1 1 1 0 0,1-1 0 0 0,-1 1-1 0 0,0 0 1 0 0,1-1 0 0 0,0 2-1 0 0,6 7 646 0 0,-2-7-893 0 0,3 17-343 0 0,-1 2 553 0 0,18 44 121 0 0,-10-32 43 0 0,-9-29 9 0 0,-7-18-570 0 0,1-14 710 0 0,0 25-171 0 0,-1 2-217 0 0,1 1 95 0 0,0-1 1 0 0,0 1 0 0 0,0-1 0 0 0,0 0-1 0 0,0 1 1 0 0,0-1 0 0 0,0 0 0 0 0,0 1-1 0 0,0-1 1 0 0,0 1 0 0 0,0-1-1 0 0,0 0 1 0 0,1 1 0 0 0,-1-1 0 0 0,0 1-1 0 0,0-1 1 0 0,1 1 0 0 0,-1-1 0 0 0,0 1-1 0 0,1-1 1 0 0,-1 0 0 0 0,8-4-122 0 0,-8 5 149 0 0,1 0-1 0 0,-1 0 1 0 0,1-1-1 0 0,-1 1 0 0 0,0 0 1 0 0,1 0-1 0 0,-1-1 0 0 0,1 1 1 0 0,-1 0-1 0 0,0-1 0 0 0,1 1 1 0 0,-1-1-1 0 0,0 1 1 0 0,1-1-1 0 0,-1 1 0 0 0,0-1 1 0 0,1 1-1 0 0,-1 0 0 0 0,0-1 1 0 0,0 1-1 0 0,0-1 0 0 0,0 0 1 0 0,1 1-1 0 0,-1-1 0 0 0,0 1 1 0 0,0-1-1 0 0,0 1 1 0 0,0-1-1 0 0,0 1 0 0 0,0-1 1 0 0,0 1-1 0 0,-1-2 0 0 0,1-1 21 0 0,1 0-1 0 0,-1-1 0 0 0,1 1 1 0 0,-1 0-1 0 0,1 0 1 0 0,0 0-1 0 0,0 0 0 0 0,0 0 1 0 0,1 0-1 0 0,-1 0 0 0 0,1 0 1 0 0,0 0-1 0 0,0 1 0 0 0,0-1 1 0 0,0 0-1 0 0,0 1 0 0 0,5-4 1 0 0,-4 3 9 0 0,0 0-41 0 0,0 1 0 0 0,0-1 0 0 0,0 1-1 0 0,0 0 1 0 0,0 0 0 0 0,1 0-1 0 0,-1 0 1 0 0,1 1 0 0 0,-1-1 0 0 0,1 1-1 0 0,0 0 1 0 0,-1 0 0 0 0,7 0-1 0 0,-5 1-5 0 0,-1 0-1 0 0,1 0 1 0 0,0 1-1 0 0,-1 0 0 0 0,1 0 1 0 0,-1 0-1 0 0,0 1 0 0 0,1-1 1 0 0,-1 1-1 0 0,0 0 1 0 0,0 1-1 0 0,0-1 0 0 0,0 0 1 0 0,0 1-1 0 0,-1 0 1 0 0,1 0-1 0 0,-1 0 0 0 0,0 1 1 0 0,0-1-1 0 0,0 1 0 0 0,0-1 1 0 0,-1 1-1 0 0,1 0 1 0 0,-1 0-1 0 0,3 7 0 0 0,5 2 1 0 0,-9-12 47 0 0,0 0 0 0 0,0 0 0 0 0,0 0-1 0 0,0-1 1 0 0,-1 1 0 0 0,1 0 0 0 0,0 0 0 0 0,-1 0-1 0 0,1 0 1 0 0,-1 0 0 0 0,1 0 0 0 0,-1 0 0 0 0,0 1-1 0 0,1-1 1 0 0,-1 0 0 0 0,0 0 0 0 0,0 0 0 0 0,0 0-1 0 0,0 0 1 0 0,0 1 0 0 0,0 0 0 0 0,1 0-72 0 0,-1 0 1 0 0,0 0-1 0 0,1 0 1 0 0,-1-1-1 0 0,1 1 1 0 0,0 0-1 0 0,0 0 0 0 0,-1-1 1 0 0,1 1-1 0 0,0 0 1 0 0,1-1-1 0 0,-1 1 1 0 0,0-1-1 0 0,2 3 1 0 0,-2-4 33 0 0,-1 1 1 0 0,1 0 0 0 0,-1-1-1 0 0,1 1 1 0 0,-1 0 0 0 0,0-1-1 0 0,1 1 1 0 0,-1 0 0 0 0,0-1-1 0 0,0 1 1 0 0,1 0 0 0 0,-1-1 0 0 0,0 1-1 0 0,0 0 1 0 0,0 0 0 0 0,0-1-1 0 0,0 1 1 0 0,0 0 0 0 0,0 0-1 0 0,0-1 1 0 0,0 1 0 0 0,0 0-1 0 0,-1 0 1 0 0,1-1 0 0 0,0 1-1 0 0,-1 0 1 0 0,1 0 24 0 0,0 0 0 0 0,-1 0 0 0 0,1-1 0 0 0,0 1 0 0 0,0 0 0 0 0,0 0 0 0 0,-1-1 0 0 0,1 1 0 0 0,0 0 1 0 0,0 0-1 0 0,0-1 0 0 0,0 1 0 0 0,1 0 0 0 0,-1 0 0 0 0,0-1 0 0 0,0 1 0 0 0,0 0 0 0 0,1 0 0 0 0,-1-1 0 0 0,0 1 0 0 0,1 0 0 0 0,-1-1 0 0 0,0 1 0 0 0,1 0 0 0 0,0 0 0 0 0,1 3-562 0 0,1-1 0 0 0,-1 1 0 0 0,0 0 0 0 0,0 0 0 0 0,0-1 0 0 0,-1 1-1 0 0,3 8 1 0 0,6 15-10835 0 0,-7-13 8259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3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17 1472 0 0,'0'0'2325'0'0,"0"0"-2222"0"0,0-1 1 0 0,0 1-1 0 0,1-1 0 0 0,-1 1 0 0 0,0-1 0 0 0,0 1 0 0 0,0-1 1 0 0,1 1-1 0 0,-1-1 0 0 0,0 1 0 0 0,0-1 0 0 0,0 1 0 0 0,0-1 1 0 0,0 1-1 0 0,0-1 0 0 0,0 0 0 0 0,0 1 0 0 0,0-1 0 0 0,0 1 1 0 0,0-1-1 0 0,-1 1 0 0 0,1-1 0 0 0,0 0 0 0 0,-13-3 4621 0 0,-31 7-1033 0 0,43-3-3650 0 0,0 1 0 0 0,0-1 0 0 0,1 0 1 0 0,-1 1-1 0 0,1-1 0 0 0,-1 1 1 0 0,0-1-1 0 0,1 0 0 0 0,-1 1 1 0 0,1 0-1 0 0,-1-1 0 0 0,1 1 0 0 0,-1-1 1 0 0,1 1-1 0 0,-1-1 0 0 0,1 1 1 0 0,-1 1-1 0 0,-2 2 437 0 0,1-3-483 0 0,0 0-1 0 0,0 0 1 0 0,1 1 0 0 0,-1-1 0 0 0,0 0 0 0 0,1 1-1 0 0,-1-1 1 0 0,1 1 0 0 0,0 0 0 0 0,0-1-1 0 0,-1 1 1 0 0,1 0 0 0 0,0 0 0 0 0,0 0 0 0 0,1 0-1 0 0,-1-1 1 0 0,0 1 0 0 0,1 0 0 0 0,-1 4 0 0 0,-3 4 93 0 0,1-5 109 0 0,6 23-805 0 0,11 14 108 0 0,-13-40 472 0 0,0 0 1 0 0,-1-1-1 0 0,1 1 0 0 0,0 0 0 0 0,0 0 1 0 0,0 0-1 0 0,0-1 0 0 0,0 1 1 0 0,1-1-1 0 0,-1 1 0 0 0,0-1 1 0 0,1 1-1 0 0,-1-1 0 0 0,1 0 1 0 0,0 1-1 0 0,-1-1 0 0 0,1 0 1 0 0,0 0-1 0 0,0 0 0 0 0,-1-1 1 0 0,3 2-1 0 0,-1-2-84 0 0,17 0 363 0 0,-19 0-243 0 0,1 0 0 0 0,0 0 0 0 0,0 0 0 0 0,0 0 0 0 0,-1 0 0 0 0,1 0 0 0 0,0 0 0 0 0,0-1 0 0 0,-1 1 0 0 0,1-1 0 0 0,0 1 0 0 0,-1-1 0 0 0,1 0 0 0 0,0 1 0 0 0,-1-1 0 0 0,1 0 0 0 0,-1 0 0 0 0,1 0 0 0 0,-1 0 0 0 0,0-1 0 0 0,1 1 1 0 0,-1 0-1 0 0,0-1 0 0 0,0 1 0 0 0,0 0 0 0 0,0-1 0 0 0,1-2 0 0 0,34-38 81 0 0,-35 38 37 0 0,0 1-1 0 0,0-1 0 0 0,0 0 0 0 0,-1 1 1 0 0,1-1-1 0 0,-1 0 0 0 0,0 1 1 0 0,0-1-1 0 0,0 0 0 0 0,-2-6 0 0 0,2 3 476 0 0,0 5-522 0 0,-2-21 771 0 0,2 22-854 0 0,-1 1 0 0 0,1 0 1 0 0,0 0-1 0 0,-1 0 0 0 0,1 0 0 0 0,0 0 0 0 0,-1 0 1 0 0,1 0-1 0 0,0 0 0 0 0,-1 0 0 0 0,1 0 0 0 0,-1 0 1 0 0,1 0-1 0 0,0 0 0 0 0,-1 0 0 0 0,1 0 0 0 0,0 0 1 0 0,-1 0-1 0 0,1 0 0 0 0,0 0 0 0 0,-1 0 0 0 0,1 1 1 0 0,0-1-1 0 0,-1 0 0 0 0,1 0 0 0 0,0 0 0 0 0,-1 1 1 0 0,1-1-1 0 0,0 0 0 0 0,0 0 0 0 0,-1 1 0 0 0,1-1 1 0 0,0 0-1 0 0,0 1 0 0 0,0-1 0 0 0,-1 0 0 0 0,1 1 1 0 0,0-1-1 0 0,0 0 0 0 0,0 1 0 0 0,-3 2 292 0 0,2 10-114 0 0,0-11-178 0 0,1 1 0 0 0,0-1 0 0 0,-1 0 0 0 0,1 1 0 0 0,0-1 0 0 0,0 0 0 0 0,1 1 0 0 0,-1-1 0 0 0,0 0 0 0 0,1 0 0 0 0,-1 1 0 0 0,1-1 1 0 0,0 0-1 0 0,0 0 0 0 0,0 0 0 0 0,2 3 0 0 0,9 10-753 0 0,0 0 0 0 0,1-1 0 0 0,18 14 0 0 0,-15-13-748 0 0,2-2-3733 0 0,-17-13 5043 0 0,0 1-1 0 0,0-1 1 0 0,0 0-1 0 0,0 0 1 0 0,-1 0 0 0 0,1 0-1 0 0,0 0 1 0 0,0 0-1 0 0,0 0 1 0 0,0 0 0 0 0,0 0-1 0 0,-1 0 1 0 0,1-1-1 0 0,0 1 1 0 0,0 0 0 0 0,0-1-1 0 0,1 0 1 0 0,-2 1 115 0 0,0 0 0 0 0,0 0 0 0 0,1 0 0 0 0,-1-1 0 0 0,0 1-1 0 0,1 0 1 0 0,-1 0 0 0 0,0 0 0 0 0,1 0 0 0 0,-1 0 0 0 0,0 0 0 0 0,1 0 0 0 0,-1 0 0 0 0,0 0 0 0 0,1 0 0 0 0,-1 0 0 0 0,0 0 0 0 0,1 0 0 0 0,-1 0-1 0 0,0 0 1 0 0,1 0 0 0 0,-1 0 0 0 0,0 0 0 0 0,1 0 0 0 0,-1 0 0 0 0,0 0 0 0 0,1 1 0 0 0,-1-1 0 0 0,0 0 0 0 0,0 0 0 0 0,1 1 0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4.3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15 1760 0 0,'0'0'6565'0'0,"1"-9"-5038"0"0,-1 9-1489 0 0,0 0 1 0 0,0-1-1 0 0,0 1 1 0 0,0 0-1 0 0,0 0 1 0 0,0 0-1 0 0,0 0 0 0 0,0-1 1 0 0,0 1-1 0 0,0 0 1 0 0,0 0-1 0 0,0 0 1 0 0,0-1-1 0 0,0 1 1 0 0,0 0-1 0 0,0 0 1 0 0,0 0-1 0 0,0-1 1 0 0,0 1-1 0 0,0 0 0 0 0,0 0 1 0 0,0 0-1 0 0,-1 0 1 0 0,1 0-1 0 0,0-1 1 0 0,0 1-1 0 0,0 0 1 0 0,0 0-1 0 0,0 0 1 0 0,-1 0-1 0 0,1 0 1 0 0,0 0-1 0 0,0-1 1 0 0,0 1-1 0 0,0 0 0 0 0,-1 0 1 0 0,1 0-1 0 0,0 0 1 0 0,0 0-1 0 0,0 0 1 0 0,0 0-1 0 0,-1 0 1 0 0,1 0-1 0 0,0 0 1 0 0,0 0-1 0 0,0 0 1 0 0,-1 0-1 0 0,1 0 1 0 0,0 0-1 0 0,0 0 0 0 0,0 0 1 0 0,-1 0-1 0 0,1 0 1 0 0,0 0-1 0 0,0 1 1 0 0,0-1-1 0 0,0 0 1 0 0,-1 0-1 0 0,1 0 1 0 0,-4 3 273 0 0,0-1 0 0 0,0 1 0 0 0,1 0 1 0 0,-1 0-1 0 0,0 0 0 0 0,1 1 0 0 0,0-1 0 0 0,0 1 1 0 0,0 0-1 0 0,-4 7 0 0 0,4-5-285 0 0,3-1 0 0 0,1-1-3 0 0,0 0 1 0 0,0 0 0 0 0,0 0 0 0 0,0 0 0 0 0,1 0 0 0 0,-1 0 0 0 0,1 0 0 0 0,0-1 0 0 0,0 1-1 0 0,1-1 1 0 0,-1 1 0 0 0,1-1 0 0 0,-1 0 0 0 0,5 4 0 0 0,-4-4-84 0 0,11 0 534 0 0,-9 4-731 0 0,-5-7 246 0 0,1 1-1 0 0,0 0 0 0 0,-1 0 1 0 0,1-1-1 0 0,0 1 0 0 0,-1 0 1 0 0,1-1-1 0 0,0 1 0 0 0,0-1 0 0 0,-1 1 1 0 0,1-1-1 0 0,0 1 0 0 0,0-1 1 0 0,0 1-1 0 0,0-1 0 0 0,0 0 1 0 0,0 1-1 0 0,0-1 0 0 0,1 0 1 0 0,8 4-19 0 0,0 1 0 0 0,-1-1 0 0 0,0 2 0 0 0,0-1 0 0 0,0 1 0 0 0,9 9 0 0 0,-17-14 49 0 0,-1-1 1 0 0,1 1-1 0 0,-1 0 0 0 0,1-1 1 0 0,-1 1-1 0 0,1 0 0 0 0,-1 0 1 0 0,1-1-1 0 0,-1 1 0 0 0,0 0 1 0 0,1 0-1 0 0,-1 0 1 0 0,0-1-1 0 0,0 1 0 0 0,1 0 1 0 0,-1 0-1 0 0,0 0 0 0 0,0 0 1 0 0,0 0-1 0 0,0 0 0 0 0,0 0 1 0 0,-1-1-1 0 0,1 1 1 0 0,0 0-1 0 0,0 0 0 0 0,0 0 1 0 0,-1 0-1 0 0,1 0 0 0 0,0-1 1 0 0,-1 1-1 0 0,1 0 0 0 0,-1 0 1 0 0,1-1-1 0 0,-1 1 0 0 0,1 0 1 0 0,-1-1-1 0 0,0 1 1 0 0,1 0-1 0 0,-1-1 0 0 0,0 1 1 0 0,0-1-1 0 0,1 1 0 0 0,-1-1 1 0 0,0 1-1 0 0,0-1 0 0 0,0 0 1 0 0,1 1-1 0 0,-2-1 1 0 0,0 1-75 0 0,-18 8-66 0 0,-6 3 378 0 0,21-5-277 0 0,5-6 9 0 0,0-1 0 0 0,-1 0-1 0 0,1 1 1 0 0,0-1 0 0 0,0 0 0 0 0,-1 1 0 0 0,1-1-1 0 0,0 1 1 0 0,0-1 0 0 0,-1 0 0 0 0,1 0-1 0 0,0 1 1 0 0,-1-1 0 0 0,1 0 0 0 0,-1 1 0 0 0,1-1-1 0 0,0 0 1 0 0,-1 0 0 0 0,1 0 0 0 0,-1 0 0 0 0,1 1-1 0 0,0-1 1 0 0,-1 0 0 0 0,1 0 0 0 0,-1 0 0 0 0,1 0-1 0 0,-1 0 1 0 0,1 0 0 0 0,-1 0 0 0 0,0 0 0 0 0,-1 0-273 0 0,-18 0-1242 0 0,19 0 1366 0 0,1 0 0 0 0,-1 0 1 0 0,0-1-1 0 0,0 1 0 0 0,1 0 1 0 0,-1 0-1 0 0,0 0 0 0 0,1-1 1 0 0,-1 1-1 0 0,0 0 0 0 0,1-1 1 0 0,-1 1-1 0 0,1 0 0 0 0,-1-1 1 0 0,1 1-1 0 0,-1-1 1 0 0,1 1-1 0 0,-1-1 0 0 0,1 1 1 0 0,-1-1-1 0 0,1 1 0 0 0,-1-2 1 0 0,1 2 24 0 0,-1-1 0 0 0,1 1 0 0 0,-1-1 1 0 0,1 0-1 0 0,-1 1 0 0 0,1-1 0 0 0,-1 1 1 0 0,1-1-1 0 0,-1 1 0 0 0,1 0 0 0 0,-1-1 1 0 0,1 1-1 0 0,-1 0 0 0 0,0-1 0 0 0,1 1 1 0 0,-1 0-1 0 0,0 0 0 0 0,1-1 0 0 0,-1 1 1 0 0,0 0-1 0 0,1 0 0 0 0,-2 0 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4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1920 0 0,'0'-17'14943'0'0,"0"23"-14052"0"0,0 21-126 0 0,1 0 0 0 0,1-1 0 0 0,8 33 0 0 0,-6-38-513 0 0,10 30-396 0 0,-14-48 133 0 0,1-1 0 0 0,0 1 0 0 0,0-1 0 0 0,0 1 0 0 0,0-1 0 0 0,1 1 0 0 0,-1-1 0 0 0,1 0 0 0 0,0 0-1 0 0,-1 1 1 0 0,1-1 0 0 0,0-1 0 0 0,0 1 0 0 0,0 0 0 0 0,0 0 0 0 0,1-1 0 0 0,-1 1 0 0 0,0-1 0 0 0,1 0 0 0 0,-1 1 0 0 0,3 0 0 0 0,3 1-29 0 0,23 5-141 0 0,22 1-1436 0 0,18-4-4814 0 0,-68-5 5423 0 0,28 0-7301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5.2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1600 0 0,'0'0'5024'0'0,"0"-17"192"0"0,85-16-1280 0 0,-69 33-3488 0 0,1 0-97 0 0,1 0-958 0 0,-1 0 287 0 0,-1 0 160 0 0,1 0-2016 0 0,0 0 800 0 0,0 0-4128 0 0,17 0-928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5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70 1536 0 0,'18'14'8007'0'0,"-5"-11"-6462"0"0,-10-3-1028 0 0,-1 0-480 0 0,-1 0-30 0 0,0 0 1 0 0,-1 0-1 0 0,1 0 0 0 0,0 0 0 0 0,-1-1 0 0 0,1 1 0 0 0,0 0 0 0 0,-1 0 0 0 0,1 0 1 0 0,-1-1-1 0 0,1 1 0 0 0,-1 0 0 0 0,1-1 0 0 0,0 1 0 0 0,-1 0 0 0 0,1-1 0 0 0,-1 1 1 0 0,1-1-1 0 0,-1 1 0 0 0,0 0 0 0 0,1-1 0 0 0,-1 1 0 0 0,1-1 0 0 0,-1 0 0 0 0,0 1 0 0 0,1-1 1 0 0,-1-1 23 0 0,0 0 1 0 0,1 1 0 0 0,-1-1-1 0 0,0 0 1 0 0,0 1 0 0 0,0-1-1 0 0,0 1 1 0 0,-1-1 0 0 0,1 0-1 0 0,0 1 1 0 0,-1-1 0 0 0,1 0 0 0 0,-1 1-1 0 0,1-1 1 0 0,-1 1 0 0 0,0-1-1 0 0,-1 0 1 0 0,-23-35 1675 0 0,23 36-1674 0 0,1 0 0 0 0,0 0 1 0 0,-1 0-1 0 0,1 0 0 0 0,-1 0 1 0 0,1 0-1 0 0,-1 1 0 0 0,1-1 1 0 0,-1 1-1 0 0,1-1 1 0 0,-1 1-1 0 0,0-1 0 0 0,1 1 1 0 0,-1 0-1 0 0,0 0 0 0 0,1 0 1 0 0,-1 0-1 0 0,0 0 0 0 0,-2 0 1 0 0,3 0-40 0 0,0 0 0 0 0,0 1-1 0 0,0-1 1 0 0,0 0 0 0 0,1 0 0 0 0,-1 0 0 0 0,0 1 0 0 0,0-1 0 0 0,0 0 0 0 0,1 1 0 0 0,-1-1 0 0 0,0 1 0 0 0,0-1 0 0 0,1 1-1 0 0,-1-1 1 0 0,0 1 0 0 0,1-1 0 0 0,-1 1 0 0 0,0 0 0 0 0,1-1 0 0 0,-1 1 0 0 0,1 0 0 0 0,-1 0 0 0 0,1-1 0 0 0,0 1-1 0 0,-1 0 1 0 0,1 0 0 0 0,-1 1 0 0 0,1 1 358 0 0,-2 2-117 0 0,-1 2-221 0 0,0-1-1 0 0,1 1 1 0 0,0 0 0 0 0,1 0-1 0 0,-1 0 1 0 0,1 8 0 0 0,1-9-115 0 0,2 8 197 0 0,3-12-40 0 0,0-3 5 0 0,8 12 83 0 0,3 3-1369 0 0,0 0 1 0 0,1-1-1 0 0,1-1 0 0 0,0 0 1 0 0,1-2-1 0 0,0 0 1 0 0,22 8-1 0 0,-19-9-348 0 0,17 6-1238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6.2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68 1536 0 0,'0'0'6469'0'0,"0"0"-6380"0"0,0 0 0 0 0,-1-1 0 0 0,1 1 0 0 0,0-1 1 0 0,0 1-1 0 0,0 0 0 0 0,-1-1 0 0 0,1 1 0 0 0,0-1 0 0 0,0 1 0 0 0,0-1 0 0 0,0 1 0 0 0,0 0 0 0 0,0-1 1 0 0,0 1-1 0 0,0-1 0 0 0,0 1 0 0 0,0-1 0 0 0,0 1 0 0 0,0-1 0 0 0,0 1 0 0 0,0 0 0 0 0,1-1 0 0 0,-1 1 0 0 0,0-1 1 0 0,0 1-1 0 0,0-1 0 0 0,1 1 0 0 0,-1 0 0 0 0,0-1 0 0 0,0 1 0 0 0,1 0 0 0 0,-1-1 0 0 0,0 1 0 0 0,1 0 1 0 0,-1 0-1 0 0,0-1 0 0 0,1 1 0 0 0,-1 0 0 0 0,1 0 0 0 0,-1-1 0 0 0,0 1 0 0 0,1 0 0 0 0,-1 0 0 0 0,1 0 0 0 0,-1 0 1 0 0,1 0-1 0 0,-1 0 0 0 0,1 0 0 0 0,0 0 0 0 0,2 0 6 0 0,0 0 0 0 0,1 1 1 0 0,-1-1-1 0 0,1 1 0 0 0,-1 0 0 0 0,0 0 0 0 0,1 0 0 0 0,-1 1 1 0 0,0-1-1 0 0,0 1 0 0 0,0 0 0 0 0,0 0 0 0 0,0 0 1 0 0,-1 0-1 0 0,1 0 0 0 0,2 3 0 0 0,3 4-131 0 0,0 0-1 0 0,-1 0 1 0 0,7 12-1 0 0,-5-7 21 0 0,14 25 27 0 0,-20-11 178 0 0,-4-11-96 0 0,1-16-76 0 0,0 0 0 0 0,0-1-1 0 0,0 1 1 0 0,0 0 0 0 0,-1 0-1 0 0,1-1 1 0 0,0 1 0 0 0,-1 0-1 0 0,1-1 1 0 0,0 1 0 0 0,-1-1-1 0 0,1 1 1 0 0,-1 0 0 0 0,1-1-1 0 0,-1 1 1 0 0,1-1 0 0 0,-1 1 0 0 0,1-1-1 0 0,-1 1 1 0 0,0-1 0 0 0,1 0-1 0 0,-1 1 1 0 0,1-1 0 0 0,-1 0-1 0 0,0 1 1 0 0,0-1 0 0 0,1 0-1 0 0,-1 0 1 0 0,0 0 0 0 0,1 1-1 0 0,-1-1 1 0 0,0 0 0 0 0,-1 0-1 0 0,0 0 82 0 0,0 0-1 0 0,0 0 0 0 0,0 0 1 0 0,0-1-1 0 0,0 1 0 0 0,0 0 0 0 0,0-1 1 0 0,0 1-1 0 0,0-1 0 0 0,0 0 1 0 0,0 0-1 0 0,0 0 0 0 0,0 0 1 0 0,-2-2-1 0 0,0 0 165 0 0,0-1 1 0 0,1 0 0 0 0,-1 0-1 0 0,1 0 1 0 0,0 0 0 0 0,0 0-1 0 0,-2-6 1 0 0,0-9 484 0 0,3 4-739 0 0,2 13 53 0 0,0-1-1 0 0,-1 0 1 0 0,1 0-1 0 0,0 0 1 0 0,0 1-1 0 0,1-1 1 0 0,-1 0-1 0 0,1 0 0 0 0,-1 1 1 0 0,1-1-1 0 0,0 0 1 0 0,0 1-1 0 0,0-1 1 0 0,0 0-1 0 0,3-4 1 0 0,33-43 360 0 0,-35 47-490 0 0,1 0 0 0 0,-1 1 0 0 0,1-1 1 0 0,0 1-1 0 0,-1 0 0 0 0,1-1 0 0 0,0 1 0 0 0,0 0 0 0 0,7-2 0 0 0,-9 3-15 0 0,1 1 0 0 0,-1-1-1 0 0,0 0 1 0 0,1 1 0 0 0,-1-1 0 0 0,0 0-1 0 0,0 0 1 0 0,0 0 0 0 0,0 0-1 0 0,0 0 1 0 0,0 0 0 0 0,0 0 0 0 0,0 0-1 0 0,0 0 1 0 0,1-3 0 0 0,1-3-286 0 0,-2 7 320 0 0,-1-1 0 0 0,0 1 0 0 0,0-1 1 0 0,0 1-1 0 0,0-1 0 0 0,0 1 0 0 0,1-1 0 0 0,-1 1 0 0 0,0 0 0 0 0,0-1 0 0 0,1 1 1 0 0,-1-1-1 0 0,0 1 0 0 0,1 0 0 0 0,-1-1 0 0 0,0 1 0 0 0,1 0 0 0 0,-1-1 0 0 0,1 1 1 0 0,-1 0-1 0 0,1-1 0 0 0,-1 1 0 0 0,0 0 0 0 0,1 0 0 0 0,-1 0 0 0 0,1 0 0 0 0,-1-1 1 0 0,1 1-1 0 0,-1 0 0 0 0,1 0 0 0 0,-1 0 0 0 0,1 0 0 0 0,-1 0 0 0 0,1 0 0 0 0,0 0 1 0 0,27 0-10699 0 0,-21 0 8040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7.2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 1952 0 0,'-3'3'7194'0'0,"2"-2"-7034"0"0,-1 0 0 0 0,1 1 0 0 0,0-1 0 0 0,0 1 0 0 0,0-1 0 0 0,0 1 0 0 0,0 0 0 0 0,0-1 0 0 0,0 1 0 0 0,1 0 0 0 0,-1 0 0 0 0,0 0 0 0 0,1-1 0 0 0,-1 5 0 0 0,1-3 64 0 0,0 2 7 0 0,0-5-228 0 0,0 1 0 0 0,1-1 0 0 0,-1 0 0 0 0,0 1 0 0 0,0-1 0 0 0,0 1-1 0 0,0-1 1 0 0,0 0 0 0 0,0 1 0 0 0,0-1 0 0 0,0 1 0 0 0,0-1 0 0 0,0 0 0 0 0,0 1 0 0 0,0-1-1 0 0,0 1 1 0 0,-1-1 0 0 0,1 1 0 0 0,0-1 0 0 0,0 0 0 0 0,0 1 0 0 0,-1-1 0 0 0,1 0 0 0 0,0 1-1 0 0,0-1 1 0 0,-1 0 0 0 0,1 1 0 0 0,-1-1 0 0 0,1 0-7 0 0,-1 1 0 0 0,0-1 1 0 0,0 0-1 0 0,0 0 0 0 0,1 1 0 0 0,-1-1 1 0 0,0 0-1 0 0,0 1 0 0 0,1-1 0 0 0,-1 1 0 0 0,0-1 1 0 0,1 1-1 0 0,-1-1 0 0 0,1 1 0 0 0,-1-1 1 0 0,1 1-1 0 0,-1 0 0 0 0,1-1 0 0 0,-1 1 0 0 0,1 0 1 0 0,-1-1-1 0 0,1 1 0 0 0,0 0 0 0 0,-1 0 1 0 0,1-1-1 0 0,0 1 0 0 0,0 1 0 0 0,-1 1 29 0 0,1-1 0 0 0,0 1-1 0 0,0-1 1 0 0,0 1 0 0 0,0-1 0 0 0,0 1-1 0 0,1-1 1 0 0,-1 1 0 0 0,1-1 0 0 0,0 1-1 0 0,-1-1 1 0 0,1 1 0 0 0,0-1-1 0 0,1 0 1 0 0,-1 0 0 0 0,2 3 0 0 0,33 46 140 0 0,-34-48-189 0 0,0 0 1 0 0,1 0 0 0 0,-1 0-1 0 0,1-1 1 0 0,-1 1-1 0 0,1-1 1 0 0,0 0-1 0 0,0 0 1 0 0,0 0-1 0 0,0 0 1 0 0,0 0-1 0 0,1 0 1 0 0,-1-1 0 0 0,0 0-1 0 0,1 1 1 0 0,-1-1-1 0 0,7 1 1 0 0,-1-1-78 0 0,22 2-465 0 0,-29-4 487 0 0,0 1-1 0 0,0 0 1 0 0,0 0-1 0 0,0 0 1 0 0,1 1 0 0 0,-1-1-1 0 0,0 0 1 0 0,0 1-1 0 0,0-1 1 0 0,2 2-1 0 0,5 3 8 0 0,-7-4 63 0 0,-1 0 0 0 0,1 0 0 0 0,0 0 0 0 0,-1 0 0 0 0,1 0 0 0 0,0 0 0 0 0,0-1 0 0 0,0 1 1 0 0,-1-1-1 0 0,5 1 0 0 0,-3-1-141 0 0,-4 1 128 0 0,1-1 0 0 0,0 1-1 0 0,0-1 1 0 0,0 1 0 0 0,0 0 0 0 0,0-1-1 0 0,0 1 1 0 0,0 0 0 0 0,0-1-1 0 0,0 1 1 0 0,0-1 0 0 0,0 1-1 0 0,0 0 1 0 0,1-1 0 0 0,-1 1 0 0 0,0 0-1 0 0,0-1 1 0 0,1 1 0 0 0,-1-1-1 0 0,0 1 1 0 0,1 0 0 0 0,30 19-528 0 0,-29-18 568 0 0,0 0-1 0 0,-1 0 1 0 0,1 0-1 0 0,-1 1 0 0 0,1-1 1 0 0,-1 0-1 0 0,0 1 1 0 0,0-1-1 0 0,0 1 0 0 0,0-1 1 0 0,0 1-1 0 0,-1 0 0 0 0,1-1 1 0 0,-1 1-1 0 0,0 0 1 0 0,0 0-1 0 0,0-1 0 0 0,0 1 1 0 0,0 0-1 0 0,-1-1 1 0 0,1 1-1 0 0,-2 4 0 0 0,-12 1 133 0 0,14-5-97 0 0,0-2-46 0 0,0-1-1 0 0,0 0 1 0 0,0 1-1 0 0,0-1 1 0 0,0 0-1 0 0,0 0 1 0 0,0 1-1 0 0,0-1 0 0 0,0 0 1 0 0,0 1-1 0 0,0-1 1 0 0,0 0-1 0 0,0 1 1 0 0,0-1-1 0 0,0 0 1 0 0,0 0-1 0 0,0 1 1 0 0,0-1-1 0 0,-1 0 0 0 0,1 0 1 0 0,0 1-1 0 0,0-1 1 0 0,0 0-1 0 0,-1 0 1 0 0,1 1-1 0 0,0-1 1 0 0,0 0-1 0 0,-1 0 1 0 0,1 0-1 0 0,0 1 0 0 0,0-1 1 0 0,-1 0-1 0 0,1 0 1 0 0,0 0-1 0 0,0 0 1 0 0,-1 0-1 0 0,1 0 1 0 0,0 0-1 0 0,-1 0 1 0 0,1 0-1 0 0,0 0 0 0 0,-1 0 1 0 0,1 0-1 0 0,0 0 1 0 0,0 0-1 0 0,-1 0 1 0 0,-16 5 340 0 0,11-3-543 0 0,0-1 1 0 0,0 1-1 0 0,1-2 0 0 0,-1 1 1 0 0,0 0-1 0 0,0-1 1 0 0,0 0-1 0 0,-7-1 1 0 0,-122-24-8541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7.7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1600 0 0,'-16'0'11685'0'0,"16"20"-9802"0"0,1 4-1311 0 0,1 0 0 0 0,1 0 1 0 0,7 24-1 0 0,-7-32-307 0 0,26 128 439 0 0,-27-131-920 0 0,2 0-1 0 0,-1-1 1 0 0,2 1-1 0 0,9 20 0 0 0,34 55-2252 0 0,-38-71 1815 0 0,-6-14 364 0 0,-2-3 94 0 0,0 0 0 0 0,1 0 0 0 0,-1 1 0 0 0,1 0 0 0 0,-1-1 0 0 0,0 1 0 0 0,0 0 0 0 0,1 0 0 0 0,-1 0 0 0 0,0 0 0 0 0,0 1 0 0 0,0-1 0 0 0,3 3 0 0 0,-3-2-145 0 0,1 0 1 0 0,0 0-1 0 0,0 0 0 0 0,0 0 0 0 0,0-1 0 0 0,0 1 1 0 0,0-1-1 0 0,0 0 0 0 0,0 0 0 0 0,0 0 1 0 0,1 0-1 0 0,-1-1 0 0 0,0 1 0 0 0,5-1 0 0 0,24 0-3754 0 0,-15 0 2116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8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51 1792 0 0,'-7'-15'5760'0'0,"6"12"-4700"0"0,-1 0 1 0 0,1 0 0 0 0,0 0 0 0 0,0 0-1 0 0,0 0 1 0 0,0 0 0 0 0,0 0 0 0 0,1-1 0 0 0,-1-3-1 0 0,-30 7-462 0 0,30 0-570 0 0,0 0-1 0 0,0 0 1 0 0,1 0 0 0 0,-1 0 0 0 0,0 0 0 0 0,0 1 0 0 0,1-1-1 0 0,-1 0 1 0 0,0 1 0 0 0,1-1 0 0 0,-1 0 0 0 0,0 1 0 0 0,1-1-1 0 0,-1 1 1 0 0,1-1 0 0 0,-1 1 0 0 0,1-1 0 0 0,-1 1 0 0 0,1-1 0 0 0,-1 1-1 0 0,1 0 1 0 0,-1-1 0 0 0,1 2 0 0 0,-8 7-136 0 0,7-7 105 0 0,-1-1-1 0 0,1 0 1 0 0,-1 0 0 0 0,1 0 0 0 0,-1 1 0 0 0,1-1-1 0 0,-1-1 1 0 0,0 1 0 0 0,0 0 0 0 0,0 0 0 0 0,1-1-1 0 0,-1 1 1 0 0,0-1 0 0 0,-3 1 0 0 0,2 2 291 0 0,-2 25-438 0 0,3-22 84 0 0,0-2-16 0 0,0 1 0 0 0,1 0 0 0 0,0 0 0 0 0,0 0 0 0 0,0 1 0 0 0,0-1 0 0 0,1 0 0 0 0,0 0 0 0 0,0 0 0 0 0,0 0 0 0 0,2 8 0 0 0,-1-12 52 0 0,0 1 0 0 0,0 0 1 0 0,0-1-1 0 0,0 1 0 0 0,0 0 1 0 0,1-1-1 0 0,-1 0 0 0 0,0 1 1 0 0,1-1-1 0 0,0 0 0 0 0,-1 0 0 0 0,1 1 1 0 0,0-1-1 0 0,-1 0 0 0 0,1-1 1 0 0,3 2-1 0 0,1 0-22 0 0,0 0 0 0 0,1-1 0 0 0,-1 0 0 0 0,0 0 0 0 0,0 0 0 0 0,9-1-1 0 0,-12 0 411 0 0,-1 0-86 0 0,-1 0-285 0 0,0 0 1 0 0,-1 0-1 0 0,1 0 1 0 0,-1 0 0 0 0,1 0-1 0 0,-1 0 1 0 0,1 0-1 0 0,-1 0 1 0 0,1 0-1 0 0,-1 0 1 0 0,1 0-1 0 0,0-1 1 0 0,-1 1 0 0 0,1 0-1 0 0,-1 0 1 0 0,0-1-1 0 0,1 1 1 0 0,-1 0-1 0 0,1-1 1 0 0,-1 1-1 0 0,1 0 1 0 0,-1-1 0 0 0,0 1-1 0 0,1-1 1 0 0,-1 1-1 0 0,0-1 1 0 0,1 1-1 0 0,-1-1 1 0 0,0 1-1 0 0,0-1 1 0 0,1 1 0 0 0,-1-1-1 0 0,0 1 1 0 0,0-1-1 0 0,0 1 1 0 0,0-1-1 0 0,0 1 1 0 0,0-1-1 0 0,0 1 1 0 0,0-1 0 0 0,0-1-1 0 0,14-3-632 0 0,-13 0 914 0 0,-1 4-250 0 0,0 1 0 0 0,0-1 0 0 0,0 1 0 0 0,0-1 0 0 0,0 1 0 0 0,0-1-1 0 0,0 1 1 0 0,0-1 0 0 0,0 1 0 0 0,0-1 0 0 0,0 1 0 0 0,0 0 0 0 0,1-1-1 0 0,-1 1 1 0 0,0-1 0 0 0,0 1 0 0 0,0-1 0 0 0,1 1 0 0 0,-1 0 0 0 0,0-1-1 0 0,0 1 1 0 0,1 0 0 0 0,-1-1 0 0 0,0 1 0 0 0,1 0 0 0 0,0-1-1 0 0,1-3 29 0 0,0 1 0 0 0,0-1 0 0 0,-1 1 0 0 0,1-1 0 0 0,-1 0 0 0 0,0 0-1 0 0,0 0 1 0 0,0 0 0 0 0,0 0 0 0 0,-1 0 0 0 0,0 0 0 0 0,0 0 0 0 0,0-8-1 0 0,-1-1 1097 0 0,1 15-949 0 0,4 29-693 0 0,7 5 387 0 0,-11-35 114 0 0,0 0 0 0 0,0 0 0 0 0,1 0 0 0 0,-1 0 0 0 0,0 0 0 0 0,1 0 0 0 0,-1 0 0 0 0,1-1 0 0 0,-1 1 0 0 0,1 0 0 0 0,-1 0 0 0 0,1 0 0 0 0,-1-1 0 0 0,1 1 0 0 0,0 0 0 0 0,0-1 0 0 0,-1 1 0 0 0,1-1 0 0 0,0 1 0 0 0,0-1 0 0 0,0 1 0 0 0,0 0 0 0 0,0-1 2 0 0,-1 0-1 0 0,1 0 1 0 0,-1 0-1 0 0,0 0 0 0 0,1 1 1 0 0,-1-1-1 0 0,0 0 1 0 0,0 0-1 0 0,1 0 0 0 0,-1 1 1 0 0,0-1-1 0 0,1 0 1 0 0,-1 0-1 0 0,0 1 0 0 0,0-1 1 0 0,0 0-1 0 0,1 1 0 0 0,-1-1 1 0 0,0 0-1 0 0,0 1 1 0 0,0-1-1 0 0,0 0 0 0 0,0 1 1 0 0,1-1-1 0 0,-1 0 1 0 0,0 1-1 0 0,0-1 0 0 0,0 1 1 0 0,0-1-1 0 0,0 0 1 0 0,0 1-1 0 0,0-1 0 0 0,0 0 1 0 0,-1 1-1 0 0,1 0-24 0 0,0 0 0 0 0,0-1 0 0 0,0 1 0 0 0,0-1 0 0 0,0 1 0 0 0,0-1 0 0 0,0 1 0 0 0,0-1 1 0 0,0 1-1 0 0,1-1 0 0 0,-1 1 0 0 0,0-1 0 0 0,0 1 0 0 0,0-1 0 0 0,1 1 0 0 0,-1-1 0 0 0,0 1 0 0 0,1-1 0 0 0,-1 1 0 0 0,0-1 0 0 0,1 0 0 0 0,-1 1 0 0 0,0-1 0 0 0,1 1 0 0 0,-1-1 0 0 0,1 0 0 0 0,-1 0 0 0 0,1 1 0 0 0,-1-1 1 0 0,1 0-1 0 0,-1 0 0 0 0,1 1 0 0 0,-1-1 0 0 0,1 0 0 0 0,-1 0 0 0 0,1 0 0 0 0,-1 0 0 0 0,1 0 0 0 0,-1 0 0 0 0,1 0 0 0 0,0 0 0 0 0,2 0-390 0 0,0 3 22 0 0,-1-2 304 0 0,-1 1-1 0 0,1-1 1 0 0,-1 0 0 0 0,1 0-1 0 0,0 1 1 0 0,-1-1 0 0 0,1-1-1 0 0,0 1 1 0 0,0 0 0 0 0,0 0-1 0 0,0-1 1 0 0,0 1 0 0 0,4 0 0 0 0,-3-1-699 0 0,0 1-278 0 0,0-1 0 0 0,0 0 0 0 0,1 1 1 0 0,-1-1-1 0 0,0-1 0 0 0,0 1 0 0 0,1 0 0 0 0,-1-1 1 0 0,6-1-1 0 0,-3 1-1301 0 0,-5 1 2261 0 0,-1-1 1 0 0,1 1 0 0 0,-1 0-1 0 0,1-1 1 0 0,-1 1 0 0 0,0-1-1 0 0,1 1 1 0 0,-1-1 0 0 0,0 1-1 0 0,1-1 1 0 0,-1 1 0 0 0,0-1-1 0 0,0 1 1 0 0,1-1 0 0 0,-1 1-1 0 0,0-1 1 0 0,0 1 0 0 0,0-1-1 0 0,0 1 1 0 0,0-1 0 0 0,0 0-1 0 0,0 1 1 0 0,0-1 0 0 0,0 1-1 0 0,0-2 1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8.5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2368 0 0,'0'0'8666'0'0,"3"-17"-3114"0"0,-2 17-5453 0 0,0 0 0 0 0,1 0 0 0 0,-1 1 1 0 0,0-1-1 0 0,0 0 0 0 0,0 1 0 0 0,0-1 0 0 0,0 1 0 0 0,0-1 0 0 0,0 1 0 0 0,0-1 0 0 0,0 1 0 0 0,0 0 0 0 0,0 0 0 0 0,0-1 1 0 0,0 1-1 0 0,0 0 0 0 0,-1 0 0 0 0,1 0 0 0 0,0 0 0 0 0,-1 0 0 0 0,1 0 0 0 0,0 1 0 0 0,0 1-57 0 0,1-1 0 0 0,-1 1-1 0 0,0 0 1 0 0,0 0 0 0 0,-1 0-1 0 0,1 0 1 0 0,-1-1-1 0 0,1 1 1 0 0,-1 4 0 0 0,14-2 336 0 0,-8 26-911 0 0,-5-28 445 0 0,10 12 258 0 0,-10-14-173 0 0,-1-1-1 0 0,0 1 1 0 0,1-1-1 0 0,-1 1 1 0 0,0-1-1 0 0,0 1 0 0 0,1 0 1 0 0,-1-1-1 0 0,0 1 1 0 0,0-1-1 0 0,0 1 1 0 0,0 0-1 0 0,0-1 0 0 0,0 1 1 0 0,0-1-1 0 0,0 1 1 0 0,0 0-1 0 0,0-1 0 0 0,0 1 1 0 0,0-1-1 0 0,0 1 1 0 0,0 0-1 0 0,0-1 1 0 0,-1 1-1 0 0,1 0 0 0 0,2 5-193 0 0,6 14-102 0 0,-7-14 216 0 0,1 0 0 0 0,0 0 0 0 0,1 0 0 0 0,0 0 0 0 0,0 0 0 0 0,0-1 1 0 0,0 1-1 0 0,6 6 0 0 0,-6-9 92 0 0,0-1 1 0 0,-1 1-1 0 0,1-1 1 0 0,0 0-1 0 0,0 0 0 0 0,1 0 1 0 0,-1 0-1 0 0,0 0 1 0 0,7 2-1 0 0,-8-4 30 0 0,-1 0 0 0 0,0 0 0 0 0,1 1 0 0 0,-1-1 0 0 0,1-1 0 0 0,-1 1 0 0 0,1 0 0 0 0,-1 0 0 0 0,1 0 0 0 0,-1-1 0 0 0,0 1 0 0 0,1-1 0 0 0,-1 1 0 0 0,0-1 0 0 0,1 1 0 0 0,-1-1 0 0 0,0 0 0 0 0,0 0 0 0 0,1 0 0 0 0,-1 0 0 0 0,0 0 0 0 0,0 0 0 0 0,0 0 0 0 0,0 0 0 0 0,0 0 0 0 0,0 0 0 0 0,-1 0 0 0 0,1-1 0 0 0,0 1 0 0 0,-1 0 0 0 0,1-1 0 0 0,0-1 0 0 0,11-14-119 0 0,-11 16 99 0 0,0-1 1 0 0,0 1-1 0 0,0 0 1 0 0,0-1-1 0 0,-1 1 1 0 0,1-1-1 0 0,0 1 1 0 0,-1-1-1 0 0,1 0 1 0 0,-1 1-1 0 0,1-1 1 0 0,-1 0-1 0 0,0 1 0 0 0,0-1 1 0 0,0 0-1 0 0,0 1 1 0 0,0-1-1 0 0,0 0 1 0 0,0-2-1 0 0,2-13 387 0 0,15-11-3900 0 0,14-45-13081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9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106 189 1696 0 0,'0'0'3600'0'0,"1"1"-3365"0"0,0-1 0 0 0,0 0 1 0 0,0 0-1 0 0,1 0 0 0 0,-1 0 1 0 0,0 0-1 0 0,0 0 0 0 0,0 0 1 0 0,0 0-1 0 0,1-1 0 0 0,-1 1 1 0 0,0 0-1 0 0,0-1 0 0 0,0 1 1 0 0,1-1-1 0 0,8-8 288 0 0,-6 6-238 0 0,0 0 0 0 0,0-1 1 0 0,-1 0-1 0 0,1 0 0 0 0,-1 0 1 0 0,0 0-1 0 0,0-1 0 0 0,0 1 1 0 0,4-9-1 0 0,8-35 2255 0 0,-14 43-2223 0 0,0 1 0 0 0,0 0-1 0 0,0 0 1 0 0,-1-1-1 0 0,0 1 1 0 0,0 0-1 0 0,0-1 1 0 0,0 1-1 0 0,0 0 1 0 0,-1-1 0 0 0,0 1-1 0 0,-2-6 1 0 0,2 9-289 0 0,1 0 0 0 0,-1 0 0 0 0,0 0 0 0 0,0 0 0 0 0,1 0 0 0 0,-1 0 0 0 0,0 0 0 0 0,0 0 0 0 0,0 0 0 0 0,0 1 0 0 0,0-1 0 0 0,0 0 0 0 0,0 1 0 0 0,0-1 0 0 0,-3 0 0 0 0,1-1 15 0 0,0 1 0 0 0,-1 0 0 0 0,1 1 0 0 0,-1-1 0 0 0,1 1 0 0 0,-1-1 0 0 0,1 1 0 0 0,-1 0 0 0 0,1 0 0 0 0,-1 0 0 0 0,1 1 0 0 0,-1-1 0 0 0,1 1 0 0 0,0 0 0 0 0,-1 0 0 0 0,1 0 1 0 0,0 1-1 0 0,-1-1 0 0 0,1 1 0 0 0,0-1 0 0 0,0 1 0 0 0,0 0 0 0 0,1 0 0 0 0,-1 1 0 0 0,0-1 0 0 0,1 0 0 0 0,-4 5 0 0 0,-53 55 1141 0 0,57-59-1208 0 0,0-1 0 0 0,0 1 0 0 0,1-1 0 0 0,-1 1 0 0 0,1 0 0 0 0,-1 0 0 0 0,1 0 0 0 0,0 0 0 0 0,0 0 0 0 0,0 0 0 0 0,1 0 0 0 0,-1 0-1 0 0,1 0 1 0 0,0 0 0 0 0,-1 0 0 0 0,1 1 0 0 0,1-1 0 0 0,-1 0 0 0 0,0 0 0 0 0,1 0 0 0 0,0 0 0 0 0,1 6 0 0 0,0-4 44 0 0,1 3-43 0 0,0-1 0 0 0,0 1 0 0 0,1-1 0 0 0,0 0 0 0 0,0-1 0 0 0,1 1 0 0 0,0-1 0 0 0,0 0 0 0 0,0 0 0 0 0,1 0 1 0 0,0-1-1 0 0,11 8 0 0 0,6 8 305 0 0,-22-20-286 0 0,-1 0 0 0 0,1-1 0 0 0,-1 1 0 0 0,1 0 0 0 0,0-1 1 0 0,0 1-1 0 0,-1-1 0 0 0,1 1 0 0 0,0-1 0 0 0,0 1 0 0 0,0-1 0 0 0,-1 0 1 0 0,1 1-1 0 0,0-1 0 0 0,0 0 0 0 0,0 0 0 0 0,0 1 0 0 0,0-1 1 0 0,1 0-1 0 0,9 3-191 0 0,-3 1 53 0 0,35 14-655 0 0,-28-16 330 0 0,0 0 1 0 0,0-1-1 0 0,19 0 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9.5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1568 0 0,'0'0'14016'0'0,"0"16"-13121"0"0,0 2-990 0 0,0-1-257 0 0,0 0 831 0 0,17 33-10398 0 0,-17-32 7839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20.6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221 0 1536 0 0,'-68'51'12832'0'0,"51"-51"-12864"0"0,0 0-64 0 0,17 16 320 0 0,-17-16 96 0 0,0 0-256 0 0,1 0-256 0 0,16 17 64 0 0,-17-17 160 0 0,-34 35-12672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22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351 1 1568 0 0,'0'2'5216'0'0,"0"27"1578"0"0,0-26-6367 0 0,0-2-345 0 0,0 1-1 0 0,0 0 1 0 0,0-1-1 0 0,0 1 1 0 0,0-1 0 0 0,0 1-1 0 0,0-1 1 0 0,0 1 0 0 0,-1-1-1 0 0,1 1 1 0 0,-1-1 0 0 0,0 3-1 0 0,-10 19 1535 0 0,10-23-1616 0 0,1 1 1 0 0,0-1-1 0 0,0 1 0 0 0,-1-1 0 0 0,1 0 0 0 0,0 1 1 0 0,0-1-1 0 0,-1 1 0 0 0,1-1 0 0 0,0 0 1 0 0,-1 1-1 0 0,1-1 0 0 0,-1 0 0 0 0,1 1 0 0 0,0-1 1 0 0,-1 0-1 0 0,1 0 0 0 0,-1 1 0 0 0,1-1 0 0 0,-1 0 1 0 0,1 0-1 0 0,-1 0 0 0 0,1 0 0 0 0,-1 1 1 0 0,1-1-1 0 0,-1 0 0 0 0,1 0 0 0 0,-1 0 0 0 0,1 0 1 0 0,-1-1-1 0 0,-3 2-156 0 0,-2 10 301 0 0,6-11-127 0 0,0 1-1 0 0,-1-1 1 0 0,1 0-1 0 0,0 1 1 0 0,0-1-1 0 0,0 0 1 0 0,0 1-1 0 0,0-1 1 0 0,-1 0-1 0 0,1 0 1 0 0,0 1-1 0 0,0-1 1 0 0,0 0-1 0 0,-1 0 1 0 0,1 1-1 0 0,0-1 1 0 0,0 0-1 0 0,-1 0 1 0 0,1 0-1 0 0,0 1 0 0 0,-1-1 1 0 0,1 0-1 0 0,0 0 1 0 0,0 0-1 0 0,-1 0 1 0 0,1 0-1 0 0,0 0 1 0 0,-1 0-1 0 0,1 0 1 0 0,0 0-1 0 0,-1 0 1 0 0,1 0-1 0 0,0 0 1 0 0,-1 0-1 0 0,1 0 1 0 0,0 0-1 0 0,-1 0 1 0 0,1 0-1 0 0,0 0 1 0 0,-1 0-1 0 0,1 0 1 0 0,0-1-1 0 0,0 1 1 0 0,-1 0-1 0 0,1 0 0 0 0,0 0 1 0 0,-1 0-1 0 0,1-1 1 0 0,0 1-1 0 0,0 0 1 0 0,0 0-1 0 0,-1-1 1 0 0,-13 16-664 0 0,14-15 663 0 0,-1 1-1 0 0,0-1 1 0 0,1 1-1 0 0,-1-1 1 0 0,0 0-1 0 0,1 1 1 0 0,-1-1-1 0 0,0 0 0 0 0,1 0 1 0 0,-1 1-1 0 0,0-1 1 0 0,1 0-1 0 0,-1 0 1 0 0,0 0-1 0 0,0 0 0 0 0,1 0 1 0 0,-1 0-1 0 0,0 0 1 0 0,0 0-1 0 0,1 0 1 0 0,-1 0-1 0 0,0-1 0 0 0,1 1 1 0 0,-1 0-1 0 0,-1-1 1 0 0,2 1 4 0 0,-1 0 0 0 0,0-1 0 0 0,0 1 0 0 0,0 0 0 0 0,1 0 0 0 0,-1 0 0 0 0,0 0 1 0 0,0 0-1 0 0,0-1 0 0 0,0 2 0 0 0,0-1 0 0 0,1 0 0 0 0,-1 0 0 0 0,0 0 0 0 0,0 0 0 0 0,0 0 0 0 0,1 1 0 0 0,-1-1 1 0 0,0 0-1 0 0,0 1 0 0 0,0-1 0 0 0,1 1 0 0 0,-1-1 0 0 0,-1 2 0 0 0,0 1-101 0 0,-1 2 13 0 0,-20 6-351 0 0,-135 48 983 0 0,115-38 95 0 0,27-14-375 0 0,16-7-285 0 0,0 0 1 0 0,0 0-1 0 0,0 0 0 0 0,0 0 0 0 0,1 0 1 0 0,-1 0-1 0 0,0 0 0 0 0,0 0 0 0 0,0 0 1 0 0,0 0-1 0 0,0-1 0 0 0,0 1 1 0 0,0 0-1 0 0,0 0 0 0 0,0 0 0 0 0,0 0 1 0 0,0 0-1 0 0,0 0 0 0 0,0 0 0 0 0,0 0 1 0 0,0 0-1 0 0,0 0 0 0 0,0 0 1 0 0,0 0-1 0 0,-1-1 0 0 0,1 1 0 0 0,0 0 1 0 0,0 0-1 0 0,0 0 0 0 0,0 0 0 0 0,0 0 1 0 0,0 0-1 0 0,0 0 0 0 0,0 0 0 0 0,0 0 1 0 0,50-32 228 0 0,-47 31-181 0 0,0-1 0 0 0,1 1 0 0 0,-1 0 1 0 0,0 0-1 0 0,0 0 0 0 0,1 0 0 0 0,-1 0 0 0 0,0 0 0 0 0,1 1 0 0 0,-1 0 0 0 0,0 0 0 0 0,4 0 1 0 0,10-1-51 0 0,-5-3-192 0 0,0 0 0 0 0,22-12-1 0 0,12-5 719 0 0,2 5-758 0 0,-47 15 211 0 0,0 1 0 0 0,1-1 1 0 0,-1 1-1 0 0,1 0 0 0 0,-1-1 0 0 0,0 1 1 0 0,1 0-1 0 0,-1 0 0 0 0,1 0 1 0 0,-1 0-1 0 0,0 0 0 0 0,1 1 0 0 0,1-1 1 0 0,-1 1 8 0 0,0-1 0 0 0,0 0 0 0 0,0 1 0 0 0,0-1 0 0 0,0 0 1 0 0,0 0-1 0 0,0 0 0 0 0,-1-1 0 0 0,1 1 0 0 0,0 0 0 0 0,0-1 0 0 0,0 1 1 0 0,0-1-1 0 0,0 0 0 0 0,-1 1 0 0 0,1-1 0 0 0,0 0 0 0 0,2-2 0 0 0,4-3-622 0 0,17-11-262 0 0,-1 11-3471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4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 3968 0 0,'10'5'8073'0'0,"8"29"-3368"0"0,47 133-1228 0 0,-57-149-3288 0 0,20 36 1 0 0,-24-49-207 0 0,-1 0 0 0 0,0 0 0 0 0,-1 1 0 0 0,1 0 1 0 0,2 10-1 0 0,-2-2 55 0 0,1 0 1 0 0,0-1-1 0 0,1 0 1 0 0,1 0-1 0 0,0 0 1 0 0,9 15-1 0 0,4 5 82 0 0,46 89-115 0 0,-39-80 274 0 0,1-1 0 0 0,3-1 0 0 0,40 43 0 0 0,-36-44 24 0 0,-3-5 620 0 0,-30-34-889 0 0,-1 0 1 0 0,1 0 0 0 0,0 0 0 0 0,-1 0-1 0 0,1-1 1 0 0,0 1 0 0 0,-1 0 0 0 0,1 0-1 0 0,-1-1 1 0 0,1 1 0 0 0,0 0 0 0 0,-1-1 0 0 0,1 1-1 0 0,-1-1 1 0 0,1 1 0 0 0,-1-1 0 0 0,1 1-1 0 0,-1-1 1 0 0,0 1 0 0 0,1-1 0 0 0,-1 1-1 0 0,0-1 1 0 0,1 0 0 0 0,-1 1 0 0 0,0-1-1 0 0,1 1 1 0 0,-1-1 0 0 0,0 0 0 0 0,0 1 0 0 0,0-1-1 0 0,0 0 1 0 0,0 1 0 0 0,0-2 0 0 0,1-32 538 0 0,-2 16 8 0 0,4-78-197 0 0,-3 90-359 0 0,5-357 1144 0 0,-23 130-1220 0 0,17 220 28 0 0,-2-8-78 0 0,0 0 1 0 0,2 0 0 0 0,1-22 0 0 0,1 17-1307 0 0,-1 23 905 0 0,1 9-1933 0 0,0-3 2004 0 0,0 1 1 0 0,0-1-1 0 0,0 0 1 0 0,1 1 0 0 0,-1-1-1 0 0,1 0 1 0 0,0 0-1 0 0,3 4 1 0 0,80 123-18028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4.9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3 1696 0 0,'0'0'7424'0'0,"0"-1"-7347"0"0,-1 1 0 0 0,1 0 0 0 0,0 0 0 0 0,-1-1 0 0 0,1 1 0 0 0,-1 0 0 0 0,1 0 0 0 0,-1 0 0 0 0,1 0 0 0 0,-1 0 0 0 0,1 0 0 0 0,-1 0 0 0 0,1 0 0 0 0,-1 0 0 0 0,1 0 0 0 0,-1 0 0 0 0,1 0 0 0 0,-1 0 0 0 0,1 0-1 0 0,-1 1 1 0 0,1-1 0 0 0,-1 0 0 0 0,1 0 0 0 0,-1 1 0 0 0,1-1 0 0 0,0 0 0 0 0,-1 0 0 0 0,1 1 0 0 0,-1-1 0 0 0,1 0 0 0 0,0 1 0 0 0,-1-1 0 0 0,1 1 0 0 0,0-1 0 0 0,-1 0 0 0 0,1 1 0 0 0,0-1 0 0 0,0 1 0 0 0,-6 23 1205 0 0,-6 12 295 0 0,8-23-1190 0 0,0-1-62 0 0,1 1-1 0 0,1-1 1 0 0,0 1 0 0 0,1-1 0 0 0,0 1 0 0 0,1 20 0 0 0,0-33-327 0 0,0 1 0 0 0,0-1 0 0 0,0 0 0 0 0,0 1 0 0 0,1-1 0 0 0,-1 0 0 0 0,0 1 1 0 0,0-1-1 0 0,0 0 0 0 0,0 1 0 0 0,0-1 0 0 0,1 0 0 0 0,-1 1 0 0 0,0-1 0 0 0,0 0 0 0 0,1 0 0 0 0,-1 1 0 0 0,0-1 0 0 0,0 0 0 0 0,1 0 0 0 0,-1 1 0 0 0,0-1 0 0 0,1 0 0 0 0,-1 0 0 0 0,0 0 0 0 0,1 0 0 0 0,-1 0 1 0 0,0 0-1 0 0,1 1 0 0 0,-1-1 0 0 0,1 0 0 0 0,-1 0 0 0 0,1 0 1 0 0,-1 0-1 0 0,1 0 1 0 0,-1 1-1 0 0,1-1 0 0 0,-1 0 1 0 0,1 0-1 0 0,-1 1 1 0 0,0-1-1 0 0,1 0 0 0 0,-1 0 1 0 0,1 1-1 0 0,-1-1 1 0 0,0 1-1 0 0,1-1 0 0 0,-1 0 1 0 0,0 1-1 0 0,0-1 0 0 0,1 1 1 0 0,-1-1-1 0 0,0 0 1 0 0,0 1-1 0 0,0-1 0 0 0,1 1 1 0 0,-1-1-1 0 0,0 1 1 0 0,0-1-1 0 0,0 1 0 0 0,0-1 1 0 0,0 2-1 0 0,0-2 6 0 0,0 1-1 0 0,0-1 1 0 0,0 1 0 0 0,0-1 0 0 0,0 1-1 0 0,0-1 1 0 0,0 1 0 0 0,0-1-1 0 0,0 1 1 0 0,0-1 0 0 0,1 1-1 0 0,-1-1 1 0 0,0 1 0 0 0,0-1-1 0 0,1 1 1 0 0,-1-1 0 0 0,0 1-1 0 0,1-1 1 0 0,-1 1 0 0 0,0-1-1 0 0,1 0 1 0 0,-1 1 0 0 0,1-1 0 0 0,-1 0-1 0 0,0 1 1 0 0,1-1 0 0 0,-1 0-1 0 0,1 1 1 0 0,-1-1 0 0 0,1 0-1 0 0,-1 0 1 0 0,1 0 0 0 0,-1 0-1 0 0,1 1 1 0 0,-1-1 0 0 0,1 0-1 0 0,-1 0 1 0 0,1 0 0 0 0,0 0-1 0 0,-1 0 1 0 0,2 0 0 0 0,3 14 140 0 0,9-8-192 0 0,-8-1 8 0 0,-5-4 37 0 0,0 0 0 0 0,0 1 0 0 0,1-1 1 0 0,-1 0-1 0 0,0 0 0 0 0,1 0 0 0 0,-1 0 0 0 0,1 0 0 0 0,-1 0 0 0 0,1 0 0 0 0,0 0 1 0 0,-1-1-1 0 0,3 2 0 0 0,81 40 563 0 0,-65-30-654 0 0,2-2-68 0 0,10 5 306 0 0,-32-15-144 0 0,4 2 0 0 0,0 0 0 0 0,0 1 0 0 0,0-1 0 0 0,0 1 0 0 0,0 0 0 0 0,-1 0 0 0 0,1 0 0 0 0,4 7 0 0 0,43 60 357 0 0,-41-55-258 0 0,-12-10-113 0 0,-11 7 126 0 0,-1-1-1 0 0,-1-1 0 0 0,0 0 0 0 0,-1-1 0 0 0,-19 8 1 0 0,16-7 42 0 0,11-7 59 0 0,-32-14-2970 0 0,-76-35-9013 0 0,88 35 6671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5.4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1568 0 0,'0'0'2240'0'0,"-17"0"5056"0"0,0 16-4640 0 0,102 1 1087 0 0,-34-17-3007 0 0,-35 0-736 0 0,1 0 96 0 0,136 0 32 0 0,-1 0-6559 0 0,-118 0-1601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5.7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1344 0 0,'0'0'5248'0'0,"153"17"3840"0"0,168-17-13888 0 0,-304 0 2880 0 0,0 0-2528 0 0,1 0-64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8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1248 0 0,'41'6'9070'0'0,"-20"2"-7212"0"0,-19-7-1705 0 0,1 0 1 0 0,-1 0 0 0 0,1 0 0 0 0,-1-1 0 0 0,1 1 0 0 0,-1-1-1 0 0,0 0 1 0 0,1 0 0 0 0,0 0 0 0 0,-1 0 0 0 0,5 0-1 0 0,18 1 380 0 0,9 10 81 0 0,54-2 436 0 0,149 13 395 0 0,-34-16-181 0 0,-157-6-827 0 0,74-10 0 0 0,-87 6-303 0 0,53 1 0 0 0,205 3 287 0 0,-179 0-208 0 0,241 0-31 0 0,-59-3-214 0 0,-277 2 45 0 0,0 0 0 0 0,25-6-1 0 0,-31 5-13 0 0,83-1-90 0 0,92 3 257 0 0,73 0 164 0 0,-54-6-799 0 0,-43-2 848 0 0,67 5-145 0 0,5 3 700 0 0,-222 0-1030 0 0,-9 0-96 0 0,-1 3 133 0 0,-1-2 81 0 0,0 0-1 0 0,0 0 1 0 0,-1 0-1 0 0,1 0 1 0 0,0-1 0 0 0,0 1-1 0 0,0 0 1 0 0,0 0-1 0 0,0-1 1 0 0,0 1 0 0 0,0 0-1 0 0,1-1 1 0 0,-1 1-1 0 0,0-1 1 0 0,0 0 0 0 0,0 1-1 0 0,0-1 1 0 0,1 0-1 0 0,-1 0 1 0 0,0 0 0 0 0,0 0-1 0 0,1 0 1 0 0,-1 0-1 0 0,2 0 1 0 0,64 5 121 0 0,108 26 545 0 0,-149-21-746 0 0,-24-9 58 0 0,-1 0 0 0 0,1 0 1 0 0,0-1-1 0 0,-1 1 0 0 0,1 0 1 0 0,0-1-1 0 0,0 1 0 0 0,-1-1 1 0 0,1 0-1 0 0,0 0 1 0 0,0 0-1 0 0,2 0 0 0 0,52 0 459 0 0,221 0 1386 0 0,-274 0-1605 0 0,27 0-512 0 0,-13-1 371 0 0,-13 1-93 0 0,0-1 0 0 0,0 1 0 0 0,0 0 0 0 0,0 0 0 0 0,0 1 1 0 0,1-1-1 0 0,-1 1 0 0 0,0 0 0 0 0,5 1 0 0 0,4 2 90 0 0,1 0 0 0 0,-1-1 0 0 0,1-1 0 0 0,0 0 0 0 0,0-1 0 0 0,0-1 0 0 0,17-1 0 0 0,6 1-138 0 0,126 0-364 0 0,-45 0 433 0 0,-115 0 181 0 0,23 0-347 0 0,-9 0 189 0 0,1-2 0 0 0,-1 1 1 0 0,0-2-1 0 0,21-6 0 0 0,-15 6 892 0 0,-15 2-2546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1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1 171 2528 0 0,'0'-3'8138'0'0,"0"-29"-1423"0"0,8 43-5718 0 0,11 23 178 0 0,-11-11-715 0 0,-1 0 0 0 0,5 27 0 0 0,41 303 1524 0 0,-46-301-1784 0 0,-1 1-85 0 0,-8-42-110 0 0,2 93 752 0 0,-1-102-681 0 0,-1 7-119 0 0,0-8 2 0 0,0-6 5 0 0,-2-129 251 0 0,15-382 1065 0 0,-3 395-981 0 0,-1 88-257 0 0,-5 15-170 0 0,-2 17 122 0 0,0 0 0 0 0,0 0 1 0 0,0 0-1 0 0,0 1 0 0 0,0-1 1 0 0,0 0-1 0 0,1 0 0 0 0,-1 1 0 0 0,0-1 1 0 0,0 0-1 0 0,1 1 0 0 0,-1-1 0 0 0,0 0 1 0 0,1 0-1 0 0,-1 1 0 0 0,1-1 0 0 0,-1 1 1 0 0,1-1-1 0 0,-1 0 0 0 0,1 1 1 0 0,-1-1-1 0 0,1 1 0 0 0,-1-1 0 0 0,1 1 1 0 0,1-1-1 0 0,-2 1 18 0 0,1-1 0 0 0,-1 1 0 0 0,1 0-1 0 0,-1-1 1 0 0,1 1 0 0 0,-1 0 0 0 0,1-1 0 0 0,-1 1 0 0 0,0-1 0 0 0,1 1 0 0 0,-1-1-1 0 0,1 1 1 0 0,-1-1 0 0 0,0 1 0 0 0,0-1 0 0 0,1 1 0 0 0,-1-1 0 0 0,0 1 0 0 0,0-1 0 0 0,0 0-1 0 0,1 1 1 0 0,-1-1 0 0 0,0 1 0 0 0,0-1 0 0 0,0 0 0 0 0,1 0-12 0 0,0 1 0 0 0,0-1 0 0 0,0 1 1 0 0,0 0-1 0 0,0-1 0 0 0,0 1 0 0 0,0 0 0 0 0,0 0 1 0 0,0 0-1 0 0,0 0 0 0 0,0 0 0 0 0,0 0 0 0 0,1 0 1 0 0,-1 0-1 0 0,0 0 0 0 0,0 0 0 0 0,0 1 0 0 0,0-1 0 0 0,0 0 1 0 0,1 1-1 0 0,0 0-4 0 0,10 1-14 0 0,-7-2 54 0 0,-1 0 0 0 0,0 1-1 0 0,0 0 1 0 0,0 0 0 0 0,0 0 0 0 0,0 1-1 0 0,0-1 1 0 0,0 1 0 0 0,0 0 0 0 0,0 0 0 0 0,-1 0-1 0 0,1 1 1 0 0,-1-1 0 0 0,0 1 0 0 0,6 5 0 0 0,4 2-41 0 0,-11-9-1 0 0,0 1 0 0 0,0-1 0 0 0,-1 0 1 0 0,1 1-1 0 0,0-1 0 0 0,-1 1 0 0 0,1-1 0 0 0,-1 1 0 0 0,0 0 1 0 0,1-1-1 0 0,1 5 0 0 0,33 36 225 0 0,-15-13-155 0 0,-2 1 0 0 0,18 35 0 0 0,129 251-70 0 0,-124-237-191 0 0,-38-74 181 0 0,0 0 1 0 0,0 1-1 0 0,-1-1 1 0 0,0 1 0 0 0,0-1-1 0 0,-1 1 1 0 0,1 0-1 0 0,-1 0 1 0 0,1 7-1 0 0,-3-12 9 0 0,1 0 0 0 0,-1 0 1 0 0,0 0-1 0 0,1-1 0 0 0,-1 1 0 0 0,0 0 0 0 0,1 0 0 0 0,-1 0 0 0 0,1 0 1 0 0,0 0-1 0 0,-1 0 0 0 0,1-1 0 0 0,0 1 0 0 0,-1 0 0 0 0,1 0 0 0 0,0-1 1 0 0,1 2-1 0 0,2 1-62 0 0,-2 10-188 0 0,-2-11 248 0 0,0-1 1 0 0,0 0-1 0 0,0 0 1 0 0,0 0 0 0 0,0 1-1 0 0,1-1 1 0 0,-1 0-1 0 0,0 0 1 0 0,0 0-1 0 0,1 0 1 0 0,-1 0-1 0 0,1 1 1 0 0,-1-1-1 0 0,1 0 1 0 0,0 0-1 0 0,-1 0 1 0 0,1 0-1 0 0,0-1 1 0 0,1 3 0 0 0,32 22 301 0 0,-34-24-289 0 0,1 0 0 0 0,0-1 0 0 0,-1 1 1 0 0,1-1-1 0 0,0 1 0 0 0,0-1 0 0 0,-1 1 1 0 0,1-1-1 0 0,0 1 0 0 0,0-1 0 0 0,0 0 0 0 0,0 1 1 0 0,-1-1-1 0 0,1 0 0 0 0,0 0 0 0 0,0 0 0 0 0,0 0 1 0 0,0 0-1 0 0,0 0 0 0 0,0 0 0 0 0,0 0 0 0 0,0 0 1 0 0,0 0-1 0 0,-1 0 0 0 0,1 0 0 0 0,0-1 0 0 0,0 1 1 0 0,0 0-1 0 0,0-1 0 0 0,-1 1 0 0 0,1-1 0 0 0,0 1 1 0 0,0-1-1 0 0,-1 1 0 0 0,1-1 0 0 0,0 1 0 0 0,-1-1 1 0 0,1 0-1 0 0,0 1 0 0 0,-1-1 0 0 0,1 0 0 0 0,-1 0 1 0 0,1 1-1 0 0,-1-1 0 0 0,1 0 0 0 0,-1 0 1 0 0,0 0-1 0 0,0 0 0 0 0,1 0 0 0 0,-1 1 0 0 0,0-2 1 0 0,-9-14 96 0 0,4 9-53 0 0,-23-32 139 0 0,25 36-206 0 0,1-1 0 0 0,-1 1 0 0 0,0 0 0 0 0,-1 1 0 0 0,1-1 0 0 0,-1 1 0 0 0,1-1 0 0 0,-1 1 0 0 0,-3-2 0 0 0,4 3 37 0 0,1 0-1 0 0,-1 0 1 0 0,1-1 0 0 0,0 1 0 0 0,-1-1-1 0 0,1 0 1 0 0,0 1 0 0 0,0-1 0 0 0,0 0-1 0 0,0 0 1 0 0,1 0 0 0 0,-1-1-1 0 0,-2-3 1 0 0,4 1-26 0 0,-2-1 14 0 0,-18-2-260 0 0,-28-12 238 0 0,-15-2-860 0 0,18 15-2541 0 0,41 7 2527 0 0,0 1 0 0 0,0-1 0 0 0,0 1 0 0 0,0 0 0 0 0,0-1 0 0 0,1 2 0 0 0,-5 1 0 0 0,0 0-2100 0 0,1 1-1 0 0,-1 1 0 0 0,1-1 0 0 0,-6 7 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3.4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1888 0 0,'2'-1'7238'0'0,"16"8"-375"0"0,3 42-5965 0 0,-3 2-1 0 0,19 80 1 0 0,-29-95-725 0 0,-8-35-165 0 0,0-1 1 0 0,0 1-1 0 0,0-1 0 0 0,0 1 1 0 0,0 0-1 0 0,0-1 1 0 0,0 1-1 0 0,1-1 0 0 0,-1 1 1 0 0,0-1-1 0 0,0 1 1 0 0,1-1-1 0 0,-1 1 1 0 0,0-1-1 0 0,1 1 0 0 0,-1-1 1 0 0,0 1-1 0 0,1-1 1 0 0,-1 1-1 0 0,1-1 0 0 0,-1 1 1 0 0,7 5 76 0 0,-4 3 345 0 0,-3-24-7 0 0,-2-13-298 0 0,1 10-58 0 0,1 0 0 0 0,3-28 0 0 0,-3 41-56 0 0,1 1 0 0 0,0 0-1 0 0,-1 0 1 0 0,2 1-1 0 0,-1-1 1 0 0,0 0 0 0 0,1 0-1 0 0,0 0 1 0 0,0 1-1 0 0,0-1 1 0 0,0 1 0 0 0,0 0-1 0 0,1-1 1 0 0,-1 1 0 0 0,1 0-1 0 0,0 0 1 0 0,4-3-1 0 0,6 0 47 0 0,0 0 0 0 0,0 1 0 0 0,0 0 0 0 0,1 1 0 0 0,16-3 0 0 0,-27 6-55 0 0,-1 0 1 0 0,1 0-1 0 0,-1 1 1 0 0,1 0-1 0 0,-1-1 1 0 0,1 1-1 0 0,-1 0 1 0 0,1 0-1 0 0,-1 0 1 0 0,0 1 0 0 0,1-1-1 0 0,-1 1 1 0 0,1-1-1 0 0,-1 1 1 0 0,1 0-1 0 0,3 2 1 0 0,-5-2 10 0 0,1 0 1 0 0,-1 0 0 0 0,0 1-1 0 0,1-1 1 0 0,-1 1 0 0 0,0-1-1 0 0,0 1 1 0 0,-1-1-1 0 0,1 1 1 0 0,0 0 0 0 0,0 0-1 0 0,-1-1 1 0 0,1 3 0 0 0,7 12-35 0 0,-5-4-90 0 0,-3-12 110 0 0,0 1 0 0 0,-1-1 0 0 0,1 0 0 0 0,0 0-1 0 0,0 0 1 0 0,0 0 0 0 0,0 1 0 0 0,0-1 0 0 0,0 0 0 0 0,0 0-1 0 0,0 0 1 0 0,0 1 0 0 0,0-1 0 0 0,0 0 0 0 0,0 0 0 0 0,0 0-1 0 0,0 1 1 0 0,0-1 0 0 0,0 0 0 0 0,0 0 0 0 0,0 0-1 0 0,0 1 1 0 0,1-1 0 0 0,-1 0 0 0 0,0 0 0 0 0,0 0 0 0 0,0 0-1 0 0,0 1 1 0 0,0-1 0 0 0,0 0 0 0 0,1 0 0 0 0,-1 0 0 0 0,0 0-1 0 0,0 0 1 0 0,0 1 0 0 0,0-1 0 0 0,1 0 0 0 0,-1 0 0 0 0,0 0-1 0 0,0 0 1 0 0,1 0 0 0 0,0 1 12 0 0,0-1 0 0 0,0 1 0 0 0,0 0 0 0 0,0 0 0 0 0,1 0-1 0 0,-1 0 1 0 0,0 0 0 0 0,0 0 0 0 0,-1 0 0 0 0,1 0 0 0 0,0 0 0 0 0,0 0 0 0 0,0 0 0 0 0,-1 1 0 0 0,1-1-1 0 0,-1 0 1 0 0,1 0 0 0 0,-1 1 0 0 0,1-1 0 0 0,-1 0 0 0 0,0 1 0 0 0,1 1 0 0 0,9 19-139 0 0,-8-11 74 0 0,-2 45 428 0 0,0-53-289 0 0,0 8 48 0 0,0-25 257 0 0,0-3-393 0 0,2-23 124 0 0,-2 39-126 0 0,1-1-1 0 0,-1 0 1 0 0,1 1 0 0 0,0-1-1 0 0,-1 1 1 0 0,1-1-1 0 0,0 1 1 0 0,0-1-1 0 0,0 1 1 0 0,0 0 0 0 0,0-1-1 0 0,0 1 1 0 0,2-2-1 0 0,8-16 49 0 0,-7 10-24 0 0,1 1 1 0 0,-1 0-1 0 0,2 0 0 0 0,-1 0 1 0 0,1 0-1 0 0,0 1 0 0 0,12-11 1 0 0,-11 13-32 0 0,0 0 0 0 0,0 1 0 0 0,1 0 1 0 0,0 0-1 0 0,0 1 0 0 0,0 0 1 0 0,0 0-1 0 0,0 1 0 0 0,13-2 0 0 0,-20 4 11 0 0,0-1 0 0 0,0 1 0 0 0,0 0 0 0 0,0-1 0 0 0,1 1 0 0 0,-1 0 0 0 0,0 0 0 0 0,0 0 0 0 0,0 0 0 0 0,1 0 0 0 0,-1 0 0 0 0,0 0 0 0 0,0 1 0 0 0,0-1 0 0 0,0 0 0 0 0,1 1 0 0 0,-1-1 0 0 0,0 1 0 0 0,0-1 0 0 0,0 1 0 0 0,1 0 0 0 0,11 7 215 0 0,30 10 58 0 0,7 55-250 0 0,-45-70-26 0 0,-1 1 0 0 0,0 0 0 0 0,0 0 1 0 0,-1 0-1 0 0,1 0 0 0 0,-1 1 0 0 0,0 0 0 0 0,0 0 1 0 0,-1-1-1 0 0,1 1 0 0 0,-1 1 0 0 0,3 9 1 0 0,-1-2 4 0 0,4 23-76 0 0,-8-35 5 0 0,1 1 0 0 0,-1-1 0 0 0,0 1 0 0 0,0-1 0 0 0,1 1 0 0 0,-1-1 0 0 0,1 1 0 0 0,0-1 0 0 0,-1 1 0 0 0,1-1 0 0 0,0 0 0 0 0,0 1 0 0 0,0-1 0 0 0,0 0 0 0 0,1 2 0 0 0,1 0-501 0 0,-3 10-1308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7.2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70 2080 0 0,'0'0'10448'0'0,"17"0"-7563"0"0,-8 71-1648 0 0,24 214 1712 0 0,-24-198-2207 0 0,-9 23-385 0 0,-2-100-105 0 0,-3-8-62 0 0,5-3-165 0 0,-1 0 1 0 0,0 0-1 0 0,0 0 1 0 0,1 1-1 0 0,-1-1 1 0 0,1 0-1 0 0,-1 0 1 0 0,1 0-1 0 0,-1 0 0 0 0,1 0 1 0 0,0 0-1 0 0,-1 0 1 0 0,1 0-1 0 0,0 0 1 0 0,0 0-1 0 0,0-2 1 0 0,-3-104 950 0 0,2 56-651 0 0,9-77-1 0 0,-1 59 339 0 0,10-129 270 0 0,-16 171-944 0 0,2-1 109 0 0,-3 27-89 0 0,1 1 0 0 0,-1-1 0 0 0,1 0 0 0 0,-1 1-1 0 0,1-1 1 0 0,-1 1 0 0 0,1-1 0 0 0,-1 1 0 0 0,1 0 0 0 0,-1-1 0 0 0,1 1 0 0 0,-1-1 0 0 0,1 1-1 0 0,0 0 1 0 0,-1 0 0 0 0,1-1 0 0 0,0 1 0 0 0,-1 0 0 0 0,1 0 0 0 0,0 0 0 0 0,-1 0 0 0 0,1-1-1 0 0,0 1 1 0 0,-1 0 0 0 0,1 0 0 0 0,0 1 0 0 0,0-1 0 0 0,-1 0 0 0 0,1 0 0 0 0,0 0 0 0 0,-1 0-1 0 0,1 1 1 0 0,1-1 0 0 0,11 5 13 0 0,0 0 0 0 0,0 1-1 0 0,-1 0 1 0 0,0 1 0 0 0,0 0 0 0 0,0 1-1 0 0,-1 1 1 0 0,0-1 0 0 0,-1 2 0 0 0,0-1-1 0 0,0 2 1 0 0,8 11 0 0 0,31 60 561 0 0,-35-55-1016 0 0,33 45 0 0 0,9 23 329 0 0,-33-52-10 0 0,23 14 50 0 0,2 13-134 0 0,-44-62 204 0 0,1-1-1 0 0,0-1 1 0 0,0 1-1 0 0,1-1 0 0 0,0 0 1 0 0,11 9-1 0 0,-6-5-37 0 0,-10-9 33 0 0,1-1 0 0 0,-1 1 0 0 0,0 0 1 0 0,0-1-1 0 0,1 1 0 0 0,-1-1 1 0 0,0 1-1 0 0,1-1 0 0 0,-1 0 1 0 0,1 1-1 0 0,-1-1 0 0 0,0 0 0 0 0,1 0 1 0 0,-1 0-1 0 0,1 0 0 0 0,-1 0 1 0 0,0-1-1 0 0,1 1 0 0 0,2-1 1 0 0,12 0 300 0 0,-15 2-302 0 0,-1-1 0 0 0,1 0 0 0 0,-1 0 0 0 0,0 1-1 0 0,1-1 1 0 0,-1 0 0 0 0,1 1 0 0 0,-1-1 0 0 0,0 0 0 0 0,1 1 0 0 0,-1-1 0 0 0,0 0 0 0 0,1 1 0 0 0,-1-1-1 0 0,0 1 1 0 0,0-1 0 0 0,1 1 0 0 0,-1-1 0 0 0,0 1 0 0 0,0-1 0 0 0,0 1 0 0 0,0-1 0 0 0,0 1 0 0 0,1-1-1 0 0,-1 1 1 0 0,0-1 0 0 0,0 1 0 0 0,0-1 0 0 0,0 1 0 0 0,-1 0 0 0 0,1 2-53 0 0,6-3-11 0 0,17-3 34 0 0,-18-3 8 0 0,-19-6-12 0 0,12 10 29 0 0,-37-18-4 0 0,21 12 37 0 0,1-1 0 0 0,-25-16 0 0 0,0 0 235 0 0,-32-15-409 0 0,-56-30-350 0 0,127 67 340 0 0,-1 1-1 0 0,0 0 1 0 0,-1 0 0 0 0,1 0-1 0 0,0 1 1 0 0,0 0 0 0 0,-1-1-1 0 0,1 1 1 0 0,0 1 0 0 0,-1-1 0 0 0,1 1-1 0 0,-8 0 1 0 0,12 0 156 0 0,-11-1-1877 0 0,1 1-1 0 0,-1 1 1 0 0,0 0 0 0 0,-17 3 0 0 0,28-2 1185 0 0,0-2 553 0 0,0 1 1 0 0,-1-1 0 0 0,1 0-1 0 0,0 1 1 0 0,0-1-1 0 0,0 0 1 0 0,0 1 0 0 0,0-1-1 0 0,0 0 1 0 0,0 1-1 0 0,1-1 1 0 0,-1 0 0 0 0,0 1-1 0 0,0-1 1 0 0,0 0-1 0 0,0 1 1 0 0,37 19-9921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8.0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17 1568 0 0,'0'-3'11164'0'0,"1"2"-10963"0"0,-1 1 0 0 0,0-1-1 0 0,0 1 1 0 0,0-1 0 0 0,0 1 0 0 0,0-1-1 0 0,0 0 1 0 0,0 1 0 0 0,0-1 0 0 0,0 1-1 0 0,0-1 1 0 0,-3-5 2409 0 0,2 5-2410 0 0,-1 2-182 0 0,1-1 0 0 0,-1 1 0 0 0,0-1 0 0 0,1 1 0 0 0,-1 0 0 0 0,1 0 0 0 0,-1-1 0 0 0,1 1 0 0 0,-1 0 0 0 0,1 0 0 0 0,-1 1 0 0 0,1-1 0 0 0,0 0 0 0 0,0 0 0 0 0,0 1 0 0 0,0-1 0 0 0,-2 3 0 0 0,-15 27-80 0 0,15-25 74 0 0,0-1-1 0 0,0 1 1 0 0,1-1 0 0 0,0 1 0 0 0,0 0 0 0 0,0 0 0 0 0,1-1 0 0 0,-1 12-1 0 0,2-16-5 0 0,0 0-1 0 0,0 0 0 0 0,-1 0 1 0 0,1 0-1 0 0,0 0 1 0 0,0 0-1 0 0,-1 0 0 0 0,1 0 1 0 0,-1 0-1 0 0,1-1 0 0 0,0 1 1 0 0,-1 0-1 0 0,0 0 0 0 0,1 0 1 0 0,-1-1-1 0 0,0 1 0 0 0,1 0 1 0 0,-1 0-1 0 0,-1 0 1 0 0,-5 9 85 0 0,8-9-89 0 0,-1 0 1 0 0,0 0-1 0 0,1 1 1 0 0,-1-1 0 0 0,1 0-1 0 0,-1 0 1 0 0,1 0-1 0 0,-1 0 1 0 0,1 0 0 0 0,0 0-1 0 0,0 0 1 0 0,-1 0 0 0 0,1 0-1 0 0,0 0 1 0 0,1 1-1 0 0,13 9 9 0 0,0-1 0 0 0,1 0-1 0 0,0-1 1 0 0,1-1 0 0 0,-1-1-1 0 0,34 11 1 0 0,-49-18-7 0 0,1 0 0 0 0,0 0-1 0 0,0 1 1 0 0,0-1 0 0 0,0 0 0 0 0,-1 1 0 0 0,1 0-1 0 0,0 0 1 0 0,-1-1 0 0 0,1 1 0 0 0,0 0 0 0 0,-1 0-1 0 0,1 0 1 0 0,-1 0 0 0 0,2 2 0 0 0,11 8-1 0 0,-9-9-4 0 0,1 1 0 0 0,-1-1 0 0 0,1 0 0 0 0,0 0 0 0 0,-1 0 0 0 0,1-1 0 0 0,0 0 0 0 0,0 0 0 0 0,0-1 0 0 0,7 1 0 0 0,-12-1-5 0 0,0 0 0 0 0,0 0 0 0 0,0 1 0 0 0,0-1 0 0 0,0 1 0 0 0,0-1 0 0 0,0 1-1 0 0,0-1 1 0 0,0 1 0 0 0,0 0 0 0 0,0 0 0 0 0,-1-1 0 0 0,1 1 0 0 0,0 0-1 0 0,-1 0 1 0 0,1 0 0 0 0,0-1 0 0 0,-1 1 0 0 0,1 2 0 0 0,2-1-21 0 0,0 1 59 0 0,25 25 64 0 0,-25-19-48 0 0,-9 4-55 0 0,3-10-18 0 0,-1 0 1 0 0,0 0-1 0 0,0 0 0 0 0,0 0 0 0 0,0-1 0 0 0,-10 5 0 0 0,-22 8-453 0 0,-1-2-1 0 0,-64 15 1 0 0,95-27 309 0 0,1 0 1 0 0,-1-1-1 0 0,1 1 0 0 0,-1-1 1 0 0,1 0-1 0 0,-7-1 0 0 0,-7-8-1000 0 0,18 8 1029 0 0,0 0 0 0 0,-1 1-1 0 0,1-1 1 0 0,0 0 0 0 0,0 1-1 0 0,-1-1 1 0 0,1 1 0 0 0,0-1-1 0 0,-1 1 1 0 0,1-1 0 0 0,-1 1-1 0 0,1 0 1 0 0,-3 0 0 0 0,3-1-3 0 0,0 1 0 0 0,0 0 1 0 0,0-1-1 0 0,0 1 1 0 0,0-1-1 0 0,0 1 0 0 0,0-1 1 0 0,0 1-1 0 0,0-1 1 0 0,0 0-1 0 0,0 1 1 0 0,1-1-1 0 0,-1 0 0 0 0,0 0 1 0 0,1 0-1 0 0,-1 0 1 0 0,0 1-1 0 0,0-3 0 0 0,-14-11-3352 0 0,14 13 3276 0 0,-1 0 0 0 0,1 0 0 0 0,-1 0 0 0 0,1-1 0 0 0,-1 1 0 0 0,1-1 0 0 0,0 1 0 0 0,-1-1 0 0 0,1 1 0 0 0,0-1 0 0 0,0 0 0 0 0,0 0 0 0 0,0 1-1 0 0,1-1 1 0 0,-1 0 0 0 0,0 0 0 0 0,1 0 0 0 0,-1 0 0 0 0,1 0 0 0 0,0 0 0 0 0,0 0 0 0 0,0-2 0 0 0,0-13-1322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8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1760 0 0,'0'0'12192'0'0,"17"17"-9601"0"0,0-17-1311 0 0,-17 16-96 0 0,17-16-896 0 0,67 85 1728 0 0,204 135-2336 0 0,-186-152-20671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9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17 1152 0 0,'0'0'5664'0'0,"0"-16"1504"0"0,0 49-2465 0 0,-135 290-1407 0 0,102-273-4512 0 0,-19 18-11519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02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0 122 3040 0 0,'8'3'6804'0'0,"49"73"-2323"0"0,206 293 932 0 0,-248-347-5035 0 0,0-2 0 0 0,31 32 0 0 0,-43-50-125 0 0,-3-1-270 0 0,0 0 1 0 0,0 0-1 0 0,0 0 1 0 0,0 1 0 0 0,0-1-1 0 0,0 0 1 0 0,1 0-1 0 0,-1 0 1 0 0,0 0-1 0 0,1 0 1 0 0,-1 0 0 0 0,1 0-1 0 0,-1-1 1 0 0,1 1-1 0 0,-1 0 1 0 0,1 0 0 0 0,-1 0-1 0 0,1 0 1 0 0,0-1-1 0 0,0 1 1 0 0,-1 0-1 0 0,1-1 1 0 0,0 1 0 0 0,0 0-1 0 0,0-1 1 0 0,0 1-1 0 0,0-1 1 0 0,0 1 0 0 0,1-1-1 0 0,12 10 264 0 0,-10-3 287 0 0,-5-20 714 0 0,1-31 157 0 0,0-62-506 0 0,3-108-275 0 0,8-38-1414 0 0,-5 174-3636 0 0,8 106-4235 0 0,3 48-3051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02.9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1504 0 0,'16'3'12665'0'0,"-14"8"-10669"0"0,12-5-866 0 0,-13-1-949 0 0,-1-4-137 0 0,0-1-1 0 0,0 0 1 0 0,0 1 0 0 0,0-1-1 0 0,0 1 1 0 0,0-1 0 0 0,0 1-1 0 0,0-1 1 0 0,0 1 0 0 0,0-1 0 0 0,0 1-1 0 0,0-1 1 0 0,0 1 0 0 0,1-1-1 0 0,-1 0 1 0 0,0 1 0 0 0,0-1-1 0 0,0 1 1 0 0,1-1 0 0 0,-1 0-1 0 0,0 1 1 0 0,1-1 0 0 0,-1 0-1 0 0,0 1 1 0 0,1-1 0 0 0,0 1-1 0 0,13 18 544 0 0,8 49-246 0 0,15 64 22 0 0,-28-100-171 0 0,-8-8 82 0 0,9-46 258 0 0,7-23-362 0 0,45-99 534 0 0,-44 115-515 0 0,-17 29-184 0 0,-1 0 0 0 0,1-1 0 0 0,-1 1 1 0 0,0 0-1 0 0,1-1 0 0 0,-1 1 0 0 0,1 0 1 0 0,-1 0-1 0 0,1 0 0 0 0,-1 0 0 0 0,0-1 1 0 0,1 1-1 0 0,-1 0 0 0 0,1 0 1 0 0,-1 0-1 0 0,1 0 0 0 0,-1 0 0 0 0,1 0 1 0 0,-1 0-1 0 0,1 0 0 0 0,-1 0 0 0 0,1 1 1 0 0,-1-1-1 0 0,0 0 0 0 0,2 0 0 0 0,45 17 283 0 0,-33-6-581 0 0,-7-4 355 0 0,0 1-1 0 0,-1 0 1 0 0,0-1 0 0 0,0 2 0 0 0,-1-1-1 0 0,0 1 1 0 0,0 0 0 0 0,-1 0-1 0 0,0 0 1 0 0,-1 0 0 0 0,0 1 0 0 0,0 0-1 0 0,1 17 1 0 0,-1-10 279 0 0,-3-17-328 0 0,0-1-1 0 0,0 1 1 0 0,0 0-1 0 0,0-1 1 0 0,1 1-1 0 0,-1-1 1 0 0,0 1 0 0 0,0 0-1 0 0,0-1 1 0 0,0 1-1 0 0,0 0 1 0 0,1 0-1 0 0,-1-1 1 0 0,0 1-1 0 0,0 0 1 0 0,1-1-1 0 0,-1 1 1 0 0,0 0-1 0 0,0 0 1 0 0,1 0 0 0 0,-1-1-1 0 0,0 1 1 0 0,1 0-1 0 0,-1 0 1 0 0,0 0-1 0 0,1 0 1 0 0,-1-1-1 0 0,0 1 1 0 0,1 0-1 0 0,-1 0 1 0 0,1 0-28 0 0,-1 0 1 0 0,1 0-1 0 0,-1 0 0 0 0,1 0 1 0 0,-1-1-1 0 0,1 1 0 0 0,-1 0 1 0 0,1 0-1 0 0,-1-1 0 0 0,0 1 1 0 0,1 0-1 0 0,-1-1 1 0 0,1 1-1 0 0,-1 0 0 0 0,0-1 1 0 0,1 1-1 0 0,-1 0 0 0 0,0-1 1 0 0,0 1-1 0 0,1-1 0 0 0,-1 1 1 0 0,0-1-1 0 0,0 1 0 0 0,0-1 1 0 0,1 1-1 0 0,-1 0 1 0 0,0-1-1 0 0,0 1 0 0 0,0-1 1 0 0,0 1-1 0 0,0-2 0 0 0,0 0 38 0 0,0 0 0 0 0,0-1 0 0 0,0 1 0 0 0,1 0 0 0 0,-1-1-1 0 0,0 1 1 0 0,1 0 0 0 0,0 0 0 0 0,0 0 0 0 0,-1-1 0 0 0,1 1-1 0 0,2-2 1 0 0,-2 1-36 0 0,1 1-1 0 0,-1 0 0 0 0,0 0 0 0 0,0 0 0 0 0,-1-1 0 0 0,1 1 1 0 0,0 0-1 0 0,-1-1 0 0 0,0 1 0 0 0,1-1 0 0 0,-1 1 0 0 0,0-4 1 0 0,0 5 10 0 0,0-1 0 0 0,0 1 1 0 0,0 0-1 0 0,0-1 0 0 0,1 1 1 0 0,-1 0-1 0 0,0-1 0 0 0,1 1 1 0 0,-1 0-1 0 0,1-1 0 0 0,0 1 1 0 0,-1 0-1 0 0,1 0 0 0 0,0 0 1 0 0,1-2-1 0 0,0 1 1 0 0,-1 0 0 0 0,1 0-1 0 0,0 0 1 0 0,-1 1 0 0 0,1-1 0 0 0,0 1 0 0 0,0-1-1 0 0,0 1 1 0 0,5-2 0 0 0,-3 1 3 0 0,1 0-1 0 0,0 1 1 0 0,0 0-1 0 0,0 0 1 0 0,0 0 0 0 0,-1 1-1 0 0,1-1 1 0 0,0 1-1 0 0,6 1 1 0 0,24 4 47 0 0,1 1 0 0 0,-1 2 0 0 0,42 15 0 0 0,-69-20-32 0 0,0 0 1 0 0,-1 0-1 0 0,1 0 1 0 0,-1 1-1 0 0,0 0 1 0 0,11 9-1 0 0,-16-11-33 0 0,0 0-1 0 0,0 0 0 0 0,0 0 0 0 0,0 1 1 0 0,-1-1-1 0 0,1 1 0 0 0,-1-1 0 0 0,1 1 1 0 0,1 4-1 0 0,0 0-85 0 0,-2-5 110 0 0,-1-1 0 0 0,1 0 0 0 0,0 0 0 0 0,-1 0 0 0 0,1 1 1 0 0,-1-1-1 0 0,1 0 0 0 0,-1 0 0 0 0,0 1 0 0 0,0-1 0 0 0,1 0 0 0 0,-1 1 1 0 0,0-1-1 0 0,0 1 0 0 0,0-1 0 0 0,-1 0 0 0 0,1 2 0 0 0,1 6 62 0 0,13 5-2133 0 0,0 20-6800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7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2720 0 0,'-5'38'4081'0'0,"-7"141"5923"0"0,26 154-9082 0 0,-11-177 139 0 0,-3-132-756 0 0,-1-51 493 0 0,0 15-801 0 0,1 1 0 0 0,0 0-1 0 0,1 0 1 0 0,1-1 0 0 0,-1 1 0 0 0,2 0 0 0 0,6-18 0 0 0,-7 1-61 0 0,-2-164 16 0 0,0 163 144 0 0,-2-41-59 0 0,0 55-29 0 0,0-5 44 0 0,1 0-1 0 0,1 0 0 0 0,2-24 1 0 0,0 34 29 0 0,0 0 0 0 0,0 1 1 0 0,1-1-1 0 0,1 0 0 0 0,0 1 1 0 0,0 0-1 0 0,9-14 0 0 0,-13 22-68 0 0,1 0-1 0 0,-1 0 1 0 0,1 0-1 0 0,-1 0 1 0 0,1 0-1 0 0,-1 0 1 0 0,1 1-1 0 0,0-1 0 0 0,0 0 1 0 0,-1 0-1 0 0,1 1 1 0 0,0-1-1 0 0,0 0 1 0 0,0 1-1 0 0,-1-1 1 0 0,1 1-1 0 0,0-1 1 0 0,0 1-1 0 0,0-1 1 0 0,0 1-1 0 0,1-1 0 0 0,5 12 58 0 0,-6-6-40 0 0,1-2 6 0 0,-1-1 1 0 0,1 1 0 0 0,0 0 0 0 0,0-1 0 0 0,0 1-1 0 0,0-1 1 0 0,0 0 0 0 0,4 3 0 0 0,13 13 496 0 0,82 100 379 0 0,-92-106-848 0 0,30 38 90 0 0,97 94 150 0 0,16 42-448 0 0,-145-175 112 0 0,0-1 0 0 0,-1 1 0 0 0,0-1-1 0 0,-1 2 1 0 0,4 11 0 0 0,-7-15 60 0 0,-1 0-1 0 0,0 0 1 0 0,0 1 0 0 0,-1 15-1 0 0,0-22-9 0 0,0 3-50 0 0,0-1 47 0 0,0-3-5 0 0,1-1 0 0 0,-1 1 0 0 0,0-1-1 0 0,0 1 1 0 0,0-1 0 0 0,0 1 0 0 0,0-1 0 0 0,0 1 0 0 0,0-1 0 0 0,0 1 0 0 0,0-1 0 0 0,0 1-1 0 0,0-1 1 0 0,0 1 0 0 0,0-1 0 0 0,-1 1 0 0 0,1-1 0 0 0,0 1 0 0 0,0-1 0 0 0,0 1 0 0 0,-1-1-1 0 0,1 0 1 0 0,0 1 0 0 0,0-1 0 0 0,-1 1 0 0 0,0-1-7 0 0,0 0-1 0 0,1 0 1 0 0,-1 0-1 0 0,1 0 1 0 0,-1 0-1 0 0,1 0 1 0 0,-1 1 0 0 0,1-1-1 0 0,-1 0 1 0 0,1 0-1 0 0,-1 0 1 0 0,1 0 0 0 0,-1 1-1 0 0,1-1 1 0 0,-1 0-1 0 0,1 1 1 0 0,-1-1-1 0 0,1 0 1 0 0,-1 1 0 0 0,1-1-1 0 0,0 1 1 0 0,-1-1-1 0 0,1 0 1 0 0,0 1 0 0 0,-1 0-1 0 0,0 0 12 0 0,1 0 0 0 0,-1-1 0 0 0,1 1 1 0 0,-1 0-1 0 0,1-1 0 0 0,-1 1 0 0 0,0 0 0 0 0,1-1 0 0 0,-1 1 0 0 0,0-1 0 0 0,0 1 0 0 0,1-1 0 0 0,-1 0 1 0 0,0 1-1 0 0,0-1 0 0 0,0 0 0 0 0,1 1 0 0 0,-1-1 0 0 0,0 0 0 0 0,0 0 0 0 0,0 0 0 0 0,0 0 1 0 0,0 0-1 0 0,0 0 0 0 0,1 0 0 0 0,-2 0 0 0 0,-1 2 37 0 0,-2-1-39 0 0,-22-15 330 0 0,3 1-5 0 0,11 7-218 0 0,-1-2 0 0 0,1 1-1 0 0,1-2 1 0 0,-1 0 0 0 0,2 0-1 0 0,-21-21 1 0 0,19 16-133 0 0,7 8 19 0 0,0-1 0 0 0,0 1 0 0 0,-1 1 0 0 0,1-1 0 0 0,-12-6 0 0 0,-44-28-165 0 0,38 25 122 0 0,-1 0 0 0 0,-39-16 0 0 0,13 14-4045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7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1088 0 0,'13'5'16254'0'0,"-12"-4"-15949"0"0,2 19 2223 0 0,-3-18-2309 0 0,0 4 469 0 0,0 14-48 0 0,-1-17-613 0 0,4 22 53 0 0,20-11-75 0 0,121 102-304 0 0,-143-115 278 0 0,1 0 0 0 0,-1 0 0 0 0,1 0 0 0 0,-1 0 0 0 0,0 0 0 0 0,0 0 0 0 0,0 0 0 0 0,0 1 0 0 0,0-1-1 0 0,0 0 1 0 0,0 1 0 0 0,0-1 0 0 0,0 1 0 0 0,-1-1 0 0 0,1 1 0 0 0,0 0 0 0 0,-1-1 0 0 0,1 1 0 0 0,-1 0 0 0 0,0-1 0 0 0,0 1-1 0 0,0 2 1 0 0,0-3 19 0 0,0-1 0 0 0,0 0 0 0 0,0 1 0 0 0,0-1-1 0 0,0 0 1 0 0,0 0 0 0 0,0 1 0 0 0,0-1-1 0 0,0 0 1 0 0,1 1 0 0 0,-1-1 0 0 0,0 0 0 0 0,0 1-1 0 0,0-1 1 0 0,0 0 0 0 0,0 1 0 0 0,0-1-1 0 0,1 0 1 0 0,-1 0 0 0 0,0 1 0 0 0,0-1 0 0 0,1 0-1 0 0,-1 0 1 0 0,0 1 0 0 0,0-1 0 0 0,1 0-1 0 0,-1 0 1 0 0,0 0 0 0 0,0 0 0 0 0,1 1 0 0 0,-1-1-1 0 0,0 0 1 0 0,1 0 0 0 0,-1 0 0 0 0,0 0-1 0 0,1 0 1 0 0,-1 0 0 0 0,0 0 0 0 0,1 0 0 0 0,-1 0-1 0 0,0 0 1 0 0,0 0 0 0 0,1 0 0 0 0,-1 0-1 0 0,0 0 1 0 0,1 0 0 0 0,-1 0 0 0 0,0 0 0 0 0,1 0-1 0 0,-1 0 1 0 0,0-1 0 0 0,1 1 0 0 0,0 2-19 0 0,0 1 0 0 0,-1 0 1 0 0,1-1-1 0 0,-1 1 0 0 0,0-1 1 0 0,0 1-1 0 0,1 0 0 0 0,-2-1 1 0 0,1 5-1 0 0,0-6 14 0 0,-6 7 173 0 0,2-4-160 0 0,1-1 1 0 0,-1 1-1 0 0,0-1 1 0 0,-1-1-1 0 0,1 1 1 0 0,-1 0-1 0 0,1-1 1 0 0,-8 3-1 0 0,-84 23-2027 0 0,91-26 1306 0 0,0-1 1 0 0,0 1-1 0 0,0-1 1 0 0,-1 0-1 0 0,1-1 0 0 0,0 1 1 0 0,0-1-1 0 0,-1 0 1 0 0,-7-1-1 0 0,3 0-1019 0 0,-7-2-2346 0 0,14-11-149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8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1376 0 0,'0'0'10170'0'0,"20"0"-8426"0"0,-16-1-1605 0 0,0 0 0 0 0,1 1-1 0 0,-1-2 1 0 0,0 1 0 0 0,0 0 0 0 0,0-1-1 0 0,8-3 1 0 0,-10 4-97 0 0,13-3 273 0 0,-15 4-321 0 0,-1 0 0 0 0,1 0 0 0 0,0 0 0 0 0,0 0 1 0 0,0 0-1 0 0,0 0 0 0 0,0 0 0 0 0,0 0 0 0 0,0 0 0 0 0,0 0 0 0 0,0 0 0 0 0,0 0 0 0 0,-1 0 0 0 0,1 0 0 0 0,0 0 0 0 0,0 0 0 0 0,0 0 0 0 0,0 0 0 0 0,0 0 0 0 0,0 0 0 0 0,0 0 0 0 0,0 0 0 0 0,0 0 0 0 0,0 1 0 0 0,0-1 0 0 0,0 0 0 0 0,0 0 0 0 0,0 0 0 0 0,-1 0 0 0 0,1 0 0 0 0,0 0 0 0 0,0 0 0 0 0,0 0 0 0 0,0 0 0 0 0,0 0 1 0 0,0 0-1 0 0,0 1 0 0 0,0-1 0 0 0,0 0 0 0 0,0 0 0 0 0,0 0 0 0 0,0 0 0 0 0,0 0 0 0 0,0 0 0 0 0,0 0 0 0 0,0 0 0 0 0,0 0 0 0 0,0 0 0 0 0,0 0 0 0 0,0 1 0 0 0,0-1 0 0 0,1 0 0 0 0,-1 0 0 0 0,0 0 0 0 0,0 0 0 0 0,0 0 0 0 0,0 0 0 0 0,0 0 0 0 0,0 0 0 0 0,0 0 0 0 0,0 0 0 0 0,0 0 0 0 0,0 0 0 0 0,0 0 0 0 0,0 0 0 0 0,0 0 1 0 0,1 1-1 0 0,-13 3-1124 0 0,-9 4-484 0 0,-3-6-5061 0 0,21 15 1742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9.4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2176 0 0,'3'0'2944'0'0,"-2"0"-2587"0"0,0 0-1 0 0,0 0 1 0 0,0 1 0 0 0,0-1-1 0 0,0 1 1 0 0,0-1 0 0 0,0 1-1 0 0,0-1 1 0 0,0 1 0 0 0,0 0-1 0 0,2 1 714 0 0,-3-1-713 0 0,1 0 0 0 0,0 0-1 0 0,-1 0 1 0 0,1 0 0 0 0,-1 0-1 0 0,1 0 1 0 0,-1 0 0 0 0,1 0 0 0 0,-1 0-1 0 0,1 1 1 0 0,36 81 7067 0 0,-36-80-7256 0 0,0 0-1 0 0,0 1 1 0 0,0-1 0 0 0,0 1 0 0 0,-1-1 0 0 0,0 1 0 0 0,1-1-1 0 0,-1 7 1 0 0,-1-10-152 0 0,1 1-1 0 0,0 0 1 0 0,0 0-1 0 0,0-1 1 0 0,0 1-1 0 0,0 0 1 0 0,0 0-1 0 0,0-1 0 0 0,1 1 1 0 0,-1 0-1 0 0,0 0 1 0 0,0-1-1 0 0,1 1 1 0 0,-1 0-1 0 0,0 0 1 0 0,1-1-1 0 0,-1 1 0 0 0,0-1 1 0 0,1 1-1 0 0,-1 0 1 0 0,2 0-1 0 0,-1 0 6 0 0,0 0 14 0 0,0 1 0 0 0,0-1 0 0 0,0 0 0 0 0,0 0 0 0 0,0 1 0 0 0,0-1 0 0 0,0 0 0 0 0,0 1 0 0 0,0-1 0 0 0,-1 1 0 0 0,1 0 0 0 0,-1-1 0 0 0,1 1-1 0 0,-1-1 1 0 0,0 1 0 0 0,1 0 0 0 0,-1-1 0 0 0,0 1 0 0 0,0 3 0 0 0,0-3-34 0 0,0 0-1 0 0,1 0 0 0 0,-1 0 1 0 0,1 0-1 0 0,0 0 1 0 0,-1 0-1 0 0,1-1 0 0 0,0 1 1 0 0,0 0-1 0 0,0 0 0 0 0,1-1 1 0 0,-1 1-1 0 0,3 2 1 0 0,-4-3 18 0 0,1 0 0 0 0,-1-1 0 0 0,1 1 0 0 0,-1-1 0 0 0,1 1 0 0 0,-1 0 0 0 0,0-1 0 0 0,1 1 1 0 0,-1 0-1 0 0,0-1 0 0 0,1 1 0 0 0,-1 0 0 0 0,0 0 0 0 0,0-1 0 0 0,0 1 0 0 0,0 0 0 0 0,0 0 0 0 0,0-1 1 0 0,0 1-1 0 0,0 0 0 0 0,0 0 0 0 0,0-1 0 0 0,0 1 0 0 0,-1 1 0 0 0,1 1-17 0 0,-1-1-1 0 0,1 1 1 0 0,0 0-1 0 0,0 0 0 0 0,0-1 1 0 0,0 1-1 0 0,1 0 1 0 0,0 4-1 0 0,2 5 77 0 0,6 15 184 0 0,-7-31-172 0 0,-1-20-56 0 0,-1-116-124 0 0,0 138 96 0 0,0 0 0 0 0,0 0 1 0 0,0 0-1 0 0,0 0 1 0 0,0 0-1 0 0,1 0 1 0 0,-1 0-1 0 0,1 0 1 0 0,-1 0-1 0 0,1 0 1 0 0,0 0-1 0 0,0 0 1 0 0,0 0-1 0 0,0 1 0 0 0,0-1 1 0 0,0 0-1 0 0,0 1 1 0 0,1-1-1 0 0,-1 1 1 0 0,0-1-1 0 0,1 1 1 0 0,-1 0-1 0 0,1-1 1 0 0,0 1-1 0 0,-1 0 0 0 0,1 0 1 0 0,0 0-1 0 0,0 0 1 0 0,0 1-1 0 0,-1-1 1 0 0,1 0-1 0 0,0 1 1 0 0,0-1-1 0 0,0 1 1 0 0,0 0-1 0 0,0 0 0 0 0,3 0 1 0 0,1 0 28 0 0,0 0-1 0 0,1 1 1 0 0,-1 0 0 0 0,0 0-1 0 0,0 1 1 0 0,0 0 0 0 0,0 0-1 0 0,0 0 1 0 0,0 1 0 0 0,0-1-1 0 0,-1 1 1 0 0,1 1 0 0 0,-1-1-1 0 0,0 1 1 0 0,0 0 0 0 0,0 0-1 0 0,4 6 1 0 0,-2-5-36 0 0,-6-5-1 0 0,-1 0 0 0 0,0 0 1 0 0,1 1-1 0 0,-1-1 0 0 0,1 0 1 0 0,-1 0-1 0 0,0 1 0 0 0,1-1 0 0 0,-1 0 1 0 0,0 1-1 0 0,1-1 0 0 0,-1 0 1 0 0,0 1-1 0 0,0-1 0 0 0,1 0 1 0 0,-1 1-1 0 0,0-1 0 0 0,0 1 1 0 0,0-1-1 0 0,1 0 0 0 0,-1 1 1 0 0,0-1-1 0 0,0 1 0 0 0,0-1 1 0 0,0 1-1 0 0,0-1 0 0 0,0 1 1 0 0,0-1-1 0 0,0 0 0 0 0,0 2 1 0 0,0-1-1 0 0,0 0 0 0 0,1-1 0 0 0,-1 1 1 0 0,0 0-1 0 0,1 0 0 0 0,-1 0 1 0 0,0 0-1 0 0,1 0 0 0 0,-1 0 1 0 0,1 0-1 0 0,0-1 0 0 0,-1 1 1 0 0,1 0-1 0 0,0 0 0 0 0,-1-1 1 0 0,1 1-1 0 0,1 1 0 0 0,2 1 33 0 0,-3 11 117 0 0,-1-12-136 0 0,0-1-1 0 0,-1 0 1 0 0,1 0-1 0 0,0 0 1 0 0,0 0 0 0 0,0 0-1 0 0,0 1 1 0 0,1-1-1 0 0,-1 0 1 0 0,0 0-1 0 0,0 0 1 0 0,1 0-1 0 0,-1 0 1 0 0,0 0-1 0 0,1 0 1 0 0,-1 0-1 0 0,1 0 1 0 0,1 2 0 0 0,0-1-22 0 0,-1-1-2 0 0,0 0 0 0 0,0 0 0 0 0,0 1 0 0 0,0-1 0 0 0,0 0 0 0 0,0 1 0 0 0,0-1 0 0 0,0 1 0 0 0,0-1 0 0 0,-1 1 0 0 0,1 0 0 0 0,-1-1 0 0 0,1 1 0 0 0,-1 0 0 0 0,0-1 0 0 0,1 1 0 0 0,-1 0 0 0 0,0-1 0 0 0,0 1 0 0 0,-1 3 0 0 0,1 31 28 0 0,0-27-170 0 0,0-15 47 0 0,1-43-986 0 0,15-94-1 0 0,-16 141 1084 0 0,1-1-1 0 0,-1 1 0 0 0,1 0 1 0 0,0-1-1 0 0,-1 1 1 0 0,1 0-1 0 0,0 0 0 0 0,0 0 1 0 0,0-1-1 0 0,1 1 1 0 0,-1 0-1 0 0,0 0 0 0 0,1 1 1 0 0,0-1-1 0 0,-1 0 0 0 0,1 0 1 0 0,0 1-1 0 0,0-1 1 0 0,0 1-1 0 0,0 0 0 0 0,0-1 1 0 0,0 1-1 0 0,4-2 0 0 0,-1 2 55 0 0,-1 0 0 0 0,1 1 0 0 0,0-1-1 0 0,-1 1 1 0 0,1 0 0 0 0,-1 0-1 0 0,1 0 1 0 0,4 2 0 0 0,-3-2-28 0 0,6 3 221 0 0,0-1 0 0 0,23 9 0 0 0,-24-7-100 0 0,-9-4-123 0 0,0 0 0 0 0,-1 1-1 0 0,1-1 1 0 0,0 1 0 0 0,0-1 0 0 0,-1 1 0 0 0,1 0-1 0 0,0 0 1 0 0,-1-1 0 0 0,1 1 0 0 0,0 0 0 0 0,-1 0-1 0 0,1 1 1 0 0,-1-1 0 0 0,0 0 0 0 0,1 0 0 0 0,-1 1-1 0 0,0-1 1 0 0,0 1 0 0 0,2 2 0 0 0,11 16 128 0 0,-6-12 46 0 0,-1 1-1 0 0,0-1 1 0 0,-1 1 0 0 0,11 19 0 0 0,-16-25-215 0 0,-1 0 1 0 0,1 0 0 0 0,0 0 0 0 0,1 0 0 0 0,-1 0-1 0 0,0 0 1 0 0,1-1 0 0 0,0 1 0 0 0,-1-1 0 0 0,4 4 0 0 0,-4-4 70 0 0,-1 0 0 0 0,1-1 0 0 0,0 1 1 0 0,-1 0-1 0 0,1 0 0 0 0,-1 0 0 0 0,0 0 1 0 0,0 0-1 0 0,0 0 0 0 0,0 0 1 0 0,0 0-1 0 0,0 0 0 0 0,0 0 0 0 0,-1 3 1 0 0,1-3-48 0 0,2 15-802 0 0,-2-17 805 0 0,1 3-345 0 0,-1 0 0 0 0,1 0 0 0 0,-1 0 1 0 0,1 0-1 0 0,0 0 0 0 0,0-1 1 0 0,0 1-1 0 0,0 0 0 0 0,1-1 1 0 0,-1 1-1 0 0,1-1 0 0 0,0 1 1 0 0,-1-1-1 0 0,1 0 0 0 0,0 1 0 0 0,0-1 1 0 0,1 0-1 0 0,2 2 0 0 0,-2-3-347 0 0,0 0-1 0 0,0-1 0 0 0,0 1 1 0 0,-1-1-1 0 0,1 0 1 0 0,0 0-1 0 0,0 0 0 0 0,0 0 1 0 0,0-1-1 0 0,0 1 0 0 0,4-2 1 0 0,42-12-9780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9.7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46 138 1760 0 0,'-17'27'14973'0'0,"10"-11"-12369"0"0,6 4 2187 0 0,1-18-4771 0 0,1-1 1 0 0,-1 1 0 0 0,1-1 0 0 0,0 1 0 0 0,-1-1 0 0 0,1 1 0 0 0,0-1-1 0 0,0 0 1 0 0,0 1 0 0 0,0-1 0 0 0,2 2 0 0 0,25 3 155 0 0,-23-1-250 0 0,-4-4 63 0 0,1 0 0 0 0,-1 0 0 0 0,0 0 0 0 0,0 0 0 0 0,0-1-1 0 0,1 1 1 0 0,-1 0 0 0 0,0-1 0 0 0,1 1 0 0 0,-1-1 0 0 0,0 1-1 0 0,1-1 1 0 0,-1 1 0 0 0,1-1 0 0 0,-1 0 0 0 0,1 0 0 0 0,-1 0 0 0 0,0 0-1 0 0,1 0 1 0 0,-1 0 0 0 0,1 0 0 0 0,-1 0 0 0 0,3-1 0 0 0,-1 2 26 0 0,1 0 69 0 0,20-12-482 0 0,-21 10 370 0 0,0 0 0 0 0,0-1 0 0 0,1 1 1 0 0,-1-1-1 0 0,0 0 0 0 0,-1 0 0 0 0,1 0 0 0 0,0-1 1 0 0,0 1-1 0 0,-1-1 0 0 0,0 1 0 0 0,1-1 0 0 0,-1 0 0 0 0,0 0 1 0 0,0 0-1 0 0,-1 0 0 0 0,1 0 0 0 0,0 0 0 0 0,-1 0 0 0 0,0-1 1 0 0,0 1-1 0 0,1-7 0 0 0,-3-2 99 0 0,-1 0 1 0 0,0 0-1 0 0,0 0 1 0 0,-2 0-1 0 0,1 1 1 0 0,-2 0-1 0 0,1-1 1 0 0,-1 2-1 0 0,-12-19 1 0 0,15 26-32 0 0,0-1 0 0 0,0 1 0 0 0,0 0 0 0 0,-1 0 0 0 0,1 0 1 0 0,-1 0-1 0 0,-5-5 0 0 0,6 8-33 0 0,0-1-1 0 0,1 0 1 0 0,-1 1 0 0 0,0 0 0 0 0,0-1-1 0 0,0 1 1 0 0,1 0 0 0 0,-1 0 0 0 0,0 0-1 0 0,0 0 1 0 0,0 0 0 0 0,-2 1 0 0 0,-22 0-144 0 0,24-1 149 0 0,1 1 1 0 0,-1-1-1 0 0,0 0 1 0 0,1 1-1 0 0,-1 0 1 0 0,0-1 0 0 0,1 1-1 0 0,-1 0 1 0 0,0 0-1 0 0,1 0 1 0 0,0 0-1 0 0,-1 0 1 0 0,1 0-1 0 0,-1 0 1 0 0,1 0 0 0 0,0 1-1 0 0,0-1 1 0 0,0 0-1 0 0,0 1 1 0 0,0-1-1 0 0,0 1 1 0 0,0 0-1 0 0,-1 2 1 0 0,-15 19-69 0 0,16-21-16 0 0,0-1 0 0 0,0 0 0 0 0,0 0-1 0 0,0 1 1 0 0,0-1 0 0 0,0 1 0 0 0,0-1 0 0 0,1 1 0 0 0,-1-1 0 0 0,0 1 0 0 0,1-1-1 0 0,-1 1 1 0 0,1 0 0 0 0,0-1 0 0 0,0 1 0 0 0,-1 0 0 0 0,1-1 0 0 0,0 1 0 0 0,1 0-1 0 0,-1 1 1 0 0,0 7-853 0 0,1-1 0 0 0,0 0 0 0 0,1 0 0 0 0,-1 0 0 0 0,2 0 0 0 0,-1 0 0 0 0,1 0 0 0 0,6 12 0 0 0,-2-12-908 0 0,0 1 0 0 0,0-1-1 0 0,1-1 1 0 0,0 1 0 0 0,0-1 0 0 0,1-1-1 0 0,11 9 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0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1600 0 0,'3'-9'17893'0'0,"2"29"-17261"0"0,0-1 0 0 0,-2 1 0 0 0,1 21 0 0 0,22 232 509 0 0,-20-165-763 0 0,-7-92-303 0 0,2-10-103 0 0,0-1 0 0 0,0 1 0 0 0,1-1 0 0 0,0 1 0 0 0,0-1 0 0 0,0 0 0 0 0,0 1 0 0 0,1-1 0 0 0,0 0 0 0 0,0-1 0 0 0,4 6 0 0 0,12 24 2 0 0,-19-32 8 0 0,1 0 1 0 0,0 0-1 0 0,-1 0 1 0 0,1 0-1 0 0,0 0 1 0 0,0 0 0 0 0,0 0-1 0 0,1 0 1 0 0,-1 0-1 0 0,0 0 1 0 0,1-1-1 0 0,-1 1 1 0 0,1 0-1 0 0,-1-1 1 0 0,1 1 0 0 0,0-1-1 0 0,0 0 1 0 0,0 0-1 0 0,3 2 1 0 0,23 18-866 0 0,-25-18 786 0 0,7 4-78 0 0,24 2-513 0 0,-9-2 123 0 0,-7-2-295 0 0,1 0 1 0 0,-1-1-1 0 0,1-1 0 0 0,27 1 0 0 0,-38-4-132 0 0,0-10 224 0 0,7-2-1792 0 0,7-13-4410 0 0,-21 23 6619 0 0,-1 1 1 0 0,1 0-1 0 0,0 0 1 0 0,-1 0-1 0 0,1 0 1 0 0,-1-1-1 0 0,0 1 1 0 0,1 0-1 0 0,-1 0 1 0 0,0-1-1 0 0,0 1 1 0 0,1 0-1 0 0,-1-3 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0.5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2400 0 0,'0'0'4800'0'0,"0"-17"1696"0"0,17 0-449 0 0,0 17-5407 0 0,-1 0-512 0 0,86 0-2272 0 0,-17 0-7071 0 0,-52-17 4447 0 0,-15 17 2848 0 0,-1 0-544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0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46 2336 0 0,'116'170'13898'0'0,"-113"-165"-13429"0"0,1 0-1 0 0,0-1 1 0 0,0 1 0 0 0,0-1-1 0 0,9 7 1 0 0,-13-10-480 0 0,1-1 0 0 0,-1 0 0 0 0,1 1 0 0 0,-1-1 0 0 0,1 0 0 0 0,-1 0 0 0 0,1 0 0 0 0,0 1 0 0 0,-1-1 0 0 0,1 0 0 0 0,-1 0 0 0 0,1 0 0 0 0,0 0 0 0 0,-1 0 0 0 0,1 0 0 0 0,-1 0 0 0 0,1 0 0 0 0,-1 0 1 0 0,1 0-1 0 0,0-1 0 0 0,-1 1 0 0 0,1 0 0 0 0,0-1 0 0 0,6 0 27 0 0,41 1-101 0 0,-47-1 74 0 0,0 1-1 0 0,0 0 1 0 0,0-1-1 0 0,0 1 1 0 0,0-1-1 0 0,0 1 1 0 0,0-1-1 0 0,0 1 1 0 0,0-1-1 0 0,0 0 1 0 0,0 1-1 0 0,-1-1 1 0 0,1 0 0 0 0,0 0-1 0 0,-1 0 1 0 0,1 1-1 0 0,0-1 1 0 0,-1 0-1 0 0,1-1 1 0 0,2-4-21 0 0,-3-20 128 0 0,0 14-37 0 0,1-4 64 0 0,-2 1 0 0 0,0-1 0 0 0,-5-26 0 0 0,5 37-65 0 0,0-1-1 0 0,-1 0 1 0 0,0 1-1 0 0,0-1 1 0 0,-1 1-1 0 0,1 0 1 0 0,-1 0-1 0 0,0 0 1 0 0,-1 0-1 0 0,1 0 1 0 0,-1 1 0 0 0,0-1-1 0 0,0 1 1 0 0,-1 0-1 0 0,-7-6 1 0 0,9 8-38 0 0,-1 0 1 0 0,1 0 0 0 0,-1 0-1 0 0,0 0 1 0 0,1 1-1 0 0,-1 0 1 0 0,0-1 0 0 0,0 1-1 0 0,0 1 1 0 0,0-1-1 0 0,0 0 1 0 0,0 1-1 0 0,0 0 1 0 0,0 0 0 0 0,0 0-1 0 0,0 1 1 0 0,0-1-1 0 0,0 1 1 0 0,0 0 0 0 0,1 0-1 0 0,-1 0 1 0 0,-6 3-1 0 0,2-1-8 0 0,-45 16-401 0 0,44-2 213 0 0,-14 9-240 0 0,23-26 393 0 0,-1 1 0 0 0,1-1 0 0 0,-1 0 0 0 0,1 1 0 0 0,-1-1 0 0 0,1 1-1 0 0,-1-1 1 0 0,1 1 0 0 0,0-1 0 0 0,-1 1 0 0 0,1-1 0 0 0,0 1 0 0 0,-1-1 0 0 0,1 1 0 0 0,0 0 0 0 0,0-1 0 0 0,-1 1 0 0 0,1-1 0 0 0,0 1 0 0 0,0 0 0 0 0,0-1 0 0 0,0 1 0 0 0,0 0 0 0 0,0-1 0 0 0,0 1 0 0 0,0 0 0 0 0,0-1 0 0 0,0 1 0 0 0,0 1 0 0 0,2 5-828 0 0,1 13-1564 0 0,-2-15 1514 0 0,0-1 0 0 0,1 1 1 0 0,0-1-1 0 0,0 1 0 0 0,0-1 1 0 0,0 0-1 0 0,5 7 0 0 0,-1-5-765 0 0,1 1 0 0 0,-1-2 0 0 0,1 1 0 0 0,13 7 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1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2144 0 0,'0'0'7621'0'0,"0"3"-6757"0"0,0-1-725 0 0,0-1 1 0 0,0 1-1 0 0,0-1 0 0 0,1 1 1 0 0,-1 0-1 0 0,0-1 0 0 0,1 1 1 0 0,-1-1-1 0 0,1 1 0 0 0,-1-1 1 0 0,1 1-1 0 0,0-1 1 0 0,0 1-1 0 0,-1-1 0 0 0,1 0 1 0 0,0 1-1 0 0,0-1 0 0 0,0 0 1 0 0,1 0-1 0 0,-1 0 0 0 0,0 0 1 0 0,0 0-1 0 0,1 0 0 0 0,0 1 1 0 0,16 13 808 0 0,84 90 902 0 0,-95-97-1776 0 0,1 0-1 0 0,-2 1 0 0 0,1 0 1 0 0,-1 0-1 0 0,0 0 0 0 0,-1 1 0 0 0,5 12 1 0 0,-8-15-3 0 0,0 1-1 0 0,0 0 1 0 0,0 0 0 0 0,-1 0 0 0 0,-1 0 0 0 0,1 11 0 0 0,-1-5 137 0 0,-14-11-27 0 0,8 4 158 0 0,6-7-320 0 0,0 1 1 0 0,0-1-1 0 0,0 0 1 0 0,-1 1-1 0 0,1-1 1 0 0,0 1-1 0 0,0-1 1 0 0,-1 0-1 0 0,1 1 1 0 0,0-1 0 0 0,-1 0-1 0 0,1 1 1 0 0,0-1-1 0 0,-1 0 1 0 0,1 0-1 0 0,0 1 1 0 0,-1-1-1 0 0,1 0 1 0 0,-1 0-1 0 0,1 0 1 0 0,-1 0 0 0 0,1 0-1 0 0,0 1 1 0 0,-1-1-1 0 0,1 0 1 0 0,-1 0-1 0 0,1 0 1 0 0,-1 0-1 0 0,1 0 1 0 0,-1 0-1 0 0,-2 0 141 0 0,-14-17 507 0 0,17 17-662 0 0,-2-3 63 0 0,-1 1 0 0 0,1-1 0 0 0,1 1-1 0 0,-1-1 1 0 0,0 0 0 0 0,0 0 0 0 0,1 0 0 0 0,0 0 0 0 0,0 0 0 0 0,-2-6 0 0 0,-1-3-303 0 0,1 0-1 0 0,0-1 1 0 0,1 1 0 0 0,0-1-1 0 0,1 1 1 0 0,1-1 0 0 0,1-22-1 0 0,3 14-2073 0 0,0 0 0 0 0,2-1 0 0 0,1 1-1 0 0,14-32 1 0 0,2 13-3355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2.1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19 3712 0 0,'-16'-3'10458'0'0,"16"3"-10308"0"0,0-1 0 0 0,0 1 1 0 0,0-1-1 0 0,0 1 0 0 0,0-1 0 0 0,0 1 0 0 0,0-1 0 0 0,0 1 0 0 0,0-1 0 0 0,0 1 0 0 0,0-1 0 0 0,0 1 0 0 0,0-1 0 0 0,-1 1 1 0 0,1-1-1 0 0,0 1 0 0 0,0-1 0 0 0,0 1 0 0 0,-1-1 0 0 0,1 1 0 0 0,0 0 0 0 0,-1-1 0 0 0,1 1 0 0 0,0-1 1 0 0,-1 1-1 0 0,1 0 0 0 0,0-1 0 0 0,-1 1 0 0 0,1 0 0 0 0,-1 0 0 0 0,1-1 0 0 0,-1 1 0 0 0,1 0 0 0 0,0 0 0 0 0,-1 0 1 0 0,1-1-1 0 0,-1 1 0 0 0,1 0 0 0 0,-1 0 0 0 0,1 0 0 0 0,-1 0 0 0 0,1 0 0 0 0,-1 0 0 0 0,1 0 0 0 0,-1 0 0 0 0,1 0 1 0 0,-1 0-1 0 0,0 1 0 0 0,4 1 242 0 0,0 1 0 0 0,-1 0 0 0 0,1 0 0 0 0,0 0 0 0 0,-1 0 1 0 0,0 0-1 0 0,0 1 0 0 0,0-1 0 0 0,0 1 0 0 0,1 4 0 0 0,41 66 548 0 0,91 123 340 0 0,-131-190-1230 0 0,1-1 0 0 0,-1-1 0 0 0,1 1-1 0 0,0-1 1 0 0,0 1 0 0 0,8 4 0 0 0,-13-10-44 0 0,0 0 0 0 0,1 0 0 0 0,-1 0 0 0 0,0 0 0 0 0,0 0-1 0 0,1 0 1 0 0,-1 0 0 0 0,0 0 0 0 0,1 0 0 0 0,-1 0 0 0 0,0 0 0 0 0,0-1 0 0 0,1 1-1 0 0,-1 0 1 0 0,0 0 0 0 0,0 0 0 0 0,1 0 0 0 0,-1-1 0 0 0,0 1 0 0 0,0 0 0 0 0,0 0-1 0 0,1-1 1 0 0,-1 1 0 0 0,0 0 0 0 0,0 0 0 0 0,0-1 0 0 0,0 1 0 0 0,0 0 0 0 0,1 0-1 0 0,-1-1 1 0 0,0 1 0 0 0,0 0 0 0 0,0-1 0 0 0,0 1 0 0 0,0 0 0 0 0,0 0-1 0 0,0-1 1 0 0,0 1 0 0 0,0 0 0 0 0,0-1 0 0 0,0 1 0 0 0,0 0 0 0 0,0 0 0 0 0,-1-1-1 0 0,1 1 1 0 0,0 0 0 0 0,0-1 0 0 0,0 1 0 0 0,1-9-222 0 0,1 7 229 0 0,-1 0 1 0 0,1 0-1 0 0,-1-1 0 0 0,1 1 1 0 0,-1 0-1 0 0,0-1 0 0 0,0 1 1 0 0,0-1-1 0 0,0 1 0 0 0,-1-1 1 0 0,1 1-1 0 0,-1-1 0 0 0,0 0 1 0 0,1 1-1 0 0,-1-1 0 0 0,0 0 1 0 0,-1-3-1 0 0,4-11-413 0 0,-1 14 320 0 0,-1 0 6 0 0,0 0-1 0 0,1 0 0 0 0,-1 0 1 0 0,0 0-1 0 0,0 0 0 0 0,0 0 1 0 0,-1 0-1 0 0,1-7 0 0 0,8-100-5701 0 0,-5 85-1487 0 0,2 0-1 0 0,12-32 0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2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2720 0 0,'0'0'0'0'0,"34"0"12896"0"0,85 0-9345 0 0,-103 0-3423 0 0,1 0-160 0 0,0 0-128 0 0,0 0-96 0 0,0 0-480 0 0,0 0-448 0 0,17 0-1855 0 0,-1 0-4033 0 0,-15 0 256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2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18 2688 0 0,'-17'0'12672'0'0,"271"0"-5601"0"0,-68-17-29502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7.6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41 704 0 0,'0'-3'2587'0'0,"0"-12"468"0"0,-20 18 3415 0 0,18-1-6355 0 0,1-1-79 0 0,0 0 0 0 0,0 0 0 0 0,0 0 0 0 0,0 0 0 0 0,0 0 0 0 0,0 0 1 0 0,1 0-1 0 0,-1 0 0 0 0,1 0 0 0 0,-1 1 0 0 0,0-1 0 0 0,1 0 0 0 0,0 0 0 0 0,-1 1 0 0 0,1-1 0 0 0,0 0 0 0 0,0 1 0 0 0,0-1 0 0 0,0 0 0 0 0,0 0 0 0 0,0 1 1 0 0,0-1-1 0 0,0 0 0 0 0,0 1 0 0 0,0-1 0 0 0,1 0 0 0 0,0 2 0 0 0,10 33 236 0 0,-8-27-139 0 0,3-9-59 0 0,0 0-1 0 0,0 0 0 0 0,0 0 1 0 0,0 0-1 0 0,0-1 0 0 0,0 0 1 0 0,0-1-1 0 0,0 1 0 0 0,0-1 1 0 0,-1 0-1 0 0,12-6 0 0 0,2-12 327 0 0,-18 19-386 0 0,1 0 30 0 0,-1-1 0 0 0,0 0 0 0 0,1 0 0 0 0,-1 0 0 0 0,0-1 0 0 0,0 1 0 0 0,0 0-1 0 0,0 0 1 0 0,0-1 0 0 0,-1 1 0 0 0,1 0 0 0 0,-1-1 0 0 0,1 1 0 0 0,-1-1 0 0 0,0 1 0 0 0,0-1-1 0 0,0 1 1 0 0,-1-5 0 0 0,0 6-24 0 0,0-1 1 0 0,0 1-1 0 0,0-1 0 0 0,0 1 0 0 0,0 0 0 0 0,0 0 0 0 0,-1 0 1 0 0,1 0-1 0 0,0-1 0 0 0,-1 2 0 0 0,1-1 0 0 0,-1 0 1 0 0,-1-1-1 0 0,1 1-120 0 0,0 0 0 0 0,0 1 1 0 0,1-1-1 0 0,-1 0 0 0 0,0 1 0 0 0,0-1 1 0 0,0 1-1 0 0,0 0 0 0 0,0 0 0 0 0,0 0 1 0 0,0 0-1 0 0,0 0 0 0 0,1 0 0 0 0,-1 0 1 0 0,0 0-1 0 0,0 1 0 0 0,0-1 0 0 0,0 1 1 0 0,0-1-1 0 0,1 1 0 0 0,-1 0 0 0 0,0 0 1 0 0,0 0-1 0 0,1 0 0 0 0,-1 0 0 0 0,-1 2 1 0 0,-13 12-3417 0 0,1 2 0 0 0,0 0 0 0 0,-19 30 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8.1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 1 1376 0 0,'0'3'10566'0'0,"0"13"-7484"0"0,-1-11-2951 0 0,0 0 0 0 0,0-1 1 0 0,-1 1-1 0 0,0-1 0 0 0,0 1 1 0 0,0-1-1 0 0,-4 6 0 0 0,-6 3 236 0 0,12-13-361 0 0,0 0 0 0 0,-1 0 0 0 0,1 0 0 0 0,0 0-1 0 0,0 0 1 0 0,-1 0 0 0 0,1-1 0 0 0,0 1-1 0 0,0 0 1 0 0,-1 0 0 0 0,1 0 0 0 0,0 0 0 0 0,0 0-1 0 0,-1 0 1 0 0,1-1 0 0 0,0 1 0 0 0,0 0 0 0 0,0 0-1 0 0,-1 0 1 0 0,1-1 0 0 0,0 1 0 0 0,0 0-1 0 0,0 0 1 0 0,0 0 0 0 0,0-1 0 0 0,-1 1 0 0 0,1 0-1 0 0,0 0 1 0 0,0-1 0 0 0,0 1 0 0 0,0 0-1 0 0,0 0 1 0 0,0-1 0 0 0,0 1 0 0 0,0 0 0 0 0,0-1-1 0 0,0 1 1 0 0,0 0 0 0 0,0 0 0 0 0,0-1 0 0 0,0 1-1 0 0,0 0 1 0 0,0 0 0 0 0,0-1 0 0 0,0 1-1 0 0,0 0 1 0 0,1 0 0 0 0,-1-1 0 0 0,-2-5-24 0 0,2 5 35 0 0,1 1 1 0 0,-1-1-1 0 0,0 1 0 0 0,1-1 0 0 0,-1 1 1 0 0,1-1-1 0 0,-1 1 0 0 0,0 0 0 0 0,1-1 1 0 0,-1 1-1 0 0,1 0 0 0 0,-1-1 1 0 0,1 1-1 0 0,0 0 0 0 0,-1 0 0 0 0,1-1 1 0 0,-1 1-1 0 0,1 0 0 0 0,-1 0 0 0 0,1 0 1 0 0,0 0-1 0 0,-1 0 0 0 0,1 0 0 0 0,-1 0 1 0 0,1 0-1 0 0,0 0 0 0 0,-1 0 1 0 0,1 0-1 0 0,-1 0 0 0 0,1 0 0 0 0,-1 1 1 0 0,1-1-1 0 0,0 0 0 0 0,0 1 0 0 0,67 13 1663 0 0,-66-13-1654 0 0,-1-1-1 0 0,1 1 0 0 0,0 0 0 0 0,0 0 0 0 0,0 0 0 0 0,-1 0 1 0 0,1 1-1 0 0,-1-1 0 0 0,1 0 0 0 0,-1 1 0 0 0,1-1 0 0 0,-1 1 1 0 0,0-1-1 0 0,1 1 0 0 0,-1 0 0 0 0,0-1 0 0 0,0 1 0 0 0,0 0 0 0 0,0 3 1 0 0,1-1 46 0 0,-1 0-44 0 0,0-1-1 0 0,0 1 0 0 0,0 0 1 0 0,-1-1-1 0 0,0 1 0 0 0,0 0 1 0 0,0 0-1 0 0,0-1 1 0 0,0 1-1 0 0,-1 0 0 0 0,1-1 1 0 0,-1 1-1 0 0,0 0 0 0 0,0-1 1 0 0,-1 1-1 0 0,-2 5 0 0 0,-2 8-65 0 0,4-2 92 0 0,1-13-37 0 0,1 1-1 0 0,-1-1 1 0 0,1 1 0 0 0,-1-1 0 0 0,0 0 0 0 0,1 1 0 0 0,-1-1 0 0 0,0 0 0 0 0,-1 0 0 0 0,1 0 0 0 0,0 0 0 0 0,-1 0 0 0 0,1 0 0 0 0,-1 0 0 0 0,1 0-1 0 0,-3 1 1 0 0,-2 6-5 0 0,5-5-48 0 0,-1-1 0 0 0,1-1-1 0 0,-1 1 1 0 0,0 0 0 0 0,0 0 0 0 0,0-1-1 0 0,-1 1 1 0 0,-1 2 0 0 0,-33 24-919 0 0,-19 18-6234 0 0,31-44-6 0 0,22-3 6577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9.4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34 219 2944 0 0,'-17'-67'15141'0'0,"16"67"-15004"0"0,0-1 1 0 0,0 1-1 0 0,0 0 0 0 0,0 0 1 0 0,1 0-1 0 0,-1 0 1 0 0,0 0-1 0 0,0 0 0 0 0,0 1 1 0 0,0-1-1 0 0,0 0 1 0 0,0 0-1 0 0,0 1 0 0 0,0-1 1 0 0,0 0-1 0 0,-1 2 1 0 0,3 1-54 0 0,-1 1 0 0 0,1 0 0 0 0,-1 0 1 0 0,1-1-1 0 0,0 1 0 0 0,0-1 0 0 0,1 1 1 0 0,-1-1-1 0 0,1 1 0 0 0,0-1 0 0 0,3 5 0 0 0,9 20 308 0 0,62 125 1203 0 0,-65-133-1425 0 0,-2 1 1 0 0,11 35-1 0 0,-12-32-132 0 0,7 5 48 0 0,9 13 42 0 0,-16-28-124 0 0,55 105 353 0 0,-50-97-196 0 0,2 1 1 0 0,1-2 0 0 0,28 31 0 0 0,-41-49-280 0 0,-3-3 114 0 0,0 0 0 0 0,1 0 0 0 0,-1 0 0 0 0,0 0 0 0 0,1 0 0 0 0,-1 0 0 0 0,0 0 0 0 0,1 0 0 0 0,-1 1 0 0 0,0-1 0 0 0,1 0 0 0 0,-1 0 0 0 0,0 0 0 0 0,0 1 0 0 0,1-1 0 0 0,-1 0 0 0 0,0 0 0 0 0,0 1 0 0 0,1-1 0 0 0,-1 0 0 0 0,0 0 0 0 0,0 1 0 0 0,0-1 0 0 0,1 0 0 0 0,-1 1 0 0 0,0-1 0 0 0,0 0 0 0 0,0 1 0 0 0,0-1 0 0 0,0 1 0 0 0,0-1 18 0 0,0 1 0 0 0,1-1 0 0 0,-1 1-1 0 0,0-1 1 0 0,0 1 0 0 0,0-1-1 0 0,1 1 1 0 0,-1-1 0 0 0,0 0-1 0 0,0 1 1 0 0,1-1 0 0 0,-1 1 0 0 0,0-1-1 0 0,1 0 1 0 0,-1 1 0 0 0,1-1-1 0 0,-1 0 1 0 0,0 1 0 0 0,1-1-1 0 0,-1 0 1 0 0,1 0 0 0 0,-1 0 0 0 0,1 1-1 0 0,-1-1 1 0 0,0 0 0 0 0,1 0-1 0 0,-1 0 1 0 0,1 0 0 0 0,-1 0-1 0 0,1 0 1 0 0,0 0 0 0 0,6 1 49 0 0,-6-1-36 0 0,1 1 0 0 0,-1-1 0 0 0,0 0 0 0 0,1 0 0 0 0,-1 0 0 0 0,1 0 0 0 0,-1 0 0 0 0,1 0 0 0 0,-1 0 0 0 0,0-1 0 0 0,1 1 0 0 0,-1 0 0 0 0,3-2 0 0 0,-2 1 17 0 0,-1-1 1 0 0,1 1-1 0 0,-1-1 1 0 0,1 1-1 0 0,-1-1 1 0 0,0 0 0 0 0,1 1-1 0 0,-1-1 1 0 0,0 0-1 0 0,0 0 1 0 0,0 0-1 0 0,0 0 1 0 0,-1 0-1 0 0,1 0 1 0 0,-1 0-1 0 0,1 0 1 0 0,0-3 0 0 0,7-58 459 0 0,0-94-1 0 0,-8 147-506 0 0,0 0-1 0 0,-1 0 1 0 0,0 0-1 0 0,-1 0 1 0 0,-3-11-1 0 0,3 15-5 0 0,0 0 1 0 0,1-1-1 0 0,0 1 0 0 0,0-1 0 0 0,1-6 0 0 0,-9-69 30 0 0,3 43-74 0 0,-19-159-683 0 0,23 183 471 0 0,2-1 1 0 0,0 1-1 0 0,3-29 1 0 0,1-7-2283 0 0,-4 51 2492 0 0,0-1 0 0 0,0 1 0 0 0,0 0 0 0 0,-1-1 0 0 0,1 1 0 0 0,0 0 0 0 0,0-1 0 0 0,0 1 0 0 0,0-1 1 0 0,0 1-1 0 0,0 0 0 0 0,0-1 0 0 0,0 1 0 0 0,0 0 0 0 0,0-1 0 0 0,0 1 0 0 0,1 0 0 0 0,-1-1 0 0 0,0 1 0 0 0,0 0 1 0 0,0-1-1 0 0,0 1 0 0 0,1 0 0 0 0,-1-1 0 0 0,0 1 0 0 0,0 0 0 0 0,0-1 0 0 0,1 1 0 0 0,-1 0 0 0 0,0 0 1 0 0,1-1-1 0 0,-1 1 0 0 0,0 0 0 0 0,0 0 0 0 0,1 0 0 0 0,-1-1 0 0 0,0 1 0 0 0,1 0 0 0 0,-1 0 0 0 0,0 0 0 0 0,1 0 1 0 0,0 0-1 0 0,14 9-2094 0 0,-2 0 136 0 0,-12-8 1615 0 0,1 0 0 0 0,-1 1-1 0 0,1-1 1 0 0,-1 1 0 0 0,1-1-1 0 0,-1 1 1 0 0,0 0 0 0 0,1-1-1 0 0,-1 1 1 0 0,0 0 0 0 0,0 0 0 0 0,0 0-1 0 0,-1 0 1 0 0,1 0 0 0 0,0 0-1 0 0,-1 0 1 0 0,1 3 0 0 0,12 29-4550 0 0,4-6 2036 0 0,0-9 1275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0.2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1856 0 0,'0'0'6773'0'0,"0"8"-4970"0"0,0 27 2405 0 0,-1-35-4166 0 0,1 1 1 0 0,0-1-1 0 0,0 1 1 0 0,0-1-1 0 0,0 1 1 0 0,0 0-1 0 0,0-1 1 0 0,0 1 0 0 0,0-1-1 0 0,0 1 1 0 0,0 0-1 0 0,0-1 1 0 0,0 1-1 0 0,0-1 1 0 0,0 1-1 0 0,1-1 1 0 0,-1 1 0 0 0,0-1-1 0 0,0 1 1 0 0,1-1-1 0 0,-1 1 1 0 0,0-1-1 0 0,1 1 1 0 0,-1-1 0 0 0,0 1-1 0 0,1-1 1 0 0,-1 0-1 0 0,1 1 1 0 0,-1-1-1 0 0,1 1 1 0 0,-1-1-1 0 0,1 0 1 0 0,-1 0 0 0 0,1 1-1 0 0,-1-1 1 0 0,1 0-1 0 0,0 0 1 0 0,0 0-38 0 0,-1 0 0 0 0,0 1 1 0 0,1-1-1 0 0,-1 0 0 0 0,0 0 1 0 0,1 0-1 0 0,-1 0 0 0 0,0 0 0 0 0,1 0 1 0 0,-1 1-1 0 0,0-1 0 0 0,0 0 1 0 0,1 0-1 0 0,-1 1 0 0 0,0-1 1 0 0,0 0-1 0 0,1 0 0 0 0,-1 1 0 0 0,0-1 1 0 0,0 0-1 0 0,1 1 0 0 0,-1-1 1 0 0,0 0-1 0 0,0 1 0 0 0,0-1 1 0 0,0 0-1 0 0,0 1 0 0 0,0-1 0 0 0,1 0 1 0 0,-1 1-1 0 0,0-1 0 0 0,0 0 1 0 0,0 1-1 0 0,0-1 0 0 0,0 0 1 0 0,0 1-1 0 0,-1 0 0 0 0,2 12 154 0 0,0 1 0 0 0,1-1 0 0 0,1 0-1 0 0,0 0 1 0 0,1 0 0 0 0,0 0 0 0 0,1 0 0 0 0,6 11-1 0 0,17 39 413 0 0,-22-41-507 0 0,-6-19 251 0 0,-1-4-311 0 0,1 0-1 0 0,0 0 1 0 0,0 0 0 0 0,0-1 0 0 0,0 1-1 0 0,0 0 1 0 0,0 0 0 0 0,0 0 0 0 0,0 0-1 0 0,0 0 1 0 0,1 0 0 0 0,-1 0 0 0 0,0-1-1 0 0,1 1 1 0 0,-1 0 0 0 0,1-1 0 0 0,0 2-9 0 0,0-1 1 0 0,0 1-1 0 0,0-1 1 0 0,0 1-1 0 0,0-1 1 0 0,0 0-1 0 0,0 1 0 0 0,0-1 1 0 0,-1 0-1 0 0,1 0 1 0 0,0 0-1 0 0,-1 0 1 0 0,1 1-1 0 0,0-1 1 0 0,-1 0-1 0 0,1 0 1 0 0,-1 0-1 0 0,0 0 1 0 0,1-2-1 0 0,5-39 149 0 0,-1 11 117 0 0,1 0 1 0 0,14-37-1 0 0,-20 66-214 0 0,1-1 0 0 0,0 1 0 0 0,0-1-1 0 0,0 1 1 0 0,0 0 0 0 0,1 0 0 0 0,-1-1 0 0 0,1 1 0 0 0,-1 0-1 0 0,1 0 1 0 0,0 0 0 0 0,-1 1 0 0 0,1-1 0 0 0,0 0 0 0 0,0 1-1 0 0,1-1 1 0 0,-1 1 0 0 0,0-1 0 0 0,0 1 0 0 0,1 0 0 0 0,-1 0 0 0 0,4-1-1 0 0,-5 2-33 0 0,0 0-1 0 0,0 0 0 0 0,0-1 0 0 0,0 1 0 0 0,0 0 1 0 0,0 0-1 0 0,0 0 0 0 0,0 0 0 0 0,0 0 0 0 0,0 0 1 0 0,0 0-1 0 0,0 1 0 0 0,0-1 0 0 0,-1 0 0 0 0,1 1 1 0 0,0-1-1 0 0,0 0 0 0 0,0 1 0 0 0,0-1 0 0 0,0 1 1 0 0,0-1-1 0 0,0 1 0 0 0,-1 0 0 0 0,1-1 0 0 0,0 1 1 0 0,0 0-1 0 0,-1-1 0 0 0,1 1 0 0 0,-1 0 0 0 0,1 0 1 0 0,-1 0-1 0 0,1 0 0 0 0,-1-1 0 0 0,1 1 0 0 0,-1 0 1 0 0,0 0-1 0 0,1 2 0 0 0,6 8 127 0 0,-4-8-27 0 0,11 14 43 0 0,-12-4-42 0 0,-2-12-100 0 0,0 0 0 0 0,1 0 0 0 0,-1 0 0 0 0,0 1 0 0 0,0-1 0 0 0,1 0 0 0 0,-1 0 0 0 0,1 0 0 0 0,-1 0 1 0 0,1 0-1 0 0,-1 0 0 0 0,1 1 0 0 0,0-1 0 0 0,0-1 0 0 0,-1 1 0 0 0,1 0 0 0 0,0 0 0 0 0,0 0 0 0 0,0 0 0 0 0,0 0 0 0 0,1 0 0 0 0,2 17-8 0 0,-2 4 176 0 0,3-3 76 0 0,-3-12-170 0 0,0-1 0 0 0,0 1 0 0 0,-1 0 0 0 0,0 0 0 0 0,0 13 0 0 0,-1-17 196 0 0,0-9-646 0 0,0 5 347 0 0,0-1 0 0 0,0 1 1 0 0,0-1-1 0 0,0 1 0 0 0,0-1 0 0 0,0 1 1 0 0,1 0-1 0 0,-1-1 0 0 0,1 1 0 0 0,-1-1 1 0 0,1 1-1 0 0,-1 0 0 0 0,1-1 0 0 0,0 1 0 0 0,-1 0 1 0 0,1 0-1 0 0,0 0 0 0 0,0 0 0 0 0,0-1 1 0 0,0 1-1 0 0,0 0 0 0 0,2-1 0 0 0,-1 1 22 0 0,-1-6-12 0 0,-1-15 70 0 0,-1 16-86 0 0,1 4 15 0 0,15-25-278 0 0,-9 18 274 0 0,-1 0 0 0 0,2 0 1 0 0,-1 0-1 0 0,1 1 0 0 0,16-15 1 0 0,-9 6 52 0 0,-13 15-28 0 0,-1 1-12 0 0,1 0 1 0 0,-1 0-1 0 0,1 0 1 0 0,-1 0-1 0 0,1 0 1 0 0,-1 0-1 0 0,1 0 0 0 0,0 1 1 0 0,0-1-1 0 0,-1 0 1 0 0,1 1-1 0 0,0-1 0 0 0,0 0 1 0 0,0 1-1 0 0,0-1 1 0 0,0 1-1 0 0,-1-1 1 0 0,1 1-1 0 0,0 0 0 0 0,0-1 1 0 0,0 1-1 0 0,1 0 1 0 0,2-1-2 0 0,0 0 0 0 0,1 0-1 0 0,-1 0 1 0 0,0 1 0 0 0,0 0 0 0 0,0 0 0 0 0,0 0 0 0 0,0 0 0 0 0,0 1 0 0 0,0-1 0 0 0,0 1 0 0 0,0 0 0 0 0,0 0 0 0 0,0 1 0 0 0,0-1-1 0 0,0 1 1 0 0,-1 0 0 0 0,1 0 0 0 0,0 0 0 0 0,-1 0 0 0 0,0 1 0 0 0,5 3 0 0 0,16 18 27 0 0,-1 2 0 0 0,-1 0 0 0 0,27 42 0 0 0,-23-28-369 0 0,-26-38 269 0 0,0 0 0 0 0,1 0 0 0 0,-1-1 0 0 0,1 1 1 0 0,0 0-1 0 0,-1 0 0 0 0,1 0 0 0 0,0 0 0 0 0,0-1 0 0 0,0 1 1 0 0,0 0-1 0 0,0-1 0 0 0,1 1 0 0 0,1 1 0 0 0,-2-1-161 0 0,0 0 0 0 0,-1 0 1 0 0,1 0-1 0 0,-1-1 0 0 0,1 1 0 0 0,-1 0 0 0 0,0 0 0 0 0,1 0 0 0 0,-1 0 0 0 0,0 0 0 0 0,0 0 0 0 0,-1 0 0 0 0,1 0 0 0 0,-1 3 0 0 0,1-3-214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0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2112 0 0,'18'11'17842'0'0,"-18"0"-17295"0"0,0 62 434 0 0,34 334 286 0 0,-26-342-1153 0 0,-6-50-91 0 0,6 52 97 0 0,-2-50-95 0 0,0-6-38 0 0,-4-8 1 0 0,-1 0-5 0 0,1 1-1 0 0,0-1 0 0 0,0 0 1 0 0,1 0-1 0 0,-1 0 0 0 0,1 0 1 0 0,-1 0-1 0 0,5 3 0 0 0,83 76-350 0 0,-69-65 276 0 0,-13-14 19 0 0,116-3-2540 0 0,-123 0 2539 0 0,1 0 0 0 0,0 0 1 0 0,-1 0-1 0 0,1-1 0 0 0,0 1 1 0 0,-1 0-1 0 0,1-1 0 0 0,0 1 1 0 0,-1-1-1 0 0,1 1 0 0 0,-1-1 1 0 0,1 0-1 0 0,-1 1 0 0 0,1-1 1 0 0,-1 0-1 0 0,0 0 0 0 0,3-2 1 0 0,-1 0-175 0 0,-1 2 185 0 0,-1 1 0 0 0,0-1 0 0 0,0 1 0 0 0,0-1 0 0 0,0 1-1 0 0,0-1 1 0 0,0 0 0 0 0,0 0 0 0 0,0 1 0 0 0,0-1-1 0 0,0 0 1 0 0,0 0 0 0 0,0 0 0 0 0,0 0 0 0 0,-1 0-1 0 0,2-1 1 0 0,0-2-143 0 0,1 1-508 0 0,2-5-1659 0 0,-5 8 2373 0 0,4-5-1272 0 0,-1 1 1 0 0,0-1 0 0 0,-1 0 0 0 0,1 0 0 0 0,3-10 0 0 0,-6 12 905 0 0,0 1 0 0 0,0 0 0 0 0,0-1-1 0 0,0 1 1 0 0,0 0 0 0 0,-1-1 0 0 0,1 1-1 0 0,-1 0 1 0 0,1 0 0 0 0,-1-1 0 0 0,0 1 0 0 0,0 0-1 0 0,0 0 1 0 0,-2-3 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1.0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1792 0 0,'0'0'12576'0'0,"17"0"-10497"0"0,0 0-767 0 0,0 0-768 0 0,0-18-160 0 0,0 18-224 0 0,0 0 32 0 0,84-17-3487 0 0,1 17-12449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1.4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1 2560 0 0,'0'0'11162'0'0,"-3"3"-10239"0"0,1-2-774 0 0,1 0 1 0 0,0 1-1 0 0,-1-1 0 0 0,1 0 1 0 0,-1 0-1 0 0,0 0 0 0 0,1 0 1 0 0,-1 0-1 0 0,0-1 0 0 0,1 1 1 0 0,-1 0-1 0 0,0-1 0 0 0,0 1 0 0 0,-3 0 1 0 0,2-1 287 0 0,2 1-404 0 0,0 0-1 0 0,0 1 1 0 0,0-1-1 0 0,0 0 1 0 0,0 1-1 0 0,0-1 1 0 0,-1 0-1 0 0,1 0 0 0 0,0 0 1 0 0,-3 1-1 0 0,-60 63 950 0 0,63-65-976 0 0,1 0 0 0 0,-1 1 1 0 0,1-1-1 0 0,0 1 1 0 0,-1-1-1 0 0,1 1 0 0 0,-1-1 1 0 0,1 0-1 0 0,0 1 0 0 0,-1-1 1 0 0,1 1-1 0 0,0 0 0 0 0,0-1 1 0 0,0 1-1 0 0,-1-1 1 0 0,1 1-1 0 0,0-1 0 0 0,0 1 1 0 0,0-1-1 0 0,0 1 0 0 0,0 0 1 0 0,0-1-1 0 0,0 1 0 0 0,0-1 1 0 0,0 2-1 0 0,0 1 19 0 0,0 0-1 0 0,0 0 0 0 0,1 1 1 0 0,-1-1-1 0 0,1 0 1 0 0,-1 0-1 0 0,1 0 1 0 0,0 0-1 0 0,1 0 1 0 0,-1 0-1 0 0,3 5 0 0 0,1-2-43 0 0,-1-1 0 0 0,1 1 0 0 0,1-2 0 0 0,-1 1 0 0 0,0 0 0 0 0,13 7 0 0 0,-15-11-58 0 0,0 1 0 0 0,1 0 1 0 0,-1-1-1 0 0,0 0 0 0 0,1 1 0 0 0,-1-1 0 0 0,1-1 0 0 0,-1 1 1 0 0,1 0-1 0 0,0-1 0 0 0,-1 0 0 0 0,1 0 0 0 0,-1 0 0 0 0,1 0 1 0 0,0-1-1 0 0,-1 1 0 0 0,1-1 0 0 0,-1 0 0 0 0,1 0 0 0 0,-1 0 1 0 0,0 0-1 0 0,1-1 0 0 0,-1 0 0 0 0,0 1 0 0 0,0-1 0 0 0,4-3 0 0 0,-5 4 66 0 0,-1-1 63 0 0,1 1 0 0 0,-1 0 0 0 0,0 0-1 0 0,0-1 1 0 0,0 1 0 0 0,1-1 0 0 0,-1 1 0 0 0,-1-1 0 0 0,1 0 0 0 0,0 1 0 0 0,0-1-1 0 0,0 0 1 0 0,0-2 0 0 0,6-17 990 0 0,-1 0 0 0 0,4-30-1 0 0,-10 49-943 0 0,0-1 0 0 0,1 1-1 0 0,-1 0 1 0 0,0 0 0 0 0,0 0-1 0 0,-1-1 1 0 0,1 1-1 0 0,0 0 1 0 0,-1 0 0 0 0,1 0-1 0 0,-1 0 1 0 0,0 0 0 0 0,0 0-1 0 0,1 0 1 0 0,-1 0 0 0 0,-3-3-1 0 0,-10-5 787 0 0,13 14-812 0 0,0 0 0 0 0,0 0 0 0 0,1 0-1 0 0,-1 0 1 0 0,1 0 0 0 0,0 0 0 0 0,1 7 0 0 0,-1-7-33 0 0,0-1-25 0 0,-1-1 1 0 0,1 1-1 0 0,0 0 1 0 0,0-1 0 0 0,1 1-1 0 0,-1 0 1 0 0,0-1-1 0 0,1 1 1 0 0,0 0 0 0 0,-1-1-1 0 0,1 1 1 0 0,0-1-1 0 0,0 1 1 0 0,1-1 0 0 0,-1 0-1 0 0,0 1 1 0 0,1-1-1 0 0,2 2 1 0 0,1 8-10 0 0,-2-2-422 0 0,-2-6 484 0 0,0 0 0 0 0,0-1-1 0 0,0 1 1 0 0,1-1 0 0 0,-1 1 0 0 0,5 5 0 0 0,-1-3-716 0 0,0 0 0 0 0,0 0 1 0 0,1 0-1 0 0,0-1 0 0 0,0 0 0 0 0,7 4 1 0 0,60 40-14296 0 0,-71-48 14578 0 0,0 0 0 0 0,0 1 0 0 0,0-1 0 0 0,1 0 1 0 0,-1 0-1 0 0,0 0 0 0 0,0-1 0 0 0,0 1 0 0 0,1 0 0 0 0,-1-1 0 0 0,0 1 0 0 0,3-1 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1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60 2752 0 0,'0'0'2480'0'0,"0"-20"3866"0"0,0 18-6095 0 0,0 1-1 0 0,0 0 0 0 0,-1-1 0 0 0,1 1 1 0 0,1-1-1 0 0,-1 1 0 0 0,0 0 0 0 0,0-1 1 0 0,0 1-1 0 0,1 0 0 0 0,-1-1 0 0 0,1 1 1 0 0,-1 0-1 0 0,1-1 0 0 0,-1 1 0 0 0,1 0 1 0 0,0 0-1 0 0,0 0 0 0 0,-1-1 0 0 0,1 1 1 0 0,0 0-1 0 0,0 0 0 0 0,0 0 0 0 0,2-1 1 0 0,-1 1-183 0 0,-2 0-23 0 0,0 1-1 0 0,0 0 0 0 0,0-1 0 0 0,0 1 0 0 0,0 0 0 0 0,1 0 0 0 0,-1-1 0 0 0,0 1 0 0 0,0 0 0 0 0,0 0 0 0 0,1 0 0 0 0,-1-1 0 0 0,0 1 0 0 0,0 0 0 0 0,0 0 0 0 0,1 0 0 0 0,-1 0 0 0 0,0-1 0 0 0,1 1 0 0 0,-1 0 0 0 0,0 0 0 0 0,0 0 0 0 0,1 0 1 0 0,-1 0-1 0 0,0 0 0 0 0,0 0 0 0 0,1 0 0 0 0,-1 0 0 0 0,0 0 0 0 0,1 0 0 0 0,-1 0 0 0 0,0 0 0 0 0,1 0 0 0 0,-1 0 0 0 0,0 0 0 0 0,0 0 0 0 0,1 0 0 0 0,-1 0 0 0 0,0 0 0 0 0,0 0 0 0 0,1 1 0 0 0,-1-1 0 0 0,0 0 0 0 0,0 0 0 0 0,1 0 0 0 0,-1 1 1 0 0,0-1-1 0 0,0 0 0 0 0,0 0 0 0 0,1 0 0 0 0,-1 1 0 0 0,0-1 0 0 0,0 0 0 0 0,0 0 0 0 0,0 1 0 0 0,1-1 0 0 0,-1 0 0 0 0,0 1 0 0 0,12 50 1012 0 0,-9-35-743 0 0,56 292 1303 0 0,-45-246-2026 0 0,31 82-1 0 0,-22-82-1209 0 0,-6-25-808 0 0,-16-32 1689 0 0,6 4-2410 0 0,-5-8 2507 0 0,0-1 1 0 0,0 0-1 0 0,0 1 0 0 0,0-1 0 0 0,1 0 1 0 0,-1 0-1 0 0,0 0 0 0 0,0 0 0 0 0,0 0 1 0 0,0-1-1 0 0,4 0 0 0 0,27-13-6387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2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49 1632 0 0,'2'-6'5941'0'0,"12"-22"3728"0"0,-12 19-8326 0 0,-2 9-1288 0 0,0 0 0 0 0,0-1-1 0 0,0 1 1 0 0,0 0 0 0 0,0 0 0 0 0,0 0 0 0 0,0 0-1 0 0,0-1 1 0 0,0 1 0 0 0,0 0 0 0 0,0 0 0 0 0,0 0-1 0 0,0-1 1 0 0,0 1 0 0 0,0 0 0 0 0,0 0 0 0 0,0 0-1 0 0,0-1 1 0 0,-1 1 0 0 0,1 0 0 0 0,0 0-1 0 0,0 0 1 0 0,0 0 0 0 0,0 0 0 0 0,0-1 0 0 0,0 1-1 0 0,-1 0 1 0 0,1 0 0 0 0,0 0 0 0 0,0 0 0 0 0,0 0-1 0 0,0 0 1 0 0,-1-1 0 0 0,1 1 0 0 0,0 0 0 0 0,0 0-1 0 0,0 0 1 0 0,0 0 0 0 0,-1 0 0 0 0,1 0 0 0 0,0 0-1 0 0,0 0 1 0 0,0 0 0 0 0,-1 0 0 0 0,1 0 0 0 0,0 0-1 0 0,0 0 1 0 0,0 0 0 0 0,-1 0 0 0 0,1 0 0 0 0,0 0-1 0 0,0 0 1 0 0,0 0 0 0 0,0 1 0 0 0,-1-1 0 0 0,1 0-1 0 0,0 0 1 0 0,0 0 0 0 0,-4 2 43 0 0,0 1 1 0 0,0-1-1 0 0,1 1 0 0 0,-1-1 0 0 0,1 1 1 0 0,0 0-1 0 0,0 0 0 0 0,0 1 1 0 0,0-1-1 0 0,1 1 0 0 0,-1-1 0 0 0,1 1 1 0 0,-3 5-1 0 0,1-2-66 0 0,0-1 1 0 0,0 0-1 0 0,-1 0 1 0 0,0 0-1 0 0,0 0 1 0 0,0-1-1 0 0,-9 7 1 0 0,-4 5 32 0 0,12-3-145 0 0,4-14 88 0 0,1 0 0 0 0,-1 1 0 0 0,1-1 0 0 0,-1 1 0 0 0,1 0 0 0 0,0-1 0 0 0,-1 1 0 0 0,1 0 0 0 0,0 0 0 0 0,-1 0 0 0 0,1 0 0 0 0,0 0-1 0 0,0 0 1 0 0,0 0 0 0 0,0 1 0 0 0,0-1 0 0 0,0 0 0 0 0,0 1 0 0 0,0-1 0 0 0,1 0 0 0 0,-1 1 0 0 0,-1 2 0 0 0,1-1 12 0 0,1-3-18 0 0,0 0 0 0 0,0 0 0 0 0,0 0-1 0 0,0 0 1 0 0,0 1 0 0 0,0-1 0 0 0,0 0 0 0 0,0 0 0 0 0,0 0 0 0 0,0 0-1 0 0,0 1 1 0 0,0-1 0 0 0,0 0 0 0 0,0 0 0 0 0,0 0 0 0 0,0 0 0 0 0,0 1-1 0 0,0-1 1 0 0,0 0 0 0 0,0 0 0 0 0,0 0 0 0 0,0 0 0 0 0,1 1 0 0 0,-1-1-1 0 0,0 0 1 0 0,0 0 0 0 0,0 0 0 0 0,0 0 0 0 0,0 0 0 0 0,0 0 0 0 0,0 1 0 0 0,1-1-1 0 0,-1 0 1 0 0,0 0 0 0 0,0 0 0 0 0,0 0 0 0 0,0 0 0 0 0,0 0 0 0 0,1 0-1 0 0,-1 0 1 0 0,0 0 0 0 0,0 0 0 0 0,0 0 0 0 0,1 0 0 0 0,-1 0 0 0 0,0 0-1 0 0,0 0 1 0 0,0 0 0 0 0,0 0 0 0 0,1 0 0 0 0,8 0-10 0 0,-9 0 17 0 0,34 0 95 0 0,-21-1-65 0 0,1 0 1 0 0,0 1-1 0 0,-1 1 0 0 0,1 0 1 0 0,-1 1-1 0 0,1 0 1 0 0,-1 1-1 0 0,21 8 1 0 0,-31-9-21 0 0,0 1 0 0 0,0 0 0 0 0,0 0 0 0 0,0 0 1 0 0,0 0-1 0 0,0 1 0 0 0,-1-1 0 0 0,4 7 0 0 0,7 15-3231 0 0,-8-11-1752 0 0,-1 0 1 0 0,4 20 0 0 0,-5-20 67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2.6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86 1248 0 0,'-17'0'12832'0'0,"20"0"-12496"0"0,1 0-131 0 0,1 0 0 0 0,0 0 0 0 0,-1 1 0 0 0,1 0 0 0 0,0 0 0 0 0,5 2 0 0 0,19 5 381 0 0,23-5-86 0 0,-24-4-120 0 0,-28 1-367 0 0,0 0 0 0 0,1-1 0 0 0,-1 1 0 0 0,0 0 0 0 0,1-1 1 0 0,-1 1-1 0 0,0-1 0 0 0,1 1 0 0 0,-1-1 0 0 0,0 1 0 0 0,0-1 0 0 0,0 1 0 0 0,1-1 0 0 0,-1 1 1 0 0,0-1-1 0 0,0 1 0 0 0,0-1 0 0 0,0 1 0 0 0,0-1 0 0 0,0 1 0 0 0,0-1 0 0 0,0 1 0 0 0,0-1 1 0 0,0 1-1 0 0,0-1 0 0 0,0 1 0 0 0,-1-1 0 0 0,-2-23 533 0 0,3 17-313 0 0,-15-2 263 0 0,14 7-448 0 0,1 0 0 0 0,-1 0 0 0 0,0 0 0 0 0,0 1 0 0 0,0-1 0 0 0,0 0 0 0 0,-1 0 0 0 0,1 1 0 0 0,0-1 0 0 0,-1 1 0 0 0,1-1 0 0 0,-1 1 0 0 0,1-1 0 0 0,-1 1 0 0 0,0 0 0 0 0,1 0 0 0 0,-1 0 0 0 0,0 0 0 0 0,0 0 0 0 0,-2 0 0 0 0,1 1 267 0 0,3-2-263 0 0,-1 1 1 0 0,0 0-1 0 0,0-1 0 0 0,0 1 0 0 0,0 0 1 0 0,0 0-1 0 0,-1 0 0 0 0,1 0 0 0 0,0 0 1 0 0,0 0-1 0 0,-1 0 0 0 0,1 0 1 0 0,0 0-1 0 0,-3 0 0 0 0,-59 1 849 0 0,46 11-698 0 0,14-9-177 0 0,0 1 0 0 0,0-1-1 0 0,0 1 1 0 0,0 0 0 0 0,0 0 0 0 0,0 0 0 0 0,1 0 0 0 0,-1 0-1 0 0,1 1 1 0 0,0-1 0 0 0,0 1 0 0 0,0 0 0 0 0,1-1 0 0 0,-1 1-1 0 0,1 0 1 0 0,0 0 0 0 0,0 0 0 0 0,-1 8 0 0 0,4-2-1 0 0,0 1 1 0 0,1-1-1 0 0,0 1 1 0 0,0-1 0 0 0,1 0-1 0 0,0 0 1 0 0,1-1-1 0 0,1 1 1 0 0,10 14 0 0 0,-12-18-61 0 0,0-1 0 0 0,0 1 0 0 0,0-1 0 0 0,1 0 0 0 0,0 0 0 0 0,0-1 0 0 0,0 0 0 0 0,0 0 0 0 0,1 0 0 0 0,0 0 0 0 0,-1-1 0 0 0,1 0 0 0 0,1 0 0 0 0,8 2 0 0 0,4 3-118 0 0,24 12-806 0 0,-5-11-259 0 0,-24-7 750 0 0,-7-1-224 0 0,1 1 0 0 0,-1-1 0 0 0,0-1 0 0 0,0 0 0 0 0,11 0 0 0 0,11-1-3540 0 0,-13-2 1267 0 0,15-11-5280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3.1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2144 0 0,'59'45'13744'0'0,"-19"-20"-10625"0"0,-26-5-2947 0 0,0 0 0 0 0,-1 1 0 0 0,11 23 0 0 0,-8-19-31 0 0,-15-24-136 0 0,0 0 1 0 0,-1-1-1 0 0,1 1 0 0 0,-1 0 0 0 0,1 0 0 0 0,-1 0 1 0 0,1 0-1 0 0,-1 0 0 0 0,0-1 0 0 0,1 1 1 0 0,-1 0-1 0 0,0 0 0 0 0,0 0 0 0 0,0 0 1 0 0,1 0-1 0 0,-1 0 0 0 0,0 0 0 0 0,0 0 1 0 0,-1 0-1 0 0,1 1 0 0 0,0 0-13 0 0,0 0 0 0 0,0 0 0 0 0,1-1 0 0 0,-1 1 0 0 0,0 0 0 0 0,1 0 0 0 0,0-1 0 0 0,-1 1 0 0 0,1 0 0 0 0,0-1 0 0 0,0 1 0 0 0,-1-1 0 0 0,1 1 0 0 0,1-1 0 0 0,-1 1 0 0 0,0-1 0 0 0,2 2 0 0 0,0 0 51 0 0,-4-1-7 0 0,0 2 78 0 0,3 21-158 0 0,-2-22 188 0 0,3-37 267 0 0,8-54 240 0 0,-10 78-597 0 0,1-1 1 0 0,0 1-1 0 0,6-18 1 0 0,-6 24-12 0 0,-1 0 1 0 0,0 0-1 0 0,0-1 1 0 0,0 1-1 0 0,0 0 1 0 0,-1-8-1 0 0,0 11-22 0 0,0-1-1 0 0,1 0 0 0 0,-1 0 1 0 0,0 1-1 0 0,1-1 1 0 0,-1 0-1 0 0,1 1 0 0 0,-1-1 1 0 0,1 1-1 0 0,0-1 1 0 0,0 0-1 0 0,-1 1 0 0 0,1 0 1 0 0,2-3-1 0 0,1-3 42 0 0,-3 5-54 0 0,-1 0-1 0 0,1 0 0 0 0,0 1 1 0 0,0-1-1 0 0,0 0 0 0 0,-1 1 0 0 0,2-1 1 0 0,-1 0-1 0 0,0 1 0 0 0,0 0 1 0 0,0-1-1 0 0,1 1 0 0 0,-1 0 1 0 0,1-1-1 0 0,-1 1 0 0 0,1 0 0 0 0,-1 0 1 0 0,1 0-1 0 0,0 0 0 0 0,-1 1 1 0 0,1-1-1 0 0,0 0 0 0 0,0 1 1 0 0,-1-1-1 0 0,1 1 0 0 0,0 0 0 0 0,2-1 1 0 0,4-1 22 0 0,-7 2-29 0 0,-1 0 1 0 0,1 0-1 0 0,-1 0 0 0 0,1 0 1 0 0,0-1-1 0 0,-1 1 1 0 0,1 0-1 0 0,0 0 0 0 0,-1 0 1 0 0,1 0-1 0 0,-1 0 0 0 0,1 0 1 0 0,0 1-1 0 0,-1-1 0 0 0,1 0 1 0 0,0 0-1 0 0,-1 0 0 0 0,1 1 1 0 0,-1-1-1 0 0,1 0 1 0 0,-1 0-1 0 0,1 1 0 0 0,0 0 1 0 0,23 33 2 0 0,61 130-286 0 0,-51-96-956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3.7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69 2528 0 0,'-2'-2'2879'0'0,"-1"-2"-1496"0"0,0 1 0 0 0,-1 0 0 0 0,1 0 1 0 0,-1 0-1 0 0,0 0 0 0 0,1 1 0 0 0,-8-4 0 0 0,8 5-980 0 0,-1 0 1 0 0,0 0-1 0 0,1 0 0 0 0,-1 0 1 0 0,0 1-1 0 0,-8 0 0 0 0,10 0-371 0 0,0 1 0 0 0,0 0 0 0 0,0 0-1 0 0,0 0 1 0 0,0 0 0 0 0,1 0-1 0 0,-1 1 1 0 0,0-1 0 0 0,0 0-1 0 0,1 1 1 0 0,-1-1 0 0 0,-1 3 0 0 0,0-1-13 0 0,1 1-10 0 0,0 0-1 0 0,-1 1 1 0 0,1-1-1 0 0,1 0 1 0 0,-1 1-1 0 0,-1 6 1 0 0,1-3 11 0 0,-1 25 146 0 0,3-29-144 0 0,-1-1 0 0 0,1 1 0 0 0,0-1 0 0 0,1 1 0 0 0,-1-1 0 0 0,0 0 0 0 0,1 1 0 0 0,0-1 0 0 0,0 0 0 0 0,0 1 0 0 0,0-1 0 0 0,1 0 0 0 0,-1 0 0 0 0,1 0 0 0 0,0 0 0 0 0,-1 0 0 0 0,1-1 0 0 0,1 1 0 0 0,-1 0 0 0 0,0-1 0 0 0,1 1 0 0 0,3 2 0 0 0,4-1 7 0 0,0 0 0 0 0,0 0-1 0 0,1-1 1 0 0,-1-1-1 0 0,1 0 1 0 0,0 0 0 0 0,0-1-1 0 0,-1 0 1 0 0,1-1-1 0 0,11-1 1 0 0,-20 1-22 0 0,0 0 0 0 0,-1 0 0 0 0,1 0 0 0 0,0 0 0 0 0,0 0 1 0 0,0-1-1 0 0,-1 1 0 0 0,1-1 0 0 0,0 1 0 0 0,-1-1 0 0 0,1 0 0 0 0,0 0 0 0 0,-1 0 0 0 0,1 0 0 0 0,-1 0 0 0 0,1 0 1 0 0,-1 0-1 0 0,2-2 0 0 0,-2 0 41 0 0,1 0-1 0 0,-1 0 1 0 0,0 0 0 0 0,0-1 0 0 0,0 1 0 0 0,0 0 0 0 0,0-1 0 0 0,-1 1 0 0 0,0-1-1 0 0,0-3 1 0 0,3-134 2267 0 0,-3 107-1680 0 0,-3 48-646 0 0,3-10-98 0 0,-1 0 0 0 0,1 0 0 0 0,0 1 0 0 0,0-1-1 0 0,0 0 1 0 0,0 0 0 0 0,1 0 0 0 0,0 0 0 0 0,0 0 0 0 0,0 0 0 0 0,0 0 0 0 0,0 0 0 0 0,1 0 0 0 0,0 0 0 0 0,0 0 0 0 0,0-1-1 0 0,0 1 1 0 0,1-1 0 0 0,-1 0 0 0 0,1 1 0 0 0,3 2 0 0 0,23 24-3430 0 0,2-1-1 0 0,64 47 1 0 0,-60-55 695 0 0,-35-21 2772 0 0,1 0-1 0 0,-1 0 1 0 0,1 0 0 0 0,0 0 0 0 0,-1 0-1 0 0,1 0 1 0 0,-1 0 0 0 0,1 0 0 0 0,-1 0-1 0 0,1 0 1 0 0,0 0 0 0 0,-1 0 0 0 0,1 0-1 0 0,-1-1 1 0 0,1 1 0 0 0,-1 0 0 0 0,1 0-1 0 0,-1-1 1 0 0,1 1 0 0 0,-1 0 0 0 0,1-1-1 0 0,-1 1 1 0 0,1-1 0 0 0,-1 1 0 0 0,3-3-297 0 0,53-28-5988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4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68 102 1440 0 0,'-17'-101'19103'0'0,"1"101"-17855"0"0,-2 33-800 0 0,18-16-160 0 0,-17 17-64 0 0,17-17-32 0 0,0 0-96 0 0,85 68 128 0 0,-68-85-64 0 0,-17 17 128 0 0,68 16-704 0 0,0 52 800 0 0,-68-68-480 0 0,17 16 256 0 0,-69 19-512 0 0,-134-19-23039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2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68 2720 0 0,'0'-14'5305'0'0,"0"-27"7864"0"0,0 29-11500 0 0,-4 12-1336 0 0,0-1-258 0 0,1 1 1 0 0,-1 0 0 0 0,1 0 0 0 0,-1 1 0 0 0,1-1-1 0 0,-1 1 1 0 0,-3 1 0 0 0,5 0-68 0 0,-1 1 1 0 0,1 0-1 0 0,1-1 0 0 0,-1 1 0 0 0,0 0 1 0 0,1 0-1 0 0,0 0 0 0 0,-2 6 1 0 0,0 0-9 0 0,0 1 1 0 0,1 0-1 0 0,1 0 1 0 0,0 1-1 0 0,0-1 1 0 0,1 0-1 0 0,0 0 1 0 0,1 1-1 0 0,0-1 1 0 0,0 0 0 0 0,1 0-1 0 0,5 15 1 0 0,2 3-107 0 0,2 0 1 0 0,18 35-1 0 0,-26-58 90 0 0,12 25-50 0 0,-10-26 79 0 0,1-3-8 0 0,5-5-31 0 0,17-24 37 0 0,-25 25-6 0 0,7-9 15 0 0,-1-2 0 0 0,-1 1 0 0 0,0-1 0 0 0,9-24 1 0 0,-7 16 86 0 0,-8 18-77 0 0,-1 1 0 0 0,0-1 0 0 0,0 0 0 0 0,0 0 0 0 0,-1 0 0 0 0,1 0 0 0 0,-1 1 0 0 0,0-1 0 0 0,0 0 0 0 0,-1-6 0 0 0,1-105 850 0 0,0 87-490 0 0,0 31-375 0 0,0 0 1 0 0,0-1-1 0 0,0 1 1 0 0,0 0 0 0 0,-1 0-1 0 0,1 0 1 0 0,-1 0-1 0 0,0 0 1 0 0,0-1-1 0 0,0 1 1 0 0,-2 3 0 0 0,1-2-4 0 0,1-1 1 0 0,-1 0 0 0 0,1 1 0 0 0,0-1 0 0 0,0 1 0 0 0,1-1 0 0 0,-1 1-1 0 0,1-1 1 0 0,-1 1 0 0 0,1-1 0 0 0,1 6 0 0 0,-1 4-30 0 0,0 0 0 0 0,1 1 0 0 0,1-1 0 0 0,1 0 0 0 0,5 20 1 0 0,-5-5-82 0 0,-4-26 84 0 0,1 0 1 0 0,0 0 0 0 0,0 0-1 0 0,0 0 1 0 0,0 0-1 0 0,1 0 1 0 0,-1 0-1 0 0,0 0 1 0 0,1 0 0 0 0,1 4-1 0 0,29 38-1058 0 0,-6-32-1968 0 0,32 11-8773 0 0,-50-22 9939 0 0,1 1 0 0 0,0-1 0 0 0,-1 0 0 0 0,16-1 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2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4 2976 0 0,'-24'-4'12561'0'0,"23"6"-12221"0"0,-47 40 7484 0 0,47-42-7773 0 0,0 1 1 0 0,0 0-1 0 0,0-1 1 0 0,1 1-1 0 0,-1-1 1 0 0,0 1-1 0 0,1 0 1 0 0,-1-1-1 0 0,0 1 1 0 0,1 0 0 0 0,-1 0-1 0 0,1 0 1 0 0,-1-1-1 0 0,1 1 1 0 0,-1 0-1 0 0,1 0 1 0 0,0 0-1 0 0,0 0 1 0 0,-1 0-1 0 0,1 0 1 0 0,0 0 0 0 0,0 0-1 0 0,0 0 1 0 0,0 0-1 0 0,0-1 1 0 0,0 1-1 0 0,0 2 1 0 0,14 3-405 0 0,-10-5 415 0 0,-1 0-79 0 0,0 0 0 0 0,-1 0 0 0 0,1 1 0 0 0,0-1 0 0 0,0 1 1 0 0,-1 0-1 0 0,1 0 0 0 0,-1 0 0 0 0,0 0 0 0 0,1 0 1 0 0,-1 0-1 0 0,2 4 0 0 0,-3-6 15 0 0,-1 1 0 0 0,0-1 0 0 0,1 1-1 0 0,-1-1 1 0 0,0 0 0 0 0,1 1 0 0 0,-1-1 0 0 0,1 0 0 0 0,-1 1 0 0 0,1-1-1 0 0,-1 0 1 0 0,1 1 0 0 0,-1-1 0 0 0,1 0 0 0 0,-1 0 0 0 0,1 0 0 0 0,-1 0 0 0 0,1 0-1 0 0,-1 1 1 0 0,1-1 0 0 0,-1 0 0 0 0,1 0 0 0 0,-1 0 0 0 0,1 0 0 0 0,-1 0-1 0 0,1-1 1 0 0,-1 1 0 0 0,1 0 0 0 0,0 0 0 0 0,0 0-1 0 0,-1 0-1 0 0,1-1 1 0 0,-1 1-1 0 0,1 0 1 0 0,0 0 0 0 0,-1 0-1 0 0,1 0 1 0 0,-1 1 0 0 0,1-1-1 0 0,-1 0 1 0 0,1 0-1 0 0,-1 0 1 0 0,1 0 0 0 0,-1 0-1 0 0,1 1 1 0 0,-1-1 0 0 0,1 0-1 0 0,-1 0 1 0 0,1 1-1 0 0,-1-1 1 0 0,1 0 0 0 0,-1 1-1 0 0,0-1 1 0 0,1 1 0 0 0,-1-1-1 0 0,0 0 1 0 0,1 1-1 0 0,-1 0 1 0 0,9 7-64 0 0,-9-8 63 0 0,7 2-68 0 0,0 1 1 0 0,-1 0-1 0 0,0 0 1 0 0,0 1 0 0 0,0 0-1 0 0,0 0 1 0 0,0 0-1 0 0,-1 1 1 0 0,0 0 0 0 0,0 0-1 0 0,0 0 1 0 0,-1 0-1 0 0,1 1 1 0 0,-1 0-1 0 0,3 6 1 0 0,2 4 156 0 0,-1 1 1 0 0,9 29-1 0 0,-17-46-85 0 0,7 28 279 0 0,-8-25-238 0 0,1-2-28 0 0,0 0 0 0 0,0-1 0 0 0,0 1 0 0 0,-1 0 1 0 0,1 0-1 0 0,0-1 0 0 0,0 1 0 0 0,-1 0 0 0 0,1-1 0 0 0,0 1 0 0 0,-1 0 1 0 0,1-1-1 0 0,-1 1 0 0 0,1-1 0 0 0,-1 1 0 0 0,1-1 0 0 0,-1 1 0 0 0,1-1 0 0 0,-1 1 1 0 0,1-1-1 0 0,-1 1 0 0 0,0-1 0 0 0,0 1 0 0 0,-9 7 483 0 0,4-3-416 0 0,5-2-56 0 0,-1-1-1 0 0,0 0 1 0 0,0 0 0 0 0,0 0 0 0 0,0-1 0 0 0,0 1 0 0 0,0 0-1 0 0,0-1 1 0 0,0 0 0 0 0,-1 1 0 0 0,1-1 0 0 0,-1 0 0 0 0,1 0-1 0 0,-1 0 1 0 0,1 0 0 0 0,-6 0 0 0 0,6-1 4 0 0,1 0 1 0 0,-1 1-1 0 0,0-1 1 0 0,0 0-1 0 0,1 1 1 0 0,-1-1-1 0 0,0 1 0 0 0,0-1 1 0 0,1 1-1 0 0,-1 0 1 0 0,1 0-1 0 0,-1 0 1 0 0,1 0-1 0 0,-1 0 1 0 0,1 0-1 0 0,-1 0 0 0 0,-1 2 1 0 0,3-2-33 0 0,-1-1 0 0 0,0 1 0 0 0,0-1 0 0 0,1 1 0 0 0,-1-1 0 0 0,0 0 0 0 0,0 1 1 0 0,0-1-1 0 0,0 0 0 0 0,0 0 0 0 0,1 0 0 0 0,-1 1 0 0 0,0-1 0 0 0,0 0 0 0 0,0 0 0 0 0,0 0 0 0 0,0 0 0 0 0,0-1 0 0 0,0 1 1 0 0,-1 0-1 0 0,-7-1-63 0 0,4 1-282 0 0,1 0 1 0 0,-1 0 0 0 0,1-1-1 0 0,0 1 1 0 0,-1-1 0 0 0,1 0-1 0 0,0 0 1 0 0,-1-1 0 0 0,1 1 0 0 0,0-1-1 0 0,0 0 1 0 0,-6-4 0 0 0,-6-7-4893 0 0,1-1-1 0 0,0-1 1 0 0,-21-28 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3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1 105 3360 0 0,'14'101'18645'0'0,"-13"-92"-17205"0"0,6 25 885 0 0,35 67-2250 0 0,-42-100-76 0 0,0-1 1 0 0,0 0-1 0 0,0 1 1 0 0,0-1-1 0 0,0 0 1 0 0,0 1-1 0 0,0-1 1 0 0,0 0-1 0 0,0 1 1 0 0,1-1-1 0 0,-1 0 1 0 0,0 1-1 0 0,0-1 1 0 0,0 0-1 0 0,0 0 1 0 0,0 1-1 0 0,0-1 1 0 0,1 0-1 0 0,-1 0 1 0 0,0 1-1 0 0,0-1 1 0 0,1 0-1 0 0,-1 0 1 0 0,0 1-1 0 0,0-1 1 0 0,1 0-1 0 0,-1 0 1 0 0,0 0-1 0 0,0 0 1 0 0,1 1-1 0 0,-1-1 1 0 0,0 0-1 0 0,1 0 1 0 0,-1 0-1 0 0,0 0 1 0 0,0 0-1 0 0,1 0 1 0 0,-1 0-1 0 0,0 0 1 0 0,1 0-1 0 0,-1 0 1 0 0,1 0-1 0 0,1 0 7 0 0,0 0 0 0 0,1-1 0 0 0,-1 1 0 0 0,0-1 0 0 0,0 1 0 0 0,0-1 0 0 0,1 0 0 0 0,-1 0 0 0 0,0 0 0 0 0,0 0 0 0 0,0 0 0 0 0,0 0 0 0 0,0 0 0 0 0,-1-1 0 0 0,1 1 0 0 0,2-3 0 0 0,86-95 207 0 0,-89 99-214 0 0,-1-1 1 0 0,1 1-1 0 0,-1 0 1 0 0,1-1 0 0 0,-1 1-1 0 0,1-1 1 0 0,-1 1-1 0 0,1 0 1 0 0,0 0-1 0 0,-1-1 1 0 0,1 1-1 0 0,-1 0 1 0 0,1 0-1 0 0,0 0 1 0 0,-1 0 0 0 0,1-1-1 0 0,0 1 1 0 0,-1 0-1 0 0,1 0 1 0 0,0 1-1 0 0,6-2-16 0 0,-1-3 43 0 0,15-7-28 0 0,-20 11-1 0 0,0 0-1 0 0,0-1 0 0 0,-1 1 1 0 0,1 0-1 0 0,0 0 1 0 0,0 0-1 0 0,0 0 1 0 0,-1-1-1 0 0,1 1 1 0 0,0 0-1 0 0,0 0 1 0 0,0 1-1 0 0,-1-1 1 0 0,1 0-1 0 0,0 0 1 0 0,0 0-1 0 0,0 0 1 0 0,-1 1-1 0 0,1-1 1 0 0,0 0-1 0 0,-1 1 1 0 0,1-1-1 0 0,0 1 1 0 0,1 0-1 0 0,9 19 10 0 0,46 39 340 0 0,-56-58-344 0 0,0 1-1 0 0,1-1 1 0 0,-1 1 0 0 0,1-1-1 0 0,-1 0 1 0 0,1 0 0 0 0,0 0-1 0 0,-1 0 1 0 0,1 0-1 0 0,0 0 1 0 0,0-1 0 0 0,4 2-1 0 0,-1 0-6 0 0,-3-1 12 0 0,0-1 0 0 0,0 1 0 0 0,0 0-1 0 0,0-1 1 0 0,0 1 0 0 0,0-1 0 0 0,0 1 0 0 0,1-1 0 0 0,-1 0-1 0 0,0 0 1 0 0,0 0 0 0 0,0 0 0 0 0,0-1 0 0 0,2 0-1 0 0,3 1 20 0 0,5-17 172 0 0,-2 1-36 0 0,0 0 1 0 0,-1 0 0 0 0,6-18-1 0 0,-12 25-140 0 0,0 0-1 0 0,-1 0 0 0 0,-1 0 1 0 0,0-1-1 0 0,0 1 0 0 0,0-12 0 0 0,-1 17-27 0 0,0 1 0 0 0,0-1 0 0 0,0 1 0 0 0,0-1 0 0 0,-1 1 0 0 0,0-1 0 0 0,1 1 0 0 0,-1-1 0 0 0,0 1 0 0 0,-1 0 0 0 0,-2-7 0 0 0,3 8 0 0 0,0 0-1 0 0,0 0 1 0 0,0 0 0 0 0,0 0-1 0 0,1-1 1 0 0,-1 1 0 0 0,1 0-1 0 0,-1 0 1 0 0,1 0 0 0 0,0-1-1 0 0,0 1 1 0 0,0-3 0 0 0,0 3 7 0 0,-1 0 1 0 0,1 0-1 0 0,0 0 1 0 0,-1 0-1 0 0,1 0 1 0 0,-1 0-1 0 0,1 0 1 0 0,-1 1-1 0 0,0-1 1 0 0,0 0-1 0 0,-2-3 1 0 0,2 4-6 0 0,0-1 0 0 0,0 0-1 0 0,0 1 1 0 0,1-1 0 0 0,-1 0 0 0 0,0 0 0 0 0,1 0 0 0 0,-1 0-1 0 0,1 0 1 0 0,-1 0 0 0 0,1-3 0 0 0,-2-15-1207 0 0,-1 29-1088 0 0,-5 36-3438 0 0,7-39 4504 0 0,0-5 814 0 0,1 1-1 0 0,0-1 0 0 0,-1 1 1 0 0,1-1-1 0 0,0 1 0 0 0,0-1 1 0 0,0 1-1 0 0,0-1 0 0 0,0 1 1 0 0,0 0-1 0 0,0-1 1 0 0,0 1-1 0 0,1-1 0 0 0,-1 1 1 0 0,1-1-1 0 0,-1 1 0 0 0,1-1 1 0 0,1 3-1 0 0,26 26-8481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3.7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33 126 1216 0 0,'0'25'9908'0'0,"0"-19"-9923"0"0,0-3 730 0 0,0-3-568 0 0,1 0 1 0 0,0-1 0 0 0,0 1 0 0 0,-1 0 0 0 0,1 0-1 0 0,0 0 1 0 0,0 0 0 0 0,-1 0 0 0 0,1 0 0 0 0,0 0-1 0 0,0 0 1 0 0,0 1 0 0 0,-1-1 0 0 0,1 0 0 0 0,0 0 0 0 0,-1 1-1 0 0,1-1 1 0 0,0 0 0 0 0,0 1 0 0 0,0 0 0 0 0,-1-1-110 0 0,0 1 1 0 0,0 0 0 0 0,0-1-1 0 0,0 1 1 0 0,0-1 0 0 0,0 1 0 0 0,0-1-1 0 0,0 1 1 0 0,0-1 0 0 0,1 1 0 0 0,-1-1-1 0 0,0 1 1 0 0,0-1 0 0 0,0 1-1 0 0,1-1 1 0 0,-1 1 0 0 0,0-1 0 0 0,1 1-1 0 0,-1-1 1 0 0,0 1 0 0 0,1-1 0 0 0,-1 0-1 0 0,0 1 1 0 0,1-1 0 0 0,-1 0 0 0 0,1 1-1 0 0,-1-1 1 0 0,1 0 0 0 0,-1 0-1 0 0,1 1 1 0 0,-1-1 0 0 0,1 0 0 0 0,-1 0-1 0 0,1 0 1 0 0,-1 0 0 0 0,1 1 0 0 0,-1-1-1 0 0,1 0 1 0 0,-1 0 0 0 0,1 0-1 0 0,0 0 1 0 0,2 0 516 0 0,6 0 282 0 0,36 0 1979 0 0,-38-3-2363 0 0,6-17 283 0 0,-3-3 216 0 0,14-45 0 0 0,-24 67-923 0 0,1 0 0 0 0,-1 0 0 0 0,1 0 1 0 0,-1 0-1 0 0,0 0 0 0 0,1 0 0 0 0,-1 0 0 0 0,0 0 0 0 0,0 0 0 0 0,0 0 0 0 0,1 0 0 0 0,-1 0 0 0 0,-1 0 0 0 0,1 0 0 0 0,0 0 0 0 0,0 0 0 0 0,0 0 0 0 0,0 0 0 0 0,-1 0 0 0 0,1 0 0 0 0,0 0 1 0 0,-1 0-1 0 0,1 0 0 0 0,-1 0 0 0 0,1 0 0 0 0,-1 0 0 0 0,-1-1 0 0 0,-1-5 144 0 0,-17-2 179 0 0,15 6-280 0 0,1 1-1 0 0,-1-1 1 0 0,0 1 0 0 0,-1 0-1 0 0,1 1 1 0 0,0-1 0 0 0,-1 1 0 0 0,1 0-1 0 0,0 0 1 0 0,-1 1 0 0 0,1-1-1 0 0,-1 1 1 0 0,1 0 0 0 0,-1 1-1 0 0,1 0 1 0 0,-1-1 0 0 0,-5 3 0 0 0,8-2-66 0 0,1-1-1 0 0,-1 1 1 0 0,1 0 0 0 0,0-1 0 0 0,-1 1 0 0 0,1 0 0 0 0,0 1 0 0 0,0-1 0 0 0,0 0 0 0 0,0 1 0 0 0,0-1 0 0 0,0 1 0 0 0,0-1 0 0 0,0 1 0 0 0,0 0 0 0 0,1 0 0 0 0,-1 0 0 0 0,1 0 0 0 0,-1 0 0 0 0,1 0 0 0 0,-2 4 0 0 0,3-4-9 0 0,-1 0-4 0 0,1 1 1 0 0,0 0 0 0 0,-1-1 0 0 0,1 1 0 0 0,0 0 0 0 0,1 0 0 0 0,-1-1 0 0 0,0 1 0 0 0,1 0 0 0 0,0 0-1 0 0,-1-1 1 0 0,1 1 0 0 0,2 4 0 0 0,37 112-308 0 0,-39-116 296 0 0,0 0 0 0 0,1 1 0 0 0,0-1 1 0 0,-1 0-1 0 0,1 0 0 0 0,0 0 0 0 0,1 0 1 0 0,-1 0-1 0 0,0 0 0 0 0,1 0 0 0 0,0-1 1 0 0,0 1-1 0 0,0-1 0 0 0,3 2 0 0 0,14 13-270 0 0,-12-12 171 0 0,-1 0 1 0 0,1-1-1 0 0,0 0 1 0 0,0 0 0 0 0,0 0-1 0 0,0-1 1 0 0,1 0-1 0 0,14 2 1 0 0,3 3-473 0 0,-20-6 382 0 0,0-1 0 0 0,0 0 0 0 0,0 0 0 0 0,-1 0 0 0 0,1-1 0 0 0,0 0 0 0 0,0 0 0 0 0,8-2 0 0 0,16 1-1130 0 0,31 1-2749 0 0,-44-9 577 0 0,40-25-6608 0 0,-43 26 7008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4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1 102 1600 0 0,'0'-85'19599'0'0,"0"68"-14932"0"0,0 147-2491 0 0,3-105-2075 0 0,19 46 54 0 0,-17-53-127 0 0,9 32-399 0 0,1-1 1 0 0,25 51 0 0 0,-27-74-565 0 0,1-1 0 0 0,2-1 0 0 0,0 0 0 0 0,1-1 0 0 0,23 22 0 0 0,-38-43 705 0 0,1 1 1 0 0,0 0 0 0 0,0-1-1 0 0,0 0 1 0 0,0 1 0 0 0,0-1-1 0 0,6 2 1 0 0,-9-4 182 0 0,1 1 1 0 0,0-1 0 0 0,0 0-1 0 0,0 0 1 0 0,-1 0 0 0 0,1 1-1 0 0,0-1 1 0 0,0 0 0 0 0,0 0-1 0 0,0 0 1 0 0,-1 0 0 0 0,1 0-1 0 0,0-1 1 0 0,0 1-1 0 0,0 0 1 0 0,-1 0 0 0 0,1 0-1 0 0,0-1 1 0 0,1 0 0 0 0,-1 1-22 0 0,0-1-1 0 0,-1 0 1 0 0,1 1 0 0 0,0-1 0 0 0,0 0 0 0 0,-1 0-1 0 0,1 0 1 0 0,-1 0 0 0 0,1 0 0 0 0,-1 0 0 0 0,1 0 0 0 0,-1 0-1 0 0,1 0 1 0 0,-1 0 0 0 0,0 0 0 0 0,1 0 0 0 0,-1-1-1 0 0,14-4-1765 0 0,-8-22-1574 0 0,-1 22 2651 0 0,-4 5 552 0 0,0 0 0 0 0,0 0 0 0 0,0 0 0 0 0,-1 0 0 0 0,1 0 0 0 0,0-1 0 0 0,0 1 1 0 0,-1 0-1 0 0,1-1 0 0 0,-1 1 0 0 0,1 0 0 0 0,-1-1 0 0 0,0 1 0 0 0,1-1 0 0 0,-1 1 1 0 0,0-1-1 0 0,0 1 0 0 0,0-1 0 0 0,0 1 0 0 0,0-1 0 0 0,0 1 0 0 0,-1 0 0 0 0,1-3 0 0 0,0 2-38 0 0,0 1 0 0 0,0-1 0 0 0,1 0-1 0 0,-1 1 1 0 0,1-1 0 0 0,-1 0 0 0 0,1 1-1 0 0,0-1 1 0 0,-1 1 0 0 0,1-1-1 0 0,1-1 1 0 0,-1 1 41 0 0,1 1 0 0 0,-1-1 0 0 0,0 0 0 0 0,-1 0 0 0 0,1 0 0 0 0,0 0 0 0 0,0 0 0 0 0,-1 0 0 0 0,1 0 0 0 0,-1 0 0 0 0,0-4 0 0 0,0-11-385 0 0,0 0-181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4.4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35 199 800 0 0,'-1'-13'1857'0'0,"-1"0"0"0"0,0-1 0 0 0,-5-15 0 0 0,-1-6 864 0 0,4 17-775 0 0,1 7-327 0 0,1 1 1 0 0,0 0-1 0 0,0 0 0 0 0,1-16 0 0 0,4 17-202 0 0,6 17 1166 0 0,5 17-1335 0 0,19 45 0 0 0,97 257 901 0 0,-105-248-1751 0 0,-21-51-291 0 0,1-11-41 0 0,-1-8-78 0 0,0-1 1 0 0,0 0-1 0 0,-1 1 1 0 0,0 0-1 0 0,-1 0 0 0 0,0 0 1 0 0,2 17-1 0 0,-2-8-18 0 0,1 10 1 0 0,-3-27 12 0 0,0 1-1 0 0,0 0 0 0 0,0-1 1 0 0,0 1-1 0 0,0 0 0 0 0,1-1 1 0 0,-1 1-1 0 0,1 0 0 0 0,-1-1 1 0 0,1 1-1 0 0,-1-1 0 0 0,1 1 1 0 0,0-1-1 0 0,0 1 0 0 0,0-1 1 0 0,-1 0-1 0 0,1 1 0 0 0,1-1 1 0 0,-1 0-1 0 0,2 2 0 0 0,-2-2-8 0 0,0 0 0 0 0,-1 0 0 0 0,1-1 0 0 0,-1 1 0 0 0,1 0-1 0 0,-1 0 1 0 0,1 0 0 0 0,-1 0 0 0 0,1-1 0 0 0,-1 1-1 0 0,0 0 1 0 0,0 0 0 0 0,1 0 0 0 0,-1 0 0 0 0,0 0 0 0 0,0 0-1 0 0,0 0 1 0 0,0 0 0 0 0,0 0 0 0 0,0 0 0 0 0,0 0 0 0 0,0 0-1 0 0,-1 0 1 0 0,1 2 0 0 0,-1-3 15 0 0,1 0-1 0 0,0 1 1 0 0,0-1 0 0 0,0 0-1 0 0,0 1 1 0 0,-1-1 0 0 0,1 1-1 0 0,0-1 1 0 0,0 0 0 0 0,0 1-1 0 0,0-1 1 0 0,0 0 0 0 0,0 1-1 0 0,0-1 1 0 0,0 1 0 0 0,0-1-1 0 0,0 0 1 0 0,0 1 0 0 0,0-1-1 0 0,1 1 1 0 0,-1-1 0 0 0,0 0 0 0 0,0 1-1 0 0,0-1 1 0 0,0 0 0 0 0,1 1-1 0 0,-1-1 1 0 0,0 0 0 0 0,0 1-1 0 0,1-1 1 0 0,-1 0 0 0 0,0 0-1 0 0,1 1 1 0 0,-1-1 0 0 0,0 0-1 0 0,0 0 1 0 0,1 0 0 0 0,-1 1-1 0 0,1-1 1 0 0,-1 0 0 0 0,0 0-1 0 0,1 0 1 0 0,-1 0 0 0 0,0 0-1 0 0,1 0 1 0 0,-1 1 0 0 0,1-1-1 0 0,-1 0 1 0 0,0 0 0 0 0,1 0-1 0 0,-1-1 1 0 0,1 1 0 0 0,-1 0-1 0 0,0 0 1 0 0,1 0 0 0 0,-1 0-1 0 0,0 0 1 0 0,1 0 0 0 0,2 0-571 0 0,14-9-4260 0 0,-9-5 465 0 0,2-3-2115 0 0,5-11-5577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3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32 2560 0 0,'0'-15'6933'0'0,"0"14"-6805"0"0,1 0 1 0 0,-1 0-1 0 0,0 1 0 0 0,0-1 0 0 0,0 0 1 0 0,0 0-1 0 0,0 1 0 0 0,0-1 0 0 0,0 0 1 0 0,0 0-1 0 0,0 0 0 0 0,-1 1 0 0 0,1-1 1 0 0,0 0-1 0 0,0 1 0 0 0,-1-1 1 0 0,1 0-1 0 0,0 1 0 0 0,-1-2 0 0 0,0 3 179 0 0,1 0-1 0 0,0 1 1 0 0,0-1-1 0 0,0 1 0 0 0,0-1 1 0 0,0 1-1 0 0,0-1 1 0 0,0 0-1 0 0,0 1 1 0 0,1-1-1 0 0,-1 0 0 0 0,1 1 1 0 0,-1-1-1 0 0,1 0 1 0 0,-1 1-1 0 0,3 1 1 0 0,15 42-247 0 0,-12-30 542 0 0,31 83 502 0 0,-8-42-917 0 0,-20-17-126 0 0,-5-22 119 0 0,1 0 1 0 0,12 30-1 0 0,11 22 124 0 0,88 205-709 0 0,-44-141 256 0 0,-46-90 378 0 0,-21-35-150 0 0,-4-7-77 0 0,0 1-1 0 0,0-1 1 0 0,0 1-1 0 0,0 0 1 0 0,-1-1-1 0 0,1 1 1 0 0,0 0-1 0 0,-1-1 1 0 0,1 1 0 0 0,0 3-1 0 0,-1-4 79 0 0,0 0-1 0 0,1 0 1 0 0,-1 0-1 0 0,1 0 1 0 0,-1 0 0 0 0,1 0-1 0 0,-1 0 1 0 0,1 0-1 0 0,0 0 1 0 0,0 0-1 0 0,-1-1 1 0 0,1 1 0 0 0,0 0-1 0 0,0 0 1 0 0,0-1-1 0 0,0 1 1 0 0,0-1-1 0 0,0 1 1 0 0,0-1 0 0 0,0 1-1 0 0,0-1 1 0 0,0 0-1 0 0,0 1 1 0 0,0-1-1 0 0,0 0 1 0 0,0 0 0 0 0,0 0-1 0 0,0 0 1 0 0,1 0-1 0 0,-1 0 1 0 0,0 0 0 0 0,0 0-1 0 0,0 0 1 0 0,0 0-1 0 0,0-1 1 0 0,0 1-1 0 0,2-1 1 0 0,-2 0-51 0 0,0 0 0 0 0,0 0 0 0 0,0-1-1 0 0,0 1 1 0 0,0 0 0 0 0,0-1 0 0 0,0 1 0 0 0,0-1 0 0 0,-1 1 0 0 0,1-1 0 0 0,0 1-1 0 0,0-3 1 0 0,0-27 608 0 0,-1 11-385 0 0,13-148 612 0 0,-9 118-665 0 0,-4-76 0 0 0,-1 73-218 0 0,1-243-285 0 0,0 293 240 0 0,0 0 0 0 0,0 1 0 0 0,0-1 0 0 0,1 0 1 0 0,-1 1-1 0 0,1-1 0 0 0,0 0 0 0 0,0 1 0 0 0,0-1 1 0 0,2-3-1 0 0,-2 4-41 0 0,0 0 0 0 0,0 0 0 0 0,0 0 0 0 0,0-1 0 0 0,0 1 0 0 0,-1 0 0 0 0,1-1 0 0 0,-1 1 0 0 0,0 0 1 0 0,1-4-1 0 0,-1 5-98 0 0,0 1 0 0 0,0-1 1 0 0,0 1-1 0 0,0-1 0 0 0,1 0 1 0 0,-1 1-1 0 0,0-1 1 0 0,0 0-1 0 0,1 1 0 0 0,-1-1 1 0 0,1 1-1 0 0,-1-1 0 0 0,0 1 1 0 0,1-1-1 0 0,-1 1 0 0 0,1-1 1 0 0,-1 1-1 0 0,1-1 0 0 0,-1 1 1 0 0,1 0-1 0 0,0-1 1 0 0,-1 1-1 0 0,1 0 0 0 0,-1 0 1 0 0,1-1-1 0 0,0 1 0 0 0,0 0 1 0 0,5 24-10001 0 0,5-16 7414 0 0,-8 18-1814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3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0 3008 0 0,'0'0'6714'0'0,"-19"0"-1722"0"0,16 1-4798 0 0,0 0-1 0 0,0 0 0 0 0,1 0 1 0 0,-1 0-1 0 0,0 0 1 0 0,0 1-1 0 0,0-1 0 0 0,1 1 1 0 0,-1 0-1 0 0,1 0 1 0 0,-1 0-1 0 0,1 0 0 0 0,-4 5 1 0 0,-21 25 530 0 0,26-31-695 0 0,-20 34 131 0 0,20-34-143 0 0,0 1 0 0 0,1-1 0 0 0,-1 1-1 0 0,1 0 1 0 0,-1-1 0 0 0,1 1-1 0 0,0 0 1 0 0,-1-1 0 0 0,1 1-1 0 0,0 0 1 0 0,0 0 0 0 0,0-1-1 0 0,0 1 1 0 0,1 0 0 0 0,0 2 0 0 0,-1 1 41 0 0,0-2-66 0 0,1-1 0 0 0,-1 0-1 0 0,1 0 1 0 0,-1 0 0 0 0,1 0 0 0 0,0 0 0 0 0,0 0 0 0 0,0-1 0 0 0,0 1 0 0 0,0 0-1 0 0,0 0 1 0 0,0-1 0 0 0,0 1 0 0 0,1 0 0 0 0,-1-1 0 0 0,1 1 0 0 0,1 1-1 0 0,28 17 98 0 0,-25-16-53 0 0,-6-4-35 0 0,35 26 86 0 0,-27-17-31 0 0,21-4-189 0 0,-14 7-20 0 0,-13-10 161 0 0,-1-1-1 0 0,0 1 1 0 0,1-1-1 0 0,-1 0 1 0 0,1 1-1 0 0,0-1 1 0 0,-1 0-1 0 0,1 0 1 0 0,0 0-1 0 0,0-1 1 0 0,-1 1-1 0 0,1 0 1 0 0,0-1-1 0 0,0 1 1 0 0,0-1-1 0 0,0 1 0 0 0,0-1 1 0 0,3 0-1 0 0,1 1-55 0 0,0 0-1 0 0,0 1 0 0 0,-1 0 1 0 0,1 0-1 0 0,0 0 1 0 0,-1 0-1 0 0,1 1 0 0 0,7 4 1 0 0,-1 0 11 0 0,4 0-187 0 0,-11-2 247 0 0,-1 2-4 0 0,-4-6-13 0 0,1 0 0 0 0,0 0 0 0 0,0 0 0 0 0,-1 0 0 0 0,1 0 0 0 0,0 0-1 0 0,0 0 1 0 0,0 0 0 0 0,0 0 0 0 0,0-1 0 0 0,1 1 0 0 0,-1 0-1 0 0,2 0 1 0 0,-2 0-13 0 0,-1-1 0 0 0,1 0 1 0 0,0 1-1 0 0,0-1 0 0 0,-1 0 0 0 0,1 1 0 0 0,0-1 0 0 0,0 1 0 0 0,-1-1 0 0 0,1 1 0 0 0,-1 0 0 0 0,1-1 0 0 0,-1 1 0 0 0,1 0 0 0 0,-1-1 1 0 0,1 1-1 0 0,-1 0 0 0 0,1-1 0 0 0,-1 1 0 0 0,0 0 0 0 0,1 0 0 0 0,-1-1 0 0 0,0 1 0 0 0,0 0 0 0 0,0 0 0 0 0,1 0 0 0 0,-1 1 0 0 0,-1 5 52 0 0,1-6-26 0 0,0 1 1 0 0,0 0-1 0 0,0-1 0 0 0,0 1 1 0 0,0 0-1 0 0,0-1 1 0 0,0 1-1 0 0,1 0 1 0 0,-1-1-1 0 0,1 1 0 0 0,0 2 1 0 0,0-3-22 0 0,-1-1 1 0 0,1 1 0 0 0,-1-1-1 0 0,1 0 1 0 0,-1 1 0 0 0,1 0-1 0 0,-1-1 1 0 0,1 1-1 0 0,-1-1 1 0 0,0 1 0 0 0,1-1-1 0 0,-1 1 1 0 0,0 0-1 0 0,0-1 1 0 0,0 1 0 0 0,1 0-1 0 0,-1-1 1 0 0,0 1 0 0 0,0 0-1 0 0,0-1 1 0 0,0 1-1 0 0,0 0 1 0 0,0-1 0 0 0,0 1-1 0 0,0 0 1 0 0,0-1 0 0 0,-1 1-1 0 0,1 0 1 0 0,0-1-1 0 0,0 1 1 0 0,0 0 0 0 0,-1-1-1 0 0,1 1 1 0 0,-1 0-1 0 0,-3 9-3 0 0,4-8 21 0 0,-1 0 0 0 0,1 0 0 0 0,-1-1-1 0 0,0 1 1 0 0,0 0 0 0 0,0-1 0 0 0,1 1 0 0 0,-2 0-1 0 0,1-1 1 0 0,0 1 0 0 0,0-1 0 0 0,0 0-1 0 0,-1 1 1 0 0,1-1 0 0 0,-1 0 0 0 0,-2 2-1 0 0,-5 4 53 0 0,-31 22-340 0 0,39-28 280 0 0,0-1-1 0 0,-1 1 0 0 0,1-1 0 0 0,0 1 0 0 0,0-1 0 0 0,-1 0 0 0 0,1 1 0 0 0,0-1 1 0 0,0 0-1 0 0,-1 0 0 0 0,1 0 0 0 0,0 0 0 0 0,-1 0 0 0 0,1 0 0 0 0,-2-1 1 0 0,-20 3 27 0 0,15 3-211 0 0,-13 2-52 0 0,-6-5-2328 0 0,-45-2-8494 0 0,40 0 6751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00.5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2368 0 0,'0'0'2192'0'0,"19"0"266"0"0,-14 0-2090 0 0,0 0 0 0 0,0 0 0 0 0,0 1 0 0 0,0-1 0 0 0,0 1 0 0 0,0 0 0 0 0,0 1 0 0 0,-1-1 0 0 0,1 1 0 0 0,7 3 0 0 0,-5-3-299 0 0,-1 0 1 0 0,1-1-1 0 0,0 0 0 0 0,0-1 0 0 0,-1 1 0 0 0,1-1 0 0 0,0 0 0 0 0,10-2 0 0 0,8 0-13 0 0,74 2-184 0 0,-76 1-107 0 0,-15 0-49 0 0,1 0 1 0 0,0-1-1 0 0,-1 0 1 0 0,1-1 0 0 0,-1 0-1 0 0,13-3 1 0 0,-10 1-904 0 0,0 0 0 0 0,0 1 0 0 0,0 0-1 0 0,20-1 1 0 0,-30 3 1105 0 0,0 0 0 0 0,0-1 0 0 0,0 1 0 0 0,0-1 0 0 0,0 1 0 0 0,0-1 0 0 0,0 1 1 0 0,-1-1-1 0 0,1 0 0 0 0,0 1 0 0 0,0-1 0 0 0,0 0 0 0 0,-1 0 0 0 0,1 1 0 0 0,0-1 0 0 0,-1 0 0 0 0,1 0 0 0 0,0-2 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00.7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2016 0 0,'0'0'3781'0'0,"0"1"-3643"0"0,0-1-1 0 0,0 1 1 0 0,0 0 0 0 0,0 0-1 0 0,0-1 1 0 0,0 1-1 0 0,0 0 1 0 0,0 0 0 0 0,0-1-1 0 0,0 1 1 0 0,0 0-1 0 0,0 0 1 0 0,0-1-1 0 0,1 1 1 0 0,-1 0 0 0 0,0-1-1 0 0,1 1 1 0 0,-1 0-1 0 0,1 1 1 0 0,20-3 1697 0 0,-10 0-1580 0 0,0 1 0 0 0,0 0 0 0 0,0 1-1 0 0,12 2 1 0 0,-2 2-15 0 0,-6-2-71 0 0,-1-1 1 0 0,0 0-1 0 0,29 0 1 0 0,-6-2-101 0 0,-2 1-282 0 0,58-5-1 0 0,-65-1-411 0 0,-16 2-10 0 0,0 1-1 0 0,0 0 1 0 0,0 1-1 0 0,15 1 1 0 0,3-3-2858 0 0,1-10-1398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6.8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16 3264 0 0,'0'0'7157'0'0,"0"-1"-6943"0"0,1 1 0 0 0,-1-1 0 0 0,0 0-1 0 0,0 0 1 0 0,0 0 0 0 0,0 1 0 0 0,0-1 0 0 0,0 0 0 0 0,0 0 0 0 0,0 1-1 0 0,0-1 1 0 0,-1 0 0 0 0,1 0 0 0 0,0 1 0 0 0,0-1 0 0 0,-1 0 0 0 0,1 1 0 0 0,0-1-1 0 0,-4 1 1228 0 0,4 0-1390 0 0,0 0 0 0 0,0 0 0 0 0,0 0 0 0 0,-1 0 0 0 0,1 0 0 0 0,0 1 0 0 0,0-1 1 0 0,0 0-1 0 0,0 0 0 0 0,0 0 0 0 0,0 0 0 0 0,0 0 0 0 0,0 0 0 0 0,0 1 0 0 0,0-1 0 0 0,0 0 0 0 0,0 0 1 0 0,0 0-1 0 0,1 0 0 0 0,-1 0 0 0 0,0 1 0 0 0,0-1 204 0 0,0 0-203 0 0,8 14 1834 0 0,20 22 25 0 0,-11-14-1667 0 0,9 20 276 0 0,15 20 16 0 0,-26-38-284 0 0,-2 0-1 0 0,18 39 1 0 0,-11-19 33 0 0,21 27-13 0 0,-34-51-186 0 0,-5-15-68 0 0,0 1 1 0 0,0-1-1 0 0,1 1 1 0 0,0-1 0 0 0,-1 0-1 0 0,2 0 1 0 0,5 8-1 0 0,-9-13-16 0 0,1 0 0 0 0,-1 0 0 0 0,0 0 0 0 0,0 0 0 0 0,1 0 0 0 0,-1 0 0 0 0,0 0 0 0 0,0 0 0 0 0,0 0 0 0 0,1 1 0 0 0,-1-1 0 0 0,0 0 0 0 0,0 0 0 0 0,0 0 0 0 0,0 0 0 0 0,1 0 0 0 0,-1 1 0 0 0,0-1 0 0 0,0 0 0 0 0,0 0 0 0 0,0 0 0 0 0,0 1 0 0 0,0-1 0 0 0,1 0 0 0 0,-1 0 0 0 0,0 0 0 0 0,0 1 0 0 0,0-1 0 0 0,0 0 0 0 0,0 0 0 0 0,0 0 0 0 0,0 1 0 0 0,0-1 0 0 0,0 0 0 0 0,0 0 0 0 0,0 1 0 0 0,0-1 0 0 0,0 0 0 0 0,0 0 0 0 0,0 0 0 0 0,0 1 0 0 0,0-1 0 0 0,-1 0 0 0 0,1 0 0 0 0,0 0 0 0 0,0 1 0 0 0,0-1 0 0 0,0 0 0 0 0,0 0 0 0 0,-2 6-10 0 0,19 14-9 0 0,-15-18 44 0 0,-1 0-1 0 0,1-1 1 0 0,0 1 0 0 0,0-1-1 0 0,1 0 1 0 0,-1 0 0 0 0,0 1-1 0 0,0-1 1 0 0,1-1 0 0 0,-1 1-1 0 0,0 0 1 0 0,1 0 0 0 0,-1-1-1 0 0,1 0 1 0 0,-1 1 0 0 0,1-1-1 0 0,-1 0 1 0 0,3 0 0 0 0,-2 0 159 0 0,-3-9 20 0 0,-1 4-161 0 0,0-1-1 0 0,1 1 0 0 0,0-1 0 0 0,0 1 1 0 0,1-1-1 0 0,0 1 0 0 0,2-10 0 0 0,-1 11-37 0 0,0 1-1 0 0,0-1 1 0 0,-1 0-1 0 0,1 0 1 0 0,-1 0-1 0 0,0 0 1 0 0,0-1-1 0 0,0 1 1 0 0,-1 0-1 0 0,1 0 1 0 0,-1-8-1 0 0,0-64 113 0 0,-1 51-172 0 0,1-74-139 0 0,0-49-645 0 0,0 89-1931 0 0,0 56 1685 0 0,45 38-17983 0 0,-43-22 17541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7.4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49 225 1504 0 0,'0'0'4325'0'0,"2"0"-3221"0"0,0 0-778 0 0,0 0 0 0 0,0 1 0 0 0,-1-1 0 0 0,1 1 0 0 0,0-1 0 0 0,0 1 0 0 0,-1 0 0 0 0,1 0 0 0 0,-1 0 0 0 0,1 0 1 0 0,-1 0-1 0 0,1 0 0 0 0,-1 0 0 0 0,3 2 0 0 0,-2 0 746 0 0,1-3-836 0 0,-1 0 0 0 0,1 0 1 0 0,-1 0-1 0 0,0 0 1 0 0,1 0-1 0 0,-1 0 1 0 0,1-1-1 0 0,-1 1 1 0 0,0-1-1 0 0,1 0 0 0 0,-1 0 1 0 0,0 0-1 0 0,1 0 1 0 0,-1 0-1 0 0,0 0 1 0 0,0 0-1 0 0,3-4 0 0 0,7 3 440 0 0,-11 2-668 0 0,-1 0-1 0 0,0 0 1 0 0,0 0 0 0 0,0 0-1 0 0,1 0 1 0 0,-1 0-1 0 0,0 0 1 0 0,0 0 0 0 0,0 1-1 0 0,1-1 1 0 0,-1 0-1 0 0,0 0 1 0 0,0 0-1 0 0,0 0 1 0 0,1-1 0 0 0,-1 1-1 0 0,0 0 1 0 0,0 0-1 0 0,0 0 1 0 0,1 0-1 0 0,-1 0 1 0 0,0 0 0 0 0,0 0-1 0 0,0 0 1 0 0,0 0-1 0 0,1 0 1 0 0,-1 0 0 0 0,0-1-1 0 0,0 1 1 0 0,0 0-1 0 0,0 0 1 0 0,0 0-1 0 0,1 0 1 0 0,-1 0 0 0 0,0-1-1 0 0,0 1 1 0 0,0 0-1 0 0,0 0 1 0 0,0 0 0 0 0,0-1-1 0 0,0 1 5 0 0,0-1 0 0 0,0 1 0 0 0,0-1 0 0 0,0 1 0 0 0,0-1 0 0 0,0 0 0 0 0,0 1 0 0 0,0-1 0 0 0,1 1-1 0 0,-1-1 1 0 0,0 1 0 0 0,0 0 0 0 0,0-1 0 0 0,0 1 0 0 0,1-1 0 0 0,-1 1 0 0 0,0-1 0 0 0,0 1 0 0 0,1-1 0 0 0,-1 1 0 0 0,0 0 0 0 0,1-1 0 0 0,-1 1 0 0 0,1 0-1 0 0,-1-1 1 0 0,0 1 0 0 0,1 0 0 0 0,-1 0 0 0 0,1-1 0 0 0,-1 1 0 0 0,1 0 0 0 0,-1 0 0 0 0,1 0 0 0 0,-1-1 0 0 0,1 1 0 0 0,-1 0 0 0 0,1 0 0 0 0,-1 0 0 0 0,1 0 0 0 0,-1 0-1 0 0,2 0 1 0 0,3-13 298 0 0,1 8-261 0 0,4-8 115 0 0,-8 8-67 0 0,0 0-1 0 0,0 1 0 0 0,0-1 1 0 0,-1 0-1 0 0,0 0 1 0 0,1 0-1 0 0,-2 0 1 0 0,1 0-1 0 0,-1 0 0 0 0,1 0 1 0 0,-2-8-1 0 0,1-35 374 0 0,0 48-466 0 0,0-1 0 0 0,0 1 1 0 0,0-1-1 0 0,0 1 0 0 0,0-1 1 0 0,1 1-1 0 0,-2-1 0 0 0,1 0 1 0 0,0 1-1 0 0,0-1 0 0 0,0 1 1 0 0,0-1-1 0 0,0 1 0 0 0,0-1 1 0 0,0 1-1 0 0,-1-1 0 0 0,1 1 1 0 0,0-1-1 0 0,0 1 0 0 0,-1 0 1 0 0,1-1-1 0 0,0 1 0 0 0,-1-1 1 0 0,1 1-1 0 0,0 0 0 0 0,-1-1 1 0 0,1 1-1 0 0,-1 0 0 0 0,1-1 1 0 0,-1 1-1 0 0,1 0 0 0 0,0 0 1 0 0,-1-1-1 0 0,1 1 0 0 0,-1 0 1 0 0,1 0-1 0 0,-1 0 0 0 0,1 0 0 0 0,-1-1 1 0 0,0 1-1 0 0,1 0 0 0 0,-1 0 1 0 0,0 0 17 0 0,-5-13 84 0 0,-7-1 28 0 0,-2 5-125 0 0,14 8-3 0 0,0 0 1 0 0,-1 0-1 0 0,0 0 0 0 0,1 0 1 0 0,-1 0-1 0 0,0 0 0 0 0,1 1 1 0 0,-1-1-1 0 0,0 1 0 0 0,0-1 1 0 0,1 1-1 0 0,-1 0 1 0 0,0 0-1 0 0,0-1 0 0 0,0 1 1 0 0,-1 1-1 0 0,2-1 0 0 0,0 0-1 0 0,0 1 1 0 0,0-1 0 0 0,0 0-1 0 0,0 1 1 0 0,0-1 0 0 0,0 1-1 0 0,0 0 1 0 0,0-1-1 0 0,0 1 1 0 0,0 0 0 0 0,1-1-1 0 0,-1 1 1 0 0,0 0 0 0 0,1 0-1 0 0,-1 0 1 0 0,0 0 0 0 0,0 1-1 0 0,-1 1 11 0 0,-15 13 39 0 0,-14 15 91 0 0,29-30-142 0 0,1 1 0 0 0,-1 0 1 0 0,1 0-1 0 0,-1-1 0 0 0,1 1 1 0 0,0 0-1 0 0,0 0 0 0 0,0 0 1 0 0,0 1-1 0 0,0-1 0 0 0,0 0 0 0 0,1 0 1 0 0,-1 3-1 0 0,1-3-8 0 0,0 0 1 0 0,0 0-1 0 0,-1 0 1 0 0,1 0-1 0 0,-1 0 1 0 0,1 0-1 0 0,-1 0 1 0 0,0 0-1 0 0,1 0 1 0 0,-1-1-1 0 0,0 1 1 0 0,-2 2-1 0 0,2-3 5 0 0,1 1 0 0 0,-1-1-1 0 0,0 0 1 0 0,0 1 0 0 0,1 0 0 0 0,-1-1-1 0 0,1 1 1 0 0,-1-1 0 0 0,1 1-1 0 0,0 0 1 0 0,-1 2 0 0 0,-5 9 91 0 0,-1 1-67 0 0,4 69-70 0 0,3-65 42 0 0,0-15 4 0 0,0-1 1 0 0,1 1-1 0 0,-1 0 1 0 0,1 0-1 0 0,-1 0 0 0 0,1-1 1 0 0,0 1-1 0 0,0 0 1 0 0,0-1-1 0 0,0 1 0 0 0,0 0 1 0 0,3 2-1 0 0,0 2-14 0 0,-2-2 4 0 0,1-1 0 0 0,0 0-1 0 0,0 0 1 0 0,0 0 0 0 0,0 0 0 0 0,0 0-1 0 0,1-1 1 0 0,7 7 0 0 0,0-1 2 0 0,11 11 10 0 0,-16-19 8 0 0,0-1 7 0 0,2 4-192 0 0,1 1 0 0 0,0-2 0 0 0,-1 1-1 0 0,1-1 1 0 0,1 0 0 0 0,-1-1 0 0 0,0 0 0 0 0,1 0 0 0 0,-1-1 0 0 0,18 0 0 0 0,33-1-4707 0 0,0 0-5731 0 0,-41 0 6303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7.8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2720 0 0,'0'0'8330'0'0,"0"8"-5882"0"0,-1 26-75 0 0,0-12-1854 0 0,0 0 1 0 0,2 0 0 0 0,0 0-1 0 0,6 26 1 0 0,22 114 360 0 0,-25-140-782 0 0,-1-9-60 0 0,-1 1 1 0 0,2 25-1 0 0,-4-35-39 0 0,0 0-1 0 0,0 0 1 0 0,1-1-1 0 0,-1 1 0 0 0,1 0 1 0 0,0 0-1 0 0,0 0 1 0 0,0-1-1 0 0,3 6 1 0 0,-3-5-1 0 0,0-1-1 0 0,1 0 1 0 0,-1 0 0 0 0,0 1 0 0 0,-1-1 0 0 0,1 1-1 0 0,-1-1 1 0 0,1 1 0 0 0,-1 5 0 0 0,0-7-1 0 0,0 0 0 0 0,0 1 0 0 0,0-1 0 0 0,0 1 0 0 0,1-1 0 0 0,-1 1 0 0 0,1-1 1 0 0,0 1-1 0 0,0-1 0 0 0,0 0 0 0 0,1 3 0 0 0,0-3-2 0 0,-1 1 1 0 0,0-1-1 0 0,0 1 0 0 0,0 0 1 0 0,0-1-1 0 0,-1 1 0 0 0,1 0 1 0 0,-1 0-1 0 0,0 0 0 0 0,1-1 1 0 0,-2 4-1 0 0,2-2-26 0 0,-1 0 0 0 0,1 0 0 0 0,-1 0 0 0 0,1 0 0 0 0,0 0 0 0 0,1 0 1 0 0,-1 0-1 0 0,1-1 0 0 0,3 7 0 0 0,-4-7-19 0 0,0 0 1 0 0,-1 0 0 0 0,1 0 0 0 0,-1 0-1 0 0,1 0 1 0 0,-1 0 0 0 0,0 0-1 0 0,0 0 1 0 0,0 0 0 0 0,-1 4-1 0 0,0 2-159 0 0,1-9 188 0 0,0 1 0 0 0,0 0 1 0 0,0-1-1 0 0,0 1 0 0 0,0-1 0 0 0,0 1 1 0 0,0 0-1 0 0,0-1 0 0 0,0 1 1 0 0,0-1-1 0 0,0 1 0 0 0,0 0 0 0 0,0-1 1 0 0,0 1-1 0 0,1-1 0 0 0,-1 1 0 0 0,0 0 1 0 0,1-1-1 0 0,-1 1 0 0 0,0-1 1 0 0,1 1-1 0 0,-1-1 0 0 0,0 1 0 0 0,1-1 1 0 0,-1 0-1 0 0,1 1 0 0 0,-1-1 1 0 0,1 1-1 0 0,7 7-696 0 0,-7 2 57 0 0,0 6-3255 0 0,7-3-806 0 0,-7-13 4376 0 0,-1 1 1 0 0,1 0 0 0 0,0 0 0 0 0,0 0-1 0 0,-1 0 1 0 0,1 0 0 0 0,-1 0 0 0 0,1 0-1 0 0,-1 0 1 0 0,1 0 0 0 0,-1 0 0 0 0,0 0-1 0 0,0 0 1 0 0,1 0 0 0 0,-1 2 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8.2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18 148 2496 0 0,'0'0'1461'0'0,"0"18"2758"0"0,0-17-4181 0 0,0-1 0 0 0,0 0 0 0 0,-1 1 0 0 0,1-1 0 0 0,0 1 0 0 0,0-1 0 0 0,0 1 0 0 0,0-1 0 0 0,0 1 0 0 0,1-1 0 0 0,-1 1 0 0 0,0-1 0 0 0,0 0 0 0 0,0 1 0 0 0,0-1 0 0 0,0 1-1 0 0,1-1 1 0 0,-1 1 0 0 0,0-1 0 0 0,0 0 0 0 0,0 1 0 0 0,1-1 0 0 0,-1 0 0 0 0,0 1 0 0 0,1-1 0 0 0,-1 0 0 0 0,0 1 0 0 0,1-1 0 0 0,-1 0 0 0 0,1 0 0 0 0,-1 1 0 0 0,0-1 0 0 0,1 0 0 0 0,-1 0 0 0 0,1 0 0 0 0,-1 1 0 0 0,1-1 0 0 0,-1 0 0 0 0,0 0 0 0 0,1 0 0 0 0,-1 0 0 0 0,1 0 0 0 0,-1 0 0 0 0,1 0 0 0 0,-1 0 0 0 0,1 0 0 0 0,-1 0 0 0 0,1-1 0 0 0,4 15 1029 0 0,41 7 415 0 0,-42-19-1413 0 0,1 0-1 0 0,-1 0 0 0 0,0 0 0 0 0,1 0 0 0 0,0-1 1 0 0,-1 0-1 0 0,1 0 0 0 0,0 0 0 0 0,-1 0 1 0 0,1-1-1 0 0,0 0 0 0 0,0 0 0 0 0,8-1 1 0 0,7 1 122 0 0,-19 0-187 0 0,-1 0-1 0 0,0 0 1 0 0,1 0 0 0 0,-1 0 0 0 0,1 0-1 0 0,-1 0 1 0 0,1-1 0 0 0,-1 1 0 0 0,0 0-1 0 0,1 0 1 0 0,-1 0 0 0 0,1 0 0 0 0,-1 0-1 0 0,0-1 1 0 0,1 1 0 0 0,-1 0 0 0 0,0 0 0 0 0,1-1-1 0 0,-1 1 1 0 0,0 0 0 0 0,1-1 0 0 0,-1 1-1 0 0,0 0 1 0 0,0-1 0 0 0,0 1 0 0 0,1 0-1 0 0,-1-1 1 0 0,0 1 0 0 0,0 0 0 0 0,0-1-1 0 0,1 1 1 0 0,-1-1 0 0 0,0 0 0 0 0,0 1-4 0 0,0 0 1 0 0,0-1 0 0 0,0 1-1 0 0,0-1 1 0 0,0 1-1 0 0,1 0 1 0 0,-1-1 0 0 0,0 1-1 0 0,0-1 1 0 0,0 1 0 0 0,1 0-1 0 0,-1-1 1 0 0,0 1 0 0 0,1 0-1 0 0,-1 0 1 0 0,0-1-1 0 0,0 1 1 0 0,1 0 0 0 0,-1 0-1 0 0,1-1 1 0 0,-1 1 0 0 0,0 0-1 0 0,1 0 1 0 0,-1 0 0 0 0,0-1-1 0 0,1 1 1 0 0,-1 0-1 0 0,1 0 1 0 0,-1 0 0 0 0,0 0-1 0 0,1 0 1 0 0,-1 0 0 0 0,1 0-1 0 0,1-1 24 0 0,0 1-1 0 0,0-1 0 0 0,0 0 1 0 0,0 0-1 0 0,0 0 1 0 0,-1 0-1 0 0,1 0 1 0 0,0 0-1 0 0,-1 0 0 0 0,1-1 1 0 0,-1 1-1 0 0,3-4 1 0 0,-2 4-25 0 0,3-31 231 0 0,-3 27-228 0 0,9-22 465 0 0,-11 26-437 0 0,1 0-1 0 0,-1-1 0 0 0,0 1 1 0 0,1 0-1 0 0,-1 0 1 0 0,0 0-1 0 0,0-1 1 0 0,0 1-1 0 0,0 0 1 0 0,0 0-1 0 0,0-1 1 0 0,0 1-1 0 0,0 0 0 0 0,-1 0 1 0 0,1-1-1 0 0,0 1 1 0 0,-1 0-1 0 0,1 0 1 0 0,-1 0-1 0 0,0-2 1 0 0,0 2-6 0 0,-1 0 1 0 0,1 0 0 0 0,0 0 0 0 0,0 0 0 0 0,1 0-1 0 0,-1 0 1 0 0,0 0 0 0 0,0 0 0 0 0,0 0 0 0 0,1 0-1 0 0,-1-1 1 0 0,1 1 0 0 0,-1 0 0 0 0,1 0 0 0 0,-1-1 0 0 0,1 1-1 0 0,0 0 1 0 0,0-1 0 0 0,-1 1 0 0 0,1 0 0 0 0,0-1-1 0 0,0-1 1 0 0,0 2-9 0 0,0 0-1 0 0,0 0 0 0 0,0 0 1 0 0,0 1-1 0 0,0-1 1 0 0,0 0-1 0 0,-1 0 1 0 0,1 0-1 0 0,0 0 1 0 0,-1 0-1 0 0,1 1 0 0 0,-1-1 1 0 0,1 0-1 0 0,0 0 1 0 0,-1 1-1 0 0,0-1 1 0 0,1 0-1 0 0,-1 1 0 0 0,1-1 1 0 0,-1 1-1 0 0,0-1 1 0 0,0 0-1 0 0,-3-2 62 0 0,0-7 79 0 0,3 9-135 0 0,1 0-1 0 0,0 0 1 0 0,-1-1 0 0 0,1 1-1 0 0,0 0 1 0 0,-1 0-1 0 0,1 0 1 0 0,-1 0 0 0 0,0 0-1 0 0,1 0 1 0 0,-1 0-1 0 0,0 0 1 0 0,0 1 0 0 0,0-1-1 0 0,1 0 1 0 0,-1 0-1 0 0,0 0 1 0 0,0 1 0 0 0,0-1-1 0 0,0 1 1 0 0,0-1-1 0 0,0 1 1 0 0,0-1 0 0 0,-1 1-1 0 0,1-1 1 0 0,0 1-1 0 0,0 0 1 0 0,0 0 0 0 0,0 0-1 0 0,-2-1 1 0 0,-3-12 96 0 0,5 12-120 0 0,0 1 1 0 0,-1-1-1 0 0,1 0 0 0 0,-1 1 1 0 0,1-1-1 0 0,-1 1 0 0 0,1-1 1 0 0,-1 1-1 0 0,1 0 0 0 0,-1-1 1 0 0,1 1-1 0 0,-1 0 0 0 0,0 0 1 0 0,1 0-1 0 0,-1 0 0 0 0,1 1 1 0 0,-1-1-1 0 0,1 0 0 0 0,-3 1 1 0 0,-31 11-106 0 0,28-9 72 0 0,-9-1-44 0 0,15-2 74 0 0,0 0 0 0 0,0 0 0 0 0,0 0-1 0 0,0 0 1 0 0,0 0 0 0 0,0 0 0 0 0,0 0 0 0 0,0 0-1 0 0,0 1 1 0 0,0-1 0 0 0,0 0 0 0 0,0 1 0 0 0,0-1-1 0 0,0 1 1 0 0,0-1 0 0 0,1 1 0 0 0,-1-1 0 0 0,-1 2-1 0 0,-11 15-1379 0 0,-19 35-1 0 0,21-34-1888 0 0,10-17 3011 0 0,0 0 0 0 0,0 0 0 0 0,0 0 0 0 0,0 0-1 0 0,1 0 1 0 0,-1 0 0 0 0,1 0 0 0 0,-1 0 0 0 0,1 0 0 0 0,-1 0-1 0 0,1 1 1 0 0,-1-1 0 0 0,1 0 0 0 0,0 0 0 0 0,0 0 0 0 0,0 1 0 0 0,0-1-1 0 0,0 0 1 0 0,0 0 0 0 0,0 1 0 0 0,0-1 0 0 0,0 0 0 0 0,0 0-1 0 0,1 1 1 0 0,-1-1 0 0 0,0 0 0 0 0,1 0 0 0 0,-1 0 0 0 0,2 2 0 0 0,11 13-2787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8.7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164 0 2688 0 0,'-19'0'8522'0'0,"17"0"-8283"0"0,-1 0 0 0 0,0 1 0 0 0,0-1-1 0 0,1 1 1 0 0,-1-1 0 0 0,0 1 0 0 0,0 0-1 0 0,1 0 1 0 0,-4 2 0 0 0,4-2-158 0 0,-1 0-1 0 0,0 1 1 0 0,0-1 0 0 0,0-1-1 0 0,0 1 1 0 0,0 0 0 0 0,-1-1 0 0 0,1 1-1 0 0,-4-1 1 0 0,3 3 45 0 0,-1 1 0 0 0,1-1-1 0 0,-1 1 1 0 0,1 0 0 0 0,0 1 0 0 0,1-1 0 0 0,-4 6-1 0 0,-15 14 304 0 0,21-23-416 0 0,-1 0-1 0 0,1 1 1 0 0,0-1 0 0 0,0 1 0 0 0,-1-1 0 0 0,1 1 0 0 0,0 0 0 0 0,0-1 0 0 0,1 1 0 0 0,-1 0 0 0 0,0 0 0 0 0,0 3 0 0 0,-1 0 11 0 0,1-4-19 0 0,0 0 0 0 0,1 0 0 0 0,-1 0 0 0 0,1 1 0 0 0,-1-1 0 0 0,1 0 0 0 0,-1 0 0 0 0,1 0 0 0 0,0 0 0 0 0,-1 0 0 0 0,1 1 0 0 0,0-1 0 0 0,0 0 0 0 0,0 0 0 0 0,0 1 0 0 0,0-1 0 0 0,0 0 0 0 0,0 0 0 0 0,1 2 0 0 0,1 15 60 0 0,0-2-82 0 0,1 1 0 0 0,5 16 0 0 0,-7-30 15 0 0,1 15-16 0 0,-2-18 18 0 0,0 1 0 0 0,0-1 0 0 0,0 0 1 0 0,0 0-1 0 0,0 1 0 0 0,0-1 0 0 0,0 0 0 0 0,1 1 0 0 0,-1-1 0 0 0,0 0 1 0 0,0 0-1 0 0,0 1 0 0 0,0-1 0 0 0,0 0 0 0 0,0 1 0 0 0,1-1 1 0 0,-1 0-1 0 0,0 0 0 0 0,0 0 0 0 0,1 1 0 0 0,-1-1 0 0 0,0 0 1 0 0,0 0-1 0 0,0 0 0 0 0,1 0 0 0 0,-1 1 0 0 0,0-1 0 0 0,1 0 0 0 0,-1 0 1 0 0,0 0-1 0 0,0 0 0 0 0,1 0 0 0 0,44 33-73 0 0,-30-18 33 0 0,-11-11 4 0 0,-1-1 1 0 0,1 1 0 0 0,0-1 0 0 0,0 0 0 0 0,0 0 0 0 0,0-1 0 0 0,1 1 0 0 0,-1-1 0 0 0,1 0 0 0 0,8 3 0 0 0,32 16-1107 0 0,-42-20 960 0 0,-1 0-1 0 0,1 0 0 0 0,0 0 1 0 0,-1 0-1 0 0,1 0 1 0 0,0 0-1 0 0,0-1 0 0 0,-1 1 1 0 0,1-1-1 0 0,0 0 1 0 0,0 0-1 0 0,0 0 0 0 0,0 0 1 0 0,5-2-1 0 0,4 1-1270 0 0,33 1-5693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8.9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2912 0 0,'0'0'4810'0'0,"-1"0"-4693"0"0,1 1 0 0 0,0-1-1 0 0,0 1 1 0 0,0 0-1 0 0,0-1 1 0 0,0 1 0 0 0,0-1-1 0 0,0 1 1 0 0,0 0-1 0 0,0-1 1 0 0,0 1 0 0 0,0-1-1 0 0,0 1 1 0 0,1 0-1 0 0,-1-1 1 0 0,0 1 0 0 0,0-1-1 0 0,1 1 1 0 0,-1-1-1 0 0,0 1 1 0 0,1 0 0 0 0,7 4 1036 0 0,-4-2 118 0 0,-3 10-191 0 0,-1-11-1062 0 0,0-1 0 0 0,0 1 1 0 0,0-1-1 0 0,0 1 0 0 0,0-1 0 0 0,0 1 1 0 0,1-1-1 0 0,-1 0 0 0 0,0 1 1 0 0,1-1-1 0 0,-1 1 0 0 0,1-1 1 0 0,0 0-1 0 0,-1 1 0 0 0,1-1 1 0 0,0 0-1 0 0,0 1 0 0 0,0-1 1 0 0,0 0-1 0 0,0 0 0 0 0,0 0 1 0 0,2 1-1 0 0,2 28-82 0 0,-4-30 54 0 0,0 0 1 0 0,-1 1-1 0 0,1-1 1 0 0,0 0-1 0 0,0 1 1 0 0,0-1-1 0 0,-1 1 1 0 0,1 0-1 0 0,0-1 0 0 0,-1 1 1 0 0,1-1-1 0 0,0 1 1 0 0,-1 0-1 0 0,1 0 1 0 0,-1-1-1 0 0,1 1 1 0 0,-1 0-1 0 0,0 0 1 0 0,1 0-1 0 0,-1-1 0 0 0,0 1 1 0 0,1 2-1 0 0,8 27-2065 0 0,-5-15 183 0 0,-1 14-6562 0 0,-3-26 8626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9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2688 0 0,'0'0'9376'0'0,"15"0"-8864"0"0,-15 16-576 0 0,16-16-864 0 0,1 0-5312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9.5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2560 0 0,'0'3'14845'0'0,"0"12"-13371"0"0,0 110 1401 0 0,0 229-1403 0 0,0-347-1480 0 0,1-1 1 0 0,0 1-1 0 0,0-1 1 0 0,4 12-1 0 0,-3-11 10 0 0,-1 0 0 0 0,1 0 0 0 0,-1 0 0 0 0,0 0-1 0 0,0 8 1 0 0,-1-11-29 0 0,1 1-1 0 0,0 0 1 0 0,1-1-1 0 0,-1 1 0 0 0,1-1 1 0 0,0 1-1 0 0,0-1 1 0 0,0 0-1 0 0,1 0 0 0 0,-1 1 1 0 0,1-2-1 0 0,0 1 1 0 0,0 0-1 0 0,0-1 1 0 0,1 1-1 0 0,-1-1 0 0 0,1 0 1 0 0,0 0-1 0 0,0-1 1 0 0,0 1-1 0 0,0-1 0 0 0,0 1 1 0 0,1-2-1 0 0,-1 1 1 0 0,1 0-1 0 0,-1-1 0 0 0,1 0 1 0 0,7 2-1 0 0,-11-3 1 0 0,1 0 0 0 0,0 0 0 0 0,0 0 0 0 0,-1 1 0 0 0,1-1 0 0 0,0 1 0 0 0,0-1 0 0 0,-1 1 0 0 0,1-1 1 0 0,-1 1-1 0 0,1 0 0 0 0,-1 0 0 0 0,1 0 0 0 0,-1 0 0 0 0,1 0 0 0 0,1 3 0 0 0,5-2-272 0 0,6-2 13 0 0,-8 0 17 0 0,1 0 0 0 0,-1 0 0 0 0,1 0-1 0 0,0 1 1 0 0,-1 0 0 0 0,0 0-1 0 0,1 1 1 0 0,-1-1 0 0 0,0 2-1 0 0,7 2 1 0 0,-11-4 68 0 0,1 0 0 0 0,0 0 0 0 0,-1-1 0 0 0,1 1-1 0 0,0 0 1 0 0,-1-1 0 0 0,1 0 0 0 0,0 1 0 0 0,0-1 0 0 0,-1 0 0 0 0,1-1 0 0 0,0 1-1 0 0,3-1 1 0 0,19-1-2940 0 0,0-5-1685 0 0,-22 6 4161 0 0,0-1 0 0 0,1 1 0 0 0,-1 0 0 0 0,0 0 0 0 0,0 0 0 0 0,1 1 0 0 0,-1-1 1 0 0,7 0-1 0 0,6 1-962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9.8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2368 0 0,'0'0'13541'0'0,"0"-1"-13468"0"0,0 1 1 0 0,-1-1-1 0 0,1 0 0 0 0,0 0 1 0 0,0 0-1 0 0,0 1 0 0 0,0-1 0 0 0,0 0 1 0 0,0 0-1 0 0,0 1 0 0 0,0-1 1 0 0,1 0-1 0 0,-1 0 0 0 0,0 1 1 0 0,0-1-1 0 0,1 0 0 0 0,-1 1 1 0 0,0-1-1 0 0,2-1 0 0 0,109 2-1902 0 0,3 0-4748 0 0,-46 0 344 0 0,-44 0 3497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0.5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193 80 1184 0 0,'0'1'33'0'0,"1"-1"0"0"0,0 0-1 0 0,0 0 1 0 0,0 0 0 0 0,-1 0 0 0 0,1 0 0 0 0,0 0 0 0 0,0 0 0 0 0,0 0-1 0 0,0 0 1 0 0,-1 0 0 0 0,1 0 0 0 0,0-1 0 0 0,0 1 0 0 0,0 0-1 0 0,-1-1 1 0 0,1 1 0 0 0,1-1 0 0 0,-2 0-21 0 0,0 1 0 0 0,0-1 0 0 0,0 1 0 0 0,0-1 0 0 0,0 1 0 0 0,0-1-1 0 0,0 1 1 0 0,0-1 0 0 0,0 1 0 0 0,1-1 0 0 0,-1 1 0 0 0,0-1 0 0 0,0 1 0 0 0,0-1 0 0 0,1 1 0 0 0,-1 0 0 0 0,0-1 0 0 0,0 1 0 0 0,1-1 0 0 0,-1 1 0 0 0,0 0 0 0 0,1-1-1 0 0,-1 1 1 0 0,1 0 0 0 0,-1-1 0 0 0,0 1 0 0 0,1 0 0 0 0,-1 0 0 0 0,1-1 0 0 0,-1 1 0 0 0,1 0 0 0 0,-1 0 0 0 0,1 0 0 0 0,-1 0 0 0 0,0 0 0 0 0,1-1 0 0 0,-1 1 0 0 0,1 0-1 0 0,-1 0 1 0 0,1 0 0 0 0,0 1 0 0 0,5-33 1316 0 0,-1 23-2116 0 0,2-7 7541 0 0,-7 16-6643 0 0,0 0 1 0 0,0-1 0 0 0,0 1-1 0 0,-1-1 1 0 0,1 1 0 0 0,0 0-1 0 0,0-1 1 0 0,0 1-1 0 0,0 0 1 0 0,-1-1 0 0 0,1 1-1 0 0,0 0 1 0 0,0-1 0 0 0,-1 1-1 0 0,1 0 1 0 0,0 0 0 0 0,0-1-1 0 0,-1 1 1 0 0,1 0 0 0 0,0 0-1 0 0,-1 0 1 0 0,1-1 0 0 0,0 1-1 0 0,-1 0 1 0 0,1 0 0 0 0,0 0-1 0 0,-1 0 1 0 0,1 0-1 0 0,-1 0 1 0 0,1-1 0 0 0,0 1-1 0 0,-1 0 1 0 0,1 0 0 0 0,-1 0-1 0 0,1 0 1 0 0,0 1 0 0 0,-1-1-1 0 0,1 0 1 0 0,0 0 0 0 0,-1 0-1 0 0,-2 0 600 0 0,3 57 4004 0 0,0 30-2138 0 0,-1-48-2090 0 0,0-28-415 0 0,0 0-1 0 0,1 0 0 0 0,0 0 1 0 0,1 0-1 0 0,0 0 0 0 0,1-1 0 0 0,0 1 1 0 0,1 0-1 0 0,4 12 0 0 0,-6-21-60 0 0,0 1-1 0 0,0 0 1 0 0,0-1-1 0 0,0 1 1 0 0,-1 0-1 0 0,0 0 1 0 0,1 0-1 0 0,-1 0 1 0 0,0-1-1 0 0,0 1 1 0 0,-1 0-1 0 0,0 4 1 0 0,1-2 18 0 0,-1 0 0 0 0,1 0 0 0 0,0 0 0 0 0,0 0 0 0 0,0 0 0 0 0,3 10 0 0 0,0-3 71 0 0,0-3-6 0 0,-1 1 0 0 0,0-1 0 0 0,-1 0-1 0 0,0 1 1 0 0,0 13 0 0 0,-2-9-50 0 0,0-11-34 0 0,1 1 0 0 0,0-1-1 0 0,-1 0 1 0 0,1 0 0 0 0,0 0-1 0 0,1 0 1 0 0,-1 0 0 0 0,0 0-1 0 0,1 0 1 0 0,0 0 0 0 0,-1 0 0 0 0,1 0-1 0 0,1 0 1 0 0,-1 0 0 0 0,0 0-1 0 0,1-1 1 0 0,-1 1 0 0 0,4 3-1 0 0,-4-1-17 0 0,0 0 0 0 0,0 0 0 0 0,0 0 0 0 0,-1 0 0 0 0,0 0 1 0 0,0 1-1 0 0,-1 7 0 0 0,1-5-85 0 0,0-7 96 0 0,0-1-1 0 0,-1 1 1 0 0,1 0-1 0 0,0 0 1 0 0,0 0 0 0 0,0 0-1 0 0,-1 0 1 0 0,1-1 0 0 0,0 1-1 0 0,-1 0 1 0 0,1 0 0 0 0,0 0-1 0 0,-1-1 1 0 0,1 1 0 0 0,-1 0-1 0 0,1 0 1 0 0,-1-1-1 0 0,0 1 1 0 0,1-1 0 0 0,-1 1-1 0 0,0 0 1 0 0,0 0 0 0 0,-3 2 45 0 0,-11 29 161 0 0,12-25-230 0 0,-2 0 30 0 0,-11-5 134 0 0,5-1 20 0 0,5 0-83 0 0,0-1 0 0 0,0 1 0 0 0,0-1 1 0 0,0 0-1 0 0,0 0 0 0 0,0-1 0 0 0,0 0 1 0 0,-10-3-1 0 0,1-3 147 0 0,3 1-258 0 0,1 0-1 0 0,0 0 1 0 0,0-1 0 0 0,1-1-1 0 0,-16-13 1 0 0,15 10 21 0 0,8 9 26 0 0,0-1 0 0 0,0 1 0 0 0,0-1 0 0 0,1 0-1 0 0,-1 1 1 0 0,1-1 0 0 0,0 0 0 0 0,-1 0 0 0 0,1-1 0 0 0,1 1 0 0 0,-1 0 0 0 0,0-1 0 0 0,1 1 0 0 0,0-1 0 0 0,0 1 0 0 0,0-1 0 0 0,0 1 0 0 0,1-1 0 0 0,-1-6 0 0 0,1-32-154 0 0,0 41 139 0 0,0 0 0 0 0,0 0 0 0 0,1 0 0 0 0,-1 0-1 0 0,0 0 1 0 0,1 0 0 0 0,-1 0 0 0 0,0 0 0 0 0,1 0 0 0 0,-1 0-1 0 0,1 0 1 0 0,0 1 0 0 0,-1-1 0 0 0,1 0 0 0 0,0 0 0 0 0,-1 1 0 0 0,1-1-1 0 0,0 0 1 0 0,0 1 0 0 0,-1-1 0 0 0,1 1 0 0 0,0-1 0 0 0,0 1-1 0 0,2-1 1 0 0,0-1 4 0 0,-1 1-5 0 0,6-6 13 0 0,1 1 0 0 0,1 1 0 0 0,-1-1-1 0 0,1 1 1 0 0,0 1 0 0 0,0 0 0 0 0,0 0 0 0 0,1 1 0 0 0,14-2 0 0 0,28-5-589 0 0,34-5-1688 0 0,-24 11-3944 0 0,19 4-8340 0 0,-53 0 12208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1.0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2144 0 0,'0'0'9840'0'0,"0"3"-8694"0"0,0 28 338 0 0,-1-10-1244 0 0,5 41-1 0 0,-4-61-251 0 0,0 0 0 0 0,1 0 0 0 0,-1 1 1 0 0,1-1-1 0 0,0 0 0 0 0,-1 0 0 0 0,1 0 0 0 0,0 0 1 0 0,0 0-1 0 0,-1-1 0 0 0,1 1 0 0 0,0 0 0 0 0,0 0 1 0 0,0 0-1 0 0,0-1 0 0 0,0 1 0 0 0,0 0 0 0 0,2 0 1 0 0,8 8-224 0 0,-8-5-85 0 0,0 1 1 0 0,0-1-1 0 0,1 0 0 0 0,-1 0 0 0 0,1 0 0 0 0,0-1 0 0 0,0 1 0 0 0,1-1 0 0 0,-1 0 1 0 0,9 4-1 0 0,-5-2-815 0 0,1-1-1 0 0,0 0 1 0 0,0-1 0 0 0,9 2 0 0 0,25 9-4305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2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81 2816 0 0,'1'1'203'0'0,"-1"-1"0"0"0,0 1 0 0 0,0 0 1 0 0,0-1-1 0 0,0 1 0 0 0,0 0 0 0 0,0 0 0 0 0,0-1 0 0 0,0 1 1 0 0,0 0-1 0 0,0 0 0 0 0,0-1 0 0 0,0 1 0 0 0,-1 0 0 0 0,1-1 1 0 0,0 1-1 0 0,0 0 0 0 0,-1-1 0 0 0,1 1 0 0 0,-1 1 0 0 0,0-2-139 0 0,0 0 0 0 0,1 0-1 0 0,-1 0 1 0 0,0 0-1 0 0,1 0 1 0 0,-1 1-1 0 0,1-1 1 0 0,-1 0-1 0 0,1 1 1 0 0,-1-1-1 0 0,0 0 1 0 0,1 1 0 0 0,-1-1-1 0 0,1 0 1 0 0,-1 1-1 0 0,1-1 1 0 0,-1 1-1 0 0,1-1 1 0 0,0 1-1 0 0,-1-1 1 0 0,1 1 0 0 0,0-1-1 0 0,-1 1 1 0 0,1 0-1 0 0,0-1 1 0 0,0 1-1 0 0,-1-1 1 0 0,1 1-1 0 0,0 0 1 0 0,0-1-1 0 0,0 1 1 0 0,0 0 0 0 0,0 0-1 0 0,-1 32 1760 0 0,2-17-1017 0 0,-1-14-743 0 0,1 0 1 0 0,-1 0 0 0 0,1-1-1 0 0,-1 1 1 0 0,1 0 0 0 0,0 0-1 0 0,0 0 1 0 0,0-1 0 0 0,0 1-1 0 0,0-1 1 0 0,0 1 0 0 0,3 2-1 0 0,-1 0 75 0 0,-2-3-123 0 0,0 1 1 0 0,1-1-1 0 0,-1 0 1 0 0,0 0-1 0 0,0 1 1 0 0,1-1-1 0 0,-1 0 1 0 0,0 0-1 0 0,1 0 1 0 0,-1 0-1 0 0,1-1 0 0 0,1 2 1 0 0,8 4 76 0 0,-7 1 6 0 0,-4-7-94 0 0,1 1 1 0 0,-1-1 0 0 0,0 0 0 0 0,0 1-1 0 0,0-1 1 0 0,1 1 0 0 0,-1-1 0 0 0,0 0-1 0 0,1 1 1 0 0,-1-1 0 0 0,0 0 0 0 0,0 0 0 0 0,1 1-1 0 0,-1-1 1 0 0,1 0 0 0 0,-1 0 0 0 0,0 0-1 0 0,1 1 1 0 0,-1-1 0 0 0,0 0 0 0 0,1 0 0 0 0,-1 0-1 0 0,1 0 1 0 0,-1 0 0 0 0,1 0 0 0 0,-1 0-1 0 0,0 0 1 0 0,1 0 0 0 0,-1 0 0 0 0,1 0 0 0 0,29 13 85 0 0,47-10-18 0 0,-37-3-218 0 0,-39 0 147 0 0,0 1 0 0 0,0-1 0 0 0,0 0 0 0 0,0 0 0 0 0,0 0 0 0 0,1 0 0 0 0,-1 0 0 0 0,0 0 0 0 0,0 0 0 0 0,0 0 1 0 0,0-1-1 0 0,0 1 0 0 0,0 0 0 0 0,0-1 0 0 0,0 1 0 0 0,0 0 0 0 0,0-1 0 0 0,0 1 0 0 0,0-1 0 0 0,0 0 0 0 0,0 1 1 0 0,0-1-1 0 0,-1 0 0 0 0,1 0 0 0 0,0 1 0 0 0,0-1 0 0 0,-1 0 0 0 0,1 0 0 0 0,0 0 0 0 0,-1 0 0 0 0,1 0 0 0 0,-1 0 0 0 0,1 0 1 0 0,-1 0-1 0 0,0 0 0 0 0,1 0 0 0 0,-1 0 0 0 0,0-2 0 0 0,2-4-65 0 0,4 2 39 0 0,4-8 61 0 0,-5 5 21 0 0,-4 7-41 0 0,0 0 0 0 0,0-1 0 0 0,0 1 0 0 0,0-1 1 0 0,-1 1-1 0 0,1-1 0 0 0,0 0 0 0 0,-1 1 0 0 0,0-1 0 0 0,1 1 0 0 0,-1-1 0 0 0,0 0 0 0 0,1 0 0 0 0,-1 1 0 0 0,0-3 1 0 0,0-13-86 0 0,1 13 142 0 0,-1-1 0 0 0,1 1 1 0 0,-1 0-1 0 0,0-1 1 0 0,0 1-1 0 0,-1 0 0 0 0,1-1 1 0 0,-1 1-1 0 0,0 0 0 0 0,0 0 1 0 0,-1 0-1 0 0,1-1 1 0 0,-1 2-1 0 0,0-1 0 0 0,0 0 1 0 0,-3-5-1 0 0,-16-23 477 0 0,15 28-506 0 0,0 0 1 0 0,0 0 0 0 0,0 1 0 0 0,0 0 0 0 0,0 0-1 0 0,0 1 1 0 0,-1 0 0 0 0,1 0 0 0 0,-1 0 0 0 0,0 1-1 0 0,1 0 1 0 0,-1 0 0 0 0,0 1 0 0 0,-11 0 0 0 0,16 0-115 0 0,0 0 1 0 0,0 0 0 0 0,0 1 0 0 0,0-1 0 0 0,0 1 0 0 0,0-1 0 0 0,0 1 0 0 0,0 0 0 0 0,0 0 0 0 0,0 0 0 0 0,1 0 0 0 0,-1 0 0 0 0,0 0-1 0 0,0 0 1 0 0,1 1 0 0 0,-1-1 0 0 0,1 0 0 0 0,-2 3 0 0 0,-6 4-496 0 0,4-6 32 0 0,1 1 0 0 0,0-1 0 0 0,0 1 0 0 0,0 0 0 0 0,0 0 0 0 0,1 0 0 0 0,-1 0 0 0 0,1 1 0 0 0,-1 0 0 0 0,1-1 0 0 0,1 1 0 0 0,-1 0 0 0 0,0 0 0 0 0,1 1 0 0 0,-3 5 0 0 0,-7 16-2784 0 0,-2-11 944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2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195 2 2688 0 0,'-18'0'5941'0'0,"6"0"-4840"0"0,8-1-916 0 0,1 1 0 0 0,-1 0 0 0 0,0-1 0 0 0,0 2 0 0 0,1-1 0 0 0,-1 0 0 0 0,0 1 0 0 0,1 0 0 0 0,-1-1 0 0 0,1 2 0 0 0,-1-1 0 0 0,1 0-1 0 0,-1 1 1 0 0,1-1 0 0 0,0 1 0 0 0,-6 4 0 0 0,-52 39 1399 0 0,60-45-1570 0 0,1 1-1 0 0,-1-1 1 0 0,1 1 0 0 0,0-1-1 0 0,-1 1 1 0 0,1-1 0 0 0,0 1-1 0 0,-1-1 1 0 0,1 1-1 0 0,0-1 1 0 0,0 1 0 0 0,0 0-1 0 0,-1-1 1 0 0,1 1-1 0 0,0-1 1 0 0,0 1 0 0 0,0 0-1 0 0,0-1 1 0 0,0 1 0 0 0,0 0-1 0 0,-1 5 85 0 0,-1 0 22 0 0,0-1 0 0 0,0 0 0 0 0,0 1 0 0 0,1-1 0 0 0,0 1 0 0 0,0 0 0 0 0,0-1 0 0 0,0 1 0 0 0,1 6 0 0 0,0-11-105 0 0,0 0 0 0 0,0-1-1 0 0,-1 1 1 0 0,1 0 0 0 0,0 0 0 0 0,-1 0-1 0 0,1 0 1 0 0,-1 0 0 0 0,1-1 0 0 0,-1 1-1 0 0,1 0 1 0 0,-1 0 0 0 0,1-1 0 0 0,-1 1-1 0 0,0 0 1 0 0,1-1 0 0 0,-3 2 0 0 0,0 1 45 0 0,2-1-21 0 0,0 0 1 0 0,0 0-1 0 0,1 0 1 0 0,-1 0 0 0 0,1 0-1 0 0,-1 0 1 0 0,1 0 0 0 0,0 0-1 0 0,0 0 1 0 0,-1 0 0 0 0,1 0-1 0 0,1 0 1 0 0,-1 0 0 0 0,0 0-1 0 0,0 0 1 0 0,1 0 0 0 0,-1 0-1 0 0,1 0 1 0 0,0 0 0 0 0,0 0-1 0 0,0 0 1 0 0,0 0 0 0 0,1 2-1 0 0,6 13 161 0 0,23 89 728 0 0,-19-63-745 0 0,-8-28-114 0 0,0 0 0 0 0,11 27 0 0 0,-1-8 146 0 0,4 9 194 0 0,-13-34-414 0 0,-1 0 0 0 0,0 0 1 0 0,0 0-1 0 0,-1 0 0 0 0,0 1 1 0 0,2 10-1 0 0,-3-9 87 0 0,1-1-1 0 0,0 1 1 0 0,7 12-1 0 0,-5 12-422 0 0,-3-30 272 0 0,4 11-98 0 0,-1 1 1 0 0,-1 0 0 0 0,0 0 0 0 0,-1 0 0 0 0,0 0 0 0 0,-1 18 0 0 0,-2-33 165 0 0,0 0-1 0 0,0-1 1 0 0,1 1 0 0 0,-1 0 0 0 0,1 0-1 0 0,-1-1 1 0 0,1 1 0 0 0,-1 0-1 0 0,1-1 1 0 0,0 1 0 0 0,0-1 0 0 0,0 1-1 0 0,0-1 1 0 0,0 1 0 0 0,0-1 0 0 0,2 3-1 0 0,-2-3-18 0 0,0 0 0 0 0,-1 1-1 0 0,1-1 1 0 0,-1 0-1 0 0,1 1 1 0 0,-1-1 0 0 0,1 0-1 0 0,-1 1 1 0 0,0-1-1 0 0,0 1 1 0 0,0-1 0 0 0,0 1-1 0 0,0-1 1 0 0,0 0-1 0 0,0 1 1 0 0,0-1-1 0 0,-1 3 1 0 0,0 6-855 0 0,1-9 890 0 0,0-1 0 0 0,0 1 1 0 0,0-1-1 0 0,0 1 0 0 0,0-1 1 0 0,0 1-1 0 0,1 0 0 0 0,-1-1 0 0 0,0 1 1 0 0,0-1-1 0 0,0 1 0 0 0,1-1 1 0 0,-1 1-1 0 0,0-1 0 0 0,1 1 0 0 0,-1-1 1 0 0,1 1-1 0 0,-1-1 0 0 0,0 0 0 0 0,1 1 1 0 0,-1-1-1 0 0,1 1 0 0 0,-1-1 1 0 0,1 1-1 0 0,6 6-2991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2.6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81 3808 0 0,'7'-20'11162'0'0,"-5"16"-10418"0"0,-1 3-601 0 0,0 1 0 0 0,0-1 1 0 0,0 0-1 0 0,0 0 0 0 0,0 1 0 0 0,0-1 0 0 0,0 0 1 0 0,1 1-1 0 0,-1-1 0 0 0,0 1 0 0 0,0 0 1 0 0,0-1-1 0 0,1 1 0 0 0,-1 0 0 0 0,0 0 1 0 0,2-1-1 0 0,-1 1-100 0 0,-1 0 0 0 0,1 0 1 0 0,-1 0-1 0 0,1 0 0 0 0,0-1 1 0 0,-1 1-1 0 0,1-1 0 0 0,-1 1 1 0 0,1-1-1 0 0,-1 0 0 0 0,1 1 1 0 0,-1-1-1 0 0,0 0 0 0 0,2-1 1 0 0,5-3 100 0 0,5 1 90 0 0,0 0 0 0 0,1 1 0 0 0,-1 0 0 0 0,1 1 0 0 0,0 1 0 0 0,16 0 0 0 0,-19 0-228 0 0,-1 1 1 0 0,0-2 0 0 0,17-3 0 0 0,-17 2-67 0 0,1 1 0 0 0,-1 1-1 0 0,18-1 1 0 0,85 2-1729 0 0,-29 0-6149 0 0,-9 0-361 0 0,-45 0 5958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3.3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1 3040 0 0,'0'0'6202'0'0,"-19"0"-1322"0"0,15 0-4327 0 0,0 0-142 0 0,-1 0 1 0 0,1 0 0 0 0,-1 0 0 0 0,1 0-1 0 0,-1 1 1 0 0,-6 1 0 0 0,6 4-121 0 0,-9 4 463 0 0,7-6-537 0 0,1 0 0 0 0,-1 1 0 0 0,1 0 1 0 0,0 0-1 0 0,-8 9 0 0 0,9-9-101 0 0,-21 33 657 0 0,20-25-720 0 0,6-12-62 0 0,-14 35 340 0 0,13-34-308 0 0,1 1 0 0 0,0-1 0 0 0,-1 1-1 0 0,1 0 1 0 0,0-1 0 0 0,0 1 0 0 0,0-1 0 0 0,1 1-1 0 0,-1-1 1 0 0,0 1 0 0 0,1-1 0 0 0,0 1 0 0 0,-1-1-1 0 0,1 0 1 0 0,0 1 0 0 0,3 3 0 0 0,0-1 7 0 0,1 0 1 0 0,0 0-1 0 0,0 0 1 0 0,1-1-1 0 0,0 0 1 0 0,-1 0-1 0 0,2 0 0 0 0,-1-1 1 0 0,12 5-1 0 0,6 2 58 0 0,44 12 0 0 0,-59-20-89 0 0,0 1 0 0 0,0 0 0 0 0,-1 1 1 0 0,1 0-1 0 0,-1 0 0 0 0,12 8 0 0 0,-18-10-14 0 0,-1 0 0 0 0,1-1 0 0 0,0 1 0 0 0,0-1 0 0 0,1 0 1 0 0,-1 0-1 0 0,0 1 0 0 0,0-1 0 0 0,3 0 0 0 0,25 14-305 0 0,-1 4 291 0 0,-14-10-66 0 0,0 1-1 0 0,-1 1 1 0 0,22 20-1 0 0,-33-28 104 0 0,-2-2-4 0 0,0 0 0 0 0,1 0 0 0 0,-1 0 0 0 0,0 0 0 0 0,0 1 0 0 0,-1-1 0 0 0,1 0 0 0 0,0 0 0 0 0,0 1 0 0 0,-1-1 0 0 0,1 1 0 0 0,0-1 0 0 0,-1 0 0 0 0,0 1 0 0 0,1-1 0 0 0,-1 1 0 0 0,0-1 0 0 0,0 1 0 0 0,1 0 0 0 0,-1-1 0 0 0,-1 3 0 0 0,1-4-1 0 0,0 0 1 0 0,0 1-1 0 0,0-1 0 0 0,0 1 0 0 0,0-1 0 0 0,0 0 0 0 0,0 1 0 0 0,0-1 0 0 0,0 0 0 0 0,0 1 0 0 0,0-1 0 0 0,0 0 1 0 0,0 1-1 0 0,0-1 0 0 0,0 0 0 0 0,0 1 0 0 0,1-1 0 0 0,-1 0 0 0 0,0 1 0 0 0,0-1 0 0 0,0 0 0 0 0,1 1 1 0 0,-1-1-1 0 0,0 0 0 0 0,0 1 0 0 0,1-1 0 0 0,-1 0 0 0 0,0 0 0 0 0,0 0 0 0 0,1 1 0 0 0,-1-1 0 0 0,0 0 0 0 0,1 0 1 0 0,-1 0-1 0 0,1 1 0 0 0,6 5-40 0 0,-4 22-192 0 0,-3-26 252 0 0,-1 0 0 0 0,1 0 0 0 0,-1 0 0 0 0,0-1 0 0 0,1 1-1 0 0,-1 0 1 0 0,0-1 0 0 0,0 1 0 0 0,0-1 0 0 0,0 1 0 0 0,-1-1 0 0 0,1 0 0 0 0,0 1 0 0 0,-1-1 0 0 0,1 0 0 0 0,-1 0 0 0 0,1 0 0 0 0,-1 0 0 0 0,1 0 0 0 0,-1 0 0 0 0,0 0 0 0 0,1-1 0 0 0,-1 1 0 0 0,0 0 0 0 0,0-1 0 0 0,-3 1 0 0 0,-64 13 128 0 0,48-11-48 0 0,8-1-149 0 0,0 0-1 0 0,0-1 0 0 0,0-1 0 0 0,0 0 0 0 0,-26-3 0 0 0,-33-2-360 0 0,69 5 258 0 0,0 0-1 0 0,0-1 1 0 0,0 1-1 0 0,0-1 1 0 0,0 0 0 0 0,0 1-1 0 0,0-1 1 0 0,0-1-1 0 0,1 1 1 0 0,-1 0-1 0 0,0-1 1 0 0,1 1-1 0 0,-1-1 1 0 0,1 0-1 0 0,-5-4 1 0 0,0 1-462 0 0,4 3 193 0 0,0 0 0 0 0,1 0 0 0 0,-1 0-1 0 0,0 0 1 0 0,1-1 0 0 0,0 1 0 0 0,-1-1 0 0 0,1 1 0 0 0,0-1 0 0 0,0 0 0 0 0,0 0 0 0 0,1 0 0 0 0,-1 0 0 0 0,-1-5 0 0 0,-2-3-1034 0 0,2 5 629 0 0,0 0-1 0 0,1 0 0 0 0,0 0 0 0 0,0-1 1 0 0,1 1-1 0 0,0 0 0 0 0,0-1 0 0 0,0 1 1 0 0,1-1-1 0 0,0-9 0 0 0,0-1-669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3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 3072 0 0,'0'-13'15301'0'0,"0"47"-14002"0"0,-1-2-892 0 0,2 0 0 0 0,1-1 0 0 0,1 1-1 0 0,8 33 1 0 0,-1-7-179 0 0,-6-32-145 0 0,11 42 1 0 0,-14-65-78 0 0,0-1 0 0 0,0 1 0 0 0,-1-1 0 0 0,1 0 0 0 0,-1 1 0 0 0,0 0 1 0 0,0-1-1 0 0,0 1 0 0 0,0-1 0 0 0,0 1 0 0 0,-1 4 0 0 0,0-5 12 0 0,1 1 0 0 0,0-1 0 0 0,-1 1 0 0 0,1-1 0 0 0,0 1-1 0 0,1-1 1 0 0,-1 1 0 0 0,0-1 0 0 0,1 1 0 0 0,-1-1 0 0 0,3 5 0 0 0,0 4 48 0 0,0 0 0 0 0,-1 0 0 0 0,0 0 0 0 0,1 17 0 0 0,-3-22-81 0 0,0-1-1 0 0,0 0 0 0 0,1 1 1 0 0,0-1-1 0 0,0 0 0 0 0,0 0 1 0 0,1 1-1 0 0,0-1 0 0 0,0 0 0 0 0,3 4 1 0 0,10 33-378 0 0,-13-2 345 0 0,-2-38 49 0 0,0-1 0 0 0,0 1 0 0 0,0 0 1 0 0,0-1-1 0 0,0 1 0 0 0,0-1 0 0 0,0 1 0 0 0,1-1 0 0 0,-1 1 0 0 0,1-1 1 0 0,-1 1-1 0 0,1-1 0 0 0,-1 1 0 0 0,1-1 0 0 0,0 1 0 0 0,0-1 0 0 0,0 0 1 0 0,0 1-1 0 0,0-1 0 0 0,2 2 0 0 0,-2-1-25 0 0,0-2-9 0 0,-1 1 0 0 0,1-1 0 0 0,-1 0-1 0 0,0 1 1 0 0,1-1 0 0 0,-1 1 0 0 0,0 0 0 0 0,1-1 0 0 0,-1 1-1 0 0,0-1 1 0 0,0 1 0 0 0,1-1 0 0 0,-1 1 0 0 0,0 0 0 0 0,0-1-1 0 0,0 1 1 0 0,0 0 0 0 0,0-1 0 0 0,0 1 0 0 0,0 0 0 0 0,1 5-231 0 0,3 2 10 0 0,-3-7 172 0 0,0 1 0 0 0,0-1-1 0 0,0 1 1 0 0,0 0 0 0 0,0-1 0 0 0,-1 1 0 0 0,1 0 0 0 0,0 0 0 0 0,-1 0 0 0 0,1 3 0 0 0,12 0-1140 0 0,-8 2-269 0 0,-5-7 1422 0 0,0 1 1 0 0,0-1-1 0 0,1 1 1 0 0,-1-1-1 0 0,0 0 1 0 0,0 1-1 0 0,1-1 1 0 0,-1 0-1 0 0,0 1 1 0 0,0-1-1 0 0,1 0 1 0 0,-1 1-1 0 0,0-1 1 0 0,1 0-1 0 0,-1 0 1 0 0,0 0-1 0 0,1 1 0 0 0,-1-1 1 0 0,1 0-1 0 0,-1 0 1 0 0,0 0-1 0 0,1 0 1 0 0,-1 0-1 0 0,1 1 1 0 0,-1-1-1 0 0,1 0 1 0 0,-1 0-1 0 0,0 0 1 0 0,1 0-1 0 0,0-1 1 0 0,31 1-13457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4.3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193 32 3680 0 0,'0'0'3712'0'0,"0"0"-3471"0"0,1-1 0 0 0,-1 0 0 0 0,0 0 0 0 0,0 1 0 0 0,0-1 0 0 0,0 0 0 0 0,0 0 0 0 0,0 1 0 0 0,0-1 0 0 0,0 0 0 0 0,0 0 0 0 0,0 1 1 0 0,-1-1-1 0 0,1 0 0 0 0,0 0 0 0 0,0 1 0 0 0,-1-1 0 0 0,1 0 0 0 0,-1 0 0 0 0,0 1-144 0 0,1 0 0 0 0,-1 0 1 0 0,1 0-1 0 0,-1 0 0 0 0,1 0 0 0 0,-1 0 0 0 0,1 0 1 0 0,0 0-1 0 0,-1 0 0 0 0,1 0 0 0 0,-1 0 0 0 0,1 0 0 0 0,-1 0 1 0 0,1-1-1 0 0,-1 1 0 0 0,1 0 0 0 0,0 0 0 0 0,-1 0 1 0 0,1-1-1 0 0,-1 1 0 0 0,1 0 0 0 0,0 0 0 0 0,-1-1 1 0 0,1 1-1 0 0,0 0 0 0 0,-1-1 0 0 0,1 1 0 0 0,0 0 1 0 0,0-1-1 0 0,-1 1 0 0 0,1 0 0 0 0,0-1 0 0 0,0 1 1 0 0,0-1-1 0 0,-1 1 0 0 0,1-1 0 0 0,0 1 0 0 0,0-1 1 0 0,0 1-1 0 0,0 0 0 0 0,0-1 0 0 0,0 1 0 0 0,0-1 1 0 0,0 1-1 0 0,0-1 0 0 0,0 1 0 0 0,0-1 0 0 0,0 0 0 0 0,-23-2 2187 0 0,4 4-1256 0 0,13-1-872 0 0,0 0-1 0 0,0 1 1 0 0,0 0-1 0 0,1 0 1 0 0,-1 0-1 0 0,-8 4 1 0 0,-19 2-135 0 0,31-7-24 0 0,1 0 0 0 0,0 1 0 0 0,0-1 0 0 0,0 0 0 0 0,0 1 0 0 0,0 0 0 0 0,1-1 0 0 0,-1 1 0 0 0,0-1 0 0 0,0 1 0 0 0,0 0 0 0 0,0 0 0 0 0,1 0 0 0 0,-1-1 0 0 0,0 1 0 0 0,1 0 0 0 0,-1 0 0 0 0,1 0 0 0 0,-1 0 0 0 0,1 0 1 0 0,-1 0-1 0 0,1 0 0 0 0,0 0 0 0 0,-1 0 0 0 0,1 0 0 0 0,0 2 0 0 0,-3 4 24 0 0,0-4-49 0 0,0 1-1 0 0,0-1 1 0 0,0 1 0 0 0,1-1 0 0 0,0 1-1 0 0,-1 0 1 0 0,1 0 0 0 0,1 0 0 0 0,-1 0-1 0 0,1 0 1 0 0,-1 0 0 0 0,1 0 0 0 0,0 1-1 0 0,1-1 1 0 0,-1 0 0 0 0,1 1-1 0 0,0-1 1 0 0,0 0 0 0 0,1 6 0 0 0,-1-3 44 0 0,-1-4-43 0 0,1-1 1 0 0,0 1 0 0 0,0 0-1 0 0,0 0 1 0 0,0 0 0 0 0,1 0-1 0 0,-1 0 1 0 0,1 0-1 0 0,0 0 1 0 0,-1 0 0 0 0,1 0-1 0 0,1-1 1 0 0,-1 1 0 0 0,0 0-1 0 0,1-1 1 0 0,-1 1-1 0 0,4 3 1 0 0,14 18-413 0 0,-18-22 415 0 0,1 1-1 0 0,0-1 1 0 0,0 0 0 0 0,-1 1 0 0 0,1-1 0 0 0,1 0 0 0 0,-1 0 0 0 0,0 0 0 0 0,0-1 0 0 0,1 1 0 0 0,-1-1 0 0 0,4 2 0 0 0,7 8 15 0 0,8 5-158 0 0,-17-15 186 0 0,-1 0-1 0 0,1-1 1 0 0,0 1-1 0 0,0-1 1 0 0,-1 0-1 0 0,1 0 1 0 0,0 0 0 0 0,0 0-1 0 0,0-1 1 0 0,-1 1-1 0 0,1-1 1 0 0,0 0-1 0 0,-1 0 1 0 0,1 0-1 0 0,-1-1 1 0 0,1 1 0 0 0,-1-1-1 0 0,1 0 1 0 0,-1 0-1 0 0,0 0 1 0 0,0 0-1 0 0,0-1 1 0 0,0 1 0 0 0,3-5-1 0 0,-6 7-18 0 0,0 0 0 0 0,0 0 0 0 0,1 0 0 0 0,-1-1 0 0 0,0 1 0 0 0,0 0 0 0 0,1 0 0 0 0,-1-1 0 0 0,0 1 1 0 0,0 0-1 0 0,0 0 0 0 0,1-1 0 0 0,-1 1 0 0 0,0 0 0 0 0,0 0 0 0 0,0-1 0 0 0,0 1 0 0 0,0 0 0 0 0,0-1 0 0 0,0 1 0 0 0,1 0 0 0 0,-1-1 0 0 0,0 1 0 0 0,0 0 0 0 0,0-1 0 0 0,0 1 0 0 0,0 0 0 0 0,-1-1 0 0 0,1 1 0 0 0,0 0 1 0 0,0-1-1 0 0,0 1 0 0 0,0 0 0 0 0,0-1 0 0 0,0 1 0 0 0,-1-1 0 0 0,1 1-7 0 0,0 0 1 0 0,0 0-1 0 0,0-1 1 0 0,-1 1-1 0 0,1 0 1 0 0,0-1-1 0 0,0 1 1 0 0,0 0-1 0 0,0-1 0 0 0,0 1 1 0 0,0 0-1 0 0,0-1 1 0 0,0 1-1 0 0,0 0 1 0 0,0-1-1 0 0,0 1 1 0 0,0 0-1 0 0,0-1 1 0 0,0 1-1 0 0,0 0 1 0 0,0 0-1 0 0,1-1 1 0 0,-1 1-1 0 0,0 0 0 0 0,0-1 1 0 0,0 1-1 0 0,0 0 1 0 0,1-1-1 0 0,-1 1 1 0 0,0 0-1 0 0,0 0 1 0 0,0 0-1 0 0,1-1 1 0 0,-1 1-1 0 0,0 0 1 0 0,1-1-1 0 0,1 0 10 0 0,-1-1 1 0 0,1 0-1 0 0,-1 0 1 0 0,0 0-1 0 0,1 0 1 0 0,-1 0-1 0 0,0 0 0 0 0,0-1 1 0 0,0 1-1 0 0,-1 0 1 0 0,1-1-1 0 0,0 1 1 0 0,0-5-1 0 0,9-27 130 0 0,-9 32-86 0 0,-1 0 0 0 0,1 0 0 0 0,0 0 0 0 0,0 0 0 0 0,0 1 0 0 0,0-1 0 0 0,0 0-1 0 0,0 1 1 0 0,0-1 0 0 0,0 0 0 0 0,2-1 0 0 0,-2 3-21 0 0,0-1 1 0 0,-1 0-1 0 0,1 1 0 0 0,-1-1 1 0 0,1 0-1 0 0,-1 0 0 0 0,1 0 0 0 0,-1 1 1 0 0,1-1-1 0 0,-1 0 0 0 0,0 0 1 0 0,0 0-1 0 0,1 0 0 0 0,-1 0 1 0 0,0 0-1 0 0,0 0 0 0 0,0 0 0 0 0,0 0 1 0 0,0 0-1 0 0,0 0 0 0 0,0-1 1 0 0,0-56 1365 0 0,0 58-1380 0 0,0 1 0 0 0,0-1 0 0 0,0 1 0 0 0,0-1 0 0 0,0 1 0 0 0,0-1 0 0 0,0 1 0 0 0,0-1 0 0 0,0 1 0 0 0,0-1 0 0 0,1 1 0 0 0,-1-1 0 0 0,0 1 0 0 0,0-1 0 0 0,1 1 0 0 0,-1-1 0 0 0,0 0 0 0 0,1 1 0 0 0,-1-1 0 0 0,0 1 0 0 0,1-1 0 0 0,-1 0 0 0 0,1 1 0 0 0,-1-1 0 0 0,1 1 0 0 0,0-1-12 0 0,0 1 0 0 0,-1-1 0 0 0,1 1 0 0 0,0-1 0 0 0,-1 1 0 0 0,1-1-1 0 0,-1 1 1 0 0,1 0 0 0 0,-1-1 0 0 0,1 1 0 0 0,-1 0 0 0 0,1-1 0 0 0,-1 1 0 0 0,0 0-1 0 0,1 0 1 0 0,-1-1 0 0 0,0 1 0 0 0,0 0 0 0 0,0 0 0 0 0,1 0 0 0 0,-1-1-1 0 0,0 1 1 0 0,0 0 0 0 0,0 0 0 0 0,-1 1 0 0 0,3 12 162 0 0,0 0 1 0 0,0 0-1 0 0,1 0 0 0 0,7 19 0 0 0,0 3-173 0 0,-7-22 55 0 0,-3-12-35 0 0,1 1 1 0 0,-1-1-1 0 0,1 0 1 0 0,-1 1-1 0 0,1-1 1 0 0,0 0-1 0 0,0 0 1 0 0,0 0-1 0 0,0 1 1 0 0,0-1-1 0 0,0 0 1 0 0,1 0 0 0 0,-1-1-1 0 0,3 4 1 0 0,-1-3-28 0 0,0 1 0 0 0,-1-1 1 0 0,1 1-1 0 0,-1 0 1 0 0,1 0-1 0 0,-1 0 1 0 0,0 0-1 0 0,0 1 0 0 0,0-1 1 0 0,-1 0-1 0 0,1 1 1 0 0,-1-1-1 0 0,0 1 1 0 0,0 0-1 0 0,0-1 1 0 0,0 7-1 0 0,0-9 28 0 0,-1 0 0 0 0,0 0-1 0 0,0 0 1 0 0,1 0 0 0 0,-1 0 0 0 0,0 0 0 0 0,1 0 0 0 0,-1-1-1 0 0,1 1 1 0 0,-1 0 0 0 0,1 0 0 0 0,-1 0 0 0 0,1-1 0 0 0,0 1-1 0 0,-1 0 1 0 0,1-1 0 0 0,1 2 0 0 0,2 1 10 0 0,-1 4-21 0 0,-3-7-10 0 0,0 1-1 0 0,0-1 1 0 0,0 1-1 0 0,0-1 1 0 0,0 1-1 0 0,0-1 1 0 0,1 1-1 0 0,-1-1 0 0 0,0 0 1 0 0,0 1-1 0 0,1-1 1 0 0,-1 1-1 0 0,0-1 1 0 0,1 0-1 0 0,-1 1 1 0 0,0-1-1 0 0,1 0 1 0 0,-1 1-1 0 0,0-1 1 0 0,1 0-1 0 0,-1 0 1 0 0,1 1-1 0 0,-1-1 1 0 0,1 0-1 0 0,-1 0 1 0 0,1 0-1 0 0,-1 0 0 0 0,0 0 1 0 0,1 1-1 0 0,-1-1 1 0 0,1 0-1 0 0,-1 0 1 0 0,1 0-1 0 0,-1 0 1 0 0,1-1-1 0 0,2 1-409 0 0,-2 1 301 0 0,-1 0 1 0 0,1 0-1 0 0,-1 0 1 0 0,1 0-1 0 0,-1 0 1 0 0,1 0-1 0 0,0 0 1 0 0,0-1-1 0 0,-1 1 1 0 0,1 0-1 0 0,0-1 1 0 0,0 1-1 0 0,0 0 1 0 0,0-1-1 0 0,0 1 1 0 0,0-1-1 0 0,0 0 1 0 0,0 1-1 0 0,0-1 1 0 0,0 0-1 0 0,0 1 1 0 0,1-1-1 0 0,7 4-1126 0 0,-4 3 354 0 0,-5-7 824 0 0,0 1 1 0 0,0-1-1 0 0,1 0 0 0 0,-1 1 0 0 0,0-1 0 0 0,0 0 0 0 0,1 1 0 0 0,-1-1 0 0 0,0 0 0 0 0,1 1 0 0 0,-1-1 0 0 0,0 0 1 0 0,0 0-1 0 0,1 1 0 0 0,-1-1 0 0 0,1 0 0 0 0,-1 0 0 0 0,0 1 0 0 0,1-1 0 0 0,-1 0 0 0 0,1 0 0 0 0,-1 0 0 0 0,0 0 1 0 0,1 0-1 0 0,-1 0 0 0 0,1 0 0 0 0,-1 0 0 0 0,1 0 0 0 0,-1 0 0 0 0,1 0 0 0 0,14 0-6007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4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3520 0 0,'0'0'9744'0'0,"0"2"-9520"0"0,-1-1 0 0 0,1 0 0 0 0,0 0 0 0 0,0 0 0 0 0,0 1 0 0 0,0-1 0 0 0,0 0 0 0 0,0 0 0 0 0,1 0 0 0 0,-1 0 0 0 0,0 1 0 0 0,1-1 0 0 0,-1 0 0 0 0,1 2-1 0 0,1-1-52 0 0,0 0 0 0 0,-1 1-1 0 0,0-1 1 0 0,1 0 0 0 0,-1 1-1 0 0,0 0 1 0 0,0-1 0 0 0,0 1-1 0 0,-1 0 1 0 0,1-1 0 0 0,-1 1-1 0 0,0 0 1 0 0,1 0 0 0 0,-1 3-1 0 0,5 7 310 0 0,35 57 576 0 0,-33-48-867 0 0,-7-20-199 0 0,0-1 0 0 0,0 1 0 0 0,1-1 0 0 0,-1 1 0 0 0,1-1 0 0 0,-1 1 0 0 0,1-1 0 0 0,-1 1 0 0 0,1-1 0 0 0,0 1-1 0 0,0-1 1 0 0,0 0 0 0 0,1 2 0 0 0,-1-2 23 0 0,0 0-1 0 0,0 0 0 0 0,-1-1 1 0 0,1 1-1 0 0,0 0 0 0 0,0 0 1 0 0,-1 0-1 0 0,1-1 0 0 0,-1 1 1 0 0,1 0-1 0 0,-1 0 0 0 0,1 0 1 0 0,-1 0-1 0 0,1 0 0 0 0,-1 0 1 0 0,0 0-1 0 0,0 1 0 0 0,1 0 1 0 0,-1-1 6 0 0,0 1 0 0 0,0-1 0 0 0,0 0 0 0 0,1 0 0 0 0,-1 0 0 0 0,0 0 0 0 0,1 0 0 0 0,-1 0 1 0 0,1 0-1 0 0,-1 0 0 0 0,1 0 0 0 0,-1-1 0 0 0,1 1 0 0 0,0 0 0 0 0,0 0 0 0 0,-1 0 0 0 0,1-1 1 0 0,1 2-1 0 0,0-1-38 0 0,-1 1 0 0 0,0-1 0 0 0,0 1 0 0 0,0-1 0 0 0,0 1 1 0 0,0-1-1 0 0,0 1 0 0 0,0-1 0 0 0,0 1 0 0 0,-1 0 0 0 0,1 0 1 0 0,-1-1-1 0 0,1 1 0 0 0,0 3 0 0 0,12 0-18 0 0,-8 8 501 0 0,-4-13-474 0 0,0 0-1 0 0,-1 0 1 0 0,1 0 0 0 0,0 1 0 0 0,-1-1 0 0 0,1 0 0 0 0,0 0-1 0 0,-1 0 1 0 0,1 1 0 0 0,-1-1 0 0 0,1 0 0 0 0,0 1 0 0 0,-1-1-1 0 0,1 1 1 0 0,-1-1 0 0 0,1 0 0 0 0,-1 1 0 0 0,1-1 0 0 0,-1 1-1 0 0,1 0 1 0 0,0 0 0 0 0,-1 0 22 0 0,1-1 0 0 0,-1 1 0 0 0,0-1 0 0 0,1 1-1 0 0,-1-1 1 0 0,1 1 0 0 0,-1-1 0 0 0,1 1 0 0 0,-1-1 0 0 0,1 1 0 0 0,0-1-1 0 0,-1 0 1 0 0,1 0 0 0 0,-1 1 0 0 0,1-1 0 0 0,0 0 0 0 0,-1 0 0 0 0,1 1-1 0 0,0-1 1 0 0,-1 0 0 0 0,2 0 0 0 0,1 0 20 0 0,-1 0-283 0 0,9 0 262 0 0,-11 0-1 0 0,0 0-1 0 0,1 0 1 0 0,-1 0-1 0 0,0 0 1 0 0,0 0 0 0 0,0-1-1 0 0,0 1 1 0 0,1 0-1 0 0,-1 0 1 0 0,0 0 0 0 0,0 0-1 0 0,0 0 1 0 0,0 0-1 0 0,0-1 1 0 0,0 1 0 0 0,1 0-1 0 0,-1 0 1 0 0,0 0 0 0 0,0 0-1 0 0,0-1 1 0 0,0 1-1 0 0,0 0 1 0 0,0 0 0 0 0,0 0-1 0 0,0 0 1 0 0,0-1-1 0 0,0 1 1 0 0,0 0 0 0 0,0 0-1 0 0,0 0 1 0 0,0-1-1 0 0,0 1 1 0 0,0 0 0 0 0,0 0-1 0 0,0 0 1 0 0,0-1-1 0 0,0 1 1 0 0,0 0 0 0 0,0 0-1 0 0,0 0 1 0 0,0-1-1 0 0,2-11 84 0 0,0 11-91 0 0,-1 0 0 0 0,0 0 0 0 0,0-1 1 0 0,0 1-1 0 0,0-1 0 0 0,0 1 0 0 0,0-1 0 0 0,0 1 0 0 0,0-1 0 0 0,-1 0 0 0 0,1 1 1 0 0,-1-1-1 0 0,1 0 0 0 0,0-3 0 0 0,-1 4-4 0 0,0 0 1 0 0,0 0-1 0 0,0 0 0 0 0,1 1 1 0 0,-1-1-1 0 0,0 0 0 0 0,1 0 1 0 0,-1 0-1 0 0,1 0 1 0 0,-1 1-1 0 0,1-1 0 0 0,-1 0 1 0 0,1 0-1 0 0,0 1 0 0 0,-1-1 1 0 0,1 1-1 0 0,1-2 0 0 0,2-1-43 0 0,-4 1 27 0 0,1 0 0 0 0,0 0-1 0 0,-1 0 1 0 0,0 0-1 0 0,1 0 1 0 0,-1 0-1 0 0,0 1 1 0 0,0-1 0 0 0,0 0-1 0 0,-1-4 1 0 0,1 5 21 0 0,0-1 0 0 0,0 0 0 0 0,0 0-1 0 0,0 0 1 0 0,0 0 0 0 0,0 0 0 0 0,0 0 0 0 0,1 0 0 0 0,-1 0 0 0 0,2-3 0 0 0,-1 3 14 0 0,1-1 1 0 0,-1 0-1 0 0,0 0 0 0 0,0 1 1 0 0,0-1-1 0 0,0 0 1 0 0,-1 0-1 0 0,1 0 0 0 0,-1 0 1 0 0,0 0-1 0 0,0-5 1 0 0,0 3-34 0 0,0 1-1 0 0,0-1 1 0 0,1 0 0 0 0,-1 1 0 0 0,1-1 0 0 0,0 1 0 0 0,3-7 0 0 0,1 0-79 0 0,-4 8 73 0 0,1 0 0 0 0,-1 0 0 0 0,0 0 0 0 0,0 0 0 0 0,0 0 0 0 0,-1 0 0 0 0,1 0 0 0 0,-1 0 0 0 0,1-4 0 0 0,-1 5 17 0 0,0 0 1 0 0,0 0-1 0 0,1 0 0 0 0,-1 0 0 0 0,0 1 1 0 0,1-1-1 0 0,0 0 0 0 0,-1 0 0 0 0,1 1 1 0 0,0-1-1 0 0,2-2 0 0 0,-2 2-55 0 0,0 0 0 0 0,0 1 0 0 0,0-1 0 0 0,-1 0-1 0 0,1 1 1 0 0,0-1 0 0 0,-1 0 0 0 0,1 0 0 0 0,-1 0 0 0 0,0 1 0 0 0,1-5-1 0 0,-1 7-2 0 0,1-1 0 0 0,-1 0 0 0 0,1 0-1 0 0,0 0 1 0 0,-1 0 0 0 0,1 0-1 0 0,-1 0 1 0 0,1 0 0 0 0,0 0 0 0 0,-1 0-1 0 0,1 0 1 0 0,-1 0 0 0 0,1-1 0 0 0,0 1-1 0 0,-1 0 1 0 0,1 0 0 0 0,-1 0-1 0 0,1-1 1 0 0,-1 1 0 0 0,1 0 0 0 0,0-1-1 0 0,3-4-589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5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147 242 2080 0 0,'0'0'1291'0'0,"18"0"3076"0"0,-16 0-4231 0 0,-1 0 0 0 0,1 0 0 0 0,-1 0 0 0 0,1 0 0 0 0,-1 0 0 0 0,1 0 0 0 0,-1-1-1 0 0,1 1 1 0 0,-1 0 0 0 0,1-1 0 0 0,-1 1 0 0 0,0-1 0 0 0,1 0 0 0 0,-1 1 0 0 0,0-1 0 0 0,1 0-1 0 0,-1 0 1 0 0,0 0 0 0 0,0 0 0 0 0,0 0 0 0 0,0 0 0 0 0,2-2 0 0 0,-2 3-27 0 0,0-1 0 0 0,0 1 0 0 0,0-1 0 0 0,1 1 1 0 0,-1 0-1 0 0,0-1 0 0 0,1 1 0 0 0,-1 0 0 0 0,0 0 1 0 0,0 0-1 0 0,1 0 0 0 0,-1 0 0 0 0,0 0 0 0 0,3 1 1 0 0,-3-1-13 0 0,0 0 0 0 0,1 0 1 0 0,-1 1-1 0 0,0-1 0 0 0,1 0 1 0 0,-1 0-1 0 0,0-1 1 0 0,0 1-1 0 0,1 0 0 0 0,-1 0 1 0 0,0-1-1 0 0,0 1 0 0 0,1 0 1 0 0,1-2-1 0 0,2-5 258 0 0,-5 7-322 0 0,0-1-1 0 0,0 1 0 0 0,0 0 0 0 0,1-1 1 0 0,-1 1-1 0 0,0 0 0 0 0,0-1 0 0 0,1 1 1 0 0,-1 0-1 0 0,0-1 0 0 0,1 1 0 0 0,-1 0 0 0 0,0 0 1 0 0,1-1-1 0 0,-1 1 0 0 0,0 0 0 0 0,1 0 1 0 0,-1-1-1 0 0,1 1 0 0 0,-1 0 0 0 0,0 0 1 0 0,1 0-1 0 0,-1 0 0 0 0,1 0 0 0 0,-1 0 1 0 0,0 0-1 0 0,1 0 0 0 0,-1 0 0 0 0,1 0 1 0 0,0 0-1 0 0,-1 0-8 0 0,1 0 1 0 0,-1 0-1 0 0,1 0 1 0 0,-1 0-1 0 0,0 0 1 0 0,1 0-1 0 0,-1 0 1 0 0,1 0-1 0 0,-1-1 1 0 0,0 1-1 0 0,1 0 1 0 0,-1 0-1 0 0,1 0 0 0 0,-1 0 1 0 0,0-1-1 0 0,1 1 1 0 0,-1 0-1 0 0,0 0 1 0 0,1-1-1 0 0,-1 1 1 0 0,0 0-1 0 0,1-1 1 0 0,-1 1-1 0 0,0 0 1 0 0,0-1-1 0 0,1 1 1 0 0,-1-1-1 0 0,0 1 0 0 0,0 0 1 0 0,0-1-1 0 0,0 1 1 0 0,1-1-1 0 0,-1 1 1 0 0,0-1-2 0 0,0 1-1 0 0,0-1 1 0 0,0 1 0 0 0,0-1 0 0 0,0 1-1 0 0,1 0 1 0 0,-1-1 0 0 0,0 1 0 0 0,0 0-1 0 0,1-1 1 0 0,-1 1 0 0 0,0 0 0 0 0,0-1-1 0 0,1 1 1 0 0,-1 0 0 0 0,0-1 0 0 0,1 1-1 0 0,-1 0 1 0 0,0 0 0 0 0,1-1-1 0 0,-1 1 1 0 0,1 0 0 0 0,-1 0 0 0 0,0 0-1 0 0,1 0 1 0 0,-1-1 0 0 0,1 1 0 0 0,-1 0-1 0 0,0 0 1 0 0,1 0 0 0 0,-1 0 0 0 0,1 0-1 0 0,0 0 1 0 0,0 0 47 0 0,0 0 1 0 0,-1 0-1 0 0,1 0 0 0 0,0-1 1 0 0,0 1-1 0 0,0 0 0 0 0,0 0 1 0 0,0-1-1 0 0,-1 1 0 0 0,1-1 1 0 0,0 1-1 0 0,0-1 0 0 0,-1 1 0 0 0,1-1 1 0 0,0 0-1 0 0,-1 1 0 0 0,2-2 1 0 0,12-8 972 0 0,-13 9-940 0 0,0 0-1 0 0,0 1 1 0 0,0-1-1 0 0,0 0 1 0 0,0 0-1 0 0,0 0 1 0 0,0 0-1 0 0,0 0 0 0 0,0 0 1 0 0,-1 0-1 0 0,1 0 1 0 0,0 0-1 0 0,-1 0 1 0 0,1 0-1 0 0,-1 0 0 0 0,1 0 1 0 0,-1-1-1 0 0,1 1 1 0 0,-1 0-1 0 0,0 0 1 0 0,0-1-1 0 0,0 1 1 0 0,1-2-1 0 0,-1 2-56 0 0,0 1 1 0 0,0-1-1 0 0,0 0 0 0 0,1 0 0 0 0,-1 0 1 0 0,1 0-1 0 0,-1 0 0 0 0,0 0 0 0 0,1 1 1 0 0,-1-1-1 0 0,1 0 0 0 0,0 0 0 0 0,-1 1 1 0 0,1-1-1 0 0,0 0 0 0 0,-1 1 0 0 0,2-2 1 0 0,2-1 117 0 0,-3 1-85 0 0,0 0 0 0 0,-1-1 0 0 0,1 1 0 0 0,-1 0 0 0 0,1 0 0 0 0,-1-1 0 0 0,0 1 0 0 0,0 0 0 0 0,0 0 0 0 0,0-1 0 0 0,0 1 0 0 0,0 0 0 0 0,0 0 0 0 0,-1-1 0 0 0,0 1 0 0 0,1 0 0 0 0,-1 0-1 0 0,0 0 1 0 0,0-1 0 0 0,0 1 0 0 0,-2-3 0 0 0,-5-20 334 0 0,8 22-163 0 0,-3 0 12 0 0,-23-23 106 0 0,25 25-362 0 0,0 1 0 0 0,0-1 0 0 0,0 0 1 0 0,0 1-1 0 0,0 0 0 0 0,0-1 0 0 0,0 1 1 0 0,0 0-1 0 0,-1-1 0 0 0,1 1 0 0 0,0 0 1 0 0,0 0-1 0 0,0 0 0 0 0,0 0 0 0 0,0 0 1 0 0,0 0-1 0 0,0 0 0 0 0,-2 0 1 0 0,-10-1 162 0 0,9-1-157 0 0,0 0 0 0 0,1 0 0 0 0,-1 1 0 0 0,0-1 0 0 0,0 1 0 0 0,0 0 1 0 0,0 0-1 0 0,0 0 0 0 0,0 0 0 0 0,0 1 0 0 0,0-1 0 0 0,0 1 0 0 0,-1 0 1 0 0,1 0-1 0 0,0 1 0 0 0,0 0 0 0 0,-8 1 0 0 0,-5 7-13 0 0,7-5 42 0 0,1 0 0 0 0,0 1 0 0 0,0 0 0 0 0,0 1 0 0 0,-8 7 1 0 0,-31 24-234 0 0,43-33 191 0 0,1 1 1 0 0,0-1 0 0 0,0 1-1 0 0,0 0 1 0 0,1 0 0 0 0,-1 0-1 0 0,1 1 1 0 0,1-1 0 0 0,-1 1 0 0 0,1 0-1 0 0,0-1 1 0 0,0 1 0 0 0,0 0-1 0 0,1 0 1 0 0,0 1 0 0 0,0-1-1 0 0,0 11 1 0 0,0 6-77 0 0,0-14 143 0 0,1-1 0 0 0,-1 1 0 0 0,2 0 0 0 0,-1-1-1 0 0,1 1 1 0 0,3 12 0 0 0,-2-14-87 0 0,1 1 1 0 0,0-1-1 0 0,0 1 0 0 0,1-1 0 0 0,0 0 0 0 0,0-1 1 0 0,1 1-1 0 0,0-1 0 0 0,7 8 0 0 0,0-1 332 0 0,-10-10-330 0 0,0 0-1 0 0,0 0 0 0 0,0-1 0 0 0,1 1 0 0 0,-1-1 0 0 0,1 0 0 0 0,0 1 0 0 0,0-1 1 0 0,0 0-1 0 0,0-1 0 0 0,0 1 0 0 0,0 0 0 0 0,0-1 0 0 0,0 0 0 0 0,1 0 0 0 0,4 1 1 0 0,-6-2 24 0 0,-1 0-1 0 0,1 1 1 0 0,-1-1 0 0 0,1 0 0 0 0,-1 0 0 0 0,1 1 0 0 0,-1-1 0 0 0,0 1 0 0 0,1-1 0 0 0,-1 1 0 0 0,1 0 0 0 0,-1-1 0 0 0,2 2 0 0 0,-1 0 6 0 0,0-1-1 0 0,-1 0 0 0 0,1 0 0 0 0,0 0 1 0 0,0-1-1 0 0,0 1 0 0 0,0 0 0 0 0,0-1 1 0 0,0 1-1 0 0,0-1 0 0 0,0 0 0 0 0,0 0 1 0 0,4 0-1 0 0,86-5-1237 0 0,-32-3-2869 0 0,-54 7 3394 0 0,-4 1 293 0 0,0 0 0 0 0,0-1 0 0 0,0 1-1 0 0,-1 0 1 0 0,1-1 0 0 0,0 1-1 0 0,0-1 1 0 0,-1 0 0 0 0,1 1 0 0 0,-1-1-1 0 0,1 0 1 0 0,0 0 0 0 0,-1 0-1 0 0,0 0 1 0 0,1-1 0 0 0,-1 1 0 0 0,2-2-1 0 0,-2 3 28 0 0,1-1-1 0 0,-1 1 1 0 0,1-1 0 0 0,-1 1-1 0 0,1-1 1 0 0,-1 1-1 0 0,1 0 1 0 0,-1 0-1 0 0,1 0 1 0 0,-1 0 0 0 0,1 0-1 0 0,2 1 1 0 0,-3-1-27 0 0,0 0 0 0 0,1 0 1 0 0,-1 0-1 0 0,1 0 0 0 0,-1 0 1 0 0,1 0-1 0 0,-1 0 0 0 0,1 0 1 0 0,-1-1-1 0 0,0 1 0 0 0,1 0 1 0 0,-1-1-1 0 0,2 0 0 0 0,2-10-881 0 0,8 8 575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5.9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209 3 2848 0 0,'0'0'6202'0'0,"-19"0"-2852"0"0,6-1-2485 0 0,10 1-722 0 0,-1-1 1 0 0,1 1 0 0 0,0 0-1 0 0,-1 0 1 0 0,1 0 0 0 0,-1 1-1 0 0,1-1 1 0 0,0 1 0 0 0,-1 0-1 0 0,1 0 1 0 0,0 0 0 0 0,0 0-1 0 0,0 0 1 0 0,0 1 0 0 0,0-1-1 0 0,0 1 1 0 0,0 0 0 0 0,0 0-1 0 0,-3 3 1 0 0,-6 7 163 0 0,-20 18 730 0 0,31-28-1023 0 0,-1 0 0 0 0,0 0 1 0 0,1 0-1 0 0,-1 0 1 0 0,1 0-1 0 0,0 0 0 0 0,0 0 1 0 0,0 0-1 0 0,0 0 1 0 0,0 1-1 0 0,0-1 0 0 0,0 5 1 0 0,0-6-20 0 0,1 0 0 0 0,0 0 1 0 0,0 0-1 0 0,-1 0 0 0 0,1-1 1 0 0,0 1-1 0 0,-1 0 0 0 0,1 0 1 0 0,-1 0-1 0 0,0 0 1 0 0,1 0-1 0 0,-1-1 0 0 0,1 1 1 0 0,-1 0-1 0 0,0-1 0 0 0,0 1 1 0 0,-1 0-1 0 0,-1 3 3 0 0,1-1 28 0 0,0 1 0 0 0,1-1-1 0 0,0 0 1 0 0,0 1 0 0 0,0 0-1 0 0,0-1 1 0 0,0 1-1 0 0,0 0 1 0 0,1 4 0 0 0,0-4 10 0 0,-1 0 0 0 0,1-1 0 0 0,-1 1 0 0 0,0 0 0 0 0,0 0 0 0 0,0-1 1 0 0,0 1-1 0 0,-3 5 0 0 0,1-3-56 0 0,1-1 1 0 0,0 1-1 0 0,0-1 1 0 0,1 1-1 0 0,0 0 0 0 0,0-1 1 0 0,0 1-1 0 0,0 11 1 0 0,1-10 32 0 0,-1-1 0 0 0,1 1 0 0 0,1 0 0 0 0,-1 0 1 0 0,1-1-1 0 0,0 1 0 0 0,1 0 0 0 0,0-1 0 0 0,0 1 0 0 0,0-1 1 0 0,1 1-1 0 0,-1-1 0 0 0,2 0 0 0 0,7 11 0 0 0,2 3-82 0 0,-12-19 90 0 0,0 1 0 0 0,0 0 1 0 0,0-1-1 0 0,0 1 0 0 0,1-1 1 0 0,-1 1-1 0 0,0-1 0 0 0,1 0 1 0 0,-1 0-1 0 0,1 1 0 0 0,-1-1 1 0 0,1 0-1 0 0,2 1 0 0 0,25 15 189 0 0,-20-11-257 0 0,-1-1 0 0 0,1-1-1 0 0,0 0 1 0 0,13 5 0 0 0,12-3-508 0 0,0-1 0 0 0,1-1 1 0 0,-1-3-1 0 0,65-4 1 0 0,-32-7-6614 0 0,-64 10 6689 0 0,0-1 1 0 0,0 1 0 0 0,0-1 0 0 0,-1 1-1 0 0,1-1 1 0 0,0 0 0 0 0,0 0-1 0 0,-1 0 1 0 0,1 0 0 0 0,3-3 0 0 0,2-1-853 0 0,8 2-525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6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3264 0 0,'0'0'10464'0'0,"0"18"-8400"0"0,0-16-2010 0 0,0-1 1 0 0,0 1 0 0 0,0-1 0 0 0,0 1 0 0 0,0-1 0 0 0,1 0 0 0 0,-1 1 0 0 0,0-1 0 0 0,1 1 0 0 0,-1-1 0 0 0,1 1-1 0 0,-1-1 1 0 0,1 0 0 0 0,0 1 0 0 0,-1-1 0 0 0,1 0 0 0 0,0 0 0 0 0,0 0 0 0 0,0 0 0 0 0,0 1 0 0 0,2 0 0 0 0,-2-1-48 0 0,1 26 457 0 0,-2-24-517 0 0,0 15-102 0 0,0-16 154 0 0,-1 0-1 0 0,1 0 0 0 0,0 0 0 0 0,0 0 1 0 0,0 0-1 0 0,0 0 0 0 0,0 0 0 0 0,0 0 0 0 0,0 0 1 0 0,1 0-1 0 0,-1 0 0 0 0,1 0 0 0 0,-1 0 1 0 0,2 2-1 0 0,-1-2-155 0 0,1 0 1 0 0,-1 0-1 0 0,0 1 1 0 0,0-1-1 0 0,0 0 1 0 0,0 1-1 0 0,0-1 1 0 0,0 0-1 0 0,-1 1 1 0 0,1-1-1 0 0,-1 1 1 0 0,0 4-1 0 0,5 14-2976 0 0,3-13 528 0 0,-8-8 2497 0 0,0 0 0 0 0,1 1-1 0 0,-1-1 1 0 0,1 0 0 0 0,-1 1-1 0 0,0-1 1 0 0,1 0-1 0 0,-1 1 1 0 0,1-1 0 0 0,-1 0-1 0 0,0 1 1 0 0,0-1 0 0 0,1 1-1 0 0,-1-1 1 0 0,0 1-1 0 0,0-1 1 0 0,0 1 0 0 0,1-1-1 0 0,-1 1 1 0 0,0-1 0 0 0,0 1-1 0 0,0-1 1 0 0,0 1-1 0 0,0-1 1 0 0,0 1 0 0 0,0-1-1 0 0,0 1 1 0 0,0-1 0 0 0,0 1-1 0 0,2 12-3752 0 0,12-10 1509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6.3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 3424 0 0,'0'0'4538'0'0,"0"-11"-2155"0"0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7.3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17 2528 0 0,'-3'-16'14250'0'0,"3"16"-14221"0"0,0 0 0 0 0,-1 0 0 0 0,1-1 0 0 0,-1 1 1 0 0,1 1-1 0 0,-1-1 0 0 0,1 0 0 0 0,-1 0 0 0 0,1 0 0 0 0,-1 0 0 0 0,1 0 0 0 0,0 0 0 0 0,-1 0 0 0 0,1 1 0 0 0,-1-1 0 0 0,1 0 0 0 0,-1 0 0 0 0,1 0 1 0 0,0 1-1 0 0,-1-1 0 0 0,1 0 0 0 0,0 1 0 0 0,-1-1 0 0 0,1 0 0 0 0,0 1 0 0 0,0-1 0 0 0,-1 0 0 0 0,1 1 0 0 0,0-1 0 0 0,0 1 0 0 0,-1-1 1 0 0,1 1-1 0 0,0-1 0 0 0,0 0 0 0 0,0 1 0 0 0,0-1 0 0 0,0 1 0 0 0,0-1 0 0 0,0 1 0 0 0,0-1 0 0 0,0 1 0 0 0,0-1 0 0 0,0 1 0 0 0,0-1 0 0 0,0 1 1 0 0,0 0-1 0 0,-3 17 823 0 0,0-13-819 0 0,1-1 0 0 0,0 1-1 0 0,1 0 1 0 0,-1 0 0 0 0,1 0 0 0 0,0 0 0 0 0,0 1 0 0 0,0-1 0 0 0,1 0 0 0 0,0 0 0 0 0,0 9-1 0 0,0-7 22 0 0,-1 1-1 0 0,0-1 0 0 0,0 0 1 0 0,0 0-1 0 0,-1 0 0 0 0,-5 11 1 0 0,6-15-46 0 0,1 1 1 0 0,-1-1 0 0 0,1 0-1 0 0,-1 0 1 0 0,1 1 0 0 0,0-1-1 0 0,0 0 1 0 0,1 0 0 0 0,-1 0-1 0 0,1 1 1 0 0,-1-1 0 0 0,1 0 0 0 0,2 5-1 0 0,22 40-223 0 0,-11-21 501 0 0,-13-25-284 0 0,0 0-1 0 0,1-1 1 0 0,-1 1 0 0 0,0-1 0 0 0,0 1 0 0 0,1-1-1 0 0,-1 0 1 0 0,0 1 0 0 0,1-1 0 0 0,0 0 0 0 0,-1 0-1 0 0,1 0 1 0 0,0 0 0 0 0,-1 0 0 0 0,1 0 0 0 0,2 0-1 0 0,18 12-165 0 0,-19-10 187 0 0,0 0-1 0 0,1 0 1 0 0,-1 0-1 0 0,1-1 1 0 0,-1 0-1 0 0,1 1 1 0 0,0-2-1 0 0,0 1 1 0 0,0 0-1 0 0,0-1 0 0 0,1 1 1 0 0,-1-1-1 0 0,0-1 1 0 0,0 1-1 0 0,1 0 1 0 0,-1-1-1 0 0,0 0 1 0 0,8-1-1 0 0,15 3-246 0 0,-22-1 244 0 0,-1-1 0 0 0,1 1 0 0 0,-1-1 0 0 0,0 0 0 0 0,1 0 0 0 0,-1 0 0 0 0,1 0-1 0 0,-1-1 1 0 0,0 0 0 0 0,1 0 0 0 0,-1 0 0 0 0,0 0 0 0 0,0-1 0 0 0,0 1 0 0 0,0-1 0 0 0,0 0 0 0 0,0-1 0 0 0,7-4 0 0 0,-2-3 49 0 0,0-1 0 0 0,-1 0 1 0 0,8-13-1 0 0,2-4-76 0 0,-17 26 52 0 0,1 0 0 0 0,0 0 0 0 0,0-1-1 0 0,-1 1 1 0 0,1-1 0 0 0,-1 1 0 0 0,0-1 0 0 0,0 0 0 0 0,0 0 0 0 0,0 1 0 0 0,0-1 0 0 0,-1 0 0 0 0,1 0 0 0 0,-1-5 0 0 0,0-66 3224 0 0,0 74-3260 0 0,0 1 1 0 0,0-1-1 0 0,0 1 1 0 0,0 0 0 0 0,0-1-1 0 0,0 1 1 0 0,0-1-1 0 0,-1 1 1 0 0,1-1-1 0 0,0 1 1 0 0,0-1-1 0 0,-1 1 1 0 0,1-1-1 0 0,0 1 1 0 0,-1-1-1 0 0,1 1 1 0 0,0-1-1 0 0,-1 1 1 0 0,1-1-1 0 0,-1 1 1 0 0,1-1-1 0 0,-1 0 1 0 0,0 1-1 0 0,0 0 6 0 0,1-1-1 0 0,-1 0 0 0 0,0 1 1 0 0,1-1-1 0 0,-1 1 0 0 0,1-1 1 0 0,-1 1-1 0 0,1 0 0 0 0,-1-1 1 0 0,1 1-1 0 0,0-1 0 0 0,-1 1 1 0 0,1 0-1 0 0,0-1 0 0 0,-1 1 1 0 0,1 0-1 0 0,0 0 0 0 0,0-1 1 0 0,-1 1-1 0 0,1 0 0 0 0,0 0 1 0 0,0-1-1 0 0,0 1 0 0 0,0 1 1 0 0,0 33-75 0 0,-1 1 116 0 0,1 0 1 0 0,3 0 0 0 0,0 0 0 0 0,11 43 0 0 0,28 59-143 0 0,-12-71-601 0 0,-24-58 632 0 0,-1 0 0 0 0,-1 0 0 0 0,0 1 0 0 0,0 0 0 0 0,-1-1 0 0 0,0 1 0 0 0,0 1 0 0 0,-1-1 0 0 0,1 15 0 0 0,6 17-562 0 0,-8-38 624 0 0,1 0-1 0 0,-1 0 1 0 0,0 0 0 0 0,0 0 0 0 0,0 0 0 0 0,0 0 0 0 0,-1 0 0 0 0,1 0 0 0 0,-1 0 0 0 0,0 1 0 0 0,-1-1 0 0 0,1 0 0 0 0,-1 0-1 0 0,0 0 1 0 0,-1 5 0 0 0,-3-1-12 0 0,4-7-20 0 0,0 1 0 0 0,0-1 1 0 0,0 1-1 0 0,0-1 0 0 0,1 1 0 0 0,-1 0 1 0 0,1-1-1 0 0,-1 1 0 0 0,1 0 1 0 0,-1 3-1 0 0,1-4 9 0 0,-1 0 0 0 0,1 0 1 0 0,0 0-1 0 0,-1 0 0 0 0,1 0 0 0 0,-1 0 1 0 0,1 0-1 0 0,-1 0 0 0 0,0-1 0 0 0,1 1 1 0 0,-1 0-1 0 0,0 0 0 0 0,0 0 0 0 0,1-1 1 0 0,-1 1-1 0 0,0 0 0 0 0,0-1 0 0 0,-1 1 1 0 0,-1 2-27 0 0,-11 15 9 0 0,13-17 43 0 0,1 0 1 0 0,-1 0-1 0 0,0 0 1 0 0,1 0-1 0 0,-1 0 1 0 0,0-1 0 0 0,0 1-1 0 0,0 0 1 0 0,0 0-1 0 0,0 0 1 0 0,1-1-1 0 0,-1 1 1 0 0,-1-1-1 0 0,1 1 1 0 0,0-1-1 0 0,0 1 1 0 0,0-1-1 0 0,0 1 1 0 0,0-1-1 0 0,0 0 1 0 0,-1 0-1 0 0,1 0 1 0 0,0 1-1 0 0,0-1 1 0 0,0 0-1 0 0,0-1 1 0 0,-1 1-1 0 0,1 0 1 0 0,-2 0-1 0 0,2 0-6 0 0,0 0 0 0 0,1 0-1 0 0,-1 0 1 0 0,0 1 0 0 0,0-1 0 0 0,0 0-1 0 0,0 1 1 0 0,0-1 0 0 0,1 1-1 0 0,-1-1 1 0 0,0 1 0 0 0,0 0-1 0 0,1-1 1 0 0,-1 1 0 0 0,0-1 0 0 0,1 1-1 0 0,-2 1 1 0 0,-1 2-1 0 0,-3-3 29 0 0,-1 1 1 0 0,1-1 0 0 0,0-1-1 0 0,0 1 1 0 0,-1-1 0 0 0,1 0-1 0 0,-12-2 1 0 0,3 1-1 0 0,11 1-20 0 0,1 0 0 0 0,0 0 0 0 0,0 0 0 0 0,0 0 0 0 0,0-1 0 0 0,-1 0 0 0 0,1 0 0 0 0,0 0 0 0 0,0 0 0 0 0,0 0 0 0 0,1 0 0 0 0,-1-1 0 0 0,0 1 0 0 0,-3-4 0 0 0,-20-9 85 0 0,-104-60 426 0 0,116 65-471 0 0,10 7-39 0 0,0 0 0 0 0,0 0 0 0 0,0 0 0 0 0,1-1 0 0 0,-1 1 0 0 0,1-1 0 0 0,-1 0 0 0 0,1 0 0 0 0,0 0 0 0 0,0-1 0 0 0,0 1 0 0 0,1-1 0 0 0,-1 1 0 0 0,1-1 0 0 0,0 0 0 0 0,0 0 0 0 0,0 0 0 0 0,-2-7 0 0 0,-8-14 166 0 0,10 21-202 0 0,0 0-1 0 0,0 0 0 0 0,0 0 1 0 0,0 0-1 0 0,1 0 1 0 0,-1 0-1 0 0,1 0 0 0 0,0-1 1 0 0,1 1-1 0 0,-2-7 1 0 0,2 2 120 0 0,0 6-98 0 0,0 0 0 0 0,-1 0 1 0 0,1 1-1 0 0,0-1 1 0 0,1 0-1 0 0,-1 0 0 0 0,0 0 1 0 0,1 0-1 0 0,0 1 0 0 0,0-1 1 0 0,-1 0-1 0 0,2 1 1 0 0,-1-1-1 0 0,0 0 0 0 0,0 1 1 0 0,1 0-1 0 0,-1-1 1 0 0,4-3-1 0 0,-1 2-26 0 0,-1 1 1 0 0,1-1-1 0 0,-1 1 1 0 0,1-1-1 0 0,0 1 1 0 0,1 1-1 0 0,-1-1 0 0 0,0 0 1 0 0,1 1-1 0 0,0 0 1 0 0,-1 0-1 0 0,1 0 1 0 0,0 1-1 0 0,8-2 1 0 0,24-7-195 0 0,-31 8 92 0 0,-1 0 0 0 0,1 1 0 0 0,-1-1 0 0 0,1 1 0 0 0,-1 1 0 0 0,1-1 0 0 0,6 1 0 0 0,44-7-1329 0 0,-23 2-317 0 0,41-2 1 0 0,104 6-9737 0 0,-104 1 6310 0 0,-41 0 4257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7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19 2560 0 0,'0'-3'6609'0'0,"0"-12"-2408"0"0,0 30-608 0 0,-1 41-1067 0 0,0-6-2537 0 0,9 66-1 0 0,-1-72 92 0 0,15 96-101 0 0,-18-118 119 0 0,0 0-1 0 0,15 40 1 0 0,-18-60-83 0 0,0 1-1 0 0,-1-1 1 0 0,1 1 0 0 0,0-1-1 0 0,-1 1 1 0 0,0-1-1 0 0,1 1 1 0 0,-1-1 0 0 0,0 1-1 0 0,0-1 1 0 0,-1 5-1 0 0,0-2-57 0 0,1 0 0 0 0,-1 0-1 0 0,1 0 1 0 0,1 0 0 0 0,-1 0-1 0 0,2 8 1 0 0,14 80-1872 0 0,10-18-3167 0 0,-23-65 3672 0 0,-2-8 1012 0 0,-1-1-1 0 0,1 1 1 0 0,-1 0 0 0 0,1-1-1 0 0,0 1 1 0 0,-1-1 0 0 0,1 1-1 0 0,0-1 1 0 0,0 1 0 0 0,0-1-1 0 0,0 0 1 0 0,0 0 0 0 0,2 2-1 0 0,0 10-5307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8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2880 0 0,'0'0'3386'0'0,"-1"1"-3229"0"0,1 0 0 0 0,0 0-1 0 0,0 0 1 0 0,0-1-1 0 0,0 1 1 0 0,0 0-1 0 0,0 0 1 0 0,0 0-1 0 0,0-1 1 0 0,0 1-1 0 0,0 0 1 0 0,0 0-1 0 0,1-1 1 0 0,-1 1-1 0 0,0 0 1 0 0,0 0-1 0 0,1-1 1 0 0,-1 1 0 0 0,1 1-1 0 0,0-2-99 0 0,0 0 0 0 0,-1 0 0 0 0,1 0 0 0 0,-1 1 0 0 0,1-1 0 0 0,0 0 0 0 0,-1 0 0 0 0,1 0 0 0 0,-1 1 0 0 0,1-1 0 0 0,-1 0 0 0 0,1 1 0 0 0,-1-1 0 0 0,1 1 0 0 0,-1-1 0 0 0,1 0 0 0 0,-1 1 0 0 0,1-1 0 0 0,-1 1 0 0 0,0-1 0 0 0,1 1 0 0 0,-1 0 0 0 0,0-1 0 0 0,1 1 0 0 0,-1-1 0 0 0,0 1 0 0 0,0-1 0 0 0,0 1 0 0 0,1 0 0 0 0,-1-1 0 0 0,0 2 0 0 0,2 29 1805 0 0,-1-7-1495 0 0,0-17-252 0 0,0 2-12 0 0,0-1-1 0 0,0 1 1 0 0,1-1 0 0 0,1 0 0 0 0,-1 0 0 0 0,1 1 0 0 0,1-2-1 0 0,4 10 1 0 0,-6-13-173 0 0,-1 0 0 0 0,0 0 0 0 0,0 1 0 0 0,0-1 0 0 0,-1 0 0 0 0,1 0 0 0 0,-1 1 0 0 0,0-1 0 0 0,-1 0 0 0 0,0 9 0 0 0,-1 18-4312 0 0,2-10 377 0 0,0-21 3919 0 0,0 0-1 0 0,0 1 1 0 0,0-1-1 0 0,0 0 1 0 0,0 0-1 0 0,0 1 1 0 0,0-1-1 0 0,1 0 1 0 0,-1 0-1 0 0,0 1 1 0 0,0-1-1 0 0,0 0 1 0 0,0 0-1 0 0,1 1 1 0 0,-1-1-1 0 0,0 0 1 0 0,0 0-1 0 0,0 0 1 0 0,1 0-1 0 0,-1 1 1 0 0,0-1-1 0 0,0 0 1 0 0,1 0-1 0 0,-1 0 1 0 0,0 0-1 0 0,0 0 1 0 0,1 0-1 0 0,-1 1 1 0 0,0-1-1 0 0,1 0 1 0 0,-1 0-1 0 0,0 0 1 0 0,0 0-1 0 0,1 0 1 0 0,-1 0-1 0 0,6-1-431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8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18 2624 0 0,'-16'-3'8725'0'0,"16"3"-8707"0"0,0-1-1 0 0,0 1 1 0 0,0-1 0 0 0,0 1-1 0 0,0-1 1 0 0,0 1-1 0 0,0-1 1 0 0,0 1 0 0 0,0-1-1 0 0,0 1 1 0 0,0-1 0 0 0,0 1-1 0 0,0-1 1 0 0,0 1 0 0 0,0-1-1 0 0,1 1 1 0 0,-1 0 0 0 0,0-1-1 0 0,0 1 1 0 0,1-1-1 0 0,-1 1 1 0 0,0 0 0 0 0,1-1-1 0 0,-1 1 1 0 0,0-1 0 0 0,1 1-1 0 0,-1 0 1 0 0,0 0 0 0 0,1-1-1 0 0,-1 1 1 0 0,1 0-1 0 0,-1 0 1 0 0,1-1 0 0 0,-1 1-1 0 0,1 0 1 0 0,-1 0 0 0 0,0 0-1 0 0,1 0 1 0 0,-1 0 0 0 0,1 0-1 0 0,-1 0 1 0 0,1 0 0 0 0,-1 0-1 0 0,1 0 1 0 0,-1 0-1 0 0,1 0 1 0 0,-1 0 0 0 0,1 0-1 0 0,-1 0 1 0 0,1 0 0 0 0,0 1-1 0 0,-1 0-47 0 0,0-1-1 0 0,-1 1 1 0 0,1 0 0 0 0,0 0-1 0 0,0-1 1 0 0,0 1-1 0 0,0 0 1 0 0,0 0 0 0 0,0-1-1 0 0,0 1 1 0 0,0 0-1 0 0,1 0 1 0 0,-1-1 0 0 0,0 1-1 0 0,0 0 1 0 0,1 0 0 0 0,-1-1-1 0 0,0 1 1 0 0,2 1-1 0 0,-2-2-92 0 0,1 0-1 0 0,0 0 0 0 0,0 0 0 0 0,0 0 0 0 0,-1 1 1 0 0,1-1-1 0 0,0 0 0 0 0,0 0 0 0 0,-1 1 0 0 0,1-1 1 0 0,0 1-1 0 0,0-1 0 0 0,-1 1 0 0 0,1-1 0 0 0,0 1 1 0 0,-1-1-1 0 0,1 1 0 0 0,-1-1 0 0 0,1 2 0 0 0,14 9-3341 0 0,1 2-2252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8.7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2400 0 0,'0'0'6282'0'0,"0"18"-2847"0"0,0-17-3379 0 0,0 0-1 0 0,0-1 1 0 0,0 1-1 0 0,0 0 1 0 0,0-1-1 0 0,0 1 1 0 0,1 0-1 0 0,-1-1 1 0 0,0 1-1 0 0,1 0 1 0 0,-1-1 0 0 0,0 1-1 0 0,1-1 1 0 0,-1 1-1 0 0,0-1 1 0 0,1 1-1 0 0,-1-1 1 0 0,1 1-1 0 0,-1-1 1 0 0,1 1-1 0 0,1 0 1 0 0,-2-1-15 0 0,1 1 0 0 0,-1-1 0 0 0,1 0 1 0 0,-1 1-1 0 0,1-1 0 0 0,-1 1 0 0 0,1-1 0 0 0,-1 1 1 0 0,1-1-1 0 0,-1 1 0 0 0,0 0 0 0 0,1-1 0 0 0,-1 1 0 0 0,0-1 1 0 0,1 1-1 0 0,-1 0 0 0 0,0-1 0 0 0,0 1 0 0 0,0 0 1 0 0,0-1-1 0 0,0 2 0 0 0,1-1 34 0 0,-1 0-1 0 0,0 0 1 0 0,0 0 0 0 0,0-1-1 0 0,1 1 1 0 0,-1 0 0 0 0,0 0-1 0 0,1 0 1 0 0,-1-1 0 0 0,0 1 0 0 0,1 0-1 0 0,-1-1 1 0 0,1 1 0 0 0,0 0-1 0 0,-1-1 1 0 0,1 1 0 0 0,0 0-1 0 0,5 6 299 0 0,-3 7 127 0 0,-2-12-408 0 0,-1 1 1 0 0,1-1 0 0 0,-1 0 0 0 0,1 1 0 0 0,0-1-1 0 0,0 0 1 0 0,0 0 0 0 0,0 1 0 0 0,0-1-1 0 0,4 4 1 0 0,-5-6-56 0 0,1 1-1 0 0,-1-1 1 0 0,0 1 0 0 0,1 0-1 0 0,-1-1 1 0 0,1 1-1 0 0,-1 0 1 0 0,0-1-1 0 0,0 1 1 0 0,1 0 0 0 0,-1-1-1 0 0,0 1 1 0 0,0 0-1 0 0,0-1 1 0 0,0 1 0 0 0,0 0-1 0 0,0 0 1 0 0,0 1-1 0 0,1 5 170 0 0,-1-6-191 0 0,3 7 174 0 0,0 1 1 0 0,0-1 0 0 0,1 0-1 0 0,0 0 1 0 0,6 9-1 0 0,-9-17-158 0 0,-1 1 0 0 0,1 0-1 0 0,-1 0 1 0 0,1 0 0 0 0,-1 0-1 0 0,1 0 1 0 0,-1 0-1 0 0,0 0 1 0 0,1 0 0 0 0,-1 0-1 0 0,0 0 1 0 0,0 0 0 0 0,0 0-1 0 0,0 0 1 0 0,0 0-1 0 0,0 0 1 0 0,0 0 0 0 0,0 0-1 0 0,0 0 1 0 0,-1 2 0 0 0,2 7 237 0 0,6-6-308 0 0,-7-3 39 0 0,1-1 0 0 0,-1 0 0 0 0,1 1 0 0 0,-1-1 0 0 0,1 0 0 0 0,-1 1 0 0 0,1-1 0 0 0,-1 0 0 0 0,0 1 0 0 0,1-1 0 0 0,-1 1 0 0 0,0-1 0 0 0,1 1 0 0 0,-1-1 0 0 0,0 1 0 0 0,0-1 0 0 0,1 1-1 0 0,-1-1 1 0 0,0 1 0 0 0,0 0 0 0 0,0-1 0 0 0,0 1 0 0 0,0-1 0 0 0,0 1 0 0 0,0 0 0 0 0,0-1 0 0 0,0 1 0 0 0,0-1 0 0 0,0 1 0 0 0,0-1 0 0 0,0 1 0 0 0,-1 0 0 0 0,1 8 56 0 0,1 15 278 0 0,-1-24-335 0 0,0 1 0 0 0,0-1 0 0 0,0 1 0 0 0,0-1 0 0 0,0 1 0 0 0,1-1 0 0 0,-1 1-1 0 0,0 0 1 0 0,0-1 0 0 0,0 1 0 0 0,1-1 0 0 0,-1 1 0 0 0,0-1 0 0 0,1 0 0 0 0,-1 1 0 0 0,1-1 0 0 0,-1 1 0 0 0,0-1 0 0 0,1 0 0 0 0,-1 1 0 0 0,1-1-1 0 0,-1 0 1 0 0,1 1 0 0 0,-1-1 0 0 0,1 0 0 0 0,-1 0 0 0 0,1 1 0 0 0,-1-1 0 0 0,1 0 0 0 0,0 0 0 0 0,-1 0 0 0 0,2 0 0 0 0,-2 0 1 0 0,0 1 1 0 0,1-1 0 0 0,-1 0-1 0 0,0 0 1 0 0,1 1 0 0 0,-1-1-1 0 0,0 0 1 0 0,0 1 0 0 0,1-1-1 0 0,-1 0 1 0 0,0 1 0 0 0,0-1-1 0 0,0 0 1 0 0,1 1-1 0 0,-1-1 1 0 0,0 1 0 0 0,0-1-1 0 0,0 0 1 0 0,0 1 0 0 0,0-1-1 0 0,0 1 1 0 0,0-1 0 0 0,0 0-1 0 0,0 1 1 0 0,0-1 0 0 0,0 1-1 0 0,0-1 1 0 0,0 0 0 0 0,0 1-1 0 0,0-1 1 0 0,0 1 0 0 0,-1-1-1 0 0,1 0 1 0 0,0 1-1 0 0,0-1 1 0 0,-1 17 183 0 0,1-14 20 0 0,0-33-438 0 0,0-116 305 0 0,0 144-52 0 0,1 0 0 0 0,-1 0 1 0 0,0 0-1 0 0,0 1 0 0 0,1-1 0 0 0,-1 0 1 0 0,1 0-1 0 0,0 1 0 0 0,0-1 0 0 0,-1 0 1 0 0,3-2-1 0 0,-2 2-24 0 0,0 0 0 0 0,0 1 0 0 0,0-1 1 0 0,0 1-1 0 0,-1-1 0 0 0,1 0 0 0 0,0 0 0 0 0,-1 0 1 0 0,0 1-1 0 0,1-1 0 0 0,-1-4 0 0 0,0 4 14 0 0,0 0 0 0 0,0 0 0 0 0,1-1 0 0 0,-1 1 0 0 0,0 0 0 0 0,1 0 0 0 0,0-1 0 0 0,-1 1 0 0 0,1 0 1 0 0,0 0-1 0 0,0 0 0 0 0,0 0 0 0 0,0 0 0 0 0,1 0 0 0 0,-1 0 0 0 0,0 0 0 0 0,4-2 0 0 0,-4 2 0 0 0,1 1 0 0 0,-1-1 1 0 0,1 1-1 0 0,-1-1 0 0 0,0 0 0 0 0,0 0 1 0 0,0 1-1 0 0,0-1 0 0 0,0 0 0 0 0,0 0 1 0 0,-1 0-1 0 0,1 0 0 0 0,-1 0 0 0 0,1 0 1 0 0,-1 0-1 0 0,0 0 0 0 0,1-4 0 0 0,0 6-7 0 0,0-1-1 0 0,0 1 0 0 0,0-1 0 0 0,0 1 1 0 0,0-1-1 0 0,0 1 0 0 0,0 0 0 0 0,0-1 1 0 0,0 1-1 0 0,0 0 0 0 0,0 0 0 0 0,1 0 1 0 0,-1 0-1 0 0,0 0 0 0 0,0 0 0 0 0,0 0 1 0 0,0 1-1 0 0,2-1 0 0 0,20 3 209 0 0,-10 10-549 0 0,-7-7 425 0 0,0 0 0 0 0,0 0 0 0 0,-1 1 0 0 0,1-1 0 0 0,5 12 0 0 0,-9-15-117 0 0,0 0 0 0 0,-1 0-1 0 0,2 0 1 0 0,-1-1-1 0 0,0 1 1 0 0,0 0-1 0 0,1-1 1 0 0,0 1 0 0 0,-1-1-1 0 0,5 3 1 0 0,-4-3 34 0 0,0 0 0 0 0,0 0 1 0 0,-1 0-1 0 0,1 1 1 0 0,-1-1-1 0 0,1 1 0 0 0,-1 0 1 0 0,0 0-1 0 0,0-1 0 0 0,2 6 1 0 0,25 55 231 0 0,14 17-234 0 0,-42-78-9 0 0,1 1-1 0 0,-1-1 0 0 0,0 1 1 0 0,0-1-1 0 0,0 1 1 0 0,-1-1-1 0 0,1 1 0 0 0,-1 0 1 0 0,1-1-1 0 0,-1 1 0 0 0,0 0 1 0 0,0 2-1 0 0,0-4-13 0 0,-1 0-1 0 0,1-1 1 0 0,0 1 0 0 0,0 0 0 0 0,0-1-1 0 0,0 1 1 0 0,0 0 0 0 0,1-1-1 0 0,-1 1 1 0 0,0 0 0 0 0,0-1-1 0 0,0 1 1 0 0,0-1 0 0 0,1 1-1 0 0,-1 0 1 0 0,0-1 0 0 0,1 1 0 0 0,-1-1-1 0 0,1 1 1 0 0,-1-1 0 0 0,0 1-1 0 0,2 0 1 0 0,-1 1-150 0 0,1 1-1 0 0,-1-1 1 0 0,0 0-1 0 0,1 1 0 0 0,-1-1 1 0 0,0 1-1 0 0,0 0 1 0 0,0-1-1 0 0,-1 1 1 0 0,1 0-1 0 0,-1-1 1 0 0,1 1-1 0 0,-1 0 1 0 0,0 3-1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9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195 640 3104 0 0,'-18'-3'8928'0'0,"12"0"-8476"0"0,1-1 1 0 0,-1 2-1 0 0,1-1 1 0 0,-1 0-1 0 0,0 1 1 0 0,0 0-1 0 0,0 1 1 0 0,-1-1-1 0 0,-11 0 1 0 0,6 0-29 0 0,-6-2-164 0 0,11 7-311 0 0,3 0 98 0 0,-20 21 278 0 0,11-8-302 0 0,12-15-31 0 0,0-1 0 0 0,1 1 0 0 0,-1-1 0 0 0,0 1 0 0 0,1 0 0 0 0,-1 0 0 0 0,1-1-1 0 0,-1 1 1 0 0,1 0 0 0 0,-1 0 0 0 0,1 0 0 0 0,0 0 0 0 0,-1-1 0 0 0,1 1 0 0 0,0 0 0 0 0,0 0 0 0 0,-1 2-1 0 0,1-2 16 0 0,0 0-1 0 0,0 0 0 0 0,-1-1 0 0 0,1 1 1 0 0,0 0-1 0 0,-1 0 0 0 0,1 0 0 0 0,0 0 0 0 0,-1-1 1 0 0,0 1-1 0 0,1 0 0 0 0,-1 0 0 0 0,1-1 1 0 0,-1 1-1 0 0,0 0 0 0 0,1-1 0 0 0,-2 2 0 0 0,-2 1 74 0 0,3 2-88 0 0,-1 0-1 0 0,1 1 0 0 0,0-1 0 0 0,1 0 1 0 0,-1 0-1 0 0,1 0 0 0 0,0 0 0 0 0,1 1 1 0 0,0 6-1 0 0,0 9 411 0 0,0-18-394 0 0,-1 0 0 0 0,0 0 0 0 0,1 0 0 0 0,0-1 0 0 0,0 1 0 0 0,0 0 0 0 0,0 0 0 0 0,0-1 0 0 0,0 1 0 0 0,1-1 0 0 0,-1 1 0 0 0,1-1 0 0 0,0 1 0 0 0,-1-1 0 0 0,1 0 0 0 0,0 0 0 0 0,1 0 0 0 0,-1 0 0 0 0,3 1 0 0 0,1 2 108 0 0,1-1 0 0 0,-1 0 1 0 0,1 0-1 0 0,9 3 0 0 0,11 6 408 0 0,-25-12-472 0 0,0 0 0 0 0,0 0 0 0 0,0 0 0 0 0,0 0 0 0 0,0 0 0 0 0,1-1 0 0 0,-1 1 0 0 0,0-1 0 0 0,1 1 0 0 0,-1-1 0 0 0,0 0 0 0 0,4 0 0 0 0,-5 0-49 0 0,-1 0 0 0 0,1 0 0 0 0,-1 0 0 0 0,1 0-1 0 0,-1 0 1 0 0,1 0 0 0 0,-1 0 0 0 0,1 0 0 0 0,-1 0-1 0 0,1 0 1 0 0,-1 0 0 0 0,1-1 0 0 0,-1 1-1 0 0,1 0 1 0 0,-1 0 0 0 0,0-1 0 0 0,1 1 0 0 0,-1 0-1 0 0,1 0 1 0 0,-1-1 0 0 0,0 1 0 0 0,1 0 0 0 0,-1-1-1 0 0,0 1 1 0 0,1-1 0 0 0,-1 1 0 0 0,0 0 0 0 0,0-1-1 0 0,1 1 1 0 0,-1-1 0 0 0,0 1 0 0 0,0-1 0 0 0,0 1-1 0 0,0-1 1 0 0,1 1 0 0 0,-1-1 0 0 0,0 1 0 0 0,0-1-1 0 0,0 1 1 0 0,0-1 0 0 0,0 0 0 0 0,15-4 541 0 0,-12 3-545 0 0,-1 1 1 0 0,0-1 0 0 0,0 1 0 0 0,1-1-1 0 0,-1 0 1 0 0,-1 0 0 0 0,1 1-1 0 0,0-2 1 0 0,0 1 0 0 0,-1 0 0 0 0,1 0-1 0 0,-1 0 1 0 0,1-1 0 0 0,-1 1-1 0 0,0-1 1 0 0,0 1 0 0 0,0-1 0 0 0,0-3-1 0 0,-1 5 22 0 0,0 0-1 0 0,1 1 0 0 0,-1-1 0 0 0,0 0 0 0 0,1 0 0 0 0,-1 0 0 0 0,0 0 0 0 0,1 0 1 0 0,-1 0-1 0 0,1 1 0 0 0,-1-1 0 0 0,1 0 0 0 0,0 0 0 0 0,-1 1 0 0 0,1-1 0 0 0,0 0 1 0 0,1 0-1 0 0,1-3 65 0 0,14-25-74 0 0,-17 28-27 0 0,1 0 0 0 0,0 0 0 0 0,-1 0 0 0 0,1 0 0 0 0,-1 0 0 0 0,0 0 1 0 0,1 0-1 0 0,-1 0 0 0 0,0 0 0 0 0,1 0 0 0 0,-1 0 0 0 0,0 0 0 0 0,0 0 0 0 0,0 0 0 0 0,0 0 0 0 0,0 0 0 0 0,0 0 0 0 0,-1-2 0 0 0,2-10 26 0 0,2 8 56 0 0,-1-1 1 0 0,0 1 0 0 0,-1-1-1 0 0,1 1 1 0 0,-1-1 0 0 0,0 1-1 0 0,0-1 1 0 0,-1 0 0 0 0,0-6-1 0 0,0-214 1017 0 0,-7 171-737 0 0,4 44-274 0 0,1 0 0 0 0,0-1 0 0 0,1-13 1 0 0,-1-25 369 0 0,-10-68 1 0 0,9 101-427 0 0,2 0 1 0 0,0 0-1 0 0,2-24 0 0 0,0-1 255 0 0,-1 42-263 0 0,0-1 1 0 0,0 1-1 0 0,0-1 0 0 0,1 1 1 0 0,-1-1-1 0 0,0 1 0 0 0,0-1 1 0 0,0 1-1 0 0,0-1 0 0 0,0 1 1 0 0,-1-1-1 0 0,1 1 0 0 0,0-1 1 0 0,0 1-1 0 0,0-1 0 0 0,0 1 1 0 0,0-1-1 0 0,-1 1 1 0 0,1-1-1 0 0,0 1 0 0 0,0-1 1 0 0,-1 1-1 0 0,1 0 0 0 0,0-1 1 0 0,-1 1-1 0 0,1-1 0 0 0,-1 1 1 0 0,1 0-1 0 0,0-1 0 0 0,-1 1 1 0 0,1 0-1 0 0,-1 0 0 0 0,1-1 1 0 0,-1 1-1 0 0,1 0 0 0 0,-1 0 1 0 0,1 0-1 0 0,-1 0 0 0 0,1 0 1 0 0,-1-1-1 0 0,1 1 1 0 0,-1 0-1 0 0,1 0 0 0 0,-1 0 1 0 0,0 0-1 0 0,-2 0 472 0 0,3 360 240 0 0,-2-312-627 0 0,1-34-37 0 0,0-1 1 0 0,1 1 0 0 0,1 0 0 0 0,0-1 0 0 0,1 1 0 0 0,4 13 0 0 0,39 93-79 0 0,0 16-228 0 0,-39-115 355 0 0,-5-14-78 0 0,1 1 1 0 0,1-1-1 0 0,-1 1 1 0 0,1-1-1 0 0,0 0 1 0 0,1 0-1 0 0,7 11 1 0 0,1-2-33 0 0,-1 0-306 0 0,0 0 1 0 0,2-2-1 0 0,0 1 1 0 0,17 15 0 0 0,-4-7-898 0 0,-24-20 894 0 0,0-1 1 0 0,0 0 0 0 0,0 0 0 0 0,0 1 0 0 0,0-1-1 0 0,1 0 1 0 0,-1-1 0 0 0,1 1 0 0 0,-1 0 0 0 0,1-1-1 0 0,0 0 1 0 0,-1 1 0 0 0,1-1 0 0 0,0 0 0 0 0,0 0 0 0 0,0-1-1 0 0,0 1 1 0 0,0-1 0 0 0,6 1 0 0 0,-9-1 195 0 0,1 0 0 0 0,-1 0 1 0 0,1 0-1 0 0,-1 0 0 0 0,1 0 0 0 0,-1 0 1 0 0,1 0-1 0 0,-1 0 0 0 0,1 0 1 0 0,0 0-1 0 0,-1 0 0 0 0,1 0 0 0 0,-1 1 1 0 0,1-1-1 0 0,-1 0 0 0 0,1 0 1 0 0,-1 1-1 0 0,0-1 0 0 0,1 0 0 0 0,-1 1 1 0 0,1-1-1 0 0,-1 0 0 0 0,1 1 1 0 0,-1-1-1 0 0,0 0 0 0 0,1 1 0 0 0,-1 0 1 0 0,8 6-2107 0 0,14-4-1584 0 0,-10-8-127 0 0,-4-12 2220 0 0,-5 10 373 0 0,11 2 676 0 0,1-9 239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9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111 207 1792 0 0,'0'0'7658'0'0,"0"1"-7540"0"0,0 0 0 0 0,0 0 0 0 0,0 0 0 0 0,-1-1 0 0 0,1 1 0 0 0,0 0 0 0 0,0 0 0 0 0,0 0-1 0 0,1-1 1 0 0,-1 1 0 0 0,0 0 0 0 0,0 0 0 0 0,0 0 0 0 0,1-1 0 0 0,-1 1 0 0 0,0 0 0 0 0,1 0-1 0 0,0 1 1 0 0,74-2 2533 0 0,-70-14-1883 0 0,35-2 656 0 0,-34 13-1062 0 0,-6 2-324 0 0,0-1 0 0 0,0 0 0 0 0,1 1 0 0 0,-1-1 0 0 0,1 1 0 0 0,-1-1 0 0 0,1 1 0 0 0,0-1-1 0 0,-1 1 1 0 0,1-1 0 0 0,0 1 0 0 0,1-2 0 0 0,3-5 104 0 0,-5 6-23 0 0,1-1 1 0 0,0 0-1 0 0,0 0 0 0 0,0 0 0 0 0,0 1 1 0 0,1-1-1 0 0,-1 1 0 0 0,1-1 1 0 0,-1 1-1 0 0,4-3 0 0 0,-5 4-90 0 0,1 0 0 0 0,-1 0-1 0 0,1 0 1 0 0,-1 0 0 0 0,1 0 0 0 0,-1 0 0 0 0,1 0-1 0 0,-1 0 1 0 0,0 0 0 0 0,1 0 0 0 0,-1 0 0 0 0,0-1-1 0 0,0 1 1 0 0,0 0 0 0 0,0 0 0 0 0,0 0 0 0 0,0 0-1 0 0,0 0 1 0 0,-1 0 0 0 0,1 0 0 0 0,0 0-1 0 0,-1 0 1 0 0,1 0 0 0 0,0 0 0 0 0,-2-2 0 0 0,-10-17 411 0 0,11 20-417 0 0,1-1 0 0 0,-1 0 0 0 0,1 0-1 0 0,-1 0 1 0 0,1 0 0 0 0,-1 1-1 0 0,1-1 1 0 0,0 0 0 0 0,-1 0 0 0 0,1 0-1 0 0,0 0 1 0 0,0 0 0 0 0,0 0-1 0 0,0 0 1 0 0,0 0 0 0 0,0 0 0 0 0,0 0-1 0 0,0 0 1 0 0,0 0 0 0 0,0 0-1 0 0,1-1 1 0 0,-2-8 43 0 0,-5 5 95 0 0,-4-9 408 0 0,6 11-529 0 0,1 0 1 0 0,-1 0-1 0 0,1 0 0 0 0,-1 1 0 0 0,0 0 0 0 0,0-1 0 0 0,0 2 0 0 0,-1-1 1 0 0,1 0-1 0 0,0 1 0 0 0,-6-2 0 0 0,4 1-20 0 0,5 2-10 0 0,-1 0 0 0 0,1-1 0 0 0,-1 1 0 0 0,1 0 0 0 0,0 0 0 0 0,-1 0 1 0 0,1 0-1 0 0,-1 0 0 0 0,1 0 0 0 0,0 1 0 0 0,-1-1 0 0 0,1 0 0 0 0,0 1 1 0 0,-1-1-1 0 0,1 1 0 0 0,0-1 0 0 0,-1 1 0 0 0,1 0 0 0 0,-2 1 0 0 0,-26 17 32 0 0,17-11 4 0 0,0 0 1 0 0,-20 10 0 0 0,28-15-41 0 0,0 0 0 0 0,0 0 1 0 0,1 1-1 0 0,-1-1 0 0 0,1 1 0 0 0,0 0 1 0 0,0 0-1 0 0,0 0 0 0 0,1 0 1 0 0,-1 1-1 0 0,1-1 0 0 0,0 0 1 0 0,0 1-1 0 0,1 0 0 0 0,-1-1 1 0 0,1 1-1 0 0,0 0 0 0 0,0 0 0 0 0,1 0 1 0 0,-1 0-1 0 0,1 6 0 0 0,0-8 20 0 0,0 0 0 0 0,0 1-1 0 0,-1-1 1 0 0,0 1 0 0 0,0-1-1 0 0,0 0 1 0 0,-2 6 0 0 0,1-6-24 0 0,1 0 0 0 0,0 0 0 0 0,0 0 0 0 0,1 0 0 0 0,-1 0 0 0 0,0 0 0 0 0,1 0 0 0 0,0 0 0 0 0,0 0 0 0 0,0 0 0 0 0,0 0 0 0 0,0 1 0 0 0,0-1 0 0 0,1 0 0 0 0,0 0 0 0 0,1 4 0 0 0,19 54 73 0 0,-21-59-73 0 0,1 0 0 0 0,-1 0 0 0 0,1 0-1 0 0,-1 0 1 0 0,1 0 0 0 0,0 0 0 0 0,0 0 0 0 0,0-1 0 0 0,0 1 0 0 0,0 0 0 0 0,1-1-1 0 0,-1 1 1 0 0,3 2 0 0 0,5 13-97 0 0,-7-13 40 0 0,0 0 0 0 0,0 0 0 0 0,0 0 0 0 0,0 0 0 0 0,0 0 0 0 0,1-1 0 0 0,0 1 0 0 0,-1-1 0 0 0,8 6 0 0 0,21 12-201 0 0,-10-7-389 0 0,-18-11 367 0 0,1-1 0 0 0,-1 1 0 0 0,1-1 0 0 0,-1 0 0 0 0,1 0-1 0 0,5 2 1 0 0,49 10-3823 0 0,-51-13 2856 0 0,0 0 0 0 0,0-1 0 0 0,0 0 0 0 0,0 0 0 0 0,-1 0 0 0 0,1-1 0 0 0,0 0 0 0 0,8-3 0 0 0,11-6-1512 0 0,-7 7 1621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50.1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14 192 2208 0 0,'-14'3'15781'0'0,"62"44"-14165"0"0,-27-12-1312 0 0,9-1-435 0 0,28 36 507 0 0,-38-44-594 0 0,-17-23 210 0 0,0 0 1 0 0,-1 0-1 0 0,1 0 0 0 0,-1 0 1 0 0,0 0-1 0 0,1 1 0 0 0,-2-1 1 0 0,1 1-1 0 0,0 0 0 0 0,-1-1 1 0 0,1 1-1 0 0,-1 0 0 0 0,1 5 1 0 0,-2-8 20 0 0,0 0-1 0 0,0 0 1 0 0,0 0 0 0 0,1 0 0 0 0,-1 0 0 0 0,0 0 0 0 0,1 0 0 0 0,-1 0-1 0 0,1-1 1 0 0,-1 1 0 0 0,1 0 0 0 0,0 0 0 0 0,-1-1 0 0 0,1 1-1 0 0,0 0 1 0 0,-1-1 0 0 0,2 2 0 0 0,2 2 1 0 0,-3-2-28 0 0,-1 0-1 0 0,1 0 1 0 0,-1 0 0 0 0,1 1 0 0 0,-1-1-1 0 0,0 0 1 0 0,0 0 0 0 0,0 1-1 0 0,0 3 1 0 0,0-5 10 0 0,-1-1 0 0 0,1 1 0 0 0,0-1 0 0 0,0 1 0 0 0,0 0 0 0 0,-1-1-1 0 0,1 1 1 0 0,0-1 0 0 0,0 1 0 0 0,0 0 0 0 0,0-1 0 0 0,0 1 0 0 0,0 0 0 0 0,0-1 0 0 0,0 1 0 0 0,1-1 0 0 0,-1 1 0 0 0,0 0 0 0 0,0-1-1 0 0,0 1 1 0 0,1-1 0 0 0,-1 1 0 0 0,0-1 0 0 0,1 1 0 0 0,-1-1 0 0 0,0 1 0 0 0,1-1 0 0 0,-1 1 0 0 0,1-1 0 0 0,-1 1 0 0 0,1-1 0 0 0,-1 1-1 0 0,1-1 1 0 0,-1 0 0 0 0,1 1 0 0 0,-1-1 0 0 0,1 0 0 0 0,-1 0 0 0 0,1 1 0 0 0,0-1 0 0 0,-1 0 0 0 0,1 0 0 0 0,-1 0 0 0 0,1 0 0 0 0,1 0-1 0 0,-2 2 26 0 0,1 0-1 0 0,0 0 1 0 0,-1-1-1 0 0,0 1 0 0 0,1 0 1 0 0,-1 0-1 0 0,0 0 1 0 0,0 0-1 0 0,0 0 0 0 0,0 0 1 0 0,0-1-1 0 0,0 1 0 0 0,-1 0 1 0 0,1 0-1 0 0,-1 0 1 0 0,0 3-1 0 0,0-4-6 0 0,0 0 0 0 0,0-1 1 0 0,1 1-1 0 0,-1 0 0 0 0,0 0 0 0 0,0-1 0 0 0,0 1 0 0 0,0 0 1 0 0,0-1-1 0 0,0 1 0 0 0,0-1 0 0 0,0 1 0 0 0,0-1 1 0 0,0 1-1 0 0,-1-1 0 0 0,1 0 0 0 0,0 0 0 0 0,0 0 0 0 0,0 0 1 0 0,0 1-1 0 0,-1-1 0 0 0,1-1 0 0 0,0 1 0 0 0,0 0 1 0 0,0 0-1 0 0,0 0 0 0 0,0-1 0 0 0,-1 1 0 0 0,1 0 0 0 0,0-1 1 0 0,0 1-1 0 0,0-1 0 0 0,0 1 0 0 0,0-1 0 0 0,0 0 1 0 0,0 1-1 0 0,0-1 0 0 0,1 0 0 0 0,-1 0 0 0 0,-1-1 0 0 0,1 1 13 0 0,1 1-1 0 0,0 0 1 0 0,-1 0-1 0 0,1-1 1 0 0,0 1-1 0 0,-1 0 0 0 0,1-1 1 0 0,0 1-1 0 0,0 0 1 0 0,-1-1-1 0 0,1 1 0 0 0,0-1 1 0 0,0 1-1 0 0,0 0 1 0 0,0-1-1 0 0,-1 1 1 0 0,1-1-1 0 0,0 1 0 0 0,0-1 1 0 0,0 1-1 0 0,0 0 1 0 0,0-1-1 0 0,0 1 1 0 0,0-1-1 0 0,0 1 0 0 0,0-1 1 0 0,-1-4 134 0 0,-2 1-76 0 0,2 4-78 0 0,0-1 0 0 0,0 0 0 0 0,0 0 0 0 0,0 0 0 0 0,1 0 0 0 0,-1-1 1 0 0,0 1-1 0 0,1 0 0 0 0,-1 0 0 0 0,0 0 0 0 0,1 0 0 0 0,0-1 0 0 0,-1 1 1 0 0,1 0-1 0 0,0-1 0 0 0,-1 1 0 0 0,1 0 0 0 0,0 0 0 0 0,0-1 0 0 0,0 1 1 0 0,0 0-1 0 0,0-1 0 0 0,1-2 0 0 0,-2-18 607 0 0,0 15-539 0 0,1 0 0 0 0,0 0 0 0 0,0 0 1 0 0,1 0-1 0 0,0 0 0 0 0,0 0 0 0 0,1 0 0 0 0,3-11 1 0 0,2-4 49 0 0,1-8 109 0 0,2 0 0 0 0,21-42-1 0 0,-27 64-277 0 0,0 0 1 0 0,1 1-1 0 0,0-1 0 0 0,8-8 0 0 0,12-17-83 0 0,36-52-172 0 0,-59 82 255 0 0,-1 1-1 0 0,1-1 1 0 0,0 1 0 0 0,-1 0-1 0 0,1 0 1 0 0,0 0 0 0 0,1 0-1 0 0,-1 0 1 0 0,0 0 0 0 0,0 0-1 0 0,1 1 1 0 0,-1-1 0 0 0,4-1-1 0 0,3-2-561 0 0,3-10-1499 0 0,8-7-2824 0 0,3 12-1396 0 0,20-4-2363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3:58.7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2 563 1728 0 0,'0'2'66'0'0,"-1"-1"-1"0"0,1 0 1 0 0,0 1 0 0 0,0-1-1 0 0,0 1 1 0 0,0-1 0 0 0,0 0-1 0 0,0 1 1 0 0,0-1 0 0 0,1 1-1 0 0,-1-1 1 0 0,0 0 0 0 0,1 1-1 0 0,-1-1 1 0 0,1 0 0 0 0,-1 0-1 0 0,1 1 1 0 0,0-1 0 0 0,0 0 0 0 0,-1 0-1 0 0,1 0 1 0 0,0 0 0 0 0,2 2-1 0 0,1 1 92 0 0,2 27 867 0 0,-6-30-987 0 0,1 0 0 0 0,0 0 0 0 0,-1 0 0 0 0,1 0-1 0 0,0 0 1 0 0,0-1 0 0 0,0 1 0 0 0,0 0 0 0 0,0 0 0 0 0,0 0-1 0 0,0-1 1 0 0,0 1 0 0 0,0-1 0 0 0,0 1 0 0 0,2 0 0 0 0,9 6 477 0 0,11 24 665 0 0,-5-12-197 0 0,1 0 1 0 0,1-2 0 0 0,41 29-1 0 0,-4-11 1154 0 0,67 29 0 0 0,-118-60-1982 0 0,1-1-1 0 0,-1 0 1 0 0,1-1-1 0 0,0 1 0 0 0,7 1 1 0 0,3-1 285 0 0,-8 0-230 0 0,4 0 128 0 0,0 0 0 0 0,0-1 0 0 0,1 0-1 0 0,20-1 1 0 0,-31-1-288 0 0,-1 0-1 0 0,0 0 0 0 0,0 0 1 0 0,0-1-1 0 0,0 1 0 0 0,0-1 1 0 0,-1 1-1 0 0,1-1 0 0 0,0 0 1 0 0,0 0-1 0 0,0 0 0 0 0,0 0 1 0 0,-1 0-1 0 0,1 0 0 0 0,0 0 0 0 0,-1-1 1 0 0,1 1-1 0 0,-1-1 0 0 0,0 1 1 0 0,3-4-1 0 0,5-4 100 0 0,19 3 60 0 0,-24-1-109 0 0,-4 6-83 0 0,1 1 0 0 0,-1-1 0 0 0,0 1 0 0 0,1-1 0 0 0,-1 1 0 0 0,0 0 0 0 0,1-1 0 0 0,-1 1 0 0 0,1-1 1 0 0,-1 1-1 0 0,1 0 0 0 0,-1-1 0 0 0,1 1 0 0 0,-1 0 0 0 0,1-1 0 0 0,-1 1 0 0 0,1 0 0 0 0,-1 0 0 0 0,1-1 0 0 0,-1 1 0 0 0,1 0 0 0 0,0 0 1 0 0,-1 0-1 0 0,1 0 0 0 0,-1 0 0 0 0,1 0 0 0 0,0 0 0 0 0,-1 0 0 0 0,1 0 0 0 0,-1 0 0 0 0,1 0 0 0 0,0 1 0 0 0,0-1 0 0 0,5-1 45 0 0,0-1 0 0 0,-1 0 0 0 0,1 0 0 0 0,-1 0 0 0 0,1 0 0 0 0,-1-1 0 0 0,0 0 0 0 0,0 0 0 0 0,0-1 0 0 0,0 1 0 0 0,-1-1 0 0 0,1 0 0 0 0,6-9 0 0 0,12-13 365 0 0,-15 18-308 0 0,9-12 213 0 0,0 0 1 0 0,0 0-1 0 0,-2-2 0 0 0,-1 0 1 0 0,0 0-1 0 0,11-30 1 0 0,-16 7 174 0 0,-7 40-437 0 0,1-1-1 0 0,-1 1 0 0 0,-1-1 0 0 0,1 0 1 0 0,-1 0-1 0 0,0 0 0 0 0,0 0 0 0 0,0 0 1 0 0,-1-7-1 0 0,0-2-33 0 0,0 7 29 0 0,1 1 0 0 0,-1-1 1 0 0,-1 0-1 0 0,1 1 0 0 0,-1-1 0 0 0,-1 1 0 0 0,1-1 1 0 0,-1 1-1 0 0,-1 0 0 0 0,-2-7 0 0 0,-1-23 171 0 0,-11-8-107 0 0,9 40-38 0 0,8 4-86 0 0,-1 1 1 0 0,1 0-1 0 0,0 0 1 0 0,-1 0-1 0 0,1-1 1 0 0,-1 1-1 0 0,1 0 1 0 0,0 0-1 0 0,-1-1 1 0 0,1 1-1 0 0,0 0 1 0 0,0-1-1 0 0,-1 1 1 0 0,1-1-1 0 0,0 1 1 0 0,0 0-1 0 0,-1-1 1 0 0,1 1-1 0 0,0-1 1 0 0,0 1-1 0 0,0 0 1 0 0,0-1-1 0 0,0 1 1 0 0,-1-1-1 0 0,1 1 1 0 0,0-1-1 0 0,0 1 1 0 0,0-1-1 0 0,0 1 1 0 0,1-1-1 0 0,-1 0-3 0 0,0 1 0 0 0,0 0 1 0 0,0-1-1 0 0,0 1 0 0 0,0-1 0 0 0,-1 1 0 0 0,1-1 0 0 0,0 1 0 0 0,0 0 0 0 0,0-1 0 0 0,0 1 1 0 0,0-1-1 0 0,-1 1 0 0 0,1 0 0 0 0,0-1 0 0 0,0 1 0 0 0,0-1 0 0 0,-1 1 0 0 0,1 0 1 0 0,0-1-1 0 0,-1 1 0 0 0,1 0 0 0 0,0 0 0 0 0,-1-1 0 0 0,1 1 0 0 0,0 0 0 0 0,-1 0 1 0 0,1-1-1 0 0,-1 1 0 0 0,1 0 0 0 0,0 0 0 0 0,-1 0 0 0 0,0 0 0 0 0,1 0-4 0 0,-1 0 0 0 0,1-1 0 0 0,-1 1 0 0 0,1 0-1 0 0,0 0 1 0 0,-1 0 0 0 0,1 0 0 0 0,-1-1 0 0 0,1 1 0 0 0,0 0-1 0 0,-1 0 1 0 0,1-1 0 0 0,0 1 0 0 0,-1 0 0 0 0,1-1 0 0 0,0 1 0 0 0,0 0-1 0 0,-1-1 1 0 0,1 1 0 0 0,0 0 0 0 0,0-1 0 0 0,-1 1 0 0 0,1-1-1 0 0,0 1 1 0 0,0 0 0 0 0,0-1 0 0 0,0 1 0 0 0,0-1 0 0 0,0 1-1 0 0,0-1 1 0 0,0 1 0 0 0,0-1 0 0 0,0 0 0 0 0,-1-2 61 0 0,1 0 1 0 0,-1-1-1 0 0,1 1 0 0 0,-1 0 1 0 0,0-1-1 0 0,-1 1 1 0 0,1 0-1 0 0,0 0 0 0 0,-1 0 1 0 0,0 0-1 0 0,0 0 1 0 0,0 0-1 0 0,0 0 0 0 0,-4-4 1 0 0,-1-1 94 0 0,4 5-186 0 0,1 0 0 0 0,-1 0 0 0 0,0 0 0 0 0,0 0 0 0 0,0 1-1 0 0,0-1 1 0 0,0 1 0 0 0,-1 0 0 0 0,1 0 0 0 0,-8-3 0 0 0,8 4 53 0 0,0-1 1 0 0,0 1 0 0 0,0-1-1 0 0,1 1 1 0 0,-1-1 0 0 0,0 0-1 0 0,1 0 1 0 0,0 0 0 0 0,-1 0-1 0 0,1-1 1 0 0,0 1 0 0 0,-2-4-1 0 0,2 3-6 0 0,-1 0 0 0 0,1 0 0 0 0,0 0 0 0 0,-1 0 0 0 0,1 1 0 0 0,-1-1 0 0 0,-4-2 0 0 0,-51-30-286 0 0,51 32 261 0 0,-32-18 17 0 0,-42-17-1 0 0,62 32-22 0 0,0 0 0 0 0,-1 1-1 0 0,-29-3 1 0 0,28 5-16 0 0,0 1 1 0 0,0 1-1 0 0,0 1 1 0 0,0 0-1 0 0,-25 5 1 0 0,41-4 3 0 0,1-1 47 0 0,0 1 0 0 0,0 0 1 0 0,0 0-1 0 0,0 0 0 0 0,0 0 0 0 0,1 1 1 0 0,-1-1-1 0 0,0 1 0 0 0,1 0 0 0 0,-1 0 0 0 0,1 1 1 0 0,0-1-1 0 0,-1 1 0 0 0,-3 3 0 0 0,-15 11 77 0 0,11-12-166 0 0,8-4 38 0 0,1 0 1 0 0,-1 1 0 0 0,1-1-1 0 0,-1 0 1 0 0,1 1 0 0 0,-1 0-1 0 0,1-1 1 0 0,0 1 0 0 0,-2 3-1 0 0,-39 43-473 0 0,39-43 428 0 0,0 0 0 0 0,0 1 0 0 0,1 0 0 0 0,-1-1 0 0 0,1 1 0 0 0,0 1 0 0 0,1-1 0 0 0,-3 10 0 0 0,3-6-209 0 0,0 1 0 0 0,1 0 1 0 0,1 0-1 0 0,0 0 1 0 0,0 0-1 0 0,1 0 0 0 0,1 0 1 0 0,0 0-1 0 0,5 18 1 0 0,11 27-2781 0 0,46 94 0 0 0,35 42-3450 0 0,-84-165 4561 0 0,24 33 0 0 0,-38-59 1839 0 0,-1 1-1 0 0,1-1 1 0 0,0 0-1 0 0,1 0 1 0 0,-1 1-1 0 0,0-1 1 0 0,0 0 0 0 0,0 0-1 0 0,1 0 1 0 0,-1 0-1 0 0,1 0 1 0 0,-1-1-1 0 0,1 1 1 0 0,-1 0-1 0 0,3 0 1 0 0,29 2-1969 0 0,2-3-175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3:59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35 1760 0 0,'-17'-34'20565'0'0,"17"37"-20112"0"0,0 0-376 0 0,0-1 0 0 0,0 1 0 0 0,0 0-1 0 0,1 0 1 0 0,-1 0 0 0 0,1-1 0 0 0,0 1 0 0 0,0 0 0 0 0,0-1 0 0 0,0 1-1 0 0,1-1 1 0 0,-1 1 0 0 0,1-1 0 0 0,-1 0 0 0 0,1 1 0 0 0,3 2-1 0 0,10 16 282 0 0,1 12-148 0 0,-11-22-143 0 0,0-1-1 0 0,0 1 1 0 0,1-1 0 0 0,0 0 0 0 0,1 0-1 0 0,10 10 1 0 0,-4-7-130 0 0,0 1 0 0 0,11 17 0 0 0,-10-13-98 0 0,29 30-1 0 0,71 66-7750 0 0,-109-109 7003 0 0,9 12-3193 0 0,-15-13 3199 0 0,3 1-150 0 0,12 3-2147 0 0,2 20-3328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3:59.8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1856 0 0,'3'3'12933'0'0,"-1"-1"-12723"0"0,0 0 0 0 0,1-1 0 0 0,-1 1-1 0 0,1-1 1 0 0,-1 0 0 0 0,1 0 0 0 0,-1 0 0 0 0,1 0 0 0 0,0 0 0 0 0,0 0 0 0 0,-1-1-1 0 0,1 0 1 0 0,0 1 0 0 0,0-1 0 0 0,0 0 0 0 0,5-1 0 0 0,-6 1-200 0 0,0 1 0 0 0,0-1 0 0 0,-1 0 0 0 0,1 1 0 0 0,0-1 0 0 0,-1 1 0 0 0,1 0 0 0 0,0 0 0 0 0,-1-1 0 0 0,4 3 0 0 0,-4-2-4 0 0,1 0 1 0 0,0 0 0 0 0,0 0 0 0 0,0 0 0 0 0,0 0 0 0 0,0 0 0 0 0,0-1-1 0 0,0 1 1 0 0,1-1 0 0 0,-1 1 0 0 0,2-1 0 0 0,38-1 280 0 0,-5 1-1833 0 0,42 4 0 0 0,43 7-8971 0 0,-80-8 5290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0.3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1568 0 0,'0'0'7504'0'0,"14"3"-5942"0"0,21 3 1769 0 0,68 4 0 0 0,25-14-2772 0 0,-88-2-1370 0 0,-13 2-321 0 0,1 1 0 0 0,35 1 0 0 0,-23 2-6463 0 0,-10 0 1542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3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46 2720 0 0,'0'6'11082'0'0,"0"49"-5855"0"0,0 33-4219 0 0,3-19-438 0 0,8 165 582 0 0,-11-71-645 0 0,1-161-506 0 0,-1 0 0 0 0,0-1 1 0 0,0 1-1 0 0,0 0 0 0 0,0 0 0 0 0,-1-1 0 0 0,1 1 0 0 0,0 0 1 0 0,-1-1-1 0 0,1 1 0 0 0,-1 0 0 0 0,1-1 0 0 0,-1 1 1 0 0,0-1-1 0 0,0 1 0 0 0,0-1 0 0 0,0 1 0 0 0,0-1 0 0 0,-1 2 1 0 0,2-3-3 0 0,-1 0 1 0 0,1 1-1 0 0,0-1 1 0 0,-1 0-1 0 0,1 1 1 0 0,0-1-1 0 0,0 0 1 0 0,-1 1-1 0 0,1-1 1 0 0,0 1-1 0 0,0-1 1 0 0,0 1-1 0 0,-1-1 1 0 0,1 0-1 0 0,0 1 1 0 0,0-1-1 0 0,0 1 1 0 0,0-1-1 0 0,0 1 1 0 0,0-1-1 0 0,0 1 1 0 0,0-1-1 0 0,0 0 1 0 0,0 1-1 0 0,0 0 1 0 0,0 121 618 0 0,0-114-337 0 0,0-12-181 0 0,0-23 69 0 0,6-44 289 0 0,16-174 161 0 0,-13 165-508 0 0,-4 58-107 0 0,2 3 36 0 0,-2-40 376 0 0,2 14 240 0 0,0-88 0 0 0,-7 131-656 0 0,1 0 0 0 0,-1 0 0 0 0,0 0 0 0 0,1 0 0 0 0,-1 0 1 0 0,1 0-1 0 0,-1 1 0 0 0,1-1 0 0 0,0 0 0 0 0,0 0 1 0 0,2-3-1 0 0,-2 4-37 0 0,0-1 0 0 0,0 0 0 0 0,0 1-1 0 0,0-1 1 0 0,-1 0 0 0 0,1 0 0 0 0,-1 0 0 0 0,1 0 0 0 0,-1 0 0 0 0,1 0 0 0 0,-1-3 0 0 0,1 1 49 0 0,-1 1 1 0 0,1-1 0 0 0,0 1-1 0 0,0 0 1 0 0,0-1 0 0 0,0 1-1 0 0,1 0 1 0 0,-1 0-1 0 0,1 0 1 0 0,0 0 0 0 0,0 0-1 0 0,0 0 1 0 0,0 0-1 0 0,0 1 1 0 0,1-1 0 0 0,0 1-1 0 0,-1-1 1 0 0,1 1-1 0 0,0 0 1 0 0,0 0 0 0 0,4-2-1 0 0,0 1 45 0 0,-1 1 0 0 0,1 0 1 0 0,0 0-1 0 0,0 0 0 0 0,0 1 0 0 0,11-1 0 0 0,-17 2-58 0 0,0 0 0 0 0,-1 0 0 0 0,1 0 0 0 0,-1 0 0 0 0,1 0 0 0 0,-1 0 0 0 0,1 0 0 0 0,-1 0 0 0 0,1 0 0 0 0,-1 0 0 0 0,1 0 0 0 0,-1 1 0 0 0,1-1 0 0 0,-1 0 0 0 0,1 0 0 0 0,-1 1 0 0 0,1-1 0 0 0,-1 0 0 0 0,1 1 0 0 0,-1-1 0 0 0,1 1 0 0 0,-1-1 0 0 0,0 0 0 0 0,1 2 0 0 0,10 26-153 0 0,-6-14 104 0 0,7 23-52 0 0,77 203-463 0 0,-69-187 510 0 0,-14-37 63 0 0,0 0 1 0 0,1 0-1 0 0,11 18 1 0 0,27 54-1118 0 0,45 95-1542 0 0,-47-87 1611 0 0,-37-82 1195 0 0,-6-14-135 0 0,1 1 0 0 0,-1-1 0 0 0,1 0 0 0 0,-1 0 0 0 0,1 0-1 0 0,-1 0 1 0 0,1 1 0 0 0,0-1 0 0 0,-1 0 0 0 0,1 0 0 0 0,-1 0 0 0 0,1 0 0 0 0,0 0 0 0 0,-1-1 0 0 0,1 1 0 0 0,-1 0 0 0 0,1 0 0 0 0,0 0 0 0 0,-1 0 0 0 0,1-1 0 0 0,-1 1 0 0 0,1 0 0 0 0,-1-1 0 0 0,1 1 0 0 0,-1 0 0 0 0,1-1 0 0 0,-1 1 0 0 0,1 0 0 0 0,-1-1 0 0 0,0 1 0 0 0,1-1 0 0 0,-1 1 0 0 0,0-1-1 0 0,1 1 1 0 0,-1-1 0 0 0,0 1 0 0 0,1-1 0 0 0,-1 0 0 0 0,2-4 116 0 0,-1 0 0 0 0,0 0 0 0 0,0 0-1 0 0,-1 0 1 0 0,1 0 0 0 0,-1-1 0 0 0,0 1 0 0 0,0 0-1 0 0,-1 0 1 0 0,1 0 0 0 0,-1 0 0 0 0,-3-8 0 0 0,-1-7 381 0 0,3 20-509 0 0,1-1 0 0 0,-1 1 0 0 0,1-1 0 0 0,0 0 0 0 0,0 0 0 0 0,-1 0 1 0 0,1 0-1 0 0,0 0 0 0 0,0 0 0 0 0,0 0 0 0 0,0 0 0 0 0,0-1 0 0 0,0 1 0 0 0,0 0 0 0 0,1 0 0 0 0,-1-1 0 0 0,0 1 1 0 0,1-1-1 0 0,-1 1 0 0 0,1-1 0 0 0,-1-2 0 0 0,-9-14 267 0 0,0 8 21 0 0,7 6-288 0 0,0 0-1 0 0,0 0 1 0 0,-1 1 0 0 0,1-1 0 0 0,-1 1 0 0 0,0 0 0 0 0,0 0 0 0 0,0 0 0 0 0,0 1-1 0 0,-1-1 1 0 0,1 1 0 0 0,-1 0 0 0 0,0 0 0 0 0,1 1 0 0 0,-8-2 0 0 0,-28-14 104 0 0,16 13-1137 0 0,-1 1 0 0 0,-31 1 0 0 0,18 1-4085 0 0,0 3 0 0 0,-38 6 0 0 0,51 0 1204 0 0,22-2 2484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4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 2144 0 0,'3'-10'11802'0'0,"-3"9"-11700"0"0,1 5 59 0 0,1-1-29 0 0,0 1 0 0 0,0 0 0 0 0,-1-1 0 0 0,1 1 0 0 0,-1 0 0 0 0,0 0 0 0 0,0 0 0 0 0,0 5 0 0 0,7 6 41 0 0,4 4-63 0 0,13 51 210 0 0,-23-66-315 0 0,-1 0 1 0 0,1 0 0 0 0,-1 0-1 0 0,0 1 1 0 0,-1-1 0 0 0,1 0-1 0 0,-1 0 1 0 0,0 1 0 0 0,0-1-1 0 0,-1 8 1 0 0,0 5 156 0 0,1-6-253 0 0,0-8-80 0 0,0-6-122 0 0,-1-4 307 0 0,1-1 0 0 0,1 1-1 0 0,-1 0 1 0 0,3-12 0 0 0,1 19-32 0 0,-4 0 16 0 0,0 0 1 0 0,1 0-1 0 0,-1 0 1 0 0,0 0 0 0 0,0 1-1 0 0,0-1 1 0 0,0 0-1 0 0,1 0 1 0 0,-1 0 0 0 0,0 0-1 0 0,0 0 1 0 0,0 0-1 0 0,1 0 1 0 0,-1 0-1 0 0,0-1 1 0 0,0 1 0 0 0,0 0-1 0 0,0 0 1 0 0,1 0-1 0 0,-1 0 1 0 0,0 0 0 0 0,0 0-1 0 0,0 0 1 0 0,0 0-1 0 0,1 0 1 0 0,-1 0 0 0 0,0-1-1 0 0,0 1 1 0 0,0 0-1 0 0,0 0 1 0 0,0 0-1 0 0,0 0 1 0 0,0 0 0 0 0,1-1-1 0 0,-1 1 1 0 0,0 0-1 0 0,0 0 1 0 0,0 0 0 0 0,0 0-1 0 0,0-1 1 0 0,0 1-1 0 0,0 0 1 0 0,0 0-1 0 0,0 0 1 0 0,0 0 0 0 0,0-1-1 0 0,0 1 1 0 0,9-24 231 0 0,14-24-86 0 0,-22 45-151 0 0,0 1-1 0 0,0-1 0 0 0,0 1 1 0 0,-1-1-1 0 0,1 0 0 0 0,-1 1 1 0 0,1-1-1 0 0,-1 0 0 0 0,0 0 1 0 0,0-4-1 0 0,-1 1-41 0 0,1 6 50 0 0,1 0 0 0 0,-1 0 0 0 0,0 0 0 0 0,0-1 0 0 0,0 1 0 0 0,0 0 0 0 0,1 0 0 0 0,-1 0 0 0 0,0-1 0 0 0,0 1 0 0 0,1 0 0 0 0,-1 0 0 0 0,0 0-1 0 0,0 0 1 0 0,1-1 0 0 0,-1 1 0 0 0,0 0 0 0 0,0 0 0 0 0,1 0 0 0 0,-1 0 0 0 0,0 0 0 0 0,0 0 0 0 0,1 0 0 0 0,-1 0 0 0 0,0 0 0 0 0,1 0 0 0 0,-1 0 0 0 0,0 0 0 0 0,0 0 0 0 0,1 0 0 0 0,-1 0 0 0 0,0 0 0 0 0,1 0 0 0 0,-1 1 0 0 0,0-1 5 0 0,1 0-1 0 0,-1 0 1 0 0,0 0 0 0 0,0 0 0 0 0,1 0-1 0 0,-1 0 1 0 0,0 0 0 0 0,1 0 0 0 0,-1 0-1 0 0,0 0 1 0 0,0 0 0 0 0,1 0-1 0 0,-1 0 1 0 0,0 0 0 0 0,1 0 0 0 0,-1 0-1 0 0,0 0 1 0 0,0 0 0 0 0,1 0 0 0 0,-1 0-1 0 0,0 0 1 0 0,0 0 0 0 0,1-1-1 0 0,-1 1 1 0 0,0 0 0 0 0,0 0 0 0 0,1 0-1 0 0,-1 0 1 0 0,0-1 0 0 0,0 1 0 0 0,0 0-1 0 0,0 0 1 0 0,1-1 0 0 0,-1 1 0 0 0,0-1-3 0 0,0 0 0 0 0,0 1 1 0 0,0-1-1 0 0,0 0 1 0 0,1 1-1 0 0,-1-1 1 0 0,0 0-1 0 0,0 1 1 0 0,1-1-1 0 0,-1 0 1 0 0,0 1-1 0 0,1-1 1 0 0,-1 1-1 0 0,0-1 0 0 0,1 0 1 0 0,-1 1-1 0 0,1-1 1 0 0,-1 1-1 0 0,1-1 1 0 0,-1 1-1 0 0,1 0 1 0 0,0-1-1 0 0,0 0-8 0 0,0 1 0 0 0,-1 0 1 0 0,1-1-1 0 0,-1 1 0 0 0,1-1 0 0 0,-1 1 0 0 0,1-1 0 0 0,-1 1 1 0 0,1-1-1 0 0,-1 1 0 0 0,0-1 0 0 0,1 0 0 0 0,-1 1 0 0 0,0-1 0 0 0,1 0 1 0 0,-1 1-1 0 0,0-1 0 0 0,0 1 0 0 0,0-1 0 0 0,1 0 0 0 0,-1 0 0 0 0,0 0 1 0 0,0 0 15 0 0,1 1 0 0 0,-1 0 0 0 0,1-1 0 0 0,-1 1 0 0 0,1 0 0 0 0,-1-1 0 0 0,1 1 0 0 0,-1 0 1 0 0,1 0-1 0 0,-1 0 0 0 0,1-1 0 0 0,0 1 0 0 0,-1 0 0 0 0,1 0 0 0 0,-1 0 0 0 0,1 0 1 0 0,0 0-1 0 0,-1 0 0 0 0,1 0 0 0 0,0 0 0 0 0,-1 0 0 0 0,1 0 0 0 0,0 1 0 0 0,4-1 96 0 0,7-3-187 0 0,-11 0 63 0 0,0 3 21 0 0,-1 0 1 0 0,0-1-1 0 0,0 1 0 0 0,0-1 1 0 0,1 1-1 0 0,-1 0 1 0 0,0 0-1 0 0,0-1 0 0 0,1 1 1 0 0,-1 0-1 0 0,0-1 1 0 0,1 1-1 0 0,-1 0 1 0 0,0 0-1 0 0,1-1 0 0 0,-1 1 1 0 0,0 0-1 0 0,1 0 1 0 0,-1 0-1 0 0,0 0 1 0 0,1 0-1 0 0,-1 0 0 0 0,1-1 1 0 0,-1 1-1 0 0,0 0 1 0 0,1 0-1 0 0,0 0 0 0 0,4 1 73 0 0,-1 0 0 0 0,1 1 0 0 0,0-1 0 0 0,-1 1 0 0 0,1 0 0 0 0,-1 0 0 0 0,1 1 0 0 0,-1-1-1 0 0,0 1 1 0 0,0 0 0 0 0,0 0 0 0 0,0 0 0 0 0,-1 0 0 0 0,1 1 0 0 0,2 4 0 0 0,-1-3-20 0 0,-1-1 1 0 0,-1 1 0 0 0,1 0-1 0 0,-1 0 1 0 0,0 0 0 0 0,0 1-1 0 0,0-1 1 0 0,-1 1 0 0 0,0-1-1 0 0,0 1 1 0 0,0 0-1 0 0,-1 0 1 0 0,2 10 0 0 0,-3-14-256 0 0,0 4 230 0 0,0 16 123 0 0,0-16-240 0 0,5-12 123 0 0,0 0 0 0 0,0 0 0 0 0,0 0-1 0 0,-1-1 1 0 0,0 1 0 0 0,0-1 0 0 0,-1 0 0 0 0,4-13 0 0 0,-5 17-21 0 0,-1 0 1 0 0,0 0-1 0 0,1 0 0 0 0,-1 0 1 0 0,1 0-1 0 0,0 1 0 0 0,0-1 1 0 0,0 1-1 0 0,3-4 0 0 0,-4 6-23 0 0,-1-1-1 0 0,1 0 0 0 0,-1 1 1 0 0,1-1-1 0 0,-1 1 1 0 0,1-1-1 0 0,-1 0 1 0 0,1 0-1 0 0,-1 1 1 0 0,0-1-1 0 0,1 0 1 0 0,-1 0-1 0 0,0 0 1 0 0,0 1-1 0 0,0-1 0 0 0,0 0 1 0 0,0 0-1 0 0,0 0 1 0 0,0 0-1 0 0,0 1 1 0 0,0-1-1 0 0,0 0 1 0 0,0-1-1 0 0,0 1 18 0 0,0 0 0 0 0,1 0 0 0 0,-1 0 0 0 0,1 0 0 0 0,-1 0 0 0 0,1 0 0 0 0,-1 0 0 0 0,1 0-1 0 0,0 0 1 0 0,-1 0 0 0 0,1 0 0 0 0,0 0 0 0 0,0 0 0 0 0,0 1 0 0 0,0-1 0 0 0,0 0 0 0 0,0 1 0 0 0,0-1 0 0 0,0 1 0 0 0,0-1 0 0 0,1 0 0 0 0,12-8 111 0 0,-12 6-213 0 0,0 3 93 0 0,-1 0 0 0 0,1 0 0 0 0,0 0 0 0 0,-1 0 0 0 0,1 0 0 0 0,-1-1 0 0 0,1 1-1 0 0,-1 0 1 0 0,1-1 0 0 0,-1 1 0 0 0,1-1 0 0 0,-1 0 0 0 0,0 1 0 0 0,1-1 0 0 0,-1 0 0 0 0,0 0 0 0 0,1 0 0 0 0,-1 0 0 0 0,0 0-1 0 0,0 0 1 0 0,0 0 0 0 0,0 0 0 0 0,0-1 0 0 0,1-1 0 0 0,6 6 126 0 0,36 9 200 0 0,-33-10-132 0 0,1 1 1 0 0,-1 0-1 0 0,0 0 0 0 0,0 1 0 0 0,0 1 0 0 0,16 9 0 0 0,-6 0 151 0 0,-20-14-331 0 0,0 0-1 0 0,0 1 1 0 0,0-1-1 0 0,0 1 1 0 0,0-1-1 0 0,0 1 1 0 0,0-1 0 0 0,0 1-1 0 0,0 0 1 0 0,0-1-1 0 0,-1 1 1 0 0,1 0-1 0 0,0 0 1 0 0,0 0-1 0 0,-1 0 1 0 0,1-1-1 0 0,-1 1 1 0 0,1 0 0 0 0,-1 0-1 0 0,1 0 1 0 0,-1 0-1 0 0,1 0 1 0 0,-1 2-1 0 0,0-2-14 0 0,0-1-1 0 0,0 1 0 0 0,0-1 1 0 0,0 1-1 0 0,0-1 0 0 0,0 1 0 0 0,1-1 1 0 0,-1 0-1 0 0,0 1 0 0 0,0-1 1 0 0,0 1-1 0 0,0-1 0 0 0,0 0 0 0 0,1 1 1 0 0,-1-1-1 0 0,0 1 0 0 0,0-1 1 0 0,1 0-1 0 0,-1 1 0 0 0,0-1 1 0 0,1 0-1 0 0,-1 0 0 0 0,0 1 0 0 0,1-1 1 0 0,-1 0-1 0 0,0 0 0 0 0,1 1 1 0 0,-1-1-1 0 0,1 0 0 0 0,-1 0 0 0 0,1 0 1 0 0,-1 0-1 0 0,1 1 0 0 0,0-1 5 0 0,-1 0-1 0 0,0 0 1 0 0,1 0 0 0 0,-1 0-1 0 0,1 0 1 0 0,-1 1-1 0 0,0-1 1 0 0,1 0-1 0 0,-1 0 1 0 0,1 0 0 0 0,-1 1-1 0 0,0-1 1 0 0,1 0-1 0 0,-1 1 1 0 0,0-1-1 0 0,1 0 1 0 0,-1 1 0 0 0,0-1-1 0 0,0 0 1 0 0,1 1-1 0 0,-1-1 1 0 0,0 0-1 0 0,0 1 1 0 0,0-1 0 0 0,1 1-1 0 0,-1-1 1 0 0,0 1-1 0 0,0-1 1 0 0,0 0-1 0 0,0 1 1 0 0,0-1 0 0 0,0 1-1 0 0,0 0 1 0 0,0-1 1 0 0,0 1-1 0 0,0-1 1 0 0,0 1 0 0 0,0-1 0 0 0,0 1 0 0 0,0-1 0 0 0,0 1-1 0 0,0-1 1 0 0,0 0 0 0 0,0 1 0 0 0,0-1 0 0 0,0 1 0 0 0,0-1 0 0 0,1 1-1 0 0,-1-1 1 0 0,0 0 0 0 0,0 1 0 0 0,0-1 0 0 0,1 1 0 0 0,-1-1-1 0 0,0 0 1 0 0,1 1 0 0 0,-1-1 0 0 0,0 0 0 0 0,1 0 0 0 0,-1 1 0 0 0,0-1-1 0 0,1 0 1 0 0,-1 0 0 0 0,1 1 0 0 0,10 7 85 0 0,-7-2-127 0 0,-1 1 0 0 0,1-1 0 0 0,-1 1 0 0 0,0 0 0 0 0,0-1 0 0 0,-1 1 0 0 0,0 0 0 0 0,0 1 0 0 0,-1-1 0 0 0,0 0 0 0 0,0 13 0 0 0,1-8-476 0 0,0 19-1298 0 0,-2 12-12957 0 0,0-29 11078 0 0,0-11 2798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5.3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3072 0 0,'0'0'13397'0'0,"29"17"-10261"0"0,106 70 352 0 0,-14 9-2315 0 0,-53-42-1472 0 0,-56-45 136 0 0,-1 1-1 0 0,-1 0 0 0 0,10 11 0 0 0,-8-9-253 0 0,-3-5-245 0 0,-5-8 761 0 0,1-1-313 0 0,11 15-1899 0 0,32 32-5199 0 0,-47-44 7098 0 0,0 0 0 0 0,0 0 0 0 0,0 0 0 0 0,0 0 0 0 0,0 0 0 0 0,0 0 0 0 0,0-1 0 0 0,0 1 0 0 0,0 0 0 0 0,1-1 0 0 0,-1 1 0 0 0,0-1 0 0 0,0 0 0 0 0,1 1 0 0 0,-1-1 0 0 0,0 0 0 0 0,1 0 0 0 0,-1 0 0 0 0,0 0 0 0 0,1 0 0 0 0,-1 0 0 0 0,3 0 1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5.7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339 17 2208 0 0,'0'-17'9216'0'0,"-16"17"-5376"0"0,-1 0-3008 0 0,0 0 1855 0 0,0 17-2239 0 0,-34 51 832 0 0,17-18-864 0 0,18-32-512 0 0,16-1 128 0 0,-85 33-864 0 0,0 69-18975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8.0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17 124 2304 0 0,'-3'-6'2726'0'0,"1"3"-1773"0"0,0-1 0 0 0,1 0 0 0 0,-1 1-1 0 0,1-1 1 0 0,-1 0 0 0 0,1 0-1 0 0,0 0 1 0 0,0-10 1701 0 0,3 11-2323 0 0,12-11 458 0 0,-11 17-426 0 0,29 13 767 0 0,-27-11-1062 0 0,0-1 0 0 0,0 1-1 0 0,0 0 1 0 0,0 0-1 0 0,6 11 1 0 0,192 274 1249 0 0,-185-259-1287 0 0,-15-25-67 0 0,0-1 0 0 0,0 1 0 0 0,0-1 0 0 0,1 0 0 0 0,0-1 0 0 0,7 8 0 0 0,-10-11 48 0 0,0 0 0 0 0,1 1 0 0 0,-1-1-1 0 0,0 0 1 0 0,0 1 0 0 0,1-1 0 0 0,-1 1 0 0 0,0-1 0 0 0,-1 1 0 0 0,1-1 0 0 0,0 1 0 0 0,0 0 0 0 0,-1-1 0 0 0,1 1 0 0 0,-1 0 0 0 0,1 0 0 0 0,-1-1 0 0 0,0 1-1 0 0,1 3 1 0 0,-1-4-12 0 0,0 0 0 0 0,0 0 0 0 0,0 0 0 0 0,1 0 0 0 0,-1 0 0 0 0,1 0 0 0 0,-1 0 0 0 0,1 0 0 0 0,-1 0 0 0 0,1 0 0 0 0,-1 0 0 0 0,1 0 0 0 0,0 0 0 0 0,-1 0 0 0 0,1 0 0 0 0,0 0 0 0 0,0-1 0 0 0,0 1 0 0 0,0 0 0 0 0,0-1 0 0 0,0 1 0 0 0,0-1 0 0 0,0 1 0 0 0,2 0 0 0 0,9 7 0 0 0,-9-5 150 0 0,-3-2-141 0 0,0 0 0 0 0,0 0 0 0 0,0 1 0 0 0,0-1 0 0 0,0 0 0 0 0,0 0 0 0 0,0 0 0 0 0,1 0 0 0 0,-1 0 0 0 0,0 0 0 0 0,0 0 0 0 0,1 0 0 0 0,-1 0 0 0 0,1 0 0 0 0,-1 0 0 0 0,1 0 1 0 0,-1-1-1 0 0,1 1 0 0 0,0 0 0 0 0,0 0 0 0 0,-1 0 0 0 0,1-1 0 0 0,0 1 0 0 0,0 0 0 0 0,0-1 0 0 0,-1 1 0 0 0,1-1 0 0 0,0 1 0 0 0,0-1 0 0 0,0 1 0 0 0,0-1 0 0 0,0 1 0 0 0,0-1 0 0 0,0 0 0 0 0,0 0 0 0 0,0 0 0 0 0,1 0 0 0 0,-1 1 0 0 0,0-1 0 0 0,0 0 0 0 0,0-1 0 0 0,0 1 0 0 0,0 0 0 0 0,0 0 0 0 0,0 0 0 0 0,0-1 0 0 0,1 0 0 0 0,0 1 23 0 0,0-1 0 0 0,0 0 0 0 0,0 1-1 0 0,0-1 1 0 0,-1 0 0 0 0,1 0 0 0 0,0-1-1 0 0,-1 1 1 0 0,1 0 0 0 0,-1-1 0 0 0,1 1 0 0 0,-1 0-1 0 0,1-1 1 0 0,-1 0 0 0 0,0 1 0 0 0,0-1-1 0 0,0 0 1 0 0,0 0 0 0 0,0 1 0 0 0,0-1-1 0 0,0 0 1 0 0,-1 0 0 0 0,1 0 0 0 0,-1 0-1 0 0,1 0 1 0 0,-1-4 0 0 0,0 6-22 0 0,0 0 1 0 0,0 0-1 0 0,0-1 0 0 0,0 1 1 0 0,0 0-1 0 0,0 0 0 0 0,0-1 1 0 0,0 1-1 0 0,0 0 0 0 0,0 0 1 0 0,1-1-1 0 0,-1 1 0 0 0,0 0 1 0 0,0 0-1 0 0,0-1 0 0 0,0 1 1 0 0,0 0-1 0 0,1 0 0 0 0,-1-1 1 0 0,0 1-1 0 0,0 0 0 0 0,0 0 1 0 0,1 0-1 0 0,-1 0 0 0 0,0-1 1 0 0,0 1-1 0 0,1 0 0 0 0,-1 0 1 0 0,0 0-1 0 0,0 0 0 0 0,1 0 1 0 0,-1 0-1 0 0,0 0 0 0 0,0-1 1 0 0,1 1-1 0 0,-1 0 0 0 0,1 0 7 0 0,0 0-1 0 0,-1 0 0 0 0,1 0 1 0 0,-1 0-1 0 0,1-1 0 0 0,-1 1 1 0 0,1 0-1 0 0,-1-1 0 0 0,1 1 1 0 0,-1 0-1 0 0,1-1 0 0 0,-1 1 1 0 0,1-1-1 0 0,-1 1 0 0 0,1-1 1 0 0,-1 1-1 0 0,0 0 0 0 0,1-1 1 0 0,-1 0-1 0 0,0 1 0 0 0,0-1 1 0 0,1 1-1 0 0,-1-1 0 0 0,0 1 1 0 0,0-1-1 0 0,0 1 0 0 0,0-1 1 0 0,1 0-1 0 0,-1 1 0 0 0,0-1 1 0 0,0 0-1 0 0,0 1 0 0 0,0-1 1 0 0,0 1-1 0 0,-1-1 0 0 0,1 0 1 0 0,0 0-1 0 0,0-35 428 0 0,-3-49-219 0 0,-5-189-2374 0 0,7 256-346 0 0,1-1 1 0 0,1 0-1 0 0,7-35 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9.3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2176 0 0,'0'0'4912'0'0,"0"3"-3707"0"0,-2 1-361 0 0,7 35 2931 0 0,23 90-1557 0 0,-25-118-165 0 0,-3-13-1983 0 0,-1-9-48 0 0,1 10-21 0 0,0-1 0 0 0,0 0 1 0 0,0 0-1 0 0,0 0 0 0 0,0 0 1 0 0,1 1-1 0 0,-1-1 1 0 0,0 0-1 0 0,1 0 0 0 0,-1 0 1 0 0,1 1-1 0 0,0-1 0 0 0,1-2 1 0 0,4-9 21 0 0,39-80 233 0 0,-33 71-59 0 0,-12 17-101 0 0,-1 5-98 0 0,1-1 0 0 0,0 1 0 0 0,0-1 0 0 0,0 1 0 0 0,0-1 0 0 0,0 1 0 0 0,0-1 0 0 0,0 1 0 0 0,0-1 1 0 0,0 1-1 0 0,0-1 0 0 0,0 1 0 0 0,0-1 0 0 0,0 1 0 0 0,0-1 0 0 0,0 0 0 0 0,1 1 0 0 0,-1 0 1 0 0,0-1-1 0 0,0 1 0 0 0,1-1 0 0 0,-1 1 0 0 0,0-1 0 0 0,1 0 0 0 0,2 1 51 0 0,-1 0 0 0 0,1 0 1 0 0,0 1-1 0 0,-1-1 0 0 0,1 1 0 0 0,-1-1 0 0 0,1 1 0 0 0,-1 0 0 0 0,0 0 0 0 0,1 0 1 0 0,-1 0-1 0 0,0 1 0 0 0,0-1 0 0 0,0 0 0 0 0,0 1 0 0 0,0 0 0 0 0,0-1 1 0 0,0 1-1 0 0,0 0 0 0 0,0 0 0 0 0,-1 0 0 0 0,1 0 0 0 0,-1 0 0 0 0,0 1 1 0 0,2 1-1 0 0,20 26 332 0 0,-20-27-355 0 0,0 14 182 0 0,3-3-170 0 0,-1 1 0 0 0,-1 0 0 0 0,5 27 0 0 0,-5-21-35 0 0,-1-10 66 0 0,-3-33 6 0 0,3-9-272 0 0,-2 25 188 0 0,0 1 0 0 0,1-1 0 0 0,0 1 0 0 0,0-1 0 0 0,4-6 0 0 0,16-5 127 0 0,18-16-150 0 0,-38 31 38 0 0,0 1-1 0 0,0 0 1 0 0,0 0 0 0 0,0 0 0 0 0,0 0 0 0 0,0 0 0 0 0,0 0-1 0 0,0 1 1 0 0,1-1 0 0 0,-1 1 0 0 0,0-1 0 0 0,0 1 0 0 0,1 0-1 0 0,-1 0 1 0 0,0 0 0 0 0,0 0 0 0 0,1 0 0 0 0,-1 1 0 0 0,0-1-1 0 0,1 1 1 0 0,-1-1 0 0 0,0 1 0 0 0,0 0 0 0 0,0 0 0 0 0,0 0-1 0 0,0 0 1 0 0,0 0 0 0 0,0 0 0 0 0,0 1 0 0 0,0-1 0 0 0,2 3-1 0 0,-1-1-69 0 0,-1-3 55 0 0,-1 0 21 0 0,1 0 0 0 0,-1 0 0 0 0,0 0 0 0 0,0 0 0 0 0,1 0 0 0 0,-1 0 0 0 0,0 0 0 0 0,0 0 0 0 0,1 0 0 0 0,-1 1 0 0 0,0-1 0 0 0,0 0 0 0 0,0 1 0 0 0,1-1 0 0 0,-1 1 0 0 0,0 0 0 0 0,0-1 0 0 0,1 2 0 0 0,13 7 90 0 0,-4-3-96 0 0,0 0 1 0 0,0 1-1 0 0,11 10 1 0 0,-15-10-26 0 0,-5-6 37 0 0,-1 0 0 0 0,0 0 0 0 0,0 0-1 0 0,0 0 1 0 0,0 0 0 0 0,0 1 0 0 0,0-1 0 0 0,0 0 0 0 0,0 0-1 0 0,0 1 1 0 0,0-1 0 0 0,-1 1 0 0 0,1-1 0 0 0,-1 0 0 0 0,1 1-1 0 0,-1-1 1 0 0,1 1 0 0 0,-1 2 0 0 0,9 7-266 0 0,2-3 480 0 0,-9-5-562 0 0,0 0 1 0 0,-1 0-1 0 0,1 0 1 0 0,-1 0-1 0 0,1 0 0 0 0,-1 0 1 0 0,0 0-1 0 0,0 0 1 0 0,0 1-1 0 0,0-1 1 0 0,-1 0-1 0 0,1 1 0 0 0,-1-1 1 0 0,0 0-1 0 0,0 1 1 0 0,0-1-1 0 0,-2 6 0 0 0,2 2-1225 0 0,0 8-945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35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283 26 2080 0 0,'0'0'4389'0'0,"-4"-25"2306"0"0,4 25-6604 0 0,0 0-1 0 0,0 0 1 0 0,-1 0 0 0 0,1 0-1 0 0,0 0 1 0 0,0 0 0 0 0,-1 0-1 0 0,1 0 1 0 0,-14 5 1857 0 0,-12 13 310 0 0,24-17-2189 0 0,0 1 0 0 0,0 0 0 0 0,0 0-1 0 0,0 0 1 0 0,1 0 0 0 0,-1 0 0 0 0,0 0 0 0 0,1 0 0 0 0,0 1 0 0 0,-1-1-1 0 0,1 0 1 0 0,0 1 0 0 0,0-1 0 0 0,0 1 0 0 0,1 0 0 0 0,-1 2 0 0 0,0-3-10 0 0,1 1 1 0 0,-1-1 0 0 0,0 1 0 0 0,0-1-1 0 0,0 0 1 0 0,0 1 0 0 0,0-1 0 0 0,0 0 0 0 0,-1 0-1 0 0,1 0 1 0 0,-3 3 0 0 0,-3 4 12 0 0,0 0 1 0 0,1 0-1 0 0,0 1 0 0 0,0 0 1 0 0,1 0-1 0 0,0 0 0 0 0,1 1 0 0 0,-4 15 1 0 0,3-13 49 0 0,-1 0 1 0 0,-14 23 0 0 0,18-33-79 0 0,0 0 0 0 0,1-1 0 0 0,-1 1 1 0 0,0 0-1 0 0,1 0 0 0 0,0 0 0 0 0,0 0 1 0 0,0 0-1 0 0,-2 7 0 0 0,-12 45 159 0 0,12-42-170 0 0,-14 45 148 0 0,3 1 0 0 0,-11 107 0 0 0,3 365 683 0 0,25-421-679 0 0,4-81-141 0 0,-6-27-44 0 0,41 111-202 0 0,9 2 394 0 0,-39-84-111 0 0,-10-27-77 0 0,0-1 0 0 0,0 1 1 0 0,0 0-1 0 0,0 0 0 0 0,1-1 0 0 0,-1 1 0 0 0,1-1 0 0 0,0 0 1 0 0,0 0-1 0 0,4 4 0 0 0,17 19-46 0 0,-17-19 35 0 0,116 122-157 0 0,-4-25-481 0 0,-68-65-203 0 0,-43-32 254 0 0,1 0 0 0 0,-1-1 0 0 0,1 0 0 0 0,1 0 0 0 0,-1-1 0 0 0,1 0-1 0 0,0-1 1 0 0,0 0 0 0 0,20 4 0 0 0,-25-6 333 0 0,-1-2-41 0 0,0 1 1 0 0,-1 0 0 0 0,1 0 0 0 0,0 0 0 0 0,-1 1-1 0 0,0-1 1 0 0,1 1 0 0 0,-1 0 0 0 0,0 0 0 0 0,0 0 0 0 0,0 0-1 0 0,5 5 1 0 0,11 8-2354 0 0,12 5-1777 0 0,3 11 843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38.7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0 370 2016 0 0,'0'0'971'0'0,"0"20"1983"0"0,0 8 353 0 0,0-25-2769 0 0,17 14 977 0 0,17 13 253 0 0,1 0 0 0 0,2-3 0 0 0,44 27 0 0 0,-30-29-1240 0 0,-50-24-504 0 0,1 0 0 0 0,-1-1 0 0 0,1 1 1 0 0,0-1-1 0 0,-1 1 0 0 0,1-1 0 0 0,0 0 0 0 0,0 0 1 0 0,-1 0-1 0 0,1 0 0 0 0,0 0 0 0 0,2 0 0 0 0,17-1 94 0 0,120 1 708 0 0,-130-1-835 0 0,-10-1-14 0 0,-1 0 45 0 0,0 1 1 0 0,1 0-1 0 0,-1 0 0 0 0,0 0 1 0 0,1 0-1 0 0,-1 0 0 0 0,1 0 1 0 0,-1 0-1 0 0,1-1 0 0 0,0 1 1 0 0,-1 1-1 0 0,1-1 0 0 0,0 0 0 0 0,0 0 1 0 0,-1 0-1 0 0,1 0 0 0 0,0 0 1 0 0,0 1-1 0 0,0-1 0 0 0,0 0 1 0 0,2 0-1 0 0,9-10 222 0 0,-1-1 0 0 0,0 0 0 0 0,0-1 1 0 0,-2 0-1 0 0,0 0 0 0 0,0-1 0 0 0,-1 0 0 0 0,11-28 0 0 0,-17 37-152 0 0,0 1-1 0 0,0-1 1 0 0,-1 1-1 0 0,0-1 1 0 0,0 0-1 0 0,0 1 1 0 0,0-1-1 0 0,-1 0 1 0 0,0 0-1 0 0,1 1 1 0 0,-2-1-1 0 0,0-6 1 0 0,-1-9-140 0 0,3 6-11 0 0,0 7 103 0 0,-1-1 1 0 0,0 0 0 0 0,0 1-1 0 0,0-1 1 0 0,-1 0 0 0 0,-1 0 0 0 0,-2-9-1 0 0,-19-79 436 0 0,14 58-526 0 0,3 28 17 0 0,2 7 62 0 0,1 0 41 0 0,-3-14 246 0 0,-3 10-359 0 0,8 7 32 0 0,-1-1 0 0 0,1 1 0 0 0,0-1 0 0 0,0 0 0 0 0,0 0 0 0 0,0 1 0 0 0,0-1 0 0 0,0 0 1 0 0,0 0-1 0 0,0 0 0 0 0,0 0 0 0 0,0 0 0 0 0,0 0 0 0 0,1 0 0 0 0,-1-1 0 0 0,0 1 0 0 0,1 0 0 0 0,-1 0 0 0 0,1-1 0 0 0,-1 1 0 0 0,1-3 0 0 0,-6-4 173 0 0,0 2-100 0 0,0 0 0 0 0,0 1 0 0 0,0 0 0 0 0,0 0 0 0 0,-1 1 0 0 0,0 0 0 0 0,-8-4 0 0 0,14 8-75 0 0,0 0 1 0 0,0 0 0 0 0,0-1-1 0 0,0 1 1 0 0,0 0 0 0 0,0-1-1 0 0,0 1 1 0 0,0-1 0 0 0,0 1-1 0 0,0-1 1 0 0,0 1 0 0 0,0-1-1 0 0,0 0 1 0 0,0 1 0 0 0,1-1-1 0 0,-1 0 1 0 0,-1-1 0 0 0,-3-5-34 0 0,-8 9 18 0 0,-42 25-107 0 0,-173 100-520 0 0,179-94 484 0 0,48-32 166 0 0,0-1 0 0 0,1 0 0 0 0,-1 1 0 0 0,1-1 1 0 0,-1 1-1 0 0,1 0 0 0 0,0-1 0 0 0,-1 1 0 0 0,1-1 0 0 0,-1 1 0 0 0,1 0 0 0 0,0-1 0 0 0,0 1 1 0 0,-1 0-1 0 0,1-1 0 0 0,0 1 0 0 0,0 0 0 0 0,0-1 0 0 0,0 1 0 0 0,0 0 0 0 0,0 0 1 0 0,-1 16 81 0 0,1-8-108 0 0,-1 1 1 0 0,2-1 0 0 0,-1 0 0 0 0,1 1 0 0 0,0-1 0 0 0,1 0-1 0 0,0 0 1 0 0,7 16 0 0 0,16 35-1574 0 0,15 2-779 0 0,-39-61 2280 0 0,0 1-1 0 0,0-1 0 0 0,0 1 1 0 0,0-1-1 0 0,1 0 1 0 0,-1 0-1 0 0,1 0 0 0 0,-1 0 1 0 0,1 0-1 0 0,-1 0 0 0 0,4 1 1 0 0,-2 0-114 0 0,42 26-3536 0 0,113 59-10469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39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 1504 0 0,'0'3'1227'0'0,"0"40"8383"0"0,0-42-9540 0 0,1-1-1 0 0,-1 1 1 0 0,0-1-1 0 0,1 1 1 0 0,-1-1-1 0 0,1 1 1 0 0,-1-1-1 0 0,1 1 1 0 0,-1-1-1 0 0,1 1 1 0 0,-1-1 0 0 0,1 0-1 0 0,-1 1 1 0 0,1-1-1 0 0,0 0 1 0 0,-1 0-1 0 0,1 1 1 0 0,-1-1-1 0 0,1 0 1 0 0,0 0 0 0 0,-1 0-1 0 0,1 0 1 0 0,1 0-1 0 0,-2 1-46 0 0,1 0 0 0 0,0 0 0 0 0,-1-1 0 0 0,0 1 0 0 0,1 0 0 0 0,-1 0-1 0 0,1 0 1 0 0,-1-1 0 0 0,0 1 0 0 0,0 0 0 0 0,0 0 0 0 0,1 0 0 0 0,-1 0 0 0 0,0 0 0 0 0,0 0-1 0 0,0 0 1 0 0,0-1 0 0 0,0 2 0 0 0,-1-1-19 0 0,1-1 0 0 0,0 1-1 0 0,0-1 1 0 0,0 1 0 0 0,0-1 0 0 0,0 1-1 0 0,0-1 1 0 0,0 0 0 0 0,0 1 0 0 0,0-1-1 0 0,0 1 1 0 0,0-1 0 0 0,0 1 0 0 0,0-1-1 0 0,0 1 1 0 0,1-1 0 0 0,-1 0 0 0 0,0 1-1 0 0,0-1 1 0 0,0 1 0 0 0,1-1 0 0 0,-1 0-1 0 0,0 1 1 0 0,1-1 0 0 0,-1 1 0 0 0,0-1-1 0 0,1 0 1 0 0,-1 0 0 0 0,0 1 0 0 0,1-1-1 0 0,-1 0 1 0 0,1 0 0 0 0,-1 1 0 0 0,0-1-1 0 0,1 0 1 0 0,-1 0 0 0 0,1 0 0 0 0,-1 0-1 0 0,1 1 1 0 0,-1-1 0 0 0,1 0 0 0 0,-1 0-1 0 0,0 0 1 0 0,1 0 0 0 0,-1 0 0 0 0,1 0-1 0 0,-1 0 1 0 0,1-1 0 0 0,2 1 60 0 0,11 3 251 0 0,-11 2-256 0 0,-3-5-58 0 0,0 1 0 0 0,0 0 1 0 0,0-1-1 0 0,0 1 0 0 0,1-1 0 0 0,-1 1 0 0 0,0-1 0 0 0,0 1 0 0 0,1-1 1 0 0,-1 1-1 0 0,0-1 0 0 0,1 1 0 0 0,-1-1 0 0 0,1 0 0 0 0,-1 1 0 0 0,0-1 0 0 0,1 0 1 0 0,-1 1-1 0 0,1-1 0 0 0,-1 0 0 0 0,1 1 0 0 0,-1-1 0 0 0,1 0 0 0 0,-1 0 0 0 0,1 0 1 0 0,-1 1-1 0 0,1-1 0 0 0,0 0 0 0 0,-1 0 0 0 0,1 0 0 0 0,-1 0 0 0 0,1 0 1 0 0,-1 0-1 0 0,1 0 0 0 0,-1 0 0 0 0,1 0 0 0 0,0 0 0 0 0,-1-1 0 0 0,1 1 0 0 0,-1 0 1 0 0,1 0-1 0 0,-1 0 0 0 0,1-1 0 0 0,-1 1 0 0 0,1 0 0 0 0,-1-1 0 0 0,1 1 0 0 0,-1 0 1 0 0,1-1-1 0 0,0 0 0 0 0,21-10 335 0 0,-22 11-325 0 0,1 0-1 0 0,0-1 1 0 0,-1 1 0 0 0,1 0-1 0 0,-1-1 1 0 0,1 1 0 0 0,-1 0-1 0 0,0-1 1 0 0,1 1 0 0 0,-1-1-1 0 0,1 1 1 0 0,-1-1 0 0 0,0 1-1 0 0,1-1 1 0 0,-1 1 0 0 0,0-1-1 0 0,0 1 1 0 0,1-1 0 0 0,-1 1-1 0 0,0-1 1 0 0,0 0 0 0 0,0 1-1 0 0,0-1 1 0 0,0 1 0 0 0,0-1-1 0 0,0 0 1 0 0,0 0 0 0 0,2-5 46 0 0,-1 1 0 0 0,-1-1 0 0 0,1 0 0 0 0,-1 0 0 0 0,0 1 0 0 0,0-1 0 0 0,0 0 0 0 0,-1 0 0 0 0,0 1 0 0 0,0-1 0 0 0,-1 0 0 0 0,0 1-1 0 0,0 0 1 0 0,0-1 0 0 0,-5-8 0 0 0,7 14-53 0 0,0-1-1 0 0,0 1 1 0 0,-1-1-1 0 0,1 0 0 0 0,0 1 1 0 0,-1-1-1 0 0,1 1 1 0 0,-1-1-1 0 0,1 1 0 0 0,0-1 1 0 0,-1 1-1 0 0,1-1 0 0 0,-1 1 1 0 0,1 0-1 0 0,-1-1 1 0 0,0 1-1 0 0,1 0 0 0 0,-1-1 1 0 0,1 1-1 0 0,-1 0 0 0 0,0 0 1 0 0,1-1-1 0 0,-1 1 1 0 0,0 0-1 0 0,1 0 0 0 0,-1 0 1 0 0,1 0-1 0 0,-1 0 0 0 0,0 0 1 0 0,1 0-1 0 0,-1 0 1 0 0,0 0-1 0 0,1 0 0 0 0,-1 1 1 0 0,0-1-1 0 0,0 0 0 0 0,-1 1-10 0 0,-11-2-349 0 0,13 1 353 0 0,-1 0 0 0 0,1 0 0 0 0,-1-1 0 0 0,0 1 0 0 0,1 0-1 0 0,-1 0 1 0 0,0 0 0 0 0,1 0 0 0 0,-1 0 0 0 0,1 0 0 0 0,-1 0 0 0 0,0 1 0 0 0,1-1 0 0 0,-1 0 0 0 0,0 0-1 0 0,1 0 1 0 0,-1 1 0 0 0,1-1 0 0 0,-1 0 0 0 0,1 1 0 0 0,-1-1 0 0 0,-10 27-3920 0 0,0 21-4876 0 0,8-23 5156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39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0 2496 0 0,'0'0'6517'0'0,"1"1"-6457"0"0,-1 0-1 0 0,0-1 1 0 0,0 1 0 0 0,0 0-1 0 0,0 0 1 0 0,0-1 0 0 0,0 1 0 0 0,0 0-1 0 0,0 0 1 0 0,0 0 0 0 0,0-1-1 0 0,0 1 1 0 0,0 0 0 0 0,-1 0-1 0 0,1-1 1 0 0,0 1 0 0 0,-1 0-1 0 0,1-1 1 0 0,0 1 0 0 0,-2 1-1 0 0,1-2 1 0 0,0 0 0 0 0,0 0 0 0 0,0 0 0 0 0,0 0 0 0 0,0 0 0 0 0,0 0-1 0 0,0 1 1 0 0,0-1 0 0 0,0 0 0 0 0,0 1 0 0 0,0-1 0 0 0,0 0 0 0 0,0 1 0 0 0,0-1-1 0 0,1 1 1 0 0,-1 0 0 0 0,0-1 0 0 0,-1 2 0 0 0,-10 20 1210 0 0,6-11-1363 0 0,1-2 215 0 0,2-2-54 0 0,0-1 1 0 0,0 1-1 0 0,0 0 1 0 0,0 0-1 0 0,1 0 0 0 0,1 0 1 0 0,-1 1-1 0 0,1-1 1 0 0,0 0-1 0 0,0 13 1 0 0,1 30-43 0 0,0-49-26 0 0,0 1 1 0 0,0-1-1 0 0,0 0 0 0 0,0 0 0 0 0,0 1 0 0 0,0-1 0 0 0,1 0 1 0 0,-1 0-1 0 0,0 1 0 0 0,1-1 0 0 0,-1 0 0 0 0,0 0 1 0 0,1 0-1 0 0,0 1 0 0 0,-1-1 0 0 0,1 0 0 0 0,0 0 0 0 0,-1 0 1 0 0,1 0-1 0 0,0 0 0 0 0,0 0 0 0 0,0-1 0 0 0,0 1 0 0 0,0 0 1 0 0,0 0-1 0 0,0-1 0 0 0,0 1 0 0 0,1 0 0 0 0,7 5-21 0 0,2 3-3 0 0,0-1-1 0 0,1 0 1 0 0,0-1 0 0 0,0 0-1 0 0,1 0 1 0 0,20 6 0 0 0,-30-13-1 0 0,-1 1 0 0 0,1-1 0 0 0,0 1 1 0 0,-1 0-1 0 0,1 0 0 0 0,-1 0 0 0 0,1 0 1 0 0,-1 0-1 0 0,1 0 0 0 0,-1 1 0 0 0,0-1 0 0 0,0 1 1 0 0,3 2-1 0 0,-5-4 21 0 0,1 1 0 0 0,-1-1 0 0 0,0 0 0 0 0,1 1 0 0 0,-1-1 0 0 0,0 0 1 0 0,1 1-1 0 0,-1-1 0 0 0,0 0 0 0 0,1 0 0 0 0,-1 1 0 0 0,1-1 0 0 0,-1 0 0 0 0,1 0 0 0 0,-1 0 0 0 0,0 0 0 0 0,1 0 0 0 0,-1 1 1 0 0,1-1-1 0 0,-1 0 0 0 0,1 0 0 0 0,-1 0 0 0 0,1 0 0 0 0,-1 0 0 0 0,1 0 0 0 0,0-1 0 0 0,4 2 3 0 0,0 6-1 0 0,10 3-33 0 0,-11-7 2 0 0,1-1 0 0 0,-1 1 0 0 0,0 0-1 0 0,0 1 1 0 0,0-1 0 0 0,0 0 0 0 0,0 1 0 0 0,-1 0 0 0 0,5 6 0 0 0,13 14-9 0 0,-20-19 24 0 0,-5 18 89 0 0,3-18-72 0 0,-3 11 33 0 0,1-2 0 0 0,-2 1 0 0 0,-11 26 0 0 0,14-37-139 0 0,0 0 0 0 0,0 0-1 0 0,-1 0 1 0 0,1 0 0 0 0,-1-1 0 0 0,0 1 0 0 0,0-1 0 0 0,0 0 0 0 0,0 1 0 0 0,-1-2 0 0 0,1 1-1 0 0,-1 0 1 0 0,1-1 0 0 0,-1 1 0 0 0,0-1 0 0 0,0 0 0 0 0,0 0 0 0 0,-1-1 0 0 0,1 1-1 0 0,-7 0 1 0 0,7-1-278 0 0,1-1 0 0 0,-1 0 0 0 0,0 0 0 0 0,1 0 0 0 0,-1 0 0 0 0,0-1 0 0 0,1 1 0 0 0,-1-1 0 0 0,-3-2 0 0 0,6 3 231 0 0,0 0 0 0 0,0 0 0 0 0,0-1 0 0 0,0 1 1 0 0,0-1-1 0 0,0 1 0 0 0,0-1 0 0 0,0 1 0 0 0,0-1 1 0 0,0 1-1 0 0,1-1 0 0 0,-1 0 0 0 0,0 1 0 0 0,0-1 1 0 0,1 0-1 0 0,-1 0 0 0 0,0 0 0 0 0,1 0 0 0 0,-1 0 1 0 0,1 1-1 0 0,-1-1 0 0 0,1 0 0 0 0,0 0 0 0 0,-1-2 1 0 0,-2-3-818 0 0,-11-8-725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0.0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4160 0 0,'203'-51'1952'0'0,"-169"51"-8000"0"0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2.3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0 1888 0 0,'0'0'5818'0'0,"-19"0"-1156"0"0,15 0-4601 0 0,-2 2 192 0 0,0 10 190 0 0,-1 5-22 0 0,-11 33 63 0 0,2 0 0 0 0,3 1 0 0 0,-11 72 0 0 0,22-114-454 0 0,0 1 0 0 0,1 0 0 0 0,0 0 0 0 0,1 19 0 0 0,1-18-9 0 0,-1-10-24 0 0,0 1 0 0 0,0-1 1 0 0,0 0-1 0 0,1 0 0 0 0,-1 0 1 0 0,0 1-1 0 0,1-1 0 0 0,-1 0 1 0 0,1 0-1 0 0,0 0 0 0 0,-1 0 1 0 0,1 0-1 0 0,0 0 0 0 0,-1 0 1 0 0,1 0-1 0 0,0 0 0 0 0,0-1 1 0 0,1 2-1 0 0,9 11 11 0 0,-5-4 2 0 0,3 4 21 0 0,0 0-1 0 0,15 17 1 0 0,-18-25-19 0 0,-1 0 0 0 0,1-1 0 0 0,0 1 0 0 0,0-1 0 0 0,1-1 0 0 0,-1 1 0 0 0,9 2 0 0 0,-10-4 28 0 0,0 0 1 0 0,1 0 0 0 0,-1-1 0 0 0,1 0 0 0 0,-1 0-1 0 0,1-1 1 0 0,-1 1 0 0 0,1-1 0 0 0,0-1 0 0 0,8 0 0 0 0,10-1 128 0 0,-23 2-164 0 0,0 0-1 0 0,0 0 1 0 0,-1 0-1 0 0,1 0 0 0 0,0 0 1 0 0,0 0-1 0 0,0 0 1 0 0,0 0-1 0 0,0-1 1 0 0,0 1-1 0 0,0 0 1 0 0,0-1-1 0 0,0 1 1 0 0,-1-1-1 0 0,1 1 1 0 0,0-1-1 0 0,0 1 0 0 0,0-1 1 0 0,22-30 683 0 0,-22 28-647 0 0,1 2-14 0 0,-1-1 0 0 0,0 0 0 0 0,0 0 0 0 0,0 0 0 0 0,-1 0 0 0 0,1 0 0 0 0,0 0 0 0 0,-1 0 0 0 0,1 0 0 0 0,-1 0 0 0 0,0-1 0 0 0,1 1 0 0 0,-1 0 0 0 0,0 0 0 0 0,0 0 0 0 0,-1 0 0 0 0,1 0 0 0 0,0-1 0 0 0,-1 1-1 0 0,1 0 1 0 0,-1 0 0 0 0,0 0 0 0 0,-1-2 0 0 0,-8-20 267 0 0,-2 0-1 0 0,0 1 0 0 0,-19-25 1 0 0,30 46-287 0 0,-1-1 0 0 0,0 0 0 0 0,0 1 0 0 0,-1-1 0 0 0,1 1 0 0 0,0-1 0 0 0,-6-3 0 0 0,7 6-80 0 0,0-1 1 0 0,-1 1-1 0 0,1 0 0 0 0,0-1 1 0 0,0 1-1 0 0,-1 0 1 0 0,1 0-1 0 0,0 0 1 0 0,0 0-1 0 0,-1 0 0 0 0,1 0 1 0 0,0 0-1 0 0,-3 1 1 0 0,-6 0-826 0 0,-1 1-166 0 0,0-1 1 0 0,0 1 0 0 0,-11 4 0 0 0,19-5 663 0 0,0 0 1 0 0,1 0 0 0 0,-1 0 0 0 0,0 0 0 0 0,1 1-1 0 0,-1-1 1 0 0,1 1 0 0 0,-1 0 0 0 0,1-1 0 0 0,0 1 0 0 0,0 0-1 0 0,0 0 1 0 0,0 1 0 0 0,0-1 0 0 0,0 0 0 0 0,0 1 0 0 0,1-1-1 0 0,-3 6 1 0 0,-11 17-2737 0 0,15-24 3019 0 0,-1 0 0 0 0,0-1 0 0 0,1 1 0 0 0,-1-1-1 0 0,0 1 1 0 0,0-1 0 0 0,1 0 0 0 0,-1 1 0 0 0,0-1-1 0 0,0 0 1 0 0,0 1 0 0 0,0-1 0 0 0,0 0 0 0 0,1 0 0 0 0,-1 0-1 0 0,0 0 1 0 0,0 0 0 0 0,-1 0 0 0 0,2 0 114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4.6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0 1920 0 0,'0'0'226'0'0,"-1"0"1"0"0,0 0-1 0 0,1 0 1 0 0,-1 0-1 0 0,0 1 1 0 0,0-1-1 0 0,1 0 1 0 0,-1 0-1 0 0,0 0 1 0 0,1 0-1 0 0,-1 1 1 0 0,1-1-1 0 0,-1 0 1 0 0,0 1-1 0 0,1-1 1 0 0,-3 3 1132 0 0,2-3-1133 0 0,1 1 1 0 0,-1 0-1 0 0,1-1 0 0 0,0 1 1 0 0,-1-1-1 0 0,1 1 1 0 0,-1 1-1 0 0,-13 45 2270 0 0,14-45-2472 0 0,0-1 0 0 0,0 0-1 0 0,0 0 1 0 0,0 0-1 0 0,-1 0 1 0 0,1 0 0 0 0,0 0-1 0 0,0 0 1 0 0,-1 0-1 0 0,1 0 1 0 0,-1 0 0 0 0,1 0-1 0 0,-1 0 1 0 0,1 0 0 0 0,-1 0-1 0 0,1 0 1 0 0,-1 0-1 0 0,0 0 1 0 0,0-1 0 0 0,1 1-1 0 0,-1 0 1 0 0,0-1-1 0 0,-1 2 1 0 0,-4 5 146 0 0,4 27 181 0 0,1-24-265 0 0,0 5 32 0 0,17 23 164 0 0,-11-27-259 0 0,-5-10-15 0 0,1 0 1 0 0,-1 1-1 0 0,1-1 1 0 0,-1 0-1 0 0,1 0 1 0 0,-1 0-1 0 0,1 0 1 0 0,0 1-1 0 0,0-1 1 0 0,-1 0-1 0 0,1 0 1 0 0,0-1-1 0 0,0 1 1 0 0,0 0-1 0 0,0 0 1 0 0,0 0-1 0 0,2 1 1 0 0,42 29 385 0 0,-18-9-43 0 0,-2 1 0 0 0,-1 1 0 0 0,-1 1 0 0 0,37 53 0 0 0,-59-76-310 0 0,1 0-1 0 0,0 0 1 0 0,-1 1 0 0 0,0-1-1 0 0,1 1 1 0 0,-1-1 0 0 0,0 1-1 0 0,0-1 1 0 0,-1 1 0 0 0,1-1-1 0 0,0 1 1 0 0,-1 0 0 0 0,1 0-1 0 0,-1-1 1 0 0,0 6 0 0 0,-1-7-19 0 0,1 1 1 0 0,0-1 0 0 0,-1 0 0 0 0,1 0-1 0 0,-1 0 1 0 0,0 0 0 0 0,1 1 0 0 0,-1-1-1 0 0,0 0 1 0 0,0 0 0 0 0,0-1 0 0 0,1 1-1 0 0,-1 0 1 0 0,0 0 0 0 0,-2 1 0 0 0,1 0-25 0 0,1-1 4 0 0,0-1-1 0 0,0 1 1 0 0,0-1-1 0 0,1 1 1 0 0,-1-1-1 0 0,0 1 1 0 0,0-1-1 0 0,0 0 1 0 0,0 1-1 0 0,0-1 1 0 0,0 0-1 0 0,0 0 1 0 0,0 1-1 0 0,0-1 0 0 0,0 0 1 0 0,0 0-1 0 0,-1 0 1 0 0,-15 2 30 0 0,15 0-9 0 0,0-1-41 0 0,-1 0 0 0 0,1 0 0 0 0,0 0 0 0 0,-1 0 0 0 0,1-1 0 0 0,-1 1 0 0 0,1-1 0 0 0,-1 1 1 0 0,0-1-1 0 0,1 0 0 0 0,-5 0 0 0 0,-89-9-1683 0 0,88 9 1480 0 0,6 0 38 0 0,-1 0 1 0 0,0-1 0 0 0,1 1 0 0 0,-1 0 0 0 0,1-1 0 0 0,-1 0 0 0 0,0 1 0 0 0,1-1 0 0 0,0 0 0 0 0,-4-2 0 0 0,2 0-240 0 0,1 0 0 0 0,1 0 1 0 0,-1 0-1 0 0,0 0 1 0 0,1-1-1 0 0,-1 1 0 0 0,1-1 1 0 0,-3-7-1 0 0,-14-17-2578 0 0,18 26 2874 0 0,1 0 0 0 0,-1 0 0 0 0,1 0-1 0 0,-1 0 1 0 0,1-1 0 0 0,0 1 0 0 0,-1 0-1 0 0,1 0 1 0 0,0 0 0 0 0,1 0 0 0 0,-1-3 0 0 0,0-83-3629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4.8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2176 0 0,'0'0'9120'0'0,"17"0"-8576"0"0,0 0 2208 0 0,0 0-2496 0 0,-17-17 64 0 0,17 17-96 0 0,0 0 544 0 0,0 0-321 0 0,-1 0 33 0 0,1-17-512 0 0,1 17-96 0 0,32-16 32 0 0,170 32-16735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5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15 2464 0 0,'0'0'5962'0'0,"-1"-9"-3808"0"0,1 9-2116 0 0,0 0 0 0 0,0 0 0 0 0,0 0-1 0 0,0 0 1 0 0,0-1 0 0 0,0 1 0 0 0,0 0 0 0 0,0 0 0 0 0,0 0 0 0 0,0 0 0 0 0,0 0 0 0 0,-1 0 0 0 0,1-1 0 0 0,0 1-1 0 0,0 0 1 0 0,0 0 0 0 0,0 0 0 0 0,0 0 0 0 0,0 0 0 0 0,0 0 0 0 0,0-1 0 0 0,0 1 0 0 0,0 0 0 0 0,0 0-1 0 0,0 0 1 0 0,0 0 0 0 0,1 0 0 0 0,-1 0 0 0 0,0-1 0 0 0,0 1 0 0 0,0 0 0 0 0,0 0 0 0 0,0 0 0 0 0,0 0 0 0 0,0 0-1 0 0,0 0 1 0 0,0 0 0 0 0,0-1 0 0 0,0 1 0 0 0,1 0 0 0 0,-1 0 0 0 0,0 0 0 0 0,0 0 0 0 0,0 0 0 0 0,0 0 0 0 0,0 0-1 0 0,0 0 1 0 0,0 0 0 0 0,1 0 0 0 0,-1 0 0 0 0,0 0 0 0 0,0 0 0 0 0,0 0 0 0 0,0 0 0 0 0,0 0 0 0 0,0 0 0 0 0,1 0-1 0 0,-1 0 1 0 0,0 0 0 0 0,0 0 0 0 0,0 0 0 0 0,0 0 0 0 0,0 0 0 0 0,1 0 0 0 0,-1 0 0 0 0,0 0 0 0 0,5 6 513 0 0,0 0 1 0 0,0 0-1 0 0,0 0 0 0 0,-1 1 1 0 0,0 0-1 0 0,3 7 1 0 0,0 4-362 0 0,0 0 1 0 0,5 27 0 0 0,-11-39-53 0 0,-1-5-139 0 0,1 1 0 0 0,-1-1 0 0 0,0 1 0 0 0,1-1 0 0 0,-1 1 0 0 0,1-1 0 0 0,-1 1 0 0 0,1-1 0 0 0,-1 0 0 0 0,1 1 0 0 0,0-1 0 0 0,0 0-1 0 0,0 0 1 0 0,0 1 0 0 0,0-1 0 0 0,2 2 0 0 0,2 4 32 0 0,-3 22 185 0 0,-2 8-132 0 0,0-27 254 0 0,0-20-120 0 0,3-13-111 0 0,8-58 128 0 0,-5 46-143 0 0,1 25-106 0 0,-3 7 5 0 0,-4 3 8 0 0,0 0 1 0 0,0 0-1 0 0,1 0 0 0 0,-1-1 0 0 0,0 1 1 0 0,0 0-1 0 0,1 0 0 0 0,-1 0 0 0 0,0 0 1 0 0,0 0-1 0 0,1-1 0 0 0,-1 1 0 0 0,0 0 1 0 0,0 0-1 0 0,0 0 0 0 0,0-1 1 0 0,1 1-1 0 0,-1 0 0 0 0,0 0 0 0 0,0-1 1 0 0,0 1-1 0 0,0 0 0 0 0,0 0 0 0 0,0-1 1 0 0,0 1-1 0 0,0 0 0 0 0,0 0 0 0 0,0-1 1 0 0,0 1-1 0 0,0 0 0 0 0,0 0 0 0 0,0-1 1 0 0,0 1-1 0 0,0 0 0 0 0,0-1 1 0 0,0 1-1 0 0,0 0 0 0 0,0 0 0 0 0,0-1 1 0 0,0 1-1 0 0,0 0 0 0 0,-1 0 0 0 0,1-1 1 0 0,0-2-12 0 0,17-7 8 0 0,-17 10 4 0 0,40-14 42 0 0,-38 13-41 0 0,0 1 0 0 0,0 0-1 0 0,0 0 1 0 0,0 0 0 0 0,0 0 0 0 0,0 0 0 0 0,0 0-1 0 0,1 0 1 0 0,-1 0 0 0 0,0 1 0 0 0,0-1 0 0 0,0 1-1 0 0,0 0 1 0 0,0 0 0 0 0,0 0 0 0 0,-1-1 0 0 0,1 2-1 0 0,0-1 1 0 0,0 0 0 0 0,2 3 0 0 0,1 1-10 0 0,-1 1 0 0 0,0 0 0 0 0,-1 0 0 0 0,1 1-1 0 0,-1-1 1 0 0,0 1 0 0 0,-1 0 0 0 0,4 12 0 0 0,8 50-25 0 0,-13-67 32 0 0,1 15-88 0 0,0-14 161 0 0,3-15 5 0 0,19-38-42 0 0,-8 28-151 0 0,1 0-1 0 0,24-24 1 0 0,-40 45 102 0 0,0-1 0 0 0,0 0 0 0 0,1 1 0 0 0,-1-1 0 0 0,1 1 1 0 0,0 0-1 0 0,-1 0 0 0 0,1-1 0 0 0,0 1 0 0 0,0 0 0 0 0,-1 0 0 0 0,1 1 0 0 0,0-1 0 0 0,3-1 0 0 0,-5 3 12 0 0,1-1-1 0 0,-1 0 0 0 0,0 0 0 0 0,1 0 1 0 0,-1 1-1 0 0,0-1 0 0 0,1 0 1 0 0,-1 0-1 0 0,0 1 0 0 0,0-1 0 0 0,1 0 1 0 0,-1 1-1 0 0,0-1 0 0 0,0 0 1 0 0,1 1-1 0 0,-1-1 0 0 0,0 0 1 0 0,0 1-1 0 0,0-1 0 0 0,0 0 0 0 0,0 1 1 0 0,0-1-1 0 0,0 1 0 0 0,1-1 1 0 0,-1 0-1 0 0,0 1 0 0 0,0-1 0 0 0,-1 1 1 0 0,2 2 25 0 0,28 20 132 0 0,-12 5-154 0 0,-17-28 7 0 0,1 0 0 0 0,-1 1 0 0 0,0-1 0 0 0,1 0 0 0 0,-1 1 0 0 0,0-1 0 0 0,1 0 0 0 0,-1 1 0 0 0,0-1 0 0 0,0 1 0 0 0,1-1 0 0 0,-1 0 0 0 0,0 1 0 0 0,0-1 0 0 0,0 1 0 0 0,0-1 0 0 0,1 1 0 0 0,-1-1 0 0 0,0 1 0 0 0,0-1 0 0 0,0 0 0 0 0,0 1 0 0 0,0-1 0 0 0,0 1 0 0 0,0-1 0 0 0,-1 2 0 0 0,3 3 23 0 0,6-2 35 0 0,-4 2-19 0 0,0 30-285 0 0,1-7-351 0 0,2 20-682 0 0,-5-25-3053 0 0,-2 4-3509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6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1 678 2624 0 0,'-1'7'3984'0'0,"3"12"1578"0"0,-2-18-5529 0 0,0-1-1 0 0,1 0 1 0 0,-1 1-1 0 0,0-1 1 0 0,0 1 0 0 0,1-1-1 0 0,-1 1 1 0 0,0-1-1 0 0,1 0 1 0 0,-1 1-1 0 0,0-1 1 0 0,1 0-1 0 0,-1 1 1 0 0,1-1-1 0 0,-1 0 1 0 0,0 0-1 0 0,1 1 1 0 0,-1-1-1 0 0,1 0 1 0 0,-1 0-1 0 0,1 0 1 0 0,-1 0 0 0 0,1 0-1 0 0,-1 1 1 0 0,1-1-1 0 0,-1 0 1 0 0,1 0-1 0 0,3-1 1857 0 0,-1 4-1147 0 0,-2-1-613 0 0,1-1 0 0 0,-1 0 1 0 0,1 0-1 0 0,-1 1 0 0 0,1-1 0 0 0,0 0 1 0 0,-1 0-1 0 0,1-1 0 0 0,0 1 1 0 0,0 0-1 0 0,-1-1 0 0 0,1 1 1 0 0,0-1-1 0 0,0 1 0 0 0,2-1 1 0 0,-1 0 734 0 0,2 0-272 0 0,2 1-225 0 0,17-2 525 0 0,-23 1-883 0 0,-1 0 1 0 0,1 0 0 0 0,0 0-1 0 0,-1 0 1 0 0,1-1 0 0 0,-1 1-1 0 0,1 0 1 0 0,0 0 0 0 0,-1 0-1 0 0,1-1 1 0 0,-1 1 0 0 0,1 0 0 0 0,-1-1-1 0 0,1 1 1 0 0,-1-1 0 0 0,1 1-1 0 0,-1 0 1 0 0,1-1 0 0 0,-1 1-1 0 0,0-1 1 0 0,1 1 0 0 0,-1-1-1 0 0,0 1 1 0 0,1-1 0 0 0,-1 0 0 0 0,0 1-1 0 0,0-1 1 0 0,1 1 0 0 0,-1-1-1 0 0,0 1 1 0 0,0-1 0 0 0,0-1-1 0 0,0 2 7 0 0,0 0 0 0 0,1 0-1 0 0,-1-1 1 0 0,0 1 0 0 0,0 0-1 0 0,0 0 1 0 0,0 0 0 0 0,1-1-1 0 0,-1 1 1 0 0,0 0 0 0 0,0 0-1 0 0,0 0 1 0 0,1 0 0 0 0,-1-1 0 0 0,0 1-1 0 0,0 0 1 0 0,1 0 0 0 0,-1 0-1 0 0,0 0 1 0 0,0 0 0 0 0,1 0-1 0 0,-1 0 1 0 0,0 0 0 0 0,0 0-1 0 0,1 0 1 0 0,-1 0 0 0 0,0 0-1 0 0,0 0 1 0 0,1 0 0 0 0,-1 0-1 0 0,0 0 1 0 0,0 0 0 0 0,1 0-1 0 0,-1 0 1 0 0,1 0 0 0 0,-1 1-4 0 0,0-1 1 0 0,0 0 0 0 0,1 0-1 0 0,-1 0 1 0 0,0 0-1 0 0,0 0 1 0 0,1 0 0 0 0,-1 0-1 0 0,0 0 1 0 0,0 0 0 0 0,1 0-1 0 0,-1 0 1 0 0,0 0-1 0 0,0 0 1 0 0,1 0 0 0 0,-1 0-1 0 0,0 0 1 0 0,0 0-1 0 0,1 0 1 0 0,-1 0 0 0 0,0 0-1 0 0,0-1 1 0 0,1 1 0 0 0,-1 0-1 0 0,0 0 1 0 0,0 0-1 0 0,0 0 1 0 0,1 0 0 0 0,-1-1-1 0 0,0 1 1 0 0,0 0 0 0 0,0 0-1 0 0,0-1 1 0 0,1 1-1 0 0,-1 0 1 0 0,0-1-9 0 0,0 1 1 0 0,0-1-1 0 0,0 1 1 0 0,0-1-1 0 0,0 1 1 0 0,0-1-1 0 0,0 0 1 0 0,0 1-1 0 0,0-1 0 0 0,0 1 1 0 0,1-1-1 0 0,-1 1 1 0 0,0-1-1 0 0,0 1 1 0 0,0 0-1 0 0,1-1 1 0 0,-1 1-1 0 0,0-1 0 0 0,1 1 1 0 0,-1-1-1 0 0,0 1 1 0 0,1 0-1 0 0,-1-1 1 0 0,1 1-1 0 0,-1 0 1 0 0,0-1-1 0 0,1 1 0 0 0,-1 0 1 0 0,1 0-1 0 0,-1-1 1 0 0,1 1-1 0 0,-1 0 1 0 0,1 0-1 0 0,-1 0 1 0 0,1 0-1 0 0,-1 0 0 0 0,1 0 1 0 0,-1 0-1 0 0,1 0 1 0 0,-1 0-1 0 0,2 0 1 0 0,-2-1 12 0 0,1 1 1 0 0,-1-1 0 0 0,0 1 0 0 0,1-1 0 0 0,-1 1 0 0 0,0-1-1 0 0,1 1 1 0 0,-1-1 0 0 0,0 1 0 0 0,0-1 0 0 0,0 0-1 0 0,1 1 1 0 0,-1-1 0 0 0,0 1 0 0 0,0-1 0 0 0,0 0-1 0 0,0 1 1 0 0,0-1 0 0 0,0 0 0 0 0,0 1 0 0 0,0-1-1 0 0,-1 1 1 0 0,1-2 0 0 0,0-3 483 0 0,14-52 128 0 0,-12 27-343 0 0,-2-1 0 0 0,-4-41 1 0 0,-19-232 1067 0 0,17 193-685 0 0,6 92-591 0 0,0 17-96 0 0,0 0 1 0 0,-1 0-1 0 0,1 0 0 0 0,-1 0 1 0 0,1-1-1 0 0,-1 1 0 0 0,0 0 1 0 0,0 0-1 0 0,0 0 0 0 0,0 0 1 0 0,-1-2-1 0 0,1 3 49 0 0,0-1 0 0 0,0 1 0 0 0,0-1-1 0 0,0 1 1 0 0,1-1 0 0 0,-1 0 0 0 0,1 0 0 0 0,-1 1 0 0 0,1-1 0 0 0,-1-3 0 0 0,1 2-292 0 0,-3 17 778 0 0,1 6-380 0 0,0 0 1 0 0,1 0 0 0 0,1 0-1 0 0,5 39 1 0 0,46 299 235 0 0,-47-336-386 0 0,1 0 0 0 0,0 0 0 0 0,2-1 0 0 0,1 0 0 0 0,0 0 0 0 0,12 20 0 0 0,-2-9-1675 0 0,42 57 0 0 0,-41-65-4213 0 0,31 28 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9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169 796 1536 0 0,'0'0'6202'0'0,"3"0"-5679"0"0,15 4 966 0 0,35 6 617 0 0,57-7-248 0 0,-42-3-1188 0 0,19 0 1282 0 0,-256 8-749 0 0,-32 1-545 0 0,198-9-632 0 0,9 0 70 0 0,53 3-26 0 0,94 8 10 0 0,-113-8-182 0 0,-29-3 102 0 0,-8 0 139 0 0,-3 14 16 0 0,-3-12-171 0 0,-17-4 32 0 0,-76-9 304 0 0,88 11-273 0 0,1 0 0 0 0,0-1 0 0 0,0 0 0 0 0,0 0 0 0 0,0-1 0 0 0,0 0 0 0 0,0 0 0 0 0,0 0 1 0 0,0-1-1 0 0,1 0 0 0 0,-1 0 0 0 0,-6-6 0 0 0,-6-2-110 0 0,-2-1 100 0 0,9 6 23 0 0,0 0 0 0 0,1-1 1 0 0,-1 0-1 0 0,2-1 0 0 0,-1 0 0 0 0,-13-14 1 0 0,21 18-59 0 0,-1-1 34 0 0,-1-1 0 0 0,1 1 0 0 0,1-1 0 0 0,-1 1 0 0 0,1-1 0 0 0,0 0 0 0 0,0 0 0 0 0,1-1 0 0 0,-3-10 0 0 0,2-20 140 0 0,3-51 150 0 0,0-118 132 0 0,3 119-340 0 0,2 58-122 0 0,-2 16 4 0 0,-1 0-1 0 0,0 0 1 0 0,-1 0 0 0 0,0-19-1 0 0,-1-13 44 0 0,-14 28 218 0 0,-3-31 11 0 0,17 47-262 0 0,-1 0 0 0 0,1 1 0 0 0,-1-1-1 0 0,1 0 1 0 0,0 0 0 0 0,0 0-1 0 0,0 1 1 0 0,-1-1 0 0 0,1 0 0 0 0,0 0-1 0 0,0 0 1 0 0,0 0 0 0 0,0 0 0 0 0,0 1-1 0 0,1-1 1 0 0,-1 0 0 0 0,0 0 0 0 0,0 0-1 0 0,0 0 1 0 0,1 1 0 0 0,-1-1 0 0 0,1-1-1 0 0,-1 2-10 0 0,1 0-1 0 0,0 0 1 0 0,-1 0-1 0 0,1 1 0 0 0,-1-1 1 0 0,1 0-1 0 0,-1 0 1 0 0,1 0-1 0 0,-1 1 0 0 0,0-1 1 0 0,1 0-1 0 0,-1 0 1 0 0,1 1-1 0 0,-1-1 1 0 0,1 0-1 0 0,-1 1 0 0 0,0-1 1 0 0,1 1-1 0 0,-1-1 1 0 0,0 0-1 0 0,1 1 0 0 0,-1-1 1 0 0,0 1-1 0 0,0-1 1 0 0,0 1-1 0 0,1-1 1 0 0,-1 1-1 0 0,0-1 0 0 0,0 1 1 0 0,0-1-1 0 0,0 1 1 0 0,0-1-1 0 0,0 1 0 0 0,0-1 1 0 0,0 1-1 0 0,0 0 1 0 0,2 6 125 0 0,-1 1 0 0 0,-1-1 1 0 0,1 1-1 0 0,-2 10 0 0 0,1 25 199 0 0,0-14-202 0 0,3 100 323 0 0,14 227 831 0 0,-9-282-1348 0 0,-2-21 258 0 0,-6-39-249 0 0,0-12-80 0 0,0 4 122 0 0,0 36 220 0 0,0-39-337 0 0,2 0 70 0 0,-1-3 24 0 0,0 1 1 0 0,-1-1 0 0 0,1 1-1 0 0,0-1 1 0 0,0 0 0 0 0,-1 1-1 0 0,1-1 1 0 0,0 0 0 0 0,0 0-1 0 0,0 0 1 0 0,0 1 0 0 0,-1-1-1 0 0,1 0 1 0 0,0 0 0 0 0,0 0 0 0 0,0 0-1 0 0,0 0 1 0 0,-1 0 0 0 0,1-1-1 0 0,0 1 1 0 0,0 0 0 0 0,0 0-1 0 0,-1-1 1 0 0,1 1 0 0 0,0 0-1 0 0,1-1 1 0 0,-1 0-239 0 0,-1 0 0 0 0,1 1 1 0 0,0-1-1 0 0,0 0 0 0 0,-1 0 0 0 0,1 1 0 0 0,-1-1 1 0 0,1 0-1 0 0,-1 0 0 0 0,1 0 0 0 0,-1 0 0 0 0,1 0 0 0 0,-1 0 1 0 0,0 0-1 0 0,0 0 0 0 0,1 0 0 0 0,-1 0 0 0 0,0 0 1 0 0,0 0-1 0 0,0 0 0 0 0,0-1 0 0 0,0-11-3658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50.6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188 35 1568 0 0,'0'-6'2442'0'0,"2"-14"2490"0"0,-2 20-4889 0 0,0-1 1 0 0,0 1-1 0 0,0-1 0 0 0,1 1 1 0 0,-1-1-1 0 0,0 1 1 0 0,0 0-1 0 0,1-1 1 0 0,-1 1-1 0 0,0-1 0 0 0,1 1 1 0 0,-1 0-1 0 0,1-1 1 0 0,-1 1-1 0 0,0 0 0 0 0,1 0 1 0 0,-1-1-1 0 0,1 1 1 0 0,-1 0-1 0 0,1 0 1 0 0,-1 0-1 0 0,1-1 0 0 0,-1 1 1 0 0,1 0-1 0 0,-1 0 1 0 0,1 0-1 0 0,-1 0 0 0 0,1 0 1 0 0,-1 0-1 0 0,1 0 1 0 0,2 2 608 0 0,-3 13 552 0 0,-11 177 2972 0 0,-37 333-1057 0 0,26-346-2470 0 0,18-132-855 0 0,4-43 181 0 0,0-1-1 0 0,0 1 1 0 0,0 0-1 0 0,-1-1 1 0 0,0 1-1 0 0,0-1 1 0 0,0 1-1 0 0,-2 5 1 0 0,-4 15 41 0 0,4 30 96 0 0,3-48-97 0 0,0 1 0 0 0,-1-1 0 0 0,1 0 0 0 0,-2 1 0 0 0,1-1 0 0 0,-4 11 0 0 0,3-13-47 0 0,1 0 0 0 0,0 0 0 0 0,0 0 1 0 0,0 0-1 0 0,0 1 0 0 0,1 5 0 0 0,0-3 7 0 0,0 0 1 0 0,-1 1-1 0 0,0-1 0 0 0,0 0 0 0 0,0 0 0 0 0,-4 9 0 0 0,0 7 18 0 0,3-16 2 0 0,2-5-1 0 0,0 0 0 0 0,0-1 0 0 0,0 1 0 0 0,0 0 0 0 0,0 0 1 0 0,-1 0-1 0 0,1-1 0 0 0,-1 1 0 0 0,0 0 0 0 0,1 0 0 0 0,-1-1 0 0 0,0 1 1 0 0,0-1-1 0 0,0 1 0 0 0,0-1 0 0 0,0 1 0 0 0,0-1 0 0 0,-1 1 1 0 0,-1 1-1 0 0,3-3 0 0 0,-12 34-538 0 0,-22 62-752 0 0,25-57 2533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51.0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0 1792 0 0,'0'0'5882'0'0,"-14"6"-3866"0"0,5-2-1365 0 0,0 0-1 0 0,1 1 0 0 0,0 0 1 0 0,0 1-1 0 0,1 0 0 0 0,-1 0 0 0 0,1 0 1 0 0,-6 8-1 0 0,7-8-463 0 0,1 0 0 0 0,1 0 0 0 0,-1 1 0 0 0,1-1 0 0 0,0 1 0 0 0,0 0 0 0 0,1 0 0 0 0,0 0 0 0 0,-4 13 0 0 0,7-17-166 0 0,-1-1 1 0 0,1 0-1 0 0,0 1 0 0 0,0-1 1 0 0,-1 1-1 0 0,1-1 1 0 0,1 1-1 0 0,-1-1 0 0 0,0 0 1 0 0,1 1-1 0 0,-1-1 0 0 0,1 1 1 0 0,0-1-1 0 0,-1 0 1 0 0,1 0-1 0 0,0 1 0 0 0,3 2 1 0 0,-1-1-7 0 0,0 0 0 0 0,1-1 0 0 0,0 1 0 0 0,0-1 1 0 0,0 0-1 0 0,5 3 0 0 0,18 14-170 0 0,-27-19 156 0 0,0-1 1 0 0,1 1-1 0 0,-1-1 0 0 0,1 1 1 0 0,0-1-1 0 0,-1 0 0 0 0,1 1 1 0 0,-1-1-1 0 0,1 0 0 0 0,-1 1 1 0 0,1-1-1 0 0,0 0 0 0 0,-1 0 1 0 0,1 0-1 0 0,0 0 0 0 0,-1 0 1 0 0,1 0-1 0 0,0 0 1 0 0,-1 0-1 0 0,2 0 0 0 0,4 1 8 0 0,19 19 28 0 0,-13-12-64 0 0,-9-6 11 0 0,1 0 1 0 0,-1 0-1 0 0,0 0 1 0 0,0 0-1 0 0,0 1 1 0 0,0-1 0 0 0,-1 1-1 0 0,1 0 1 0 0,-1 0-1 0 0,1 0 1 0 0,-1 0-1 0 0,0 0 1 0 0,0 0 0 0 0,0 1-1 0 0,-1-1 1 0 0,1 1-1 0 0,-1-1 1 0 0,0 1-1 0 0,0 0 1 0 0,1 6-1 0 0,-2 8-81 0 0,1-13 110 0 0,-1 1 0 0 0,0 0 0 0 0,0-1 0 0 0,-1 1 0 0 0,0-1 0 0 0,-2 10 0 0 0,2-13-151 0 0,0 0-1 0 0,0 0 1 0 0,0 0 0 0 0,0 0-1 0 0,-1-1 1 0 0,1 1-1 0 0,0 0 1 0 0,-1-1 0 0 0,0 1-1 0 0,1-1 1 0 0,-1 1 0 0 0,0-1-1 0 0,0 0 1 0 0,0 0-1 0 0,0 0 1 0 0,0 0 0 0 0,0 0-1 0 0,0 0 1 0 0,0 0 0 0 0,0-1-1 0 0,-2 1 1 0 0,-14 2-2784 0 0,0 0-1 0 0,-35-1 1 0 0,-2-2-2732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51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2944 0 0,'57'14'10021'0'0,"-56"-14"-9910"0"0,0 0 0 0 0,0 0-1 0 0,1 0 1 0 0,-1 0 0 0 0,0 1 0 0 0,0-1 0 0 0,0 0 0 0 0,1 1-1 0 0,-1-1 1 0 0,0 1 0 0 0,0-1 0 0 0,0 1 0 0 0,0 0-1 0 0,0-1 1 0 0,0 1 0 0 0,0 0 0 0 0,0 0 0 0 0,-1 0 0 0 0,1 0-1 0 0,0-1 1 0 0,0 1 0 0 0,-1 0 0 0 0,2 2 0 0 0,1 2 210 0 0,24 23 819 0 0,-3-5-414 0 0,-1 2-1 0 0,30 43 1 0 0,37 42 816 0 0,-85-103-1490 0 0,-1 0 0 0 0,0 0 0 0 0,0 0 0 0 0,5 17 0 0 0,8 14 45 0 0,22 36 106 0 0,-2 4 186 0 0,-36-75-376 0 0,7 12 46 0 0,-2 1 0 0 0,1 0-1 0 0,-2 0 1 0 0,4 21 0 0 0,4 31-31 0 0,5 128 0 0 0,-15 775-1004 0 0,-12-759 634 0 0,3-182 249 0 0,-1-21 32 0 0,-16 10 367 0 0,-28 32 1 0 0,26-26-344 0 0,-40 33-1 0 0,49-43-410 0 0,14-12 442 0 0,0 0 0 0 0,-1-1 1 0 0,1 1-1 0 0,-1-1 0 0 0,1 1 1 0 0,-1-1-1 0 0,0 0 1 0 0,0 0-1 0 0,0 0 0 0 0,0-1 1 0 0,0 1-1 0 0,0-1 1 0 0,-1 0-1 0 0,1 0 0 0 0,-6 2 1 0 0,7-3-130 0 0,1 0 1 0 0,0 0 0 0 0,0 0-1 0 0,0 0 1 0 0,-1 0 0 0 0,1 1-1 0 0,0-1 1 0 0,0 1 0 0 0,0-1-1 0 0,0 1 1 0 0,0-1 0 0 0,0 1-1 0 0,0-1 1 0 0,0 1 0 0 0,0 0-1 0 0,0 0 1 0 0,0-1-1 0 0,0 1 1 0 0,0 0 0 0 0,0 1-1 0 0,-36 43-12376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6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34 3264 0 0,'-2'-16'11704'0'0,"12"80"-7782"0"0,27 143-2295 0 0,-24-163-1141 0 0,-12-44-477 0 0,-1 1 0 0 0,0-1 0 0 0,0 0 0 0 0,0 1 1 0 0,0-1-1 0 0,1 0 0 0 0,-1 1 0 0 0,0-1 0 0 0,0 0 0 0 0,1 1 1 0 0,-1-1-1 0 0,0 0 0 0 0,1 0 0 0 0,-1 1 0 0 0,0-1 0 0 0,1 0 1 0 0,-1 0-1 0 0,0 0 0 0 0,1 1 0 0 0,-1-1 0 0 0,0 0 0 0 0,1 0 1 0 0,-1 0-1 0 0,1 0 0 0 0,-1 0 0 0 0,0 0 0 0 0,1 0 0 0 0,0 0 1 0 0,1 0-14 0 0,-1 0 1 0 0,1 0-1 0 0,0 0 1 0 0,0-1 0 0 0,-1 1-1 0 0,1-1 1 0 0,0 1-1 0 0,0-1 1 0 0,-1 1-1 0 0,1-1 1 0 0,-1 0 0 0 0,1 0-1 0 0,1-1 1 0 0,6-3 82 0 0,-1 1-1 0 0,1-1 1 0 0,0 2 0 0 0,1 0 0 0 0,-1 0 0 0 0,0 0 0 0 0,1 1 0 0 0,0 1 0 0 0,-1-1 0 0 0,1 2 0 0 0,13-1-1 0 0,-3 3-4 0 0,1 0 0 0 0,-1 1-1 0 0,22 7 1 0 0,-27-6-9 0 0,16 6 83 0 0,-23-2-103 0 0,-7-7-51 0 0,15 19-474 0 0,3-4 666 0 0,-13-16-32 0 0,0 1-94 0 0,-4 0-68 0 0,-1-1-1 0 0,0 1 1 0 0,1 0-1 0 0,0 0 1 0 0,-1-1-1 0 0,1 1 1 0 0,-1-1 0 0 0,1 0-1 0 0,0 1 1 0 0,-1-1-1 0 0,1 0 1 0 0,0 0-1 0 0,-1 0 1 0 0,1 0 0 0 0,0 0-1 0 0,-1 0 1 0 0,1-1-1 0 0,0 1 1 0 0,-1 0-1 0 0,1-1 1 0 0,-1 1 0 0 0,1-1-1 0 0,-1 0 1 0 0,1 0-1 0 0,2-1 1 0 0,-1-1-87 0 0,0-1 1 0 0,-1 0-1 0 0,1 1 1 0 0,-1-1-1 0 0,0 0 1 0 0,0 0-1 0 0,0-1 1 0 0,0 1-1 0 0,-1 0 0 0 0,0-1 1 0 0,0 1-1 0 0,0 0 1 0 0,0-1-1 0 0,0-5 1 0 0,2-41-2880 0 0,-2 0-1 0 0,-8-70 1 0 0,7 114 2091 0 0,0 0 0 0 0,-1 0 0 0 0,0 0 0 0 0,-1-1 0 0 0,1 1 0 0 0,-1 0-1 0 0,-4-9 1 0 0,5 15 370 0 0,-2-16-3375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7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3296 0 0,'3'-14'16260'0'0,"-3"14"-16185"0"0,2 3 86 0 0,0 0-1 0 0,0 0 1 0 0,0 0 0 0 0,-1 0-1 0 0,1 0 1 0 0,-1 0-1 0 0,0 0 1 0 0,1 0-1 0 0,0 7 1 0 0,65 263 2830 0 0,-61-244-2894 0 0,2 23-143 0 0,-4-39-36 0 0,-2-8 163 0 0,0 0 0 0 0,0 0-1 0 0,0 0 1 0 0,-1 0 0 0 0,1 0 0 0 0,-1 0 0 0 0,0 0 0 0 0,-1 1 0 0 0,0-1 0 0 0,1 6 0 0 0,-2-9-48 0 0,1 1 0 0 0,0-1-1 0 0,1 0 1 0 0,-1 0-1 0 0,0 0 1 0 0,1 0 0 0 0,-1 0-1 0 0,1 0 1 0 0,0 0 0 0 0,-1 0-1 0 0,1 0 1 0 0,0 0 0 0 0,0 0-1 0 0,2 2 1 0 0,-2-3-52 0 0,0 1 1 0 0,0-1 0 0 0,0 0-1 0 0,-1 1 1 0 0,1-1-1 0 0,0 0 1 0 0,-1 1-1 0 0,1-1 1 0 0,-1 1 0 0 0,0-1-1 0 0,1 1 1 0 0,-1-1-1 0 0,0 1 1 0 0,0 2 0 0 0,1 13 3 0 0,1 1 0 0 0,0 0 1 0 0,7 25-1 0 0,-6-39 10 0 0,0-10 1 0 0,3-26-19 0 0,2-42-222 0 0,-9 72 200 0 0,1 0-1 0 0,0 0 1 0 0,0 0 0 0 0,0 0 0 0 0,1 0 0 0 0,-1 0 0 0 0,0-1 0 0 0,1 1 0 0 0,0 0 0 0 0,-1 0 0 0 0,1 0 0 0 0,0 0 0 0 0,1-2 0 0 0,6-12-663 0 0,-5-19 255 0 0,-1 21 229 0 0,-1 13 190 0 0,1-1-122 0 0,-1-1 0 0 0,1 1 0 0 0,-1-1 0 0 0,0 0 0 0 0,1 1 0 0 0,-1-1 0 0 0,0 0-1 0 0,-1 0 1 0 0,1 0 0 0 0,0 0 0 0 0,-1 0 0 0 0,0 0 0 0 0,0-5 0 0 0,14 6 764 0 0,-13 1-608 0 0,-1 0-1 0 0,1 1 1 0 0,-1-1-1 0 0,1 1 1 0 0,-1-1-1 0 0,1 0 1 0 0,0 1-1 0 0,-1-1 1 0 0,1 1 0 0 0,-1 0-1 0 0,1-1 1 0 0,0 1-1 0 0,0-1 1 0 0,-1 1-1 0 0,1 0 1 0 0,0 0 0 0 0,0-1-1 0 0,-1 1 1 0 0,1 0-1 0 0,0 0 1 0 0,0 0-1 0 0,0 0 1 0 0,-1 0-1 0 0,1 0 1 0 0,0 0 0 0 0,0 0-1 0 0,0 0 1 0 0,-1 0-1 0 0,1 1 1 0 0,0-1-1 0 0,0 0 1 0 0,-1 0-1 0 0,2 1 1 0 0,2 3 63 0 0,1 1 0 0 0,-1 0 0 0 0,0 0-1 0 0,-1 0 1 0 0,1 0 0 0 0,-1 0 0 0 0,0 1 0 0 0,0 0 0 0 0,2 5-1 0 0,51 134 1010 0 0,-33-83-810 0 0,0-12-762 0 0,-16-43-469 0 0,-6-4 147 0 0,-1 1 537 0 0,51-35-20424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8.3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18 151 4320 0 0,'10'11'11165'0'0,"-9"-11"-10922"0"0,87-11 7079 0 0,-77-9-7237 0 0,46-25-789 0 0,-54 42 1126 0 0,-3-17-620 0 0,0-25 278 0 0,-9 36-181 0 0,7 8 137 0 0,-1 0 1 0 0,1 0-1 0 0,0 0 0 0 0,-1 0 1 0 0,1 0-1 0 0,-1 0 0 0 0,1 1 1 0 0,-1-1-1 0 0,1 1 0 0 0,-1 0 1 0 0,1-1-1 0 0,-1 1 0 0 0,0 0 1 0 0,1 1-1 0 0,-1-1 0 0 0,1 0 1 0 0,-1 1-1 0 0,1 0 0 0 0,-1-1 1 0 0,1 1-1 0 0,-1 0 0 0 0,1 0 1 0 0,0 0-1 0 0,-1 1 0 0 0,-2 1 1 0 0,-4 3 72 0 0,0 2 1 0 0,0-1 0 0 0,0 1 0 0 0,-8 10-1 0 0,7-8 9 0 0,4-5-42 0 0,0 1 0 0 0,1 0-1 0 0,0 0 1 0 0,0 1 0 0 0,0-1 0 0 0,-6 14 0 0 0,10-16-66 0 0,0 0 0 0 0,0 0-1 0 0,0 0 1 0 0,0 0-1 0 0,1 0 1 0 0,-1 0 0 0 0,1 0-1 0 0,1 6 1 0 0,-1 5 97 0 0,0-15-90 0 0,0 1 0 0 0,0-1-1 0 0,0 1 1 0 0,0-1 0 0 0,0 1 0 0 0,0-1 0 0 0,0 0-1 0 0,0 1 1 0 0,1-1 0 0 0,-1 1 0 0 0,0-1 0 0 0,0 0 0 0 0,0 1-1 0 0,0-1 1 0 0,1 1 0 0 0,-1-1 0 0 0,0 0 0 0 0,0 1-1 0 0,1-1 1 0 0,-1 0 0 0 0,0 1 0 0 0,1-1 0 0 0,-1 0 0 0 0,0 0-1 0 0,1 1 1 0 0,-1-1 0 0 0,0 0 0 0 0,1 0 0 0 0,-1 0-1 0 0,1 1 1 0 0,-1-1 0 0 0,1 0 0 0 0,0 0 0 0 0,-1 0-13 0 0,0 0-1 0 0,1 0 1 0 0,-1 1 0 0 0,1-1-1 0 0,-1 0 1 0 0,0 0 0 0 0,1 0 0 0 0,-1 0-1 0 0,1 1 1 0 0,-1-1 0 0 0,0 0 0 0 0,1 0-1 0 0,-1 1 1 0 0,0-1 0 0 0,1 0-1 0 0,-1 1 1 0 0,0-1 0 0 0,0 0 0 0 0,1 1-1 0 0,-1-1 1 0 0,0 1 0 0 0,0-1 0 0 0,0 0-1 0 0,0 1 1 0 0,1-1 0 0 0,-1 1-1 0 0,0-1 1 0 0,0 1 0 0 0,0-1 0 0 0,0 0-1 0 0,0 1 1 0 0,0-1 0 0 0,0 1 0 0 0,0 5-97 0 0,1 0 0 0 0,0 0 0 0 0,0 0 0 0 0,0-1 1 0 0,1 1-1 0 0,0 0 0 0 0,0-1 0 0 0,0 1 0 0 0,6 7 1 0 0,-6-9-42 0 0,1-1 0 0 0,-1 0 0 0 0,1 0 0 0 0,0-1 0 0 0,1 1 0 0 0,-1 0 0 0 0,0-1 0 0 0,7 4 0 0 0,17 11-3959 0 0,51 25 0 0 0,-71-39 2387 0 0,1-1 1 0 0,-1 1 0 0 0,1-1-1 0 0,-1-1 1 0 0,1 1-1 0 0,0-2 1 0 0,-1 1-1 0 0,12-1 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8.8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17 3328 0 0,'-15'9'14292'0'0,"15"-9"-14243"0"0,0 1-1 0 0,0-1 1 0 0,0 1 0 0 0,1-1 0 0 0,-1 1 0 0 0,0-1 0 0 0,0 0-1 0 0,1 1 1 0 0,-1-1 0 0 0,0 1 0 0 0,1-1 0 0 0,-1 0 0 0 0,0 1-1 0 0,1-1 1 0 0,-1 0 0 0 0,0 1 0 0 0,1-1 0 0 0,-1 0 0 0 0,1 0 0 0 0,-1 1-1 0 0,1-1 1 0 0,-1 0 0 0 0,1 0 0 0 0,-1 0 0 0 0,1 0 0 0 0,-1 0-1 0 0,0 0 1 0 0,1 0 0 0 0,-1 0 0 0 0,1 0 0 0 0,-1 0 0 0 0,2 0-1 0 0,-1 0 32 0 0,-1 1-1 0 0,1-1 1 0 0,0 0-1 0 0,0 1 1 0 0,0-1-1 0 0,0 0 1 0 0,0 1-1 0 0,0-1 0 0 0,0 1 1 0 0,0-1-1 0 0,-1 1 1 0 0,1 0-1 0 0,0-1 1 0 0,0 1-1 0 0,-1 0 0 0 0,1-1 1 0 0,0 3-1 0 0,3 0 155 0 0,-2-2-195 0 0,13 9 185 0 0,10 19 1033 0 0,-19-24-1291 0 0,1 2-12 0 0,-1-1 0 0 0,1 2 0 0 0,-1-1 1 0 0,0 1-1 0 0,7 13 0 0 0,10 21-77 0 0,28 71 1 0 0,-50-110 113 0 0,0 0 0 0 0,1-1 0 0 0,-1 1 1 0 0,-1 0-1 0 0,1 0 0 0 0,0 0 0 0 0,-1-1 0 0 0,1 1 1 0 0,-1 0-1 0 0,0 0 0 0 0,0 0 0 0 0,0 0 1 0 0,0 0-1 0 0,-1 3 0 0 0,0-5 26 0 0,1-1 0 0 0,0 1 1 0 0,-1-1-1 0 0,1 1 0 0 0,-1-1 0 0 0,1 0 0 0 0,-1 1 1 0 0,1-1-1 0 0,-1 0 0 0 0,1 1 0 0 0,-1-1 0 0 0,1 0 1 0 0,-1 0-1 0 0,1 0 0 0 0,-1 1 0 0 0,0-1 0 0 0,1 0 1 0 0,-1 0-1 0 0,1 0 0 0 0,-1 0 0 0 0,0 0 0 0 0,1 0 1 0 0,-1 0-1 0 0,1 0 0 0 0,-1 0 0 0 0,-1-1 0 0 0,-1 1-67 0 0,0 0-275 0 0,-14-17 341 0 0,18 15 14 0 0,-1 0 0 0 0,0-1 1 0 0,0 1-1 0 0,0 0 0 0 0,0 0 0 0 0,0-1 1 0 0,0 1-1 0 0,0 0 0 0 0,-1 0 0 0 0,1-1 0 0 0,-2-3 1 0 0,0 5-69 0 0,1 0 38 0 0,0 0-1 0 0,0 0 1 0 0,1 0-1 0 0,-1 0 1 0 0,0 0-1 0 0,0 0 1 0 0,1 0-1 0 0,-1 0 1 0 0,1 0-1 0 0,-1 0 0 0 0,1 0 1 0 0,-1 0-1 0 0,1-1 1 0 0,0 1-1 0 0,0 0 1 0 0,-1 0-1 0 0,1-1 1 0 0,0 1-1 0 0,0-2 1 0 0,-1-11-83 0 0,1 1 1 0 0,0 0 0 0 0,1-1 0 0 0,0 1-1 0 0,1-1 1 0 0,7-21 0 0 0,-2 14-784 0 0,1 0-1 0 0,1 1 1 0 0,1 0 0 0 0,15-22 0 0 0,-24 40 536 0 0,0-1 0 0 0,1 1-1 0 0,-1 0 1 0 0,1 0 0 0 0,-1 0-1 0 0,1 0 1 0 0,0 0 0 0 0,0 0 0 0 0,0 1-1 0 0,0-1 1 0 0,0 0 0 0 0,4-1-1 0 0,-4 2-223 0 0,2-1-460 0 0,0 0 0 0 0,0 0-1 0 0,0 0 1 0 0,0 1-1 0 0,0-1 1 0 0,0 1 0 0 0,0 0-1 0 0,1 1 1 0 0,6-1 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9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20 229 2080 0 0,'0'0'9472'0'0,"3"0"-8800"0"0,3 0-123 0 0,-4 0-443 0 0,-1 0 0 0 0,1 1 0 0 0,-1-1 0 0 0,0 0 0 0 0,1 0 0 0 0,-1 0 0 0 0,0-1 0 0 0,1 1 0 0 0,-1 0 0 0 0,0 0 0 0 0,1-1 0 0 0,-1 1 0 0 0,0-1 0 0 0,1 1 0 0 0,-1-1 0 0 0,0 1 0 0 0,0-1 0 0 0,0 0 0 0 0,0 0 0 0 0,0 0 0 0 0,1 1 0 0 0,-1-1 0 0 0,1-2 0 0 0,8-6 465 0 0,72-73 2154 0 0,-80 80-2603 0 0,1-1 1 0 0,-1 1 0 0 0,0-1-1 0 0,0 0 1 0 0,0 0 0 0 0,-1 0-1 0 0,1 0 1 0 0,-1 0 0 0 0,0 0-1 0 0,1 0 1 0 0,-1-1 0 0 0,1-5-1 0 0,-2 8-116 0 0,0 0-1 0 0,0-1 0 0 0,0 1 1 0 0,0 0-1 0 0,0 0 0 0 0,0 0 1 0 0,-1 0-1 0 0,1-1 0 0 0,0 1 1 0 0,-1 0-1 0 0,1 0 0 0 0,-1 0 1 0 0,1 0-1 0 0,-1 0 0 0 0,1 0 1 0 0,-2-2-1 0 0,0 2-77 0 0,-2-3 85 0 0,0 0 0 0 0,1 0 0 0 0,-1-1 0 0 0,1 1 0 0 0,-6-10-1 0 0,7 8 381 0 0,1 6-335 0 0,1-1-1 0 0,0 0 1 0 0,0 1 0 0 0,-1-1 0 0 0,1 0 0 0 0,-1 1 0 0 0,1-1 0 0 0,0 1 0 0 0,-1-1 0 0 0,1 0 0 0 0,-1 1 0 0 0,1-1 0 0 0,-1 1 0 0 0,0-1 0 0 0,1 1-1 0 0,-1 0 1 0 0,1-1 0 0 0,-1 1 0 0 0,0 0 0 0 0,1-1 0 0 0,-2 1 0 0 0,-3-3-109 0 0,3 2 31 0 0,0 0 31 0 0,0 1 0 0 0,1-1-1 0 0,-1 0 1 0 0,0 1 0 0 0,0-1 0 0 0,1 1 0 0 0,-1 0 0 0 0,0 0 0 0 0,0-1 0 0 0,0 1 0 0 0,0 0 0 0 0,1 1 0 0 0,-1-1 0 0 0,0 0 0 0 0,0 0-1 0 0,0 1 1 0 0,-2 0 0 0 0,0 0 58 0 0,0 0 0 0 0,-1 0 0 0 0,1 1 0 0 0,0-1 0 0 0,0 1 0 0 0,0 0 0 0 0,0 0 0 0 0,1 0 0 0 0,-1 1 0 0 0,1-1 0 0 0,-1 1 0 0 0,1 0 0 0 0,0 0-1 0 0,0 0 1 0 0,0 0 0 0 0,0 1 0 0 0,1-1 0 0 0,-1 1 0 0 0,1-1 0 0 0,0 1 0 0 0,0 0 0 0 0,0 0 0 0 0,0 0 0 0 0,1 0 0 0 0,0 0 0 0 0,-2 9 0 0 0,2 3 55 0 0,0 1 1 0 0,0-1-1 0 0,2 1 1 0 0,5 32-1 0 0,18 64 43 0 0,-20-100-227 0 0,0-1 0 0 0,10 22 1 0 0,4-11-77 0 0,-18-23 136 0 0,1 1-7 0 0,1 2 24 0 0,0-1 0 0 0,0 1 1 0 0,1 0-1 0 0,0-1 1 0 0,-1 0-1 0 0,1 0 1 0 0,0 0-1 0 0,0 0 1 0 0,0 0-1 0 0,0 0 1 0 0,0-1-1 0 0,1 1 0 0 0,-1-1 1 0 0,0 0-1 0 0,1 0 1 0 0,-1 0-1 0 0,1-1 1 0 0,-1 1-1 0 0,7-1 1 0 0,-7 0-156 0 0,-1 1 1 0 0,0-1 0 0 0,0 0 0 0 0,0 1-1 0 0,0 0 1 0 0,1-1 0 0 0,-1 1 0 0 0,0 0-1 0 0,3 2 1 0 0,-3-1-54 0 0,0-1 1 0 0,0 0-1 0 0,0 0 0 0 0,1 0 0 0 0,-1-1 1 0 0,0 1-1 0 0,0 0 0 0 0,1-1 0 0 0,4 1 1 0 0,2 0-927 0 0,0-1-850 0 0,7-5-2123 0 0,14-5-3691 0 0,-10 7 1243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0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53 3936 0 0,'0'3'5392'0'0,"0"14"-2710"0"0,-2 4 1256 0 0,1-14-3505 0 0,1-1 0 0 0,0 1 0 0 0,0-1 0 0 0,0 1 0 0 0,1 0 1 0 0,0-1-1 0 0,2 12 0 0 0,2-2-109 0 0,-2 2 0 0 0,0-1 1 0 0,-1 0-1 0 0,-1 30 0 0 0,5 9 236 0 0,22 94 96 0 0,1 3-240 0 0,-24-122-251 0 0,-5-17 315 0 0,-3-31-320 0 0,-8-17-26 0 0,8 1-53 0 0,3 0 1 0 0,3-34 0 0 0,8-314 313 0 0,-8 299-245 0 0,0 68-28 0 0,-2 13-109 0 0,1-1 1 0 0,-1 1-1 0 0,1 0 1 0 0,-1 0-1 0 0,1 0 1 0 0,-1 0-1 0 0,1 0 1 0 0,0 1-1 0 0,-1-1 1 0 0,1 0-1 0 0,0 1 1 0 0,3-1-1 0 0,34-1 12 0 0,-35 2 84 0 0,9-1-62 0 0,-12 1-57 0 0,0 0 0 0 0,-1 0 0 0 0,1 0 0 0 0,0 0 0 0 0,0 0 0 0 0,0 0 0 0 0,0 0 0 0 0,0 1 0 0 0,0-1 0 0 0,0 0 0 0 0,0 1 0 0 0,-1-1 0 0 0,1 1 1 0 0,0-1-1 0 0,0 1 0 0 0,0-1 0 0 0,-1 1 0 0 0,1-1 0 0 0,0 1 0 0 0,-1 0 0 0 0,1-1 0 0 0,1 3 0 0 0,28 19-267 0 0,12 16 287 0 0,-20-11 22 0 0,29 46 1 0 0,147 272 10 0 0,-150-249-299 0 0,-46-93 240 0 0,-2-1 10 0 0,1 0-1 0 0,0 0 0 0 0,0 0 0 0 0,0 0 1 0 0,0 0-1 0 0,0 0 0 0 0,0-1 0 0 0,0 1 0 0 0,0 0 1 0 0,1-1-1 0 0,-1 1 0 0 0,1-1 0 0 0,-1 0 1 0 0,1 1-1 0 0,0-1 0 0 0,0 0 0 0 0,-1 0 0 0 0,3 1 1 0 0,-3-2 9 0 0,-1 0 0 0 0,0 0 1 0 0,0 0-1 0 0,0 0 1 0 0,0 0-1 0 0,1 0 0 0 0,-1 1 1 0 0,0-1-1 0 0,0 0 1 0 0,0 0-1 0 0,0 0 1 0 0,1 0-1 0 0,-1 0 0 0 0,0 1 1 0 0,0-1-1 0 0,0 0 1 0 0,0 0-1 0 0,0 0 0 0 0,0 0 1 0 0,0 1-1 0 0,1-1 1 0 0,-1 0-1 0 0,0 0 0 0 0,0 0 1 0 0,0 1-1 0 0,0-1 1 0 0,0 0-1 0 0,0 0 1 0 0,0 0-1 0 0,0 1 0 0 0,0-1 1 0 0,0 0-1 0 0,0 0 1 0 0,0 0-1 0 0,0 1 0 0 0,0-1 1 0 0,0 0-1 0 0,0 0 1 0 0,-1 0-1 0 0,1 1 0 0 0,0-1 1 0 0,3 13 55 0 0,25 15 0 0 0,-26-27 3 0 0,-1-8 52 0 0,-1 0 14 0 0,-1 1 1 0 0,0-1-1 0 0,0 1 0 0 0,0-1 1 0 0,-1 1-1 0 0,0-1 1 0 0,0 1-1 0 0,-1 0 0 0 0,1 0 1 0 0,-1 0-1 0 0,-1 0 0 0 0,1 1 1 0 0,-6-7-1 0 0,-23-23 194 0 0,24 26-237 0 0,0 0 0 0 0,-1 1 0 0 0,0 0 0 0 0,-15-11 0 0 0,-25-20-133 0 0,41 31 52 0 0,3 2-85 0 0,0 0 0 0 0,-1 1 0 0 0,0 0 0 0 0,0 0 1 0 0,0 0-1 0 0,-1 1 0 0 0,1 0 0 0 0,-1 0 0 0 0,0 1 0 0 0,-11-4 1 0 0,6 4-595 0 0,1 0 0 0 0,-1 1 0 0 0,0 0 0 0 0,-1 2 0 0 0,1-1 0 0 0,0 1 0 0 0,0 1 0 0 0,0 0 1 0 0,0 1-1 0 0,-20 5 0 0 0,28-6-248 0 0,0 1 0 0 0,0 0 0 0 0,0 0 0 0 0,0 1 0 0 0,0-1 0 0 0,1 1 0 0 0,0 0 0 0 0,-1 0 0 0 0,1 0 1 0 0,0 0-1 0 0,0 1 0 0 0,0-1 0 0 0,1 1 0 0 0,-1 0 0 0 0,1-1 0 0 0,0 1 0 0 0,0 0 0 0 0,1 0 0 0 0,-3 8 0 0 0,3-11 673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0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2432 0 0,'0'0'11328'0'0,"17"17"-7329"0"0,0-17-2687 0 0,0 0-800 0 0,0 0-64 0 0,0 0-256 0 0,17 17 352 0 0,-1-17-640 0 0,120 0-2944 0 0,-102 0-4063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0.5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2720 0 0,'0'0'9216'0'0,"85"0"-3105"0"0,33-17-3839 0 0,-50 17-2016 0 0,-17-17-736 0 0,17 17-8927 0 0,-35 0-1281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1.6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18 119 3808 0 0,'-3'3'14122'0'0,"2"-2"-13915"0"0,-1 0 0 0 0,1 1-1 0 0,0-1 1 0 0,0 0 0 0 0,0 0-1 0 0,0 1 1 0 0,1-1 0 0 0,-1 1-1 0 0,0-1 1 0 0,0 1 0 0 0,0 2 0 0 0,-1 33 1392 0 0,5 42-1178 0 0,53 409 635 0 0,-48-437-944 0 0,-8-53-111 0 0,0 0 0 0 0,-1 1-1 0 0,1-1 1 0 0,0 0-1 0 0,-1 0 1 0 0,1 0 0 0 0,-1 1-1 0 0,0-1 1 0 0,1 0 0 0 0,-1 0-1 0 0,0 1 1 0 0,0-1-1 0 0,0 1 1 0 0,0-1 0 0 0,-1 1-1 0 0,-1-3 1 0 0,3 4 13 0 0,-1 0 0 0 0,1-1 0 0 0,-1 1 0 0 0,1 0 0 0 0,0-1 0 0 0,-1 1 0 0 0,1 0 0 0 0,0-1 0 0 0,0 1 0 0 0,-1 0 0 0 0,1-1 0 0 0,0 1 0 0 0,0-1 0 0 0,0 1 0 0 0,0-1 0 0 0,-1 1 0 0 0,1 0 0 0 0,0-1 0 0 0,0 1 0 0 0,0-1 0 0 0,0 1 0 0 0,0-1 0 0 0,0 1 0 0 0,0-1 0 0 0,0 1 0 0 0,0-1 0 0 0,0 1 0 0 0,1-1 0 0 0,0-15 231 0 0,-1-21-325 0 0,0-62-11 0 0,3-251 416 0 0,-3 302-94 0 0,3 0 0 0 0,11-61 1 0 0,-14 106-204 0 0,0 1 1 0 0,1 0 0 0 0,-1-1-1 0 0,1 1 1 0 0,0 0 0 0 0,-1 0-1 0 0,1 0 1 0 0,0-1 0 0 0,0 1 0 0 0,0 0-1 0 0,1 0 1 0 0,-1 0 0 0 0,0 1-1 0 0,1-1 1 0 0,0 0 0 0 0,-1 0-1 0 0,1 1 1 0 0,0-1 0 0 0,0 1 0 0 0,2-2-1 0 0,-4 3-35 0 0,0 0 0 0 0,0 0 0 0 0,0-1 0 0 0,0 1 0 0 0,0 0 0 0 0,1 0 0 0 0,-1 0 0 0 0,0 0 0 0 0,0-1 0 0 0,0 1 0 0 0,1 0 0 0 0,-1 0 0 0 0,0 0 0 0 0,0 0 0 0 0,0 0 0 0 0,1 0 0 0 0,-1 0 0 0 0,0 0 0 0 0,0 0 0 0 0,0 0 0 0 0,1 0 0 0 0,-1 0 0 0 0,0 0-1 0 0,0 0 1 0 0,1 0 0 0 0,-1 0 0 0 0,0 0 0 0 0,0 0 0 0 0,0 0 0 0 0,1 0 0 0 0,-1 0 0 0 0,0 0 0 0 0,0 0 0 0 0,0 0 0 0 0,1 1 0 0 0,-1-1 0 0 0,0 0 0 0 0,0 0 0 0 0,0 0 0 0 0,0 0 0 0 0,1 0 0 0 0,-1 1 0 0 0,0-1 0 0 0,56 46 124 0 0,-19-10-453 0 0,-35-34 329 0 0,0 0-1 0 0,0 1 1 0 0,-1-1-1 0 0,1 1 0 0 0,-1-1 1 0 0,1 1-1 0 0,-1 0 1 0 0,0-1-1 0 0,0 1 0 0 0,0 4 1 0 0,6 9 112 0 0,7 1 40 0 0,-12-15-130 0 0,0-1 1 0 0,0 1-1 0 0,-1 0 0 0 0,1 0 1 0 0,-1 0-1 0 0,1 0 0 0 0,-1 0 1 0 0,0 0-1 0 0,2 4 0 0 0,5 20-28 0 0,17 41-224 0 0,-5-25-78 0 0,28 68 134 0 0,91 181 21 0 0,-105-221 112 0 0,-34-78 192 0 0,0 4-117 0 0,-1-1 0 0 0,1 1 0 0 0,-1 0 0 0 0,1 0 1 0 0,-1-1-1 0 0,0 1 0 0 0,-1 0 0 0 0,1 0 0 0 0,-4-6 1 0 0,2 4-25 0 0,-1 0 0 0 0,1 1 1 0 0,-1-1-1 0 0,-1 1 0 0 0,-5-6 1 0 0,-6-4-267 0 0,0 1 0 0 0,-22-14 1 0 0,-37-20-2333 0 0,-81-39 0 0 0,149 83 2027 0 0,0 1 0 0 0,0-1 0 0 0,-1 2 0 0 0,1-1 0 0 0,-16-2 0 0 0,22 5 369 0 0,0 0 0 0 0,0 0 0 0 0,0 0 0 0 0,-1 0-1 0 0,1 0 1 0 0,0 0 0 0 0,0 1 0 0 0,0-1 0 0 0,0 0 0 0 0,0 1 0 0 0,0-1 0 0 0,0 1 0 0 0,0-1 0 0 0,0 1 0 0 0,0-1 0 0 0,0 1 0 0 0,0 0 0 0 0,0-1-1 0 0,0 1 1 0 0,-1 1 0 0 0,-32 44-11219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2.1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2784 0 0,'46'88'14650'0'0,"-45"-85"-14396"0"0,1 1-1 0 0,0-1 0 0 0,0 0 1 0 0,0 0-1 0 0,1 0 1 0 0,-1 0-1 0 0,1 0 1 0 0,-1 0-1 0 0,1-1 1 0 0,0 1-1 0 0,0-1 1 0 0,6 4-1 0 0,-7-5-263 0 0,-1 0-1 0 0,1 0 1 0 0,0 0 0 0 0,-1 0 0 0 0,1 1 0 0 0,-1-1-1 0 0,1 0 1 0 0,-1 1 0 0 0,0 0 0 0 0,1-1-1 0 0,-1 1 1 0 0,0 0 0 0 0,0-1 0 0 0,1 3-1 0 0,1 1 18 0 0,0 0 0 0 0,1 0-1 0 0,0-1 1 0 0,0 1 0 0 0,0-1-1 0 0,5 4 1 0 0,14 13 128 0 0,16 18-114 0 0,-38-38-19 0 0,2 2 11 0 0,0 0 1 0 0,0 1 0 0 0,0-1 0 0 0,0 1 0 0 0,0 0-1 0 0,-1-1 1 0 0,3 6 0 0 0,-2-4-16 0 0,-1 0 0 0 0,0 1 0 0 0,0-1 0 0 0,0 1 0 0 0,0-1 0 0 0,-1 1 0 0 0,0-1 1 0 0,0 1-1 0 0,-1 0 0 0 0,1 7 0 0 0,-2-9-9 0 0,0-1 0 0 0,-1 1-1 0 0,1 0 1 0 0,0-1 0 0 0,-1 1 0 0 0,0-1 0 0 0,0 0 0 0 0,0 1 0 0 0,0-1 0 0 0,-1 0 0 0 0,1 0 0 0 0,-6 4 0 0 0,8-6 13 0 0,-1 0 0 0 0,1-1 1 0 0,-1 1-1 0 0,1 0 1 0 0,-1-1-1 0 0,1 1 0 0 0,-1-1 1 0 0,0 1-1 0 0,1-1 0 0 0,-1 1 1 0 0,0-1-1 0 0,1 1 1 0 0,-1-1-1 0 0,0 0 0 0 0,0 1 1 0 0,1-1-1 0 0,-1 0 0 0 0,0 0 1 0 0,0 1-1 0 0,0-1 1 0 0,0 0-1 0 0,1 0 0 0 0,-1 0 1 0 0,0 0-1 0 0,-1 0 0 0 0,-4-12 106 0 0,3 6 101 0 0,2 6-209 0 0,0 0 0 0 0,1-1-1 0 0,-1 1 1 0 0,0 0 0 0 0,0 0-1 0 0,1-1 1 0 0,-1 1-1 0 0,0-1 1 0 0,0 1 0 0 0,1 0-1 0 0,-1-1 1 0 0,0 1 0 0 0,1-1-1 0 0,-1 0 1 0 0,1 1-1 0 0,-1-1 1 0 0,1 1 0 0 0,-1-1-1 0 0,1 0 1 0 0,-1 1 0 0 0,1-1-1 0 0,0 0 1 0 0,-1 0 0 0 0,1 1-1 0 0,0-1 1 0 0,0 0-1 0 0,-1 0 1 0 0,1 0 0 0 0,0 1-1 0 0,0-1 1 0 0,0 0 0 0 0,0 0-1 0 0,0 0 1 0 0,0 1-1 0 0,0-1 1 0 0,0 0 0 0 0,1 0-1 0 0,-1 0 1 0 0,0 1 0 0 0,1-2-1 0 0,-1 1 6 0 0,0 1 0 0 0,1-1 0 0 0,-1 0 0 0 0,0 0 0 0 0,0 1 0 0 0,0-1 1 0 0,0 0-1 0 0,0 0 0 0 0,0 0 0 0 0,0 1 0 0 0,0-1 0 0 0,0 0 0 0 0,0 0 0 0 0,0 0 0 0 0,0 1 0 0 0,-1-1 0 0 0,1 0 0 0 0,0 0 0 0 0,-1 1 0 0 0,1-1 0 0 0,0 0 0 0 0,-1 1 0 0 0,1-1 0 0 0,-1 0 0 0 0,1 1 0 0 0,-1-1 0 0 0,1 1 0 0 0,-1-1 1 0 0,0 1-1 0 0,1-1 0 0 0,-1 1 0 0 0,0-1 0 0 0,1 1 0 0 0,-1-1 0 0 0,0 1 0 0 0,1 0 0 0 0,-1-1 0 0 0,0 1 0 0 0,-1 0 0 0 0,-1-2 31 0 0,3-13-8 0 0,1 3-296 0 0,0 0 0 0 0,1 0 1 0 0,0 0-1 0 0,1 1 0 0 0,0-1 0 0 0,1 1 0 0 0,0 0 1 0 0,7-12-1 0 0,5-8-2177 0 0,24-32 0 0 0,-28 44 1367 0 0,13-24-2485 0 0,-24 43 3405 0 0,-1-1 0 0 0,0 0 0 0 0,0 1 0 0 0,1-1 0 0 0,-1 0 0 0 0,0 1 0 0 0,1-1 0 0 0,-1 0 0 0 0,1 1 0 0 0,-1-1 0 0 0,0 1 0 0 0,1-1 0 0 0,0 0 0 0 0,-1 1 0 0 0,1-1 0 0 0,-1 1 0 0 0,1 0 0 0 0,0-1 0 0 0,-1 1 0 0 0,1 0 0 0 0,0-1 0 0 0,0 1 0 0 0,15-7-1589 0 0,2-4 40 0 0,-1 8-618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2.6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0 220 2848 0 0,'3'0'6906'0'0,"-1"0"-6661"0"0,-1 0-1 0 0,1 0 1 0 0,0 0-1 0 0,-1 0 0 0 0,1 0 1 0 0,-1 0-1 0 0,1 0 1 0 0,-1 1-1 0 0,1-1 0 0 0,-1 1 1 0 0,1-1-1 0 0,-1 1 1 0 0,1 0-1 0 0,-1-1 0 0 0,1 1 1 0 0,-1 0-1 0 0,0 0 1 0 0,0 0-1 0 0,1 0 0 0 0,-1 0 1 0 0,0 0-1 0 0,2 2 1 0 0,-3-3-169 0 0,1 1 0 0 0,0-1 0 0 0,0 0 1 0 0,0 0-1 0 0,0 0 0 0 0,-1 0 0 0 0,1 1 0 0 0,0-1 1 0 0,0-1-1 0 0,0 1 0 0 0,0 0 0 0 0,0 0 1 0 0,0 0-1 0 0,-1 0 0 0 0,1-1 0 0 0,0 1 1 0 0,0 0-1 0 0,0 0 0 0 0,-1-1 0 0 0,1 1 1 0 0,0-1-1 0 0,0 1 0 0 0,-1-1 0 0 0,1 1 1 0 0,0-1-1 0 0,0 0 0 0 0,52-35 2672 0 0,-46 31-2635 0 0,-1 0 1 0 0,1-1 0 0 0,-1 0 0 0 0,-1 0 0 0 0,1 0 0 0 0,-1 0 0 0 0,7-12 0 0 0,-11 17-98 0 0,-1 0 0 0 0,1 0 0 0 0,-1 0 1 0 0,1 0-1 0 0,-1-1 0 0 0,1 1 1 0 0,-1 0-1 0 0,0 0 0 0 0,0-1 0 0 0,1 1 1 0 0,-1 0-1 0 0,0-1 0 0 0,0 1 0 0 0,-1 0 1 0 0,1-2-1 0 0,-1-26 113 0 0,1-17 132 0 0,0 41-271 0 0,-6-1 52 0 0,2 1 48 0 0,3 3-58 0 0,-1 0 0 0 0,1 1 0 0 0,0-1 0 0 0,-1 0 0 0 0,1 1 0 0 0,-1 0 0 0 0,0-1 0 0 0,0 1 0 0 0,1 0 1 0 0,-1 0-1 0 0,0 0 0 0 0,0 0 0 0 0,0 0 0 0 0,0 0 0 0 0,0 0 0 0 0,0 1 0 0 0,0-1 0 0 0,0 1 0 0 0,-1-1 0 0 0,1 1 0 0 0,-3 0 0 0 0,2 0-19 0 0,1 1-1 0 0,0-1 1 0 0,0 1 0 0 0,0 0 0 0 0,0 0-1 0 0,0 0 1 0 0,0-1 0 0 0,0 2-1 0 0,0-1 1 0 0,0 0 0 0 0,0 0 0 0 0,-2 3-1 0 0,-3 2 11 0 0,1 0 0 0 0,-1 0 0 0 0,1 1 0 0 0,1 0 1 0 0,-1 0-1 0 0,1 0 0 0 0,1 0 0 0 0,-1 1 0 0 0,1 0 0 0 0,1 0 0 0 0,-1 0 0 0 0,1 0 0 0 0,1 1 0 0 0,-1-1 0 0 0,1 1 0 0 0,1 0 0 0 0,-1 13 0 0 0,0 5 55 0 0,2 1-1 0 0,0-1 1 0 0,7 37 0 0 0,1-25-30 0 0,0-30-63 0 0,-7-9 14 0 0,30 29 91 0 0,-31-28-104 0 0,1-1 0 0 0,0 1 0 0 0,0-1 0 0 0,0 1 0 0 0,0-1-1 0 0,1 1 1 0 0,-1-1 0 0 0,0 0 0 0 0,0 1 0 0 0,0-1 0 0 0,0 0-1 0 0,0 0 1 0 0,0 0 0 0 0,1 0 0 0 0,-1 0 0 0 0,0 0 0 0 0,0 0 0 0 0,2-1-1 0 0,11 3-265 0 0,-9 0 70 0 0,0 0 0 0 0,0 0 1 0 0,0 0-1 0 0,0-1 0 0 0,0 1 0 0 0,0-1 1 0 0,1 0-1 0 0,-1-1 0 0 0,0 1 0 0 0,1-1 0 0 0,5 0 1 0 0,-6 0-601 0 0,0 1 0 0 0,0-1 0 0 0,1 0 0 0 0,-1 0 0 0 0,0-1 0 0 0,0 0 0 0 0,0 0 0 0 0,0 0 0 0 0,0 0 0 0 0,10-4 0 0 0,4-3-2589 0 0,31-9-4809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3.0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57 2208 0 0,'-3'-9'8656'0'0,"2"6"-7587"0"0,-12-25 6389 0 0,12 27-7310 0 0,0 0 0 0 0,1 1 0 0 0,-1-1 1 0 0,0 0-1 0 0,0 0 0 0 0,0 1 0 0 0,0-1 0 0 0,1 1 1 0 0,-1-1-1 0 0,0 1 0 0 0,0-1 0 0 0,0 1 1 0 0,0-1-1 0 0,0 1 0 0 0,-1 0 0 0 0,1-1 0 0 0,0 1 1 0 0,0 0-1 0 0,0 0 0 0 0,0 0 0 0 0,0 0 0 0 0,0 0 1 0 0,0 0-1 0 0,0 0 0 0 0,0 1 0 0 0,0-1 1 0 0,0 0-1 0 0,0 0 0 0 0,0 1 0 0 0,0-1 0 0 0,0 1 1 0 0,-2 0-1 0 0,-4 4 39 0 0,0 0 0 0 0,1 0 0 0 0,-1 1-1 0 0,-10 12 1 0 0,13-14-225 0 0,3-4 40 0 0,1 1 1 0 0,-1 0-1 0 0,0-1 1 0 0,1 1 0 0 0,-1 0-1 0 0,1 0 1 0 0,-1-1-1 0 0,1 1 1 0 0,0 0-1 0 0,-1 0 1 0 0,1 0-1 0 0,0 0 1 0 0,-1 0-1 0 0,1-1 1 0 0,0 1-1 0 0,0 2 1 0 0,0-3 2 0 0,0 0 0 0 0,0 0 1 0 0,0 1-1 0 0,0-1 0 0 0,0 0 1 0 0,-1 0-1 0 0,1 1 0 0 0,0-1 1 0 0,0 0-1 0 0,0 0 0 0 0,0 1 1 0 0,0-1-1 0 0,0 0 0 0 0,-1 0 1 0 0,1 1-1 0 0,0-1 0 0 0,0 0 1 0 0,0 0-1 0 0,0 0 0 0 0,-1 0 1 0 0,1 1-1 0 0,0-1 0 0 0,0 0 1 0 0,-1 0-1 0 0,1 0 0 0 0,0 0 1 0 0,0 0-1 0 0,-1 0 0 0 0,1 0 1 0 0,0 0-1 0 0,0 1 0 0 0,-1-1 1 0 0,1 0-1 0 0,0 0 0 0 0,0 0 1 0 0,-1 0-1 0 0,1 0 0 0 0,0 0 1 0 0,-1-1-1 0 0,1 1 0 0 0,0 0 1 0 0,0 0-1 0 0,-1 0 0 0 0,1 0 1 0 0,0 0-1 0 0,0 0 0 0 0,-1 0 1 0 0,1 0 1 0 0,-1 1 1 0 0,1 0 0 0 0,-1 0 0 0 0,1-1 0 0 0,0 1 0 0 0,0 0 0 0 0,-1 0 0 0 0,1 0 0 0 0,0-1 0 0 0,0 1 0 0 0,0 0 0 0 0,0 0 0 0 0,0 0 0 0 0,0 0 0 0 0,0 0 0 0 0,0-1 0 0 0,0 3 0 0 0,0-3-2 0 0,0 4-5 0 0,1-1 0 0 0,-1 0 0 0 0,1 0 0 0 0,-1 0 0 0 0,1 0 0 0 0,0 1 0 0 0,0-1 0 0 0,0 0 0 0 0,1 0 0 0 0,-1-1 0 0 0,1 1 0 0 0,-1 0-1 0 0,1 0 1 0 0,0-1 0 0 0,4 5 0 0 0,0 1 16 0 0,1 10 82 0 0,-7-18-95 0 0,0 1 0 0 0,0-1 0 0 0,0 0 0 0 0,0 1 0 0 0,0-1 0 0 0,0 0 0 0 0,0 1 0 0 0,0-1 0 0 0,0 0 0 0 0,0 1 0 0 0,0-1 0 0 0,0 0 0 0 0,1 1 0 0 0,-1-1 0 0 0,0 0 0 0 0,0 1 0 0 0,0-1 0 0 0,0 0 0 0 0,1 0 0 0 0,-1 1 0 0 0,0-1 0 0 0,0 0 0 0 0,1 0 0 0 0,-1 0 0 0 0,0 1 0 0 0,0-1 0 0 0,1 0 0 0 0,-1 0 0 0 0,0 0 0 0 0,1 1 0 0 0,24-9-136 0 0,37-20-194 0 0,-58 26 278 0 0,1-1-1 0 0,-1 0 0 0 0,0 0 1 0 0,-1 0-1 0 0,1 0 1 0 0,-1 0-1 0 0,1-1 0 0 0,2-3 1 0 0,-5 5 9 0 0,0 0 1 0 0,0 0-1 0 0,0 0 1 0 0,-1 0-1 0 0,1-1 0 0 0,-1 1 1 0 0,1 0-1 0 0,-1 0 1 0 0,0 0-1 0 0,0-1 0 0 0,0 1 1 0 0,0-4-1 0 0,0 5 31 0 0,-1 0-1 0 0,1 0 1 0 0,0 0-1 0 0,0-1 1 0 0,0 1-1 0 0,0 0 1 0 0,0 0-1 0 0,1 0 1 0 0,-1 0-1 0 0,0 0 1 0 0,1-1-1 0 0,-1 1 1 0 0,0 0-1 0 0,2-1 1 0 0,5-3 96 0 0,-2 1 4 0 0,-3-16 192 0 0,-2-8-52 0 0,0 25-110 0 0,0 5 10 0 0,0 21 128 0 0,0-16-311 0 0,1 0 0 0 0,0-1-1 0 0,0 1 1 0 0,1-1 0 0 0,0 1-1 0 0,0-1 1 0 0,6 11 0 0 0,62 138-1667 0 0,-43-110 773 0 0,-27-44 887 0 0,0-1 1 0 0,1 1-1 0 0,-1-1 1 0 0,1 0-1 0 0,-1 1 1 0 0,1-1 0 0 0,-1 1-1 0 0,1-1 1 0 0,-1 0-1 0 0,1 1 1 0 0,-1-1 0 0 0,1 0-1 0 0,-1 0 1 0 0,1 0-1 0 0,-1 1 1 0 0,1-1 0 0 0,0 0-1 0 0,-1 0 1 0 0,1 0-1 0 0,-1 0 1 0 0,1 0 0 0 0,0 0-1 0 0,-1 0 1 0 0,2 0-1 0 0,2 0-414 0 0,12 10-4304 0 0,-12-6 3648 0 0,-2-4 438 0 0,1 1-1 0 0,-1 0 0 0 0,1-1 1 0 0,-1 0-1 0 0,1 1 0 0 0,-1-1 1 0 0,1 0-1 0 0,4-1 0 0 0,-3 1-362 0 0,16 0-6360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3.6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18 2720 0 0,'-6'3'6778'0'0,"4"-2"-6023"0"0,-1 1 0 0 0,0-1-1 0 0,0 1 0 0 0,0 0 1 0 0,0-1-1 0 0,0 1 0 0 0,1 1 1 0 0,-1-1-1 0 0,-3 5 0 0 0,4-4-564 0 0,0 0-1 0 0,0 0 1 0 0,1 1-1 0 0,-1-1 1 0 0,1 1-1 0 0,0-1 1 0 0,0 1-1 0 0,0-1 1 0 0,1 1-1 0 0,-1 0 1 0 0,1-1-1 0 0,0 1 1 0 0,0 4-1 0 0,0-5-125 0 0,0 5 47 0 0,0 1 0 0 0,0-1 0 0 0,1 0 0 0 0,0 1 0 0 0,1-1 0 0 0,3 11 1 0 0,-3-15-93 0 0,-1-1 0 0 0,1 0 1 0 0,0 1-1 0 0,-1-1 0 0 0,2 0 0 0 0,-1 0 1 0 0,0 0-1 0 0,1 0 0 0 0,-1-1 1 0 0,1 1-1 0 0,0-1 0 0 0,0 1 1 0 0,0-1-1 0 0,0 0 0 0 0,0 0 1 0 0,0 0-1 0 0,1-1 0 0 0,-1 1 0 0 0,0-1 1 0 0,1 0-1 0 0,0 0 0 0 0,4 1 1 0 0,-4-1-25 0 0,12 3 89 0 0,0-1 0 0 0,0 0-1 0 0,1-2 1 0 0,-1 0 0 0 0,1 0-1 0 0,19-3 1 0 0,-34 1-62 0 0,0 0 0 0 0,0 1 0 0 0,0-1 0 0 0,0 0 0 0 0,0 0 0 0 0,-1-1 0 0 0,1 1 0 0 0,-1 0 0 0 0,1-1 0 0 0,0 1 0 0 0,-1-1 0 0 0,0 1-1 0 0,1-1 1 0 0,-1 0 0 0 0,0 1 0 0 0,2-5 0 0 0,0 1 6 0 0,1-1 0 0 0,-1 0 0 0 0,0 0 0 0 0,-1 0 0 0 0,0 0 0 0 0,0 0 0 0 0,0 0 0 0 0,0-1 0 0 0,-1 1 0 0 0,0-1 0 0 0,-1 1 0 0 0,1-1 0 0 0,-1 1 0 0 0,-1-1 0 0 0,1 0 0 0 0,-1 1 0 0 0,0-1-1 0 0,0 1 1 0 0,-1 0 0 0 0,0-1 0 0 0,0 1 0 0 0,-1 0 0 0 0,1 0 0 0 0,-1 0 0 0 0,-1 1 0 0 0,1-1 0 0 0,-1 1 0 0 0,-7-9 0 0 0,7 11-145 0 0,0 0 0 0 0,0 1 0 0 0,0 0 0 0 0,-1-1 0 0 0,1 1 0 0 0,-1 1 0 0 0,1-1 0 0 0,-1 1 0 0 0,0 0 0 0 0,1 0 0 0 0,-1 0 0 0 0,0 0 0 0 0,0 1 0 0 0,-8 0 0 0 0,12 0 73 0 0,0 0 0 0 0,0 0 0 0 0,0-1 0 0 0,0 1 0 0 0,0 0 0 0 0,0 0 0 0 0,0 0 0 0 0,0 0 0 0 0,0 0 0 0 0,0 0 0 0 0,0 1 0 0 0,0-1 0 0 0,0 0 0 0 0,0 0 0 0 0,0 1 0 0 0,0-1 0 0 0,0 1 0 0 0,1-1 0 0 0,-2 1 0 0 0,-15 12-1039 0 0,-9 8-1247 0 0,18 1-426 0 0,7-20 2078 0 0,1 0 0 0 0,-1 0 0 0 0,0 0 0 0 0,0 1 0 0 0,0-1 0 0 0,0 0 0 0 0,0 0 0 0 0,0 0 0 0 0,-2 2 0 0 0,3-4 633 0 0,0 0 0 0 0,0 0 0 0 0,0 0 0 0 0,0 0 0 0 0,0 0 0 0 0,0 0 0 0 0,1 0 0 0 0,-1 0 0 0 0,0 0-1 0 0,0 0 1 0 0,0 0 0 0 0,0 0 0 0 0,0 0 0 0 0,1 0 0 0 0,-1 0 0 0 0,0 0 0 0 0,0 0 0 0 0,0 0-1 0 0,0 0 1 0 0,0 0 0 0 0,0 0 0 0 0,1 0 0 0 0,-1 1 0 0 0,0-1 0 0 0,0 0 0 0 0,0 0 0 0 0,1 0-271 0 0,-1 1 271 0 0,0-1 0 0 0,0 0 0 0 0,0 0 0 0 0,0 0-1 0 0,0 0 1 0 0,0 0 0 0 0,0 1 0 0 0,0-1 0 0 0,0 0 0 0 0,0 0 0 0 0,0 0 0 0 0,0 0 0 0 0,0 0-1 0 0,0 0 1 0 0,0 1 0 0 0,0-1 0 0 0,0 0 0 0 0,0 0 0 0 0,0 0 0 0 0,0 0 0 0 0,0 0 0 0 0,0 1 0 0 0,0-1-1 0 0,0 0 1 0 0,0 0 0 0 0,-1 0 0 0 0,1 0 0 0 0,0 0 0 0 0,-1 1-271 0 0,29 13-3689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3.9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233 70 3328 0 0,'-17'0'6800'0'0,"3"-8"-4960"0"0,6 3-1182 0 0,-2-1 300 0 0,0-1-1 0 0,0 0 1 0 0,1 0 0 0 0,0-1 0 0 0,-9-9 0 0 0,15 16-879 0 0,0 0 1 0 0,0 0 0 0 0,0 1-1 0 0,0-1 1 0 0,0 1-1 0 0,0 0 1 0 0,0 0 0 0 0,0 0-1 0 0,0 0 1 0 0,-4 1-1 0 0,-7-1 496 0 0,-5 7 45 0 0,17-6-561 0 0,0 1 0 0 0,-1-1 0 0 0,1 0 0 0 0,0 0 0 0 0,-1 0 0 0 0,1 0 0 0 0,-1-1 0 0 0,0 1 0 0 0,1-1 1 0 0,-5 1-1 0 0,5-1-54 0 0,1 0 38 0 0,0 0 1 0 0,0 0-1 0 0,0 0 1 0 0,0 0 0 0 0,0 0-1 0 0,0 0 1 0 0,0 0 0 0 0,0 1-1 0 0,0-1 1 0 0,1 0-1 0 0,-1 1 1 0 0,0-1 0 0 0,0 0-1 0 0,0 1 1 0 0,-1 0 0 0 0,1 0-16 0 0,0 1 1 0 0,0-1-1 0 0,0 1 1 0 0,1-1-1 0 0,-1 1 1 0 0,0-1-1 0 0,1 1 1 0 0,-1-1-1 0 0,1 1 1 0 0,-1-1-1 0 0,1 1 1 0 0,0 0-1 0 0,0-1 1 0 0,-1 1-1 0 0,1 0 1 0 0,0-1-1 0 0,1 3 1 0 0,0 20 228 0 0,2 0 1 0 0,0 0-1 0 0,11 37 1 0 0,25 68 163 0 0,-26-89-347 0 0,47 135 225 0 0,-55-160-356 0 0,1 1-32 0 0,-1-1 1 0 0,-1 1 0 0 0,-1 0 0 0 0,0 0-1 0 0,2 23 1 0 0,-6-37 30 0 0,1 1 0 0 0,1-1 0 0 0,-1 1 0 0 0,0-1 0 0 0,1 0 0 0 0,-1 1 0 0 0,1-1 0 0 0,-1 0-1 0 0,1 1 1 0 0,0-1 0 0 0,2 4 0 0 0,4 12-1299 0 0,-5 5-2365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4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1 102 2656 0 0,'220'-85'15999'0'0,"-203"85"-15935"0"0,-1 0 0 0 0,1 0-224 0 0,1 0-96 0 0,-18-17-288 0 0,17 17-224 0 0,-1 0-159 0 0,1 0-385 0 0,0 0-2272 0 0,0 0 832 0 0,17 0-5728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9.1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 3072 0 0,'3'0'14182'0'0,"13"0"-12642"0"0,-15 0-1497 0 0,0 0 0 0 0,0 1 1 0 0,0-1-1 0 0,0 0 0 0 0,0 1 0 0 0,0-1 0 0 0,0 0 1 0 0,0 1-1 0 0,0 0 0 0 0,0-1 0 0 0,0 1 0 0 0,0-1 1 0 0,0 1-1 0 0,-1 0 0 0 0,1 0 0 0 0,0-1 0 0 0,-1 1 0 0 0,1 0 1 0 0,0 0-1 0 0,-1 0 0 0 0,1 0 0 0 0,-1 0 0 0 0,1 0 1 0 0,-1 0-1 0 0,1 1 0 0 0,18 28 754 0 0,89 111 238 0 0,16 28-881 0 0,-108-149 185 0 0,-11-14-305 0 0,0 0 1 0 0,0 0-1 0 0,-1 0 0 0 0,0 1 0 0 0,4 7 0 0 0,-7-38 1140 0 0,-2 12-1750 0 0,2-21 1379 0 0,-4-46-1366 0 0,2 72 451 0 0,-7-210-3968 0 0,12 166-1619 0 0,-4 51 5489 0 0,0-1 1 0 0,0 0-1 0 0,0 1 0 0 0,0-1 0 0 0,0 0 1 0 0,0 1-1 0 0,0-1 0 0 0,1 1 1 0 0,-1-1-1 0 0,0 0 0 0 0,0 1 1 0 0,1-1-1 0 0,-1 1 0 0 0,0-1 1 0 0,1 1-1 0 0,-1-1 0 0 0,5-2-1467 0 0,-4 3 1363 0 0,0 0 1 0 0,0 1 0 0 0,0-1-1 0 0,0 1 1 0 0,0-1 0 0 0,-1 1-1 0 0,1 0 1 0 0,0-1 0 0 0,0 1-1 0 0,-1 0 1 0 0,1 0 0 0 0,0-1 0 0 0,-1 1-1 0 0,1 0 1 0 0,-1 0 0 0 0,1 0-1 0 0,0 1 1 0 0,2 15-2199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9.5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1728 0 0,'0'0'15103'0'0,"8"0"-14372"0"0,15 0 60 0 0,1 1 0 0 0,26 6 0 0 0,-23-3-702 0 0,1-1 0 0 0,32-1 0 0 0,-43 2 96 0 0,19 8-3165 0 0,57 2-9659 0 0,-70-11 7871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9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 2880 0 0,'84'-17'13312'0'0,"-67"17"-12641"0"0,51 0 1 0 0,-51 0 96 0 0,17-17-224 0 0,0 17 128 0 0,0 0-64 0 0,-18 0-480 0 0,18 0-416 0 0,-16 0 256 0 0,32 0-192 0 0,-33 0 672 0 0,0 0-96 0 0,51 0-1376 0 0,-52 0 96 0 0,52 17-9311 0 0,-34 0 1919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0.5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42 2048 0 0,'0'-17'13349'0'0,"0"-8"-7131"0"0,0 32-5075 0 0,-1 13-632 0 0,2 0 1 0 0,2 24 0 0 0,14-2 16 0 0,-11-18-526 0 0,19 42 1 0 0,-20-53 10 0 0,1 0 1 0 0,-2 0 0 0 0,7 27-1 0 0,0 2 509 0 0,-10-39-527 0 0,0-1 0 0 0,0 0 1 0 0,1 1-1 0 0,-1-1 0 0 0,1 0 0 0 0,-1 0 1 0 0,1 0-1 0 0,4 3 0 0 0,-6-4-2 0 0,6 4-103 0 0,-1 1-1 0 0,0 1 0 0 0,0-1 1 0 0,7 14-1 0 0,-2-2 79 0 0,-3-4 80 0 0,0 0 0 0 0,2-1 0 0 0,0 1 0 0 0,12 12 0 0 0,-12-16 11 0 0,1-1 0 0 0,0 0-1 0 0,1-1 1 0 0,0 0 0 0 0,0-1-1 0 0,25 13 1 0 0,-35-20-64 0 0,-1 0 1 0 0,1 1-1 0 0,-1-1 1 0 0,1 0-1 0 0,0 1 1 0 0,-1-1-1 0 0,1 0 1 0 0,0 0-1 0 0,-1 1 1 0 0,1-1-1 0 0,0 0 1 0 0,-1 0-1 0 0,1 0 1 0 0,0 0-1 0 0,-1 0 1 0 0,1 0-1 0 0,0 0 1 0 0,-1 0-1 0 0,1 0 1 0 0,0 0-1 0 0,-1-1 1 0 0,1 1-1 0 0,0 0 1 0 0,-1 0-1 0 0,1-1 1 0 0,-1 1-1 0 0,1 0 1 0 0,0-1-1 0 0,-1 1 1 0 0,1 0-1 0 0,-1-1 1 0 0,1 0-1 0 0,1-21 263 0 0,1-3-255 0 0,2 17-255 0 0,-4 6 251 0 0,0 1 0 0 0,0-1 0 0 0,0 1 0 0 0,-1-1 0 0 0,1 1 0 0 0,0-1 0 0 0,-1 0 0 0 0,1 1 0 0 0,-1-1 0 0 0,1 0-1 0 0,-1 0 1 0 0,0 1 0 0 0,1-3 0 0 0,-1-50 471 0 0,-7-149-2662 0 0,2 33-8912 0 0,6 160 7862 0 0,10 40-5953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1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72 118 1856 0 0,'0'20'11882'0'0,"0"-20"-11837"0"0,0 1-1 0 0,0 0 1 0 0,0-1-1 0 0,0 1 1 0 0,0 0-1 0 0,1-1 0 0 0,-1 1 1 0 0,0-1-1 0 0,0 1 1 0 0,1-1-1 0 0,-1 1 1 0 0,0 0-1 0 0,1-1 1 0 0,-1 1-1 0 0,1-1 1 0 0,-1 1-1 0 0,1-1 0 0 0,-1 0 1 0 0,1 1-1 0 0,-1-1 1 0 0,1 0-1 0 0,-1 1 1 0 0,1-1-1 0 0,-1 0 1 0 0,1 1-1 0 0,0-1 0 0 0,-1 0 1 0 0,1 0-1 0 0,0 0 1 0 0,-1 0-1 0 0,1 1 1 0 0,0-1-1 0 0,-1 0 1 0 0,1 0-1 0 0,0-1 1 0 0,36 0 1826 0 0,-32 0-1551 0 0,10-1 389 0 0,-1 0 1 0 0,0-1-1 0 0,27-9 0 0 0,-35 10-607 0 0,-1-1 0 0 0,0 1-1 0 0,1-1 1 0 0,-1 0 0 0 0,0 0-1 0 0,-1 0 1 0 0,1-1 0 0 0,-1 1-1 0 0,1-1 1 0 0,-1 0 0 0 0,0-1-1 0 0,0 1 1 0 0,-1-1 0 0 0,0 0-1 0 0,4-5 1 0 0,-7 9-84 0 0,1 0-6 0 0,-1 1 0 0 0,0-1 0 0 0,1 1 0 0 0,-1-1 0 0 0,0 1-1 0 0,0-1 1 0 0,1 1 0 0 0,-1-1 0 0 0,0 0 0 0 0,0 1 0 0 0,0-1-1 0 0,0 0 1 0 0,0 1 0 0 0,0-1 0 0 0,0 1 0 0 0,0-1 0 0 0,0 0-1 0 0,0 1 1 0 0,0-1 0 0 0,0 0 0 0 0,0 1 0 0 0,0-1 0 0 0,-1 1-1 0 0,1-1 1 0 0,0 0 0 0 0,0 1 0 0 0,-1-1 0 0 0,1 1-1 0 0,-1-2 1 0 0,-22-20 538 0 0,21 20-527 0 0,1 0 0 0 0,-1 0 1 0 0,-1 0-1 0 0,1 0 0 0 0,0 0 1 0 0,0 1-1 0 0,-1-1 0 0 0,1 1 1 0 0,0-1-1 0 0,-1 1 0 0 0,0 0 1 0 0,1 0-1 0 0,-1 0 0 0 0,0 0 1 0 0,1 1-1 0 0,-1-1 0 0 0,0 1 1 0 0,0 0-1 0 0,1 0 0 0 0,-1 0 1 0 0,0 0-1 0 0,0 0 0 0 0,0 0 1 0 0,1 1-1 0 0,-1-1 0 0 0,0 1 1 0 0,0 0-1 0 0,1 0 0 0 0,-1 0 1 0 0,1 0-1 0 0,-5 3 0 0 0,-18 11 169 0 0,1 2 0 0 0,1 1 0 0 0,0 0 0 0 0,-37 41 0 0 0,57-56-175 0 0,0 0 0 0 0,0 0-1 0 0,0 1 1 0 0,0 0 0 0 0,1-1 0 0 0,-1 1-1 0 0,-3 8 1 0 0,6-12-21 0 0,0 1-1 0 0,0 0 1 0 0,0-1-1 0 0,0 1 1 0 0,0 0-1 0 0,0-1 0 0 0,0 1 1 0 0,0-1-1 0 0,0 1 1 0 0,1 0-1 0 0,-1-1 1 0 0,0 1-1 0 0,0-1 1 0 0,0 1-1 0 0,1 0 1 0 0,-1-1-1 0 0,0 1 1 0 0,1-1-1 0 0,-1 1 0 0 0,0-1 1 0 0,1 1-1 0 0,-1-1 1 0 0,1 0-1 0 0,-1 1 1 0 0,1 0-1 0 0,-1-1 5 0 0,7 7-65 0 0,0 0 0 0 0,1 0 0 0 0,-1 0 1 0 0,1-1-1 0 0,0 0 0 0 0,1-1 0 0 0,-1 0 0 0 0,1 0 0 0 0,0-1 0 0 0,1 0 0 0 0,10 3 1 0 0,57 19 357 0 0,-44-19-2538 0 0,44 6-1 0 0,80 3-17417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1.4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34 103 2368 0 0,'-16'-102'18719'0'0,"-1"119"-17183"0"0,17 17-1088 0 0,0 17 32 0 0,85 473-1504 0 0,-69-489 992 0 0,1-2-2592 0 0,0-16 1312 0 0,0 17-5247 0 0,17-34-5441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1.8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2 136 2624 0 0,'102'113'11669'0'0,"-78"-93"-9550"0"0,-11-20-1753 0 0,35-29-195 0 0,-41 26 67 0 0,-7 3-241 0 0,1 0 1 0 0,-1 0 0 0 0,1-1 0 0 0,-1 1 0 0 0,0 0 0 0 0,1 0-1 0 0,-1 0 1 0 0,1-1 0 0 0,-1 1 0 0 0,1 0 0 0 0,-1 0 0 0 0,0-1 0 0 0,1 1-1 0 0,-1 0 1 0 0,1-1 0 0 0,-1 1 0 0 0,0-1 0 0 0,0 1 0 0 0,1 0-1 0 0,-1-1 1 0 0,0 1 0 0 0,0-1 0 0 0,1 1 0 0 0,-1-1 0 0 0,0 1-1 0 0,0-1 1 0 0,0 1 0 0 0,0-1 0 0 0,0 1 0 0 0,0-1 0 0 0,1 1-1 0 0,-1-1 1 0 0,0 1 0 0 0,-1-1 0 0 0,1 0 0 0 0,1 0-13 0 0,-1 0 0 0 0,0 0 0 0 0,1 0 0 0 0,-1 0 0 0 0,1 0 0 0 0,-1 0 0 0 0,1 0 0 0 0,-1 0 0 0 0,1 0 0 0 0,0 0 0 0 0,-1 0 0 0 0,1 1 0 0 0,0-1 0 0 0,0 0 1 0 0,0 0-1 0 0,1 0 0 0 0,4-5 2 0 0,-4 3 43 0 0,-1 0 0 0 0,1 0 0 0 0,-1 0 1 0 0,0 0-1 0 0,0 0 0 0 0,0 0 0 0 0,0 0 0 0 0,-1-1 0 0 0,1 1 0 0 0,-1 0 0 0 0,0 0 0 0 0,1-1 0 0 0,-2-3 0 0 0,-3-41 535 0 0,1 27 83 0 0,-1-43 1 0 0,-14 59 177 0 0,11 1-784 0 0,4 2-26 0 0,0 1 0 0 0,0-1 0 0 0,0 1 0 0 0,0 0 0 0 0,-1 0 1 0 0,1 0-1 0 0,0 0 0 0 0,-1 1 0 0 0,1 0 0 0 0,-1-1 0 0 0,1 1 0 0 0,-4 1 0 0 0,-7 2 348 0 0,-11 17-489 0 0,19-15 94 0 0,-64 54-60 0 0,53-42 369 0 0,17-16-273 0 0,0 1 1 0 0,0-1 0 0 0,0 1-1 0 0,0-1 1 0 0,0 1 0 0 0,0-1-1 0 0,0 1 1 0 0,-1-1 0 0 0,1 1-1 0 0,-1-1 1 0 0,1 0 0 0 0,-1 1-1 0 0,1-1 1 0 0,-1 0 0 0 0,0 1-1 0 0,1-1 1 0 0,-1 0 0 0 0,0 0-1 0 0,0 0 1 0 0,0 0 0 0 0,0 0-1 0 0,0 0 1 0 0,-2 2 0 0 0,2-2-41 0 0,1-1 21 0 0,-1 1-1 0 0,0 0 1 0 0,1 0 0 0 0,0 0-1 0 0,-1 0 1 0 0,1 0-1 0 0,0 0 1 0 0,-1 0 0 0 0,1-1-1 0 0,0 1 1 0 0,0 0-1 0 0,0 0 1 0 0,0 0 0 0 0,0 0-1 0 0,0 0 1 0 0,0 0 0 0 0,0 0-1 0 0,0 0 1 0 0,0 0-1 0 0,1 0 1 0 0,-1 0 0 0 0,0 0-1 0 0,1 0 1 0 0,0 2-1 0 0,12 17 407 0 0,-13-20-390 0 0,0 0 0 0 0,1 1 0 0 0,-1-1 0 0 0,0 0 0 0 0,0 0 0 0 0,1 0 0 0 0,-1 1 1 0 0,0-1-1 0 0,0 0 0 0 0,1 0 0 0 0,-1 1 0 0 0,0-1 0 0 0,0 0 0 0 0,0 1 0 0 0,0-1 0 0 0,1 0 0 0 0,-1 0 0 0 0,0 1 0 0 0,0-1 0 0 0,0 0 0 0 0,0 1 0 0 0,0-1 0 0 0,0 0 0 0 0,0 1 1 0 0,0-1-1 0 0,0 0 0 0 0,0 1 0 0 0,0-1 0 0 0,0 0 0 0 0,0 1 0 0 0,0-1 0 0 0,0 0 0 0 0,0 1 0 0 0,0-1 0 0 0,-1 0 0 0 0,1 1 0 0 0,0-1 0 0 0,0 1-31 0 0,-1-1 0 0 0,1 0 0 0 0,0 0 0 0 0,0 1 0 0 0,0-1 0 0 0,0 0 0 0 0,0 1 0 0 0,0-1 0 0 0,0 0 0 0 0,-1 1 0 0 0,1-1-1 0 0,0 0 1 0 0,0 1 0 0 0,0-1 0 0 0,0 0 0 0 0,0 1 0 0 0,1-1 0 0 0,-1 0 0 0 0,0 1 0 0 0,0-1 0 0 0,0 0 0 0 0,0 1 0 0 0,0-1 0 0 0,0 0 0 0 0,0 1 0 0 0,1-1-1 0 0,-1 0 1 0 0,0 0 0 0 0,0 1 0 0 0,0-1 0 0 0,1 0 0 0 0,-1 0 0 0 0,0 1 0 0 0,0-1 0 0 0,1 0 0 0 0,0 1 0 0 0,32 32-4184 0 0,-13-16 826 0 0,25 15-8746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2.3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51 1952 0 0,'0'-33'12384'0'0,"-17"33"-9633"0"0,17-17-2367 0 0,-17 17 288 0 0,-17 0 1088 0 0,18 0-640 0 0,-19 152-1888 0 0,137-67 736 0 0,-34-34 384 0 0,0-34-5567 0 0,-51-1 1695 0 0,-1-16-576 0 0,18 17-3648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2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2688 0 0,'0'0'11904'0'0,"34"51"-7009"0"0,-34-34-4511 0 0,0 0-704 0 0,17 17-2432 0 0,-17-18 2081 0 0,0 1-3073 0 0,17 18-8640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2.7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52 1728 0 0,'-17'-34'9664'0'0,"17"17"-6592"0"0,17 34-7072 0 0,17 0-6368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3.2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92 2624 0 0,'0'-31'8388'0'0,"0"14"-6942"0"0,0 14-582 0 0,0-17 1072 0 0,0 0 3977 0 0,0 77-4114 0 0,0 67-951 0 0,0-14-1275 0 0,9-53 305 0 0,25 106-214 0 0,-32-155 257 0 0,0-1 1 0 0,0 1 0 0 0,-1 0 0 0 0,0-1 0 0 0,0 16-1 0 0,-2-16-97 0 0,1-6 143 0 0,1 0-1 0 0,-1 0 1 0 0,0 0-1 0 0,1 0 1 0 0,-1 0-1 0 0,0 0 1 0 0,1 0-1 0 0,-1 0 1 0 0,1-1-1 0 0,-1 1 1 0 0,1 0-1 0 0,-1 0 1 0 0,1 0-1 0 0,0-1 1 0 0,0 1-1 0 0,-1 0 1 0 0,3 0-1 0 0,0 3-56 0 0,4 13 106 0 0,9 14 331 0 0,-9-24-961 0 0,1-1 1 0 0,0 1 0 0 0,11 7-1 0 0,-13-11 172 0 0,-6-3 437 0 0,0 0 0 0 0,1-1 0 0 0,-1 1 0 0 0,0 0 0 0 0,0 0 0 0 0,0 0 1 0 0,1 0-1 0 0,-1 0 0 0 0,0 0 0 0 0,0 0 0 0 0,0 0 0 0 0,1 0 0 0 0,-1 0 0 0 0,0 0 1 0 0,0 0-1 0 0,0 0 0 0 0,1 0 0 0 0,-1 0 0 0 0,0 0 0 0 0,0 0 0 0 0,0 0 0 0 0,0 1 1 0 0,1-1-1 0 0,-1 0 0 0 0,0 0 0 0 0,0 0 0 0 0,0 0 0 0 0,0 0 0 0 0,1 0 0 0 0,-1 0 1 0 0,0 1-1 0 0,0-1 0 0 0,0 0 0 0 0,0 0 0 0 0,0 0 0 0 0,0 0 0 0 0,0 1 0 0 0,1-1 0 0 0,-1 0 1 0 0,0 0-1 0 0,0 0 0 0 0,0 1 0 0 0,0-1 0 0 0,0 0 0 0 0,0 0 0 0 0,0 0 0 0 0,0 0 1 0 0,0 1-1 0 0,0-1 0 0 0,0 0 0 0 0,0 0 0 0 0,0 0 0 0 0,0 1 0 0 0,3 7-34 0 0,26-4-4191 0 0,84-4-10298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3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69 2112 0 0,'0'0'4554'0'0,"0"0"-4402"0"0,-1 0-1 0 0,0 1 0 0 0,0-1 0 0 0,1 0 0 0 0,-1 0 0 0 0,0 0 0 0 0,0 0 0 0 0,0 0 0 0 0,1 0 1 0 0,-1 0-1 0 0,0 0 0 0 0,0-1 0 0 0,1 1 0 0 0,-1 0 0 0 0,0 0 0 0 0,0-1 0 0 0,1 1 0 0 0,-1 0 0 0 0,0-1 1 0 0,0 0-1 0 0,1 0-99 0 0,0 1 0 0 0,0-1 1 0 0,0 1-1 0 0,0-1 0 0 0,0 1 1 0 0,0-1-1 0 0,0 1 0 0 0,0-1 1 0 0,-1 1-1 0 0,1-1 0 0 0,0 1 0 0 0,0-1 1 0 0,0 1-1 0 0,-1-1 0 0 0,1 1 1 0 0,0-1-1 0 0,0 1 0 0 0,-1-1 1 0 0,1 1-1 0 0,0-1 0 0 0,-1 1 1 0 0,1 0-1 0 0,-1-1 0 0 0,1 1 1 0 0,0 0-1 0 0,-1-1 0 0 0,1 1 1 0 0,-1 0-1 0 0,1-1 0 0 0,-1 1 0 0 0,1 0 1 0 0,-1 0-1 0 0,1 0 0 0 0,-1 0 1 0 0,1-1-1 0 0,-1 1 0 0 0,1 0 1 0 0,-1 0-1 0 0,1 0 0 0 0,-1 0 1 0 0,0 0-1 0 0,-2 0 897 0 0,2 1-805 0 0,0-1 0 0 0,0 0 0 0 0,1 0 0 0 0,-1 0 0 0 0,0 0 0 0 0,0 0 0 0 0,0 0 0 0 0,1 0 0 0 0,-1 0 0 0 0,0 0 0 0 0,0 0 0 0 0,0 0 0 0 0,1-1 0 0 0,-1 1 0 0 0,0 0 0 0 0,0 0 0 0 0,1-1 0 0 0,-1 1 0 0 0,-1-1 0 0 0,1-4-120 0 0,1 4 34 0 0,0 1 0 0 0,0 0 0 0 0,0-1 0 0 0,0 1 0 0 0,0-1 0 0 0,0 1 0 0 0,0-1 0 0 0,0 1 0 0 0,0-1-1 0 0,0 1 1 0 0,0-1 0 0 0,0 1 0 0 0,0-1 0 0 0,0 1 0 0 0,0-1 0 0 0,0 1 0 0 0,1 0 0 0 0,-1-1-1 0 0,0 1 1 0 0,0-1 0 0 0,1 1 0 0 0,-1 0 0 0 0,0-1 0 0 0,0 1 0 0 0,1-1 0 0 0,-1 1 0 0 0,0 0 0 0 0,1 0-1 0 0,-1-1 1 0 0,1 1 0 0 0,-1 0 0 0 0,0-1 0 0 0,2 1 0 0 0,5-3-202 0 0,0 1 1 0 0,1 0-1 0 0,-1 0 0 0 0,1 1 1 0 0,14-1-1 0 0,187-12-8608 0 0,-131 11 2571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4.0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1 2528 0 0,'-2'1'800'0'0,"-1"-1"0"0"0,1 2 0 0 0,0-1 0 0 0,0 0 0 0 0,-1 0 0 0 0,1 1-1 0 0,-7 6 3201 0 0,7-6-3200 0 0,-1 2 0 0 0,2-2-530 0 0,0 1 1 0 0,1-1-1 0 0,-1 1 0 0 0,0 0 0 0 0,1-1 1 0 0,0 1-1 0 0,-1 0 0 0 0,2 4 1 0 0,-1-6-265 0 0,0 0 1 0 0,0 0 0 0 0,0 0 0 0 0,0 0-1 0 0,0-1 1 0 0,0 1 0 0 0,1 0 0 0 0,-1 0-1 0 0,0 0 1 0 0,1 0 0 0 0,-1 0 0 0 0,1-1 0 0 0,-1 1-1 0 0,1 0 1 0 0,-1-1 0 0 0,1 1 0 0 0,-1 0-1 0 0,1-1 1 0 0,0 1 0 0 0,-1 0 0 0 0,1-1-1 0 0,0 1 1 0 0,0-1 0 0 0,-1 1 0 0 0,1-1 0 0 0,0 0-1 0 0,2 1 1 0 0,-2 0-14 0 0,0-1 0 0 0,0 1 0 0 0,1 0 0 0 0,-1 0 0 0 0,0-1 0 0 0,0 1 0 0 0,0 0 0 0 0,0 0-1 0 0,0 0 1 0 0,0 0 0 0 0,0 1 0 0 0,0-1 0 0 0,1 1 0 0 0,1 4-167 0 0,-3-6 178 0 0,0 1-1 0 0,0 0 1 0 0,0-1 0 0 0,1 1-1 0 0,-1 0 1 0 0,0-1 0 0 0,1 1-1 0 0,-1-1 1 0 0,0 1 0 0 0,1-1-1 0 0,-1 1 1 0 0,1-1 0 0 0,-1 1-1 0 0,1-1 1 0 0,-1 1 0 0 0,1-1-1 0 0,-1 0 1 0 0,1 1 0 0 0,0-1-1 0 0,-1 0 1 0 0,1 1 0 0 0,1-1 0 0 0,35-2 448 0 0,-26 0-457 0 0,38-7-58 0 0,-46 9 29 0 0,0-1 1 0 0,-1-1 0 0 0,1 1-1 0 0,0 0 1 0 0,-1 0 0 0 0,1-1-1 0 0,-1 0 1 0 0,0 1 0 0 0,1-1-1 0 0,-1 0 1 0 0,0 0 0 0 0,0 0-1 0 0,0 0 1 0 0,0-1 0 0 0,-1 1 0 0 0,3-4-1 0 0,-1-8 562 0 0,-3-20 1408 0 0,0 26 1040 0 0,-3 11-2229 0 0,2-2-706 0 0,0 0 0 0 0,0 0 0 0 0,-1 0 0 0 0,1 1 0 0 0,0-1 0 0 0,1 0 0 0 0,-1 1 0 0 0,0-1 0 0 0,0 1 0 0 0,1-1 1 0 0,-1 1-1 0 0,0 3 0 0 0,-1 34 1035 0 0,2-21-873 0 0,8 174-47 0 0,1 23-627 0 0,-9-182 219 0 0,-1-1 0 0 0,-1 1 0 0 0,-12 55 0 0 0,14-86 267 0 0,-1 1 43 0 0,0 1 1 0 0,0 0-1 0 0,0 0 1 0 0,0-1-1 0 0,-1 1 0 0 0,1-1 1 0 0,-1 1-1 0 0,0-1 1 0 0,0 0-1 0 0,0 1 0 0 0,0-1 1 0 0,-1 0-1 0 0,1 0 1 0 0,-6 4-1 0 0,7-2-101 0 0,1-5 32 0 0,0 1 1 0 0,1-1-1 0 0,-1 1 0 0 0,0-1 1 0 0,0 0-1 0 0,0 1 0 0 0,0-1 1 0 0,-1 1-1 0 0,1-1 0 0 0,0 1 1 0 0,0-1-1 0 0,0 1 1 0 0,0-1-1 0 0,0 1 0 0 0,0-1 1 0 0,-1 0-1 0 0,1 1 0 0 0,0-1 1 0 0,0 1-1 0 0,-1-1 0 0 0,1 0 1 0 0,0 1-1 0 0,-1-1 0 0 0,1 0 1 0 0,0 1-1 0 0,-1-1 0 0 0,0 1 30 0 0,0 0-1 0 0,0 0 1 0 0,0 0 0 0 0,0 0-1 0 0,0 0 1 0 0,0-1-1 0 0,0 1 1 0 0,0 0 0 0 0,0-1-1 0 0,0 1 1 0 0,-1-1-1 0 0,1 1 1 0 0,0-1 0 0 0,0 0-1 0 0,-1 1 1 0 0,1-1-1 0 0,0 0 1 0 0,0 0 0 0 0,-1 0-1 0 0,1 0 1 0 0,0 0-1 0 0,0 0 1 0 0,-1 0 0 0 0,1 0-1 0 0,0-1 1 0 0,0 1-1 0 0,-1 0 1 0 0,1-1 0 0 0,0 1-1 0 0,0-1 1 0 0,0 1-1 0 0,0-1 1 0 0,0 0 0 0 0,0 1-1 0 0,0-1 1 0 0,0 0-1 0 0,0 0 1 0 0,-2-2 0 0 0,3 3 24 0 0,-1-1 0 0 0,0 1 1 0 0,0-1-1 0 0,1 1 0 0 0,-1-1 0 0 0,0 1 1 0 0,1 0-1 0 0,-1-1 0 0 0,0 1 1 0 0,0 0-1 0 0,0 0 0 0 0,1 0 1 0 0,-1-1-1 0 0,0 1 0 0 0,0 0 1 0 0,0 0-1 0 0,0 0 0 0 0,1 0 0 0 0,-1 0 1 0 0,0 1-1 0 0,0-1 0 0 0,0 0 1 0 0,0 0-1 0 0,-1 1 0 0 0,1-1-21 0 0,1 1 0 0 0,-1-1 0 0 0,0 0-1 0 0,1 0 1 0 0,-1 0 0 0 0,0 1 0 0 0,1-1-1 0 0,-1 0 1 0 0,0 0 0 0 0,0 0 0 0 0,1 0-1 0 0,-1 0 1 0 0,0 0 0 0 0,0-1 0 0 0,1 1-1 0 0,-1 0 1 0 0,0 0 0 0 0,1 0 0 0 0,-1-1-1 0 0,0 1 1 0 0,1 0 0 0 0,-1-1 0 0 0,0 1-1 0 0,0-1 1 0 0,-17-17-33 0 0,13 15 48 0 0,1-1 0 0 0,0 0 0 0 0,0 0 0 0 0,0 0 0 0 0,1-1 0 0 0,0 1 0 0 0,-1-1 0 0 0,1 0 0 0 0,1 0 0 0 0,-1 0 1 0 0,1 0-1 0 0,0 0 0 0 0,0-1 0 0 0,1 1 0 0 0,-1-1 0 0 0,0-6 0 0 0,0 1-35 0 0,1 0-1 0 0,0-1 1 0 0,1 1-1 0 0,1 0 1 0 0,-1 0 0 0 0,2-1-1 0 0,-1 1 1 0 0,2 0 0 0 0,-1 0-1 0 0,1 0 1 0 0,1 1 0 0 0,6-15-1 0 0,-4 18-273 0 0,-1-1-1 0 0,1 1 1 0 0,0 1 0 0 0,0-1-1 0 0,1 1 1 0 0,0 0-1 0 0,0 0 1 0 0,0 1 0 0 0,1 0-1 0 0,-1 0 1 0 0,1 1-1 0 0,14-5 1 0 0,-12 4-1044 0 0,0 1 0 0 0,0 0 0 0 0,0 1 0 0 0,1 0 0 0 0,-1 0 1 0 0,1 1-1 0 0,-1 1 0 0 0,1 0 0 0 0,0 0 0 0 0,15 2 0 0 0,-6-1-2032 0 0,-18 0 3128 0 0,-1 0 0 0 0,1-1 1 0 0,0 1-1 0 0,0 0 1 0 0,0-1-1 0 0,-1 1 1 0 0,1-1-1 0 0,0 0 1 0 0,-1 1-1 0 0,1-1 1 0 0,-1 0-1 0 0,1 0 1 0 0,1-1-1 0 0,6-3-445 0 0,7 2-439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5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3296 0 0,'71'240'16549'0'0,"-57"-192"-13403"0"0,-14-23-3160 0 0,0-22 107 0 0,0-17 52 0 0,3-25-113 0 0,1 11 4 0 0,1 0-1 0 0,13-36 1 0 0,-16 56-34 0 0,1 1-1 0 0,0-1 1 0 0,0 1-1 0 0,0 0 1 0 0,1 0-1 0 0,1 0 1 0 0,-1 0-1 0 0,1 1 1 0 0,0 0-1 0 0,0 0 1 0 0,1 0-1 0 0,0 0 1 0 0,9-6-1 0 0,-13 11-6 0 0,0 0 0 0 0,0 0 0 0 0,0 0 0 0 0,1 0 1 0 0,-1 1-1 0 0,0-1 0 0 0,1 0 0 0 0,-1 1 0 0 0,1 0 0 0 0,-1 0 0 0 0,0 0 0 0 0,1 0 0 0 0,-1 0 0 0 0,1 0 0 0 0,-1 0 0 0 0,0 1 0 0 0,1-1 0 0 0,-1 1 0 0 0,0 0 0 0 0,1 0 0 0 0,-1 0 0 0 0,0 0 0 0 0,0 0 0 0 0,0 0 0 0 0,0 1 0 0 0,0-1 0 0 0,0 0 0 0 0,3 4 1 0 0,14 8-151 0 0,-18-13 161 0 0,0 0 1 0 0,0 1 0 0 0,0-1-1 0 0,0 0 1 0 0,0 1-1 0 0,0-1 1 0 0,-1 1 0 0 0,1 0-1 0 0,0-1 1 0 0,0 1 0 0 0,-1 0-1 0 0,1-1 1 0 0,0 1 0 0 0,-1 0-1 0 0,1 0 1 0 0,-1 0 0 0 0,1 0-1 0 0,-1-1 1 0 0,1 1 0 0 0,-1 0-1 0 0,1 0 1 0 0,-1 0-1 0 0,0 0 1 0 0,0 0 0 0 0,1 1-1 0 0,2 9 72 0 0,5 4-113 0 0,0 1 0 0 0,-1-1 0 0 0,-1 1 0 0 0,6 21-1 0 0,-8-20 36 0 0,4 14 76 0 0,0 3 68 0 0,-8-34-143 0 0,0 0 0 0 0,0 0 0 0 0,0 0-1 0 0,0 0 1 0 0,0 0 0 0 0,0-1 0 0 0,0 1 0 0 0,0 0 0 0 0,0 0-1 0 0,0 0 1 0 0,0 0 0 0 0,0 0 0 0 0,0 0 0 0 0,1 0 0 0 0,-1 0-1 0 0,0 0 1 0 0,0 0 0 0 0,0 0 0 0 0,0 0 0 0 0,0-1 0 0 0,0 1-1 0 0,0 0 1 0 0,0 0 0 0 0,0 0 0 0 0,0 0 0 0 0,0 0 0 0 0,0 0-1 0 0,0 0 1 0 0,0 0 0 0 0,0 0 0 0 0,0 0 0 0 0,0 0 0 0 0,1 0-1 0 0,-1 0 1 0 0,0 0 0 0 0,0 0 0 0 0,0 0 0 0 0,0 0 0 0 0,0 0-1 0 0,0 0 1 0 0,0 0 0 0 0,0 0 0 0 0,0 0 0 0 0,0 0 0 0 0,0 0-1 0 0,0 0 1 0 0,1 0 0 0 0,-1 0 0 0 0,0 0 0 0 0,0 0 0 0 0,0 0-1 0 0,0 0 1 0 0,0 0 0 0 0,0 0 0 0 0,1-23 0 0 0,-1 21 10 0 0,0 0 0 0 0,0 0 0 0 0,1 0 0 0 0,-1 0 0 0 0,1 0 0 0 0,-1 0 0 0 0,1 0 0 0 0,-1 0 0 0 0,1 0 0 0 0,0 1 0 0 0,0-1 0 0 0,1-2 0 0 0,15-32 54 0 0,-5 10-105 0 0,21-55-43 0 0,-30 75 48 0 0,1-1-1 0 0,0 0 1 0 0,0 1-1 0 0,0 0 1 0 0,6-6-1 0 0,-10 11 33 0 0,1 1 0 0 0,-1 0 0 0 0,0-1 0 0 0,1 1 0 0 0,-1 0 0 0 0,1 0 0 0 0,-1 0 1 0 0,1-1-1 0 0,-1 1 0 0 0,1 0 0 0 0,-1 0 0 0 0,0 0 0 0 0,1 0 0 0 0,-1 0 0 0 0,1 0 0 0 0,-1 0 0 0 0,1 0 0 0 0,-1 0 0 0 0,1 0 0 0 0,-1 0 1 0 0,1 0-1 0 0,-1 0 0 0 0,1 1 0 0 0,-1-1 0 0 0,0 0 0 0 0,1 0 0 0 0,-1 0 0 0 0,1 1 0 0 0,-1-1 0 0 0,1 1 0 0 0,4 0 1 0 0,1 0-1 0 0,-1 1 1 0 0,1 0 0 0 0,-1 0-1 0 0,0 0 1 0 0,0 1-1 0 0,0 0 1 0 0,0 0 0 0 0,-1 0-1 0 0,1 0 1 0 0,-1 1-1 0 0,0 0 1 0 0,0 0 0 0 0,0 0-1 0 0,0 0 1 0 0,-1 0-1 0 0,1 1 1 0 0,-1 0 0 0 0,4 8-1 0 0,32 69-39 0 0,-36-74-175 0 0,-1-1 1 0 0,0 1-1 0 0,-1-1 1 0 0,0 1-1 0 0,1 14 1 0 0,-4 10-6923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5.6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169 34 2368 0 0,'-13'-17'8795'0'0,"13"16"-8589"0"0,0 0 1 0 0,-1 0-1 0 0,1 0 1 0 0,-1 0-1 0 0,1 0 0 0 0,-1 0 1 0 0,1 1-1 0 0,-1-1 1 0 0,1 0-1 0 0,-1 0 0 0 0,0 1 1 0 0,0-1-1 0 0,1 0 1 0 0,-1 1-1 0 0,0-1 1 0 0,0 1-1 0 0,0-1 0 0 0,0 1 1 0 0,0-1-1 0 0,0 1 1 0 0,0 0-1 0 0,0-1 0 0 0,-1 1 1 0 0,-1 0 278 0 0,-27 3 667 0 0,24 3-1074 0 0,6-5-63 0 0,-1 0 0 0 0,1 0-1 0 0,-1-1 1 0 0,0 1 0 0 0,0 0-1 0 0,1-1 1 0 0,-1 1 0 0 0,0-1 0 0 0,0 1-1 0 0,0 0 1 0 0,0-1 0 0 0,0 0-1 0 0,1 1 1 0 0,-1-1 0 0 0,0 0-1 0 0,0 1 1 0 0,0-1 0 0 0,-2 0-1 0 0,-3 3 35 0 0,0 1-1 0 0,0-1 1 0 0,0 1-1 0 0,1 0 0 0 0,0 1 1 0 0,0-1-1 0 0,0 1 1 0 0,0 0-1 0 0,1 0 0 0 0,-1 1 1 0 0,1-1-1 0 0,1 1 0 0 0,-5 8 1 0 0,8-13-44 0 0,-2 0 3 0 0,1 1 1 0 0,0 0-1 0 0,0 0 1 0 0,1 0-1 0 0,-1 0 0 0 0,0 0 1 0 0,1 0-1 0 0,-1 0 1 0 0,1 0-1 0 0,-1 0 0 0 0,1 0 1 0 0,0 0-1 0 0,0 4 0 0 0,0-3-3 0 0,1 0-1 0 0,-1 0 1 0 0,0 0-1 0 0,1 0 1 0 0,0 0-1 0 0,0 0 1 0 0,0 0-1 0 0,0 0 1 0 0,0 0-1 0 0,1-1 0 0 0,-1 1 1 0 0,1 0-1 0 0,0-1 1 0 0,0 1-1 0 0,0-1 1 0 0,0 0-1 0 0,0 1 1 0 0,0-1-1 0 0,4 2 1 0 0,2 2 13 0 0,0-1 1 0 0,0 0 0 0 0,1-1-1 0 0,10 5 1 0 0,-13-7 1 0 0,-3 0-14 0 0,0-1 0 0 0,0 1 0 0 0,1-1 0 0 0,-1 0 0 0 0,1 0 0 0 0,-1 0 0 0 0,1 0 0 0 0,0-1 0 0 0,-1 0-1 0 0,1 1 1 0 0,0-1 0 0 0,-1-1 0 0 0,5 1 0 0 0,0-1-78 0 0,-5 1 2 0 0,-3-1 74 0 0,0 1 0 0 0,0-1 0 0 0,0 1-1 0 0,1 0 1 0 0,-1-1 0 0 0,0 1 0 0 0,0 0-1 0 0,0-1 1 0 0,1 1 0 0 0,-1-1 0 0 0,0 1-1 0 0,0 0 1 0 0,1-1 0 0 0,-1 1 0 0 0,0 0-1 0 0,0 0 1 0 0,1-1 0 0 0,-1 1 0 0 0,0 0-1 0 0,1 0 1 0 0,-1-1 0 0 0,1 1 0 0 0,-1 0 0 0 0,0 0-1 0 0,1 0 1 0 0,-1 0 0 0 0,1-1 0 0 0,0 1 3 0 0,-1 0 0 0 0,1 0 0 0 0,-1 0 1 0 0,1 0-1 0 0,-1-1 0 0 0,0 1 1 0 0,1 0-1 0 0,-1 0 0 0 0,1-1 1 0 0,-1 1-1 0 0,0 0 0 0 0,1-1 1 0 0,-1 1-1 0 0,0 0 0 0 0,1-1 1 0 0,-1 1-1 0 0,0 0 0 0 0,1-1 1 0 0,-1 1-1 0 0,0-1 0 0 0,0 1 0 0 0,0-1 1 0 0,1 1-1 0 0,-1-1 0 0 0,8-8 4 0 0,-2 3 26 0 0,-1 0 1 0 0,0 0-1 0 0,-1-1 0 0 0,1 0 1 0 0,-1 0-1 0 0,-1 0 0 0 0,0-1 1 0 0,0 1-1 0 0,0-1 0 0 0,2-10 1 0 0,9-19 287 0 0,-14 34 235 0 0,-1 3-507 0 0,0 0 1 0 0,0 1-1 0 0,1-1 0 0 0,-1 0 0 0 0,0 1 0 0 0,0-1 1 0 0,0 1-1 0 0,1-1 0 0 0,-1 1 0 0 0,0 0 1 0 0,1-1-1 0 0,-1 1 0 0 0,0-1 0 0 0,1 1 1 0 0,-1 0-1 0 0,1 0 0 0 0,-1-1 0 0 0,1 1 1 0 0,0 0-1 0 0,-1 0 0 0 0,1 0 0 0 0,0-1 1 0 0,-1 1-1 0 0,1 0 0 0 0,0 0 0 0 0,0 0 0 0 0,0 0 1 0 0,0 0-1 0 0,0 1 0 0 0,-2 24-178 0 0,2-25 194 0 0,0 7 6 0 0,1-1 0 0 0,-1 0 0 0 0,1 1 0 0 0,1-1-1 0 0,3 10 1 0 0,-3-10-107 0 0,0 0 0 0 0,-1 0 0 0 0,0 1 0 0 0,0-1-1 0 0,0 11 1 0 0,-1-15-92 0 0,0-3 129 0 0,0 1 0 0 0,0-1 0 0 0,0 0 0 0 0,-1 0 0 0 0,1 1 0 0 0,0-1 1 0 0,0 0-1 0 0,0 0 0 0 0,0 1 0 0 0,1-1 0 0 0,-1 0 0 0 0,0 0 1 0 0,0 1-1 0 0,0-1 0 0 0,0 0 0 0 0,0 0 0 0 0,0 1 0 0 0,0-1 1 0 0,0 0-1 0 0,0 0 0 0 0,1 1 0 0 0,-1-1 0 0 0,0 0 0 0 0,0 0 1 0 0,0 0-1 0 0,0 0 0 0 0,1 1 0 0 0,-1-1 0 0 0,0 0 0 0 0,0 0 1 0 0,0 0-1 0 0,1 0 0 0 0,-1 0 0 0 0,1 1 0 0 0,28 7-2851 0 0,-28-8 2751 0 0,89 23-11793 0 0,-78-21 9970 0 0,0-1-1 0 0,0 0 1 0 0,14 0-1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6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12 3232 0 0,'-9'-3'4793'0'0,"5"1"-2920"0"0,-1 0 0 0 0,1 1 0 0 0,-1 0 0 0 0,0 0 0 0 0,-8-1 0 0 0,12 2-1651 0 0,-1 0 0 0 0,1 1 0 0 0,0-1-1 0 0,0 0 1 0 0,-1 0 0 0 0,1 1 0 0 0,0-1 0 0 0,0 0 0 0 0,0 1-1 0 0,0 0 1 0 0,0-1 0 0 0,-1 1 0 0 0,1-1 0 0 0,0 1-1 0 0,0 0 1 0 0,0 1 0 0 0,0-2-201 0 0,1 0 0 0 0,-1 1-1 0 0,1-1 1 0 0,0 0 0 0 0,-1 1 0 0 0,1-1 0 0 0,0 0-1 0 0,0 1 1 0 0,-1-1 0 0 0,1 0 0 0 0,0 1-1 0 0,0-1 1 0 0,-1 1 0 0 0,1-1 0 0 0,0 1 0 0 0,0-1-1 0 0,0 0 1 0 0,0 1 0 0 0,0-1 0 0 0,0 1 0 0 0,0-1-1 0 0,0 1 1 0 0,0-1 0 0 0,0 1 0 0 0,0-1 0 0 0,0 1-1 0 0,-1 5 38 0 0,0-6-42 0 0,0 1 0 0 0,-1 0 0 0 0,1 1 0 0 0,0-1 0 0 0,0 0 0 0 0,0 0 0 0 0,0 0 0 0 0,1 1 0 0 0,-1-1 0 0 0,0 0 0 0 0,1 1 0 0 0,-1-1 0 0 0,0 1 0 0 0,1-1 0 0 0,0 1 0 0 0,-1-1 0 0 0,1 1 0 0 0,0-1 0 0 0,0 1 0 0 0,0-1 0 0 0,0 1 0 0 0,0 2 0 0 0,5 1 28 0 0,29 16-88 0 0,124 72-335 0 0,-154-91 384 0 0,0 0 1 0 0,-1 0-1 0 0,1 0 0 0 0,-1 0 0 0 0,0 1 1 0 0,0-1-1 0 0,0 1 0 0 0,0 0 1 0 0,0 0-1 0 0,0 0 0 0 0,3 5 0 0 0,-5-6 12 0 0,3 5 68 0 0,-3-6-92 0 0,0 0-1 0 0,0 0 0 0 0,0 1 1 0 0,0-1-1 0 0,-1 0 0 0 0,1 0 0 0 0,0 1 1 0 0,-1-1-1 0 0,1 1 0 0 0,0-1 1 0 0,-1 0-1 0 0,0 1 0 0 0,1-1 0 0 0,-1 1 1 0 0,0-1-1 0 0,0 1 0 0 0,0-1 1 0 0,0 1-1 0 0,0-1 0 0 0,0 1 1 0 0,0-1-1 0 0,0 1 0 0 0,-1-1 0 0 0,1 1 1 0 0,-1-1-1 0 0,0 3 0 0 0,-6 2 151 0 0,-3 8 120 0 0,9-9-292 0 0,-3 1 44 0 0,-19 9-460 0 0,19-13 135 0 0,0 1-1 0 0,1-1 1 0 0,-1 0-1 0 0,0 0 1 0 0,-1 0 0 0 0,1-1-1 0 0,0 1 1 0 0,0-1-1 0 0,-1 0 1 0 0,1-1 0 0 0,0 1-1 0 0,-1-1 1 0 0,1 1-1 0 0,-6-2 1 0 0,4-1-1154 0 0,1-1-1 0 0,-1 0 1 0 0,1-1-1 0 0,0 1 1 0 0,-1-1-1 0 0,2 0 1 0 0,-1 0 0 0 0,0-1-1 0 0,1 0 1 0 0,0 1-1 0 0,-7-12 1 0 0,7 11 147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6.4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2016 0 0,'0'0'8901'0'0,"0"-14"-3178"0"0,0 35-2959 0 0,1 19-1117 0 0,9 60 0 0 0,38 275 113 0 0,-33-293-1531 0 0,-8-61-234 0 0,-6-20-6 0 0,5 9-180 0 0,0 0 0 0 0,0-1-1 0 0,1 0 1 0 0,0 0-1 0 0,1 0 1 0 0,9 8 0 0 0,-7-8-219 0 0,7-3-427 0 0,-17-6 837 0 0,7 1-656 0 0,1 1 1 0 0,-1-2-1 0 0,0 1 1 0 0,1-1 0 0 0,-1 0-1 0 0,0 0 1 0 0,1-1 0 0 0,9-2-1 0 0,4-4-3390 0 0,0-2-1 0 0,-1 0 1 0 0,31-19-1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6.7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18 1376 0 0,'0'-1'186'0'0,"0"0"-1"0"0,0 0 1 0 0,0 1-1 0 0,0-1 1 0 0,0 0-1 0 0,0 0 1 0 0,-1 1-1 0 0,1-1 1 0 0,0 0 0 0 0,0 0-1 0 0,-1 1 1 0 0,1-1-1 0 0,-1 0 1 0 0,1 1-1 0 0,-1-1 1 0 0,1 0 0 0 0,-1 1-1 0 0,1-1 1 0 0,-1 1-1 0 0,-27-3 12141 0 0,48 3-9932 0 0,52 0-2078 0 0,31 0-2802 0 0,7 0-12591 0 0,-93 0 12517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7.2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102 164 1888 0 0,'20'-4'8309'0'0,"-19"3"-8178"0"0,-1 1 0 0 0,1 0 0 0 0,0 0-1 0 0,0 0 1 0 0,-1-1 0 0 0,1 1 0 0 0,0 0-1 0 0,-1-1 1 0 0,1 1 0 0 0,-1-1 0 0 0,1 1-1 0 0,0-1 1 0 0,-1 1 0 0 0,1-1 0 0 0,-1 1-1 0 0,1-1 1 0 0,-1 1 0 0 0,1-1 0 0 0,-1 0-1 0 0,0 1 1 0 0,1-1 0 0 0,-1 0 0 0 0,0 0 0 0 0,1 0-1 0 0,18 1 1006 0 0,-15-1-1053 0 0,0 1-1 0 0,0-1 1 0 0,0 0-1 0 0,0 0 1 0 0,0 0-1 0 0,0-1 1 0 0,0 1-1 0 0,4-3 0 0 0,-5 2-2 0 0,3-1 133 0 0,-5 2-212 0 0,1 0 1 0 0,-1 0 0 0 0,1 0-1 0 0,-1 0 1 0 0,1 0-1 0 0,-1 0 1 0 0,0-1-1 0 0,1 1 1 0 0,-1 0-1 0 0,0-1 1 0 0,0 1 0 0 0,0-1-1 0 0,0 1 1 0 0,0-1-1 0 0,0-2 1 0 0,10-18-22 0 0,-11 22 20 0 0,1-1-1 0 0,-1 0 1 0 0,0 1 0 0 0,1-1-1 0 0,-1 0 1 0 0,0 0 0 0 0,1 1-1 0 0,-1-1 1 0 0,0 0 0 0 0,0 0-1 0 0,1 1 1 0 0,-1-1 0 0 0,0 0-1 0 0,0 0 1 0 0,0 0 0 0 0,0 1-1 0 0,0-1 1 0 0,0 0 0 0 0,0 0-1 0 0,0 0 1 0 0,-1-1-1 0 0,0 0 15 0 0,-10-15 471 0 0,8 13-320 0 0,0 0 1 0 0,-1 0-1 0 0,1 0 0 0 0,-1 0 0 0 0,0 1 1 0 0,0-1-1 0 0,0 1 0 0 0,0 0 1 0 0,-1 0-1 0 0,1 1 0 0 0,-1 0 1 0 0,0-1-1 0 0,-8-1 0 0 0,5 3 93 0 0,0 2-1 0 0,0-1 1 0 0,0 1-1 0 0,-1 0 1 0 0,2 1-1 0 0,-1 0 1 0 0,0 0-1 0 0,0 1 0 0 0,1 0 1 0 0,-10 5-1 0 0,10-5-56 0 0,-24 13 504 0 0,30-16-687 0 0,0 1-1 0 0,1-1 1 0 0,-1 1 0 0 0,0-1 0 0 0,1 1-1 0 0,-1 0 1 0 0,1-1 0 0 0,-1 1 0 0 0,1 0-1 0 0,-1-1 1 0 0,1 1 0 0 0,-1 0 0 0 0,1 0-1 0 0,0 0 1 0 0,-1-1 0 0 0,1 1 0 0 0,0 0-1 0 0,0 0 1 0 0,0 0 0 0 0,-1 0 0 0 0,1 1-1 0 0,0-1-11 0 0,0-1-1 0 0,0 1 1 0 0,0-1-1 0 0,0 1 1 0 0,0-1-1 0 0,0 0 1 0 0,0 1-1 0 0,0-1 1 0 0,0 1-1 0 0,0-1 1 0 0,0 1-1 0 0,-1-1 1 0 0,1 0-1 0 0,0 1 1 0 0,0-1-1 0 0,0 1 1 0 0,-1-1-1 0 0,1 0 1 0 0,0 1-1 0 0,-1-1 1 0 0,1 0-1 0 0,0 1 1 0 0,-1-1-1 0 0,1 0 1 0 0,0 0-1 0 0,-1 1 1 0 0,1-1-1 0 0,-1 0 1 0 0,1 0-1 0 0,0 0 0 0 0,-1 1 1 0 0,0-1-1 0 0,0 0-1 0 0,1 0-1 0 0,0 0 1 0 0,-1 0-1 0 0,1 1 0 0 0,-1-1 1 0 0,1 0-1 0 0,0 0 1 0 0,-1 0-1 0 0,1 1 0 0 0,-1-1 1 0 0,1 0-1 0 0,0 1 1 0 0,-1-1-1 0 0,1 0 0 0 0,0 1 1 0 0,0-1-1 0 0,-1 0 1 0 0,1 1-1 0 0,0-1 0 0 0,0 0 1 0 0,-1 1-1 0 0,1-1 1 0 0,0 1-1 0 0,0-1 0 0 0,0 1 1 0 0,0-1-1 0 0,0 0 1 0 0,0 1-1 0 0,-1-1 0 0 0,1 1 1 0 0,0-1-1 0 0,1 2 1 0 0,-1 79 598 0 0,0-79-611 0 0,0 0-1 0 0,0 0 0 0 0,1-1 0 0 0,-1 1 1 0 0,1 0-1 0 0,0 0 0 0 0,-1 0 0 0 0,1 0 1 0 0,0-1-1 0 0,0 1 0 0 0,0 0 1 0 0,0-1-1 0 0,1 1 0 0 0,-1-1 0 0 0,0 0 1 0 0,3 3-1 0 0,6 7-505 0 0,0-1 1 0 0,1 0-1 0 0,-1-1 0 0 0,2 0 1 0 0,-1-1-1 0 0,1 0 0 0 0,14 6 1 0 0,13 2-5883 0 0,0-2 1 0 0,69 15 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7.6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3 203 2432 0 0,'-3'-15'15508'0'0,"4"15"-15335"0"0,18 9 3402 0 0,3 6-4053 0 0,35 41 1059 0 0,-51-48-608 0 0,0 0-1 0 0,0 0 1 0 0,-1 1 0 0 0,0-1-1 0 0,0 1 1 0 0,4 12-1 0 0,-7-15-4 0 0,6 12-93 0 0,-1 1-1 0 0,8 35 0 0 0,-14-50 105 0 0,0 1 0 0 0,0-1 0 0 0,0 1 0 0 0,-1-1 0 0 0,0 1-1 0 0,0 0 1 0 0,0-1 0 0 0,0 1 0 0 0,-1-1 0 0 0,1 1 0 0 0,-1-1 0 0 0,-1 1-1 0 0,1-1 1 0 0,0 0 0 0 0,-1 1 0 0 0,0-1 0 0 0,0 0 0 0 0,0 0 0 0 0,-6 7-1 0 0,7-9 35 0 0,-1-1 0 0 0,1 0 1 0 0,0 0-1 0 0,-1 0 0 0 0,1 0 0 0 0,-1 0 0 0 0,1 0 0 0 0,-1 0 0 0 0,1 0 0 0 0,-1 0 0 0 0,0-1 0 0 0,1 1 0 0 0,-1-1 0 0 0,0 1 0 0 0,0-1 0 0 0,1 0 0 0 0,-1 1 0 0 0,0-1 0 0 0,0 0 0 0 0,0 0 0 0 0,1 0 0 0 0,-1-1 0 0 0,0 1 0 0 0,-3-1 1 0 0,3 0 17 0 0,0-1 1 0 0,1 1 0 0 0,-1-1 0 0 0,0 1-1 0 0,0-1 1 0 0,1 0 0 0 0,-1 0 0 0 0,1 0-1 0 0,0 0 1 0 0,-1 0 0 0 0,1 0 0 0 0,0 0-1 0 0,0 0 1 0 0,0 0 0 0 0,1 0 0 0 0,-1-1-1 0 0,0 1 1 0 0,1 0 0 0 0,-1 0 0 0 0,1-1 0 0 0,0 1-1 0 0,0-1 1 0 0,0 1 0 0 0,0 0 0 0 0,1-4-1 0 0,2-92 967 0 0,-2 89-936 0 0,0 0-1 0 0,0 0 1 0 0,1 1 0 0 0,1-1 0 0 0,-1 1 0 0 0,2-1 0 0 0,5-11 0 0 0,-1 2 3 0 0,15-30 159 0 0,-23 48-224 0 0,8-17-791 0 0,1 1 1 0 0,1 0 0 0 0,1 0-1 0 0,15-18 1 0 0,124-110-18959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4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43 115 2560 0 0,'0'0'4122'0'0,"-30"3"6246"0"0,29-3-10274 0 0,1 1 0 0 0,0 0 0 0 0,-1-1 0 0 0,1 1 0 0 0,0 0 0 0 0,0 0 1 0 0,0-1-1 0 0,-1 1 0 0 0,1 0 0 0 0,0 0 0 0 0,0-1 0 0 0,0 1 0 0 0,0 0 0 0 0,0 0 0 0 0,1-1 0 0 0,-1 1 0 0 0,0 0 0 0 0,0-1 0 0 0,0 1 0 0 0,1 0 0 0 0,0 1 0 0 0,2 11 536 0 0,-2-11-548 0 0,-1 1-1 0 0,1-1 1 0 0,0 1-1 0 0,-1-1 1 0 0,1 0-1 0 0,0 1 1 0 0,1-1-1 0 0,-1 0 1 0 0,0 0 0 0 0,1 0-1 0 0,1 3 1 0 0,1-2-16 0 0,1 1 0 0 0,-1-1 0 0 0,1 0 0 0 0,0-1 0 0 0,0 1 0 0 0,0-1 0 0 0,0 0 0 0 0,10 3 0 0 0,109 29 1102 0 0,-119-33-1150 0 0,0 0-1 0 0,-1-1 1 0 0,1 0 0 0 0,0 0 0 0 0,0 0-1 0 0,0 0 1 0 0,0-1 0 0 0,8-1 0 0 0,-6 0-39 0 0,0 1-6 0 0,-1 0 49 0 0,1 0 0 0 0,-1-1-1 0 0,0 0 1 0 0,0 0 0 0 0,0 0-1 0 0,9-5 1 0 0,-13 6-20 0 0,0-1 0 0 0,0 1-1 0 0,-1-1 1 0 0,1 1 0 0 0,0-1-1 0 0,-1 0 1 0 0,0 0 0 0 0,1 0 0 0 0,-1 0-1 0 0,0 0 1 0 0,0 0 0 0 0,0 0 0 0 0,0 0-1 0 0,0 0 1 0 0,-1-1 0 0 0,1 1 0 0 0,0 0-1 0 0,-1 0 1 0 0,0-1 0 0 0,0 1 0 0 0,0 0-1 0 0,0-4 1 0 0,0 3-15 0 0,1 0 1 0 0,-1 0-1 0 0,-1 0 1 0 0,1 1-1 0 0,0-1 0 0 0,-1 0 1 0 0,1 0-1 0 0,-1 0 1 0 0,0 1-1 0 0,0-1 0 0 0,0 0 1 0 0,0 1-1 0 0,0-1 1 0 0,-1 1-1 0 0,1-1 0 0 0,-1 1 1 0 0,0 0-1 0 0,-2-3 1 0 0,-11-16 176 0 0,-4-1 277 0 0,-2 2-503 0 0,-19-25 339 0 0,40 44-276 0 0,0 1 0 0 0,-1-1-1 0 0,0 1 1 0 0,1-1 0 0 0,-1 1-1 0 0,1-1 1 0 0,-1 1 0 0 0,0-1-1 0 0,1 1 1 0 0,-1-1 0 0 0,0 1-1 0 0,1 0 1 0 0,-1-1 0 0 0,0 1-1 0 0,1 0 1 0 0,-1 0 0 0 0,0 0-1 0 0,0 0 1 0 0,1 0 0 0 0,-1-1-1 0 0,0 1 1 0 0,0 1 0 0 0,-1-1-1 0 0,-34 18-464 0 0,-4 8-802 0 0,-61 50-1 0 0,96-72 1097 0 0,0 0 0 0 0,1 1 0 0 0,0 0 0 0 0,0 0 0 0 0,0 0 0 0 0,-5 10 0 0 0,8-13 81 0 0,0 0-1 0 0,1 0 1 0 0,-1 0 0 0 0,0 0-1 0 0,1 0 1 0 0,-1 0-1 0 0,1 0 1 0 0,0 0 0 0 0,0 1-1 0 0,0-1 1 0 0,0 0 0 0 0,0 3-1 0 0,1-3-67 0 0,-1 0-1 0 0,1 1 1 0 0,0-1-1 0 0,0 0 1 0 0,0 0-1 0 0,0 0 1 0 0,0 0-1 0 0,0 0 1 0 0,1 0-1 0 0,-1 0 1 0 0,1-1-1 0 0,-1 1 1 0 0,1 0 0 0 0,-1-1-1 0 0,1 1 1 0 0,0-1-1 0 0,0 0 1 0 0,3 3-1 0 0,3-1-505 0 0,-1 0 1 0 0,0 0-1 0 0,1 0 0 0 0,-1-1 0 0 0,1 0 0 0 0,10 1 0 0 0,103 15-8499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5.2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262 100 2784 0 0,'-60'-85'13312'0'0,"60"84"-13202"0"0,-1 0 1 0 0,1 1 0 0 0,-1-1 0 0 0,0 0 0 0 0,1 0-1 0 0,-1 0 1 0 0,0 0 0 0 0,1 0 0 0 0,-1 1 0 0 0,0-1 0 0 0,0 0-1 0 0,0 1 1 0 0,0-1 0 0 0,0 0 0 0 0,0 1 0 0 0,0-1 0 0 0,0 1-1 0 0,0 0 1 0 0,0-1 0 0 0,0 1 0 0 0,0 0 0 0 0,0-1 0 0 0,0 1-1 0 0,0 0 1 0 0,0 0 0 0 0,0 0 0 0 0,0 0 0 0 0,-1 0 0 0 0,1 0-1 0 0,0 1 1 0 0,-2-1 0 0 0,0 1 49 0 0,-1 0 0 0 0,1 1 0 0 0,0-1 1 0 0,-1 1-1 0 0,1 0 0 0 0,0-1 0 0 0,0 1 0 0 0,0 1 0 0 0,0-1 1 0 0,0 0-1 0 0,1 1 0 0 0,-1-1 0 0 0,1 1 0 0 0,0 0 0 0 0,-4 4 0 0 0,1 2 109 0 0,1 0-1 0 0,-1 0 0 0 0,1 1 1 0 0,-4 15-1 0 0,6-18-140 0 0,0-1-1 0 0,1 1 1 0 0,0 0 0 0 0,0-1-1 0 0,0 14 1 0 0,4 9 81 0 0,0 1-1 0 0,7 28 1 0 0,92 359 116 0 0,-91-371-754 0 0,21 52 0 0 0,-7-41-542 0 0,-24-54 800 0 0,0 0-1 0 0,0 0 1 0 0,0 0-1 0 0,0 0 1 0 0,0 0-1 0 0,0 1 1 0 0,-1-1-1 0 0,0 0 1 0 0,0 0 0 0 0,0 1-1 0 0,0-1 1 0 0,-1 5-1 0 0,0 0-682 0 0,-10-20-3503 0 0,-63-82-6223 0 0,-35-24 9939 0 0,78 90 2124 0 0,-12 11 2869 0 0,35 7-2746 0 0,8 10-1510 0 0,-1-1 0 0 0,1 1 1 0 0,0 0-1 0 0,0 0 0 0 0,0-1 0 0 0,0 1 0 0 0,0 0 0 0 0,0 0 0 0 0,0-1 0 0 0,0 1 0 0 0,0 0 0 0 0,0 0 1 0 0,0-1-1 0 0,0 1 0 0 0,0 0 0 0 0,0 0 0 0 0,0-1 0 0 0,0 1 0 0 0,2-4 1538 0 0,-2 4-1538 0 0,1 0 0 0 0,-1 0 0 0 0,0 0 0 0 0,60-23 4645 0 0,-58 21-4557 0 0,1 1 0 0 0,-1 0 0 0 0,1 0 0 0 0,0 1 0 0 0,-1-1 0 0 0,1 1 0 0 0,0-1 0 0 0,0 1 0 0 0,-1 0-1 0 0,7 0 1 0 0,21 1 108 0 0,12-1-258 0 0,82 0-170 0 0,-33 3-3762 0 0,73 12-15216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6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201 119 1824 0 0,'0'-15'4827'0'0,"1"0"-2030"0"0,-1 0 1 0 0,-3-21 0 0 0,3 35-2703 0 0,0-1 0 0 0,0 0 0 0 0,0 1 0 0 0,0-1 1 0 0,-1 1-1 0 0,1-1 0 0 0,0 1 0 0 0,-1-1 0 0 0,1 1 1 0 0,-1-1-1 0 0,0 1 0 0 0,1 0 0 0 0,-1-1 0 0 0,0 1 1 0 0,0 0-1 0 0,0 0 0 0 0,0-1 0 0 0,0 1 1 0 0,0 0-1 0 0,0 0 0 0 0,0 0 0 0 0,0 0 0 0 0,-1 0 1 0 0,1 0-1 0 0,0 1 0 0 0,-1-1 0 0 0,1 0 0 0 0,-1 1 1 0 0,1-1-1 0 0,0 1 0 0 0,-3-1 0 0 0,-24 6 1110 0 0,22-4-1056 0 0,-1 0-1 0 0,1 1 0 0 0,1 0 0 0 0,-1 0 1 0 0,0 0-1 0 0,0 0 0 0 0,1 1 1 0 0,-1 0-1 0 0,1 0 0 0 0,0 1 0 0 0,0 0 1 0 0,0-1-1 0 0,0 2 0 0 0,1-1 0 0 0,0 0 1 0 0,-1 1-1 0 0,2 0 0 0 0,-1 0 0 0 0,-3 6 1 0 0,0 6 85 0 0,1 0 0 0 0,0 1 0 0 0,2-1 0 0 0,0 1 0 0 0,1 1 0 0 0,0-1 0 0 0,1 19 0 0 0,1 3 23 0 0,1-1 1 0 0,2 0-1 0 0,9 49 0 0 0,24 64-182 0 0,-25-120-289 0 0,-8-29 167 0 0,-1 0 1 0 0,0 0-1 0 0,-1-1 0 0 0,1 1 0 0 0,0 0 0 0 0,-1 0 0 0 0,0 0 0 0 0,1 0 0 0 0,-1 4 0 0 0,-1-6 17 0 0,1 1 0 0 0,1-1 0 0 0,-1 0 0 0 0,0 1 0 0 0,0-1 1 0 0,0 1-1 0 0,1-1 0 0 0,-1 0 0 0 0,1 1 0 0 0,-1-1 0 0 0,1 0 0 0 0,-1 1 0 0 0,1-1 0 0 0,1 2 1 0 0,0-1 24 0 0,-1 0 0 0 0,0 1 1 0 0,0-1-1 0 0,0 0 1 0 0,0 1-1 0 0,0-1 0 0 0,0 1 1 0 0,-1-1-1 0 0,1 1 1 0 0,-1-1-1 0 0,1 1 0 0 0,-1-1 1 0 0,0 1-1 0 0,-1 3 1 0 0,1 166-1666 0 0,3-150-5972 0 0,6-5 1402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6.2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34 1920 0 0,'0'0'10784'0'0,"0"-17"-6209"0"0,51 17-1279 0 0,-34-16-3328 0 0,254 16-640 0 0,-102 16-19199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6.6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2112 0 0,'0'-70'13317'0'0,"0"70"-13264"0"0,0 0 0 0 0,1 0 1 0 0,-1 1-1 0 0,0-1 0 0 0,0 0 1 0 0,0 0-1 0 0,0 0 0 0 0,1 0 0 0 0,-1 0 1 0 0,0 0-1 0 0,0 1 0 0 0,0-1 1 0 0,1 0-1 0 0,-1 0 0 0 0,0 0 0 0 0,0 0 1 0 0,0 0-1 0 0,1 0 0 0 0,-1 0 0 0 0,0 0 1 0 0,0 0-1 0 0,1 0 0 0 0,-1 0 1 0 0,0 0-1 0 0,0 0 0 0 0,0 0 0 0 0,1 0 1 0 0,-1 0-1 0 0,0 0 0 0 0,0 0 1 0 0,1-1-1 0 0,-1 1 0 0 0,0 0 0 0 0,0 0 1 0 0,0 0-1 0 0,0 0 0 0 0,1 0 1 0 0,-1 0-1 0 0,0-1 0 0 0,0 1 0 0 0,0 0 1 0 0,0 0-1 0 0,1 0 0 0 0,-1 0 0 0 0,0-1 1 0 0,0 1-1 0 0,0 0 0 0 0,0 0 1 0 0,0 0-1 0 0,0-1 0 0 0,0 1 0 0 0,0 0 1 0 0,0 0-1 0 0,0-1 0 0 0,0 1 1 0 0,0 0-1 0 0,0 0 0 0 0,0 0 0 0 0,0-1 1 0 0,0 1-1 0 0,0 0 0 0 0,0 0 0 0 0,0-1 1 0 0,0 1-1 0 0,1 1 68 0 0,0 1 1 0 0,0-1-1 0 0,0 0 1 0 0,0 1-1 0 0,-1 0 0 0 0,1-1 1 0 0,0 1-1 0 0,-1-1 0 0 0,1 1 1 0 0,-1 0-1 0 0,0-1 1 0 0,0 1-1 0 0,1 3 0 0 0,-1-3-86 0 0,0 0 0 0 0,0 0 0 0 0,0 1-1 0 0,0-1 1 0 0,0 0 0 0 0,1 0-1 0 0,-1 0 1 0 0,1 1 0 0 0,0-1-1 0 0,0 0 1 0 0,0 0 0 0 0,1 2 0 0 0,0 0-22 0 0,-1-1 0 0 0,0 0 0 0 0,1 0 0 0 0,-1 1 0 0 0,0-1 0 0 0,-1 1 0 0 0,1-1 0 0 0,0 1 0 0 0,-1-1 0 0 0,0 1 0 0 0,0 7 0 0 0,-2 22 279 0 0,0-9-113 0 0,1 0 0 0 0,2-1 0 0 0,5 47 0 0 0,-1-53-245 0 0,-2 0-1 0 0,0 0 0 0 0,0 28 1 0 0,-3-35 119 0 0,1-1 1 0 0,0 1 0 0 0,0-1-1 0 0,5 18 1 0 0,5 24 222 0 0,-7-29-627 0 0,1 1 1 0 0,17 42 0 0 0,68 150-6791 0 0,-85-204 5609 0 0,1 0 0 0 0,0-1-1 0 0,0 1 1 0 0,1-1 0 0 0,0 0 0 0 0,10 9 0 0 0,-8-11-2036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7.1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51 2912 0 0,'0'-42'12309'0'0,"0"33"-8843"0"0,-3 9-3066 0 0,2 0-351 0 0,1 0-1 0 0,-1 0 0 0 0,0 1 1 0 0,1-1-1 0 0,-1 0 0 0 0,0 0 1 0 0,1 0-1 0 0,-1 1 0 0 0,1-1 1 0 0,-1 0-1 0 0,0 0 0 0 0,1 1 1 0 0,-1-1-1 0 0,1 1 0 0 0,-1-1 1 0 0,1 0-1 0 0,-1 1 0 0 0,1-1 1 0 0,-1 1-1 0 0,1-1 0 0 0,0 1 1 0 0,-1 0-1 0 0,1-1 0 0 0,0 1 1 0 0,-1-1-1 0 0,1 1 0 0 0,0 0 1 0 0,0-1-1 0 0,0 1 0 0 0,-1-1 0 0 0,1 1 1 0 0,0 0-1 0 0,0-1 0 0 0,0 1 1 0 0,0 1-1 0 0,0 4 17 0 0,0 1 0 0 0,1 0-1 0 0,-1-1 1 0 0,1 1 0 0 0,4 11-1 0 0,-2-5-11 0 0,0 0-1 0 0,2-1 0 0 0,0 1 0 0 0,12 23 1 0 0,-14-31-23 0 0,1-1 1 0 0,-1 0-1 0 0,1 0 1 0 0,0 0-1 0 0,0-1 1 0 0,0 1-1 0 0,1-1 1 0 0,-1 0 0 0 0,1 0-1 0 0,6 3 1 0 0,1 0 209 0 0,4-4 117 0 0,-13 0-405 0 0,-3-2 36 0 0,1 0 1 0 0,-1 1-1 0 0,1-1 0 0 0,0 0 0 0 0,-1 1 0 0 0,1-1 0 0 0,-1 0 1 0 0,1 0-1 0 0,0 0 0 0 0,-1 1 0 0 0,1-1 0 0 0,0 0 0 0 0,-1 0 0 0 0,1 0 1 0 0,0 0-1 0 0,-1 0 0 0 0,1 0 0 0 0,0-1 0 0 0,-1 1 0 0 0,1 0 1 0 0,0 0-1 0 0,-1 0 0 0 0,1 0 0 0 0,0-1 0 0 0,-1 1 0 0 0,1 0 1 0 0,-1-1-1 0 0,1 1 0 0 0,-1 0 0 0 0,1-1 0 0 0,0 0 0 0 0,5-4-54 0 0,0-1 0 0 0,0 1 0 0 0,-1-2-1 0 0,1 1 1 0 0,-1 0 0 0 0,-1-1 0 0 0,1 0 0 0 0,-1 0-1 0 0,0 0 1 0 0,-1-1 0 0 0,5-14 0 0 0,-3 7 404 0 0,-2 1 0 0 0,0-1 0 0 0,0 0 0 0 0,0-19 0 0 0,-3 34-336 0 0,0 0-1 0 0,0-1 0 0 0,-1 1 0 0 0,1 0 0 0 0,0 0 1 0 0,0 0-1 0 0,0-1 0 0 0,0 1 0 0 0,0 0 0 0 0,0 0 1 0 0,0 0-1 0 0,0-1 0 0 0,0 1 0 0 0,0 0 0 0 0,0 0 1 0 0,0-1-1 0 0,0 1 0 0 0,0 0 0 0 0,0 0 0 0 0,0 0 1 0 0,0-1-1 0 0,0 1 0 0 0,0 0 0 0 0,0 0 0 0 0,0 0 1 0 0,1-1-1 0 0,-1 1 0 0 0,0 0 0 0 0,0 0 0 0 0,0 0 1 0 0,0 0-1 0 0,0-1 0 0 0,0 1 0 0 0,1 0 0 0 0,-1 0 1 0 0,0 0-1 0 0,0 0 0 0 0,0 0 0 0 0,1-1 0 0 0,-1 1 1 0 0,0 0-1 0 0,0 0 0 0 0,0 0 0 0 0,1 0 0 0 0,-1 0 1 0 0,0 0-1 0 0,0 0 0 0 0,0 0 0 0 0,1 0 0 0 0,-1 0 1 0 0,0 0-1 0 0,0 0 0 0 0,0 0 0 0 0,1 0 0 0 0,-1 0 1 0 0,0 0-1 0 0,0 0 0 0 0,1 0 0 0 0,-1 0 0 0 0,0 0 1 0 0,0 0-1 0 0,0 1 0 0 0,1-1 0 0 0,-1 0 1 0 0,0 0-1 0 0,2 2 3 0 0,-1 0 0 0 0,0 0-1 0 0,1 0 1 0 0,-1 0 0 0 0,0 0 0 0 0,0 0 0 0 0,0 0 0 0 0,0 1 0 0 0,-1-1 0 0 0,2 4 0 0 0,26 140-804 0 0,-27-141 454 0 0,0 0 1 0 0,0 0-1 0 0,1 0 1 0 0,-1 0-1 0 0,1-1 1 0 0,0 1-1 0 0,0-1 0 0 0,1 1 1 0 0,4 6-1 0 0,-6-10 6 0 0,0 0 0 0 0,0 0-1 0 0,0-1 1 0 0,0 1 0 0 0,0 0-1 0 0,0 0 1 0 0,0-1 0 0 0,0 1-1 0 0,1-1 1 0 0,-1 1 0 0 0,0-1-1 0 0,0 1 1 0 0,0-1 0 0 0,1 0 0 0 0,1 1-1 0 0,3 0-715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7.3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2176 0 0,'0'0'4480'0'0,"0"-17"1376"0"0,68 68 1887 0 0,-34 0-8575 0 0,-34-34 1088 0 0,17 0 640 0 0,-17 17-1152 0 0,0-1-2368 0 0,0-16 1185 0 0,0 18-12897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7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17 255 2368 0 0,'0'0'2240'0'0,"0"-17"576"0"0,0 0-1376 0 0,0-1-288 0 0,0-15 704 0 0,-17-119 4895 0 0,17 134-5471 0 0,17 69-2432 0 0,-17-17-5055 0 0,18 0-865 0 0,-18-17 1600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8.0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70 831 1952 0 0,'0'-2'6098'0'0,"0"-15"-1402"0"0,0 5-2317 0 0,0 9-1334 0 0,-2 0-437 0 0,-10-8 651 0 0,10 8-406 0 0,-1 0-773 0 0,1 2-15 0 0,1 1 0 0 0,0-1 1 0 0,-1 0-1 0 0,1 0 0 0 0,0 1 0 0 0,-1-1 0 0 0,1 1 0 0 0,-1-1 0 0 0,1 1 0 0 0,-1 0 1 0 0,1-1-1 0 0,-1 1 0 0 0,1 0 0 0 0,-1 0 0 0 0,0 0 0 0 0,1 0 0 0 0,-1 1 1 0 0,1-1-1 0 0,-1 0 0 0 0,1 1 0 0 0,-1-1 0 0 0,1 1 0 0 0,-1-1 0 0 0,1 1 1 0 0,0-1-1 0 0,-1 1 0 0 0,-1 1 0 0 0,3-1-63 0 0,-1-1-1 0 0,1 0 1 0 0,-1 0-1 0 0,1 1 1 0 0,-1-1-1 0 0,1 0 1 0 0,0 0-1 0 0,-1 1 1 0 0,1-1-1 0 0,-1 1 1 0 0,1-1-1 0 0,0 0 1 0 0,-1 1-1 0 0,1-1 1 0 0,0 1-1 0 0,0-1 1 0 0,-1 1-1 0 0,1-1 1 0 0,0 1-1 0 0,0-1 1 0 0,0 1-1 0 0,0-1 1 0 0,0 1-1 0 0,0-1 1 0 0,0 1-1 0 0,-1-1 1 0 0,1 1-1 0 0,1-1 1 0 0,-1 1-1 0 0,0-1 1 0 0,0 1-1 0 0,0-1 1 0 0,0 1-1 0 0,0-1 1 0 0,1 1-1 0 0,-1 6-210 0 0,6 22 135 0 0,-2-15 112 0 0,1 0 0 0 0,1 0 0 0 0,0 0 0 0 0,0 0 0 0 0,2-1 0 0 0,17 25 0 0 0,-23-35-58 0 0,0 0 1 0 0,1 0-1 0 0,-1 0 0 0 0,1-1 0 0 0,0 1 0 0 0,0-1 0 0 0,0 1 0 0 0,0-1 0 0 0,0 0 0 0 0,0 0 1 0 0,7 2-1 0 0,-8-3 41 0 0,-1-1 0 0 0,1 0 0 0 0,0 1 1 0 0,0-1-1 0 0,0 0 0 0 0,0 0 1 0 0,-1 0-1 0 0,1 0 0 0 0,0 0 0 0 0,0-1 1 0 0,0 1-1 0 0,-1 0 0 0 0,1-1 1 0 0,0 0-1 0 0,0 1 0 0 0,-1-1 0 0 0,1 0 1 0 0,0 0-1 0 0,-1 0 0 0 0,1 0 1 0 0,-1 0-1 0 0,0 0 0 0 0,1 0 0 0 0,1-3 1 0 0,0-1-188 0 0,0-40 257 0 0,-3 43-71 0 0,3-59 747 0 0,-3 0-1 0 0,-9-75 1 0 0,-51-352 1040 0 0,55 454-1726 0 0,-14-98 127 0 0,18 131-202 0 0,1 1 1 0 0,0 0-1 0 0,0 0 1 0 0,0-1-1 0 0,0 1 0 0 0,0 0 1 0 0,-1 0-1 0 0,1-1 1 0 0,0 1-1 0 0,0 0 0 0 0,0 0 1 0 0,-1 0-1 0 0,1 0 1 0 0,0-1-1 0 0,0 1 1 0 0,0 0-1 0 0,-1 0 0 0 0,1 0 1 0 0,0 0-1 0 0,0 0 1 0 0,-1 0-1 0 0,1 0 1 0 0,0 0-1 0 0,0 0 0 0 0,-1 0 1 0 0,1 0-1 0 0,0 0 1 0 0,-1 0-1 0 0,1 0 0 0 0,0 0 1 0 0,0 0-1 0 0,-1 0 1 0 0,1 0-1 0 0,0 0 1 0 0,0 0-1 0 0,-1 0 0 0 0,1 0 1 0 0,0 0-1 0 0,0 0 1 0 0,-1 1-1 0 0,1-1 0 0 0,0 0 1 0 0,0 0-1 0 0,-1 0 1 0 0,-2 28-99 0 0,3-5 302 0 0,2 0-1 0 0,1 1 0 0 0,8 30 1 0 0,85 298 430 0 0,40 41-1462 0 0,-66-215-884 0 0,-58-156-3169 0 0,30 49-14863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15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 1888 0 0,'-1'0'254'0'0,"0"-1"-1"0"0,0 1 1 0 0,1 0 0 0 0,-1 0-1 0 0,0 0 1 0 0,1 0 0 0 0,-1 0 0 0 0,0 0-1 0 0,0 0 1 0 0,1 0 0 0 0,-1 0-1 0 0,0 0 1 0 0,0 1 0 0 0,1-1 0 0 0,-1 0-1 0 0,0 0 1 0 0,1 1 0 0 0,-1-1-1 0 0,0 0 1 0 0,0 1 0 0 0,1 0-165 0 0,-1-1 1 0 0,1 1-1 0 0,0-1 1 0 0,0 1-1 0 0,0-1 0 0 0,0 1 1 0 0,0-1-1 0 0,0 1 1 0 0,0-1-1 0 0,0 1 1 0 0,0-1-1 0 0,0 1 1 0 0,1-1-1 0 0,-1 0 0 0 0,0 1 1 0 0,0-1-1 0 0,0 1 1 0 0,0-1-1 0 0,1 1 1 0 0,-1-1-1 0 0,0 0 0 0 0,1 1 1 0 0,-1-1-1 0 0,0 0 1 0 0,0 1-1 0 0,1-1 1 0 0,-1 0-1 0 0,1 1 1 0 0,-1-1-1 0 0,0 0 0 0 0,1 0 1 0 0,-1 1-1 0 0,1-1 1 0 0,-1 0-1 0 0,0 0 1 0 0,1 0-1 0 0,-1 0 1 0 0,1 1-1 0 0,-1-1 0 0 0,1 0 1 0 0,-1 0-1 0 0,1 0 1 0 0,-1 0-1 0 0,1 0 1 0 0,-1 0-1 0 0,1 0 1 0 0,0-1-1 0 0,7 15 567 0 0,3-13-470 0 0,0 1-1 0 0,0-2 1 0 0,0 1 0 0 0,14-2 0 0 0,-6 0-155 0 0,-18 1-23 0 0,0 1 1 0 0,0-1-1 0 0,0 0 1 0 0,-1 0 0 0 0,1 1-1 0 0,0-1 1 0 0,0 0-1 0 0,0 1 1 0 0,0-1-1 0 0,0 1 1 0 0,-1 0-1 0 0,1-1 1 0 0,0 1-1 0 0,-1-1 1 0 0,1 1-1 0 0,0 0 1 0 0,0 1-1 0 0,3 1 20 0 0,3-1-28 0 0,-1 0 0 0 0,1-1 0 0 0,0 0 0 0 0,0-1 0 0 0,0 1 0 0 0,0-1 0 0 0,0 0 0 0 0,10-3 0 0 0,7 2 16 0 0,100 1-2523 0 0,-43 0-5865 0 0,-79 0 7406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15.6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 1952 0 0,'0'0'3600'0'0,"-3"3"-2635"0"0,-1 10 2450 0 0,5-13-3356 0 0,-1 0 1 0 0,1 1-1 0 0,-1-1 0 0 0,0 0 0 0 0,1 1 1 0 0,-1-1-1 0 0,1 1 0 0 0,-1-1 0 0 0,0 1 1 0 0,1-1-1 0 0,-1 1 0 0 0,0-1 0 0 0,1 1 0 0 0,-1-1 1 0 0,0 1-1 0 0,0-1 0 0 0,1 1 0 0 0,-1-1 1 0 0,0 1-1 0 0,0 0 0 0 0,0-1 0 0 0,0 1 1 0 0,0-1-1 0 0,0 2 0 0 0,7-1 97 0 0,0 0-1 0 0,-1 0 1 0 0,1-1 0 0 0,11 0 0 0 0,11 0 49 0 0,44 8 1 0 0,-49-5-198 0 0,39 1-1 0 0,70-4-3772 0 0,-129 0 3252 0 0,1 0-1 0 0,-1 1 1 0 0,0-1-1 0 0,1 1 1 0 0,-1 0 0 0 0,0 0-1 0 0,0 0 1 0 0,6 3-1 0 0,5 1-1147 0 0,6-2-910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46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1696 0 0,'0'0'9317'0'0,"3"0"-8864"0"0,71 0 1515 0 0,-53-5-1821 0 0,3-3-86 0 0,17 7 9 0 0,-28 1-45 0 0,0 0 1 0 0,0-1-1 0 0,19-3 0 0 0,-10-3-14 0 0,-19 6-15 0 0,1 0 0 0 0,-1 0 0 0 0,1 0 0 0 0,-1 0 0 0 0,1 1 0 0 0,-1-1 0 0 0,7 1 0 0 0,163 0-4204 0 0,-96 0-3237 0 0,-74 0 6666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47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2 1760 0 0,'0'0'5402'0'0,"-1"-1"-5305"0"0,0 1-1 0 0,0 0 0 0 0,1 0 1 0 0,-1 0-1 0 0,0 0 0 0 0,0 0 0 0 0,1 0 1 0 0,-1 0-1 0 0,0 0 0 0 0,0 0 0 0 0,1 0 1 0 0,-1 0-1 0 0,0 1 0 0 0,0-1 0 0 0,1 0 1 0 0,-1 0-1 0 0,0 1 0 0 0,1-1 0 0 0,-2 1 1 0 0,2 0 9 0 0,0 0 0 0 0,0-1 0 0 0,-1 1 0 0 0,1 0 1 0 0,0-1-1 0 0,0 1 0 0 0,0 0 0 0 0,-1-1 0 0 0,1 1 0 0 0,0-1 1 0 0,0 1-1 0 0,-1 0 0 0 0,1-1 0 0 0,-1 1 0 0 0,1-1 0 0 0,0 1 0 0 0,-1-1 1 0 0,1 1-1 0 0,-1-1 0 0 0,1 0 0 0 0,-1 1 0 0 0,0 0 0 0 0,0-1-43 0 0,1 0 0 0 0,-1 1 0 0 0,1-1 0 0 0,-1 1 0 0 0,1-1 0 0 0,-1 0 0 0 0,1 1-1 0 0,-1-1 1 0 0,1 1 0 0 0,-1-1 0 0 0,1 1 0 0 0,0 0 0 0 0,-1-1 0 0 0,1 1 0 0 0,0-1-1 0 0,0 1 1 0 0,-1 0 0 0 0,1-1 0 0 0,0 1 0 0 0,0 0 0 0 0,0-1 0 0 0,0 2 0 0 0,0 0 987 0 0,3 8-233 0 0,-3-10-793 0 0,0 0-1 0 0,0 1 0 0 0,0-1 0 0 0,0 0 1 0 0,0 0-1 0 0,0 1 0 0 0,0-1 0 0 0,0 0 0 0 0,0 1 1 0 0,0-1-1 0 0,0 0 0 0 0,0 0 0 0 0,0 1 1 0 0,0-1-1 0 0,1 0 0 0 0,-1 0 0 0 0,0 1 0 0 0,0-1 1 0 0,0 0-1 0 0,0 0 0 0 0,1 1 0 0 0,-1-1 1 0 0,0 0-1 0 0,0 0 0 0 0,0 0 0 0 0,1 0 0 0 0,-1 1 1 0 0,0-1-1 0 0,0 0 0 0 0,1 0 0 0 0,-1 0 1 0 0,0 0-1 0 0,1 0 0 0 0,-1 0 0 0 0,0 0 0 0 0,0 0 1 0 0,1 0-1 0 0,-1 0 0 0 0,0 0 0 0 0,1 0 1 0 0,-1 0-1 0 0,0 0 0 0 0,0 0 0 0 0,1 0 0 0 0,-1 0 1 0 0,0 0-1 0 0,0 0 0 0 0,1 0 0 0 0,-1 0 1 0 0,0 0-1 0 0,1 0 0 0 0,-1-1 0 0 0,3 1 510 0 0,0 0-88 0 0,-2 0-422 0 0,0 0 1 0 0,-1 0-1 0 0,1 0 1 0 0,0 0-1 0 0,0 0 1 0 0,-1 0-1 0 0,1 0 1 0 0,0 0-1 0 0,0 0 1 0 0,0 0-1 0 0,-1 0 1 0 0,1 0-1 0 0,0 1 1 0 0,-1-1-1 0 0,1 0 1 0 0,0 0-1 0 0,0 1 1 0 0,0 0-1 0 0,2 1 50 0 0,1 0 1 0 0,-1-1-1 0 0,0 1 0 0 0,1 0 1 0 0,0-1-1 0 0,-1 0 0 0 0,1 0 1 0 0,0 0-1 0 0,-1-1 0 0 0,1 1 1 0 0,0-1-1 0 0,0 0 0 0 0,-1 0 1 0 0,1 0-1 0 0,6-1 0 0 0,264 1-1929 0 0,-269 0 1626 0 0,0 0 0 0 0,0 0 0 0 0,0-1-1 0 0,0 0 1 0 0,0 0 0 0 0,0 0-1 0 0,0 0 1 0 0,-1-1 0 0 0,1 0 0 0 0,5-2-1 0 0,11 1-1779 0 0,40 3-5521 0 0,-31 0 2790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1.2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28 2208 0 0,'0'0'5168'0'0,"0"-28"4491"0"0,0 48-7148 0 0,-13 252 97 0 0,10-216-2645 0 0,3-47-147 0 0,4 83-50 0 0,-3-79-578 0 0,1 0 0 0 0,0 0 0 0 0,1-1 0 0 0,1 1 0 0 0,0-1 0 0 0,5 13 1 0 0,-3-14-1714 0 0,-6-10 2182 0 0,0 1 1 0 0,1-1-1 0 0,-1 0 1 0 0,1 1-1 0 0,-1-1 1 0 0,1 0-1 0 0,-1 0 1 0 0,1 1-1 0 0,0-1 1 0 0,-1 0-1 0 0,1 0 1 0 0,0 0-1 0 0,0 0 1 0 0,0 0-1 0 0,0 0 1 0 0,0 0-1 0 0,0 0 1 0 0,0-1-1 0 0,0 1 1 0 0,1 0-1 0 0,-1-1 1 0 0,0 1-1 0 0,0-1 1 0 0,1 1-1 0 0,-1-1 1 0 0,0 1-1 0 0,0-1 1 0 0,1 0-1 0 0,1 1 1 0 0,13-1-2874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1.6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3904 0 0,'3'0'7904'0'0,"0"1"-7588"0"0,0 0 1 0 0,0-1 0 0 0,0 1 0 0 0,-1 1-1 0 0,1-1 1 0 0,0 0 0 0 0,-1 1 0 0 0,1-1-1 0 0,-1 1 1 0 0,0 0 0 0 0,1 0 0 0 0,-1 0-1 0 0,0 0 1 0 0,0 0 0 0 0,3 4 0 0 0,22 19 540 0 0,46 39 268 0 0,32 24-501 0 0,-87-74-562 0 0,17 9-97 0 0,56 36-792 0 0,-69-50-574 0 0,-10-2 536 0 0,-11-7 801 0 0,-1 1 0 0 0,1-1 0 0 0,-1 0 0 0 0,1 1 0 0 0,-1-1 0 0 0,1 0 0 0 0,-1 1 0 0 0,1-1 0 0 0,0 0 1 0 0,-1 1-1 0 0,1-1 0 0 0,-1 0 0 0 0,1 0 0 0 0,-1 0 0 0 0,1 0 0 0 0,0 0 0 0 0,-1 0 0 0 0,1 0 1 0 0,0 0-1 0 0,0 0 0 0 0,5 1-477 0 0,-2 1-386 0 0,0 0-1 0 0,1 0 1 0 0,-1 0-1 0 0,0-1 1 0 0,1 0 0 0 0,-1 0-1 0 0,1 0 1 0 0,5 0-1 0 0,6-1-4303 0 0,-13 0 4276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1.7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288 1 2240 0 0,'-18'0'12197'0'0,"17"0"-12095"0"0,0 0 0 0 0,0 0 0 0 0,0 1 0 0 0,0-1 1 0 0,1 0-1 0 0,-1 1 0 0 0,0-1 0 0 0,0 0 0 0 0,1 1 0 0 0,-1-1 0 0 0,0 1 0 0 0,0-1 0 0 0,1 1 1 0 0,-1 0-1 0 0,1-1 0 0 0,-1 1 0 0 0,0-1 0 0 0,1 1 0 0 0,-1 0 0 0 0,1 0 0 0 0,0-1 1 0 0,-1 3-1 0 0,-8 19 840 0 0,7-14-612 0 0,1-7-284 0 0,0 0 0 0 0,1 1 0 0 0,-1-1 0 0 0,1 0 0 0 0,0 1 0 0 0,-1-1 0 0 0,1 0 0 0 0,0 1 0 0 0,0-1 0 0 0,0 1 0 0 0,0-1 0 0 0,0 0 0 0 0,0 1 1 0 0,1 2-1 0 0,-1-4-39 0 0,0 1 0 0 0,0-1 1 0 0,0 1-1 0 0,0-1 0 0 0,0 1 1 0 0,0-1-1 0 0,0 0 1 0 0,0 1-1 0 0,0-1 0 0 0,0 1 1 0 0,0-1-1 0 0,0 1 0 0 0,0-1 1 0 0,0 1-1 0 0,0-1 0 0 0,0 1 1 0 0,-1-1-1 0 0,1 1 1 0 0,0-1-1 0 0,0 0 0 0 0,0 1 1 0 0,-1-1-1 0 0,1 1 0 0 0,-1-1 1 0 0,-13 18 335 0 0,1 0 0 0 0,1 1 1 0 0,0 1-1 0 0,-15 35 0 0 0,-4 4-385 0 0,-49 61-491 0 0,51-88-1142 0 0,29-30 1585 0 0,-1-1 0 0 0,1 0-1 0 0,-1 0 1 0 0,1 0 0 0 0,-1 1 0 0 0,1-1-1 0 0,0 0 1 0 0,0 1 0 0 0,0-1-1 0 0,0 0 1 0 0,0 0 0 0 0,0 1-1 0 0,0-1 1 0 0,1 3 0 0 0,-1-3-36 0 0,0 0 0 0 0,0 0 0 0 0,0 1 0 0 0,0-1 0 0 0,0 0 1 0 0,0 1-1 0 0,0-1 0 0 0,0 0 0 0 0,0 0 0 0 0,0 1 0 0 0,-1-1 0 0 0,1 0 1 0 0,-1 0-1 0 0,0 3 0 0 0,-6 1-969 0 0,7-5 1014 0 0,-1 0 0 0 0,1 0 1 0 0,0 0-1 0 0,-1 0 1 0 0,1 1-1 0 0,-1-1 0 0 0,1 0 1 0 0,0 0-1 0 0,-1 1 0 0 0,1-1 1 0 0,0 0-1 0 0,0 1 1 0 0,-1-1-1 0 0,1 0 0 0 0,0 1 1 0 0,0-1-1 0 0,-1 1 0 0 0,1-1 1 0 0,0 0-1 0 0,0 1 1 0 0,0-1-1 0 0,0 1 0 0 0,0-1 1 0 0,0 0-1 0 0,0 1 0 0 0,0-1 1 0 0,0 1-1 0 0,0-1 1 0 0,0 0-1 0 0,0 2 0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2.0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0 3968 0 0,'0'0'12352'0'0,"0"3"-11281"0"0,0 55 2380 0 0,0-56-3415 0 0,0 0-1 0 0,0 0 1 0 0,0 0 0 0 0,-1 0 0 0 0,1 0-1 0 0,-1 0 1 0 0,1 0 0 0 0,-1 0-1 0 0,0 0 1 0 0,1 0 0 0 0,-1-1 0 0 0,-2 4-1 0 0,2-4 3 0 0,0 1-1 0 0,0-1 0 0 0,0 1 0 0 0,1-1 1 0 0,-1 1-1 0 0,0-1 0 0 0,1 1 1 0 0,-1 0-1 0 0,1-1 0 0 0,0 1 1 0 0,0 0-1 0 0,-1 2 0 0 0,1 172 523 0 0,0-167-763 0 0,0-1-1 0 0,1 1 0 0 0,0 0 1 0 0,0-1-1 0 0,1 1 0 0 0,0 0 1 0 0,1-1-1 0 0,5 12 0 0 0,1 5-512 0 0,-9-23 571 0 0,0 0 1 0 0,0 1-1 0 0,1-1 1 0 0,-1 0-1 0 0,1 0 0 0 0,0 0 1 0 0,0 0-1 0 0,-1 0 0 0 0,1 0 1 0 0,0 0-1 0 0,1 0 1 0 0,-1-1-1 0 0,0 1 0 0 0,0 0 1 0 0,1-1-1 0 0,-1 1 1 0 0,1-1-1 0 0,-1 1 0 0 0,1-1 1 0 0,3 2-1 0 0,6 5-1255 0 0,-6-1 182 0 0,-5-7 1065 0 0,0 1 0 0 0,0-1 0 0 0,0 0 0 0 0,1 1 0 0 0,-1-1 0 0 0,7 4-2755 0 0,-7-4 2755 0 0,0 0 0 0 0,1 0 0 0 0,-1 0 0 0 0,1 0-1 0 0,0 0 1 0 0,0 0-68 0 0,0 0-1 0 0,0 1 0 0 0,-1-1 1 0 0,1 0-1 0 0,0 1 1 0 0,0-1-1 0 0,0 1 0 0 0,0-1 1 0 0,0 1-1 0 0,-1-1 0 0 0,1 1 1 0 0,0 0-1 0 0,0-1 1 0 0,-1 1-1 0 0,1 0 0 0 0,0-1 1 0 0,0 2-1 0 0,2 2-562 0 0,10-1-1604 0 0,-7-3 1118 0 0,7 0 299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2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115 205 2560 0 0,'0'0'2821'0'0,"-19"0"5248"0"0,19 0-8032 0 0,-1 0-1 0 0,1 0 0 0 0,-1 0 1 0 0,1 0-1 0 0,-1 0 0 0 0,1 0 1 0 0,0 0-1 0 0,-1 0 0 0 0,1 0 1 0 0,-1 0-1 0 0,1 0 0 0 0,-1 0 1 0 0,1 1-1 0 0,-1-1 0 0 0,1 0 1 0 0,-1 0-1 0 0,1 0 0 0 0,0 1 1 0 0,-1-1-1 0 0,1 0 0 0 0,-1 0 1 0 0,1 1-1 0 0,0-1 0 0 0,-1 0 1 0 0,1 1-1 0 0,0-1 0 0 0,0 0 1 0 0,-1 1-1 0 0,1-1 0 0 0,0 1 1 0 0,0-1-1 0 0,-1 0 0 0 0,1 1 1 0 0,0-1-1 0 0,0 1 0 0 0,0-1 1 0 0,0 1-1 0 0,0-1 0 0 0,0 1 1 0 0,0-1-1 0 0,-1 1 0 0 0,1-1 1 0 0,1 0-1 0 0,-1 1 0 0 0,0-1 1 0 0,0 1-1 0 0,0 0 0 0 0,0-1-20 0 0,0 1 0 0 0,0-1 1 0 0,0 0-1 0 0,-1 0 0 0 0,1 1 0 0 0,0-1 0 0 0,0 0 0 0 0,0 0 0 0 0,-1 0 0 0 0,1 0 1 0 0,0 1-1 0 0,0-1 0 0 0,0 0 0 0 0,-1 0 0 0 0,1 0 0 0 0,0 0 0 0 0,0 0 0 0 0,-1 0 0 0 0,1 0 1 0 0,0 1-1 0 0,0-1 0 0 0,-1 0 0 0 0,1 0 0 0 0,0 0 0 0 0,-1 0 0 0 0,1 0 0 0 0,0 0 1 0 0,0 0-1 0 0,-1 0 0 0 0,1 0 0 0 0,0-1 0 0 0,0 1 0 0 0,-1 0 0 0 0,1 0 0 0 0,0 0 0 0 0,-1 0 1 0 0,1 0 0 0 0,0 0-1 0 0,0 0 1 0 0,-1-1 0 0 0,1 1-1 0 0,0 0 1 0 0,0 0 0 0 0,-1 0-1 0 0,1 0 1 0 0,0 0-1 0 0,0 0 1 0 0,-1 0 0 0 0,1 0-1 0 0,0 0 1 0 0,0 0 0 0 0,-1 0-1 0 0,1 1 1 0 0,0-1 0 0 0,0 0-1 0 0,-1 0 1 0 0,1 0 0 0 0,0 0-1 0 0,0 0 1 0 0,-1 0-1 0 0,1 0 1 0 0,0 1 0 0 0,0-1-1 0 0,0 0 1 0 0,-1 0 0 0 0,1 0-1 0 0,0 1 1 0 0,0-1 0 0 0,0 0-1 0 0,-1 1 1 0 0,-14 41 991 0 0,15-41-992 0 0,0 0 0 0 0,0 0-1 0 0,0 0 1 0 0,1-1 0 0 0,-1 1 0 0 0,1 0 0 0 0,-1 0 0 0 0,0 0 0 0 0,1 0 0 0 0,-1-1 0 0 0,1 1 0 0 0,0 0-1 0 0,-1 0 1 0 0,1-1 0 0 0,0 1 0 0 0,-1-1 0 0 0,2 2 0 0 0,2 1 44 0 0,-4-1-54 0 0,1 0-1 0 0,0-1 0 0 0,0 1 0 0 0,0 0 0 0 0,0-1 0 0 0,0 1 0 0 0,0-1 0 0 0,0 1 0 0 0,1-1 1 0 0,-1 0-1 0 0,0 1 0 0 0,1-1 0 0 0,-1 0 0 0 0,1 0 0 0 0,-1 0 0 0 0,1 0 0 0 0,3 1 0 0 0,2 2-65 0 0,-6-3 74 0 0,0 1 0 0 0,0-1 0 0 0,0 0 0 0 0,0 1 0 0 0,0-1 0 0 0,1 0 0 0 0,-1 0 0 0 0,0 0 0 0 0,1 0 0 0 0,-1 0 0 0 0,0 0-1 0 0,1 0 1 0 0,-1-1 0 0 0,1 1 0 0 0,-1 0 0 0 0,1-1 0 0 0,0 1 0 0 0,-1-1 0 0 0,1 0 0 0 0,-1 0 0 0 0,1 1 0 0 0,3-1-1 0 0,-5 0-8 0 0,1-1-1 0 0,0 1 0 0 0,-1 0 1 0 0,1 0-1 0 0,0 0 0 0 0,-1 1 0 0 0,1-1 1 0 0,0 0-1 0 0,-1 0 0 0 0,1 0 1 0 0,0 0-1 0 0,-1 1 0 0 0,1-1 0 0 0,-1 0 1 0 0,1 0-1 0 0,0 1 0 0 0,-1-1 1 0 0,1 1-1 0 0,-1-1 0 0 0,1 0 0 0 0,-1 1 1 0 0,1-1-1 0 0,-1 1 0 0 0,1 0 1 0 0,0 0-14 0 0,0 0 1 0 0,0 0-1 0 0,0 0 1 0 0,0 0 0 0 0,0 0-1 0 0,0 0 1 0 0,1 0 0 0 0,-1-1-1 0 0,0 1 1 0 0,1 0 0 0 0,-1-1-1 0 0,0 1 1 0 0,1-1-1 0 0,-1 0 1 0 0,3 1 0 0 0,6 3-14 0 0,-6-2 35 0 0,0 0 1 0 0,0-1 0 0 0,1 0-1 0 0,-1 1 1 0 0,0-1 0 0 0,0-1 0 0 0,0 1-1 0 0,1-1 1 0 0,-1 1 0 0 0,0-1 0 0 0,1-1-1 0 0,-1 1 1 0 0,0 0 0 0 0,1-1-1 0 0,3-1 1 0 0,2-1-33 0 0,-4 2 26 0 0,0 0 1 0 0,0-1-1 0 0,0 0 1 0 0,0 0-1 0 0,0-1 1 0 0,0 1-1 0 0,-1-1 1 0 0,10-7-1 0 0,-14 8-1 0 0,1 1-1 0 0,-1 0 1 0 0,0-1 0 0 0,1 1-1 0 0,-1 0 1 0 0,1 0 0 0 0,-1 0-1 0 0,1 0 1 0 0,0 0 0 0 0,-1 0-1 0 0,1 1 1 0 0,0-1 0 0 0,-1 0-1 0 0,1 1 1 0 0,0-1-1 0 0,2 1 1 0 0,4-8-49 0 0,-1-1 85 0 0,-3 4-46 0 0,0 1 0 0 0,-1-1-1 0 0,1-1 1 0 0,-1 1 0 0 0,0 0 0 0 0,0-1 0 0 0,-1 0 0 0 0,0 1 0 0 0,0-1 0 0 0,0 0 0 0 0,-1 0 0 0 0,1 0 0 0 0,-1-7-1 0 0,0 2 23 0 0,0 4 12 0 0,0 1 0 0 0,-1 0 0 0 0,0 0 0 0 0,0 0 0 0 0,0 0 0 0 0,-1-1 0 0 0,0 1 0 0 0,-2-8 0 0 0,2 12-40 0 0,-9-19-5 0 0,-1 1 0 0 0,-16-22 0 0 0,23 37 30 0 0,0 0 1 0 0,0 0-1 0 0,-1 0 0 0 0,0 1 1 0 0,1 0-1 0 0,-1 0 0 0 0,-1 0 1 0 0,1 0-1 0 0,-1 1 0 0 0,1 0 1 0 0,-1 0-1 0 0,-6-2 0 0 0,7 4-10 0 0,0 0 0 0 0,0 1-1 0 0,0-1 1 0 0,0 1 0 0 0,1 0-1 0 0,-1 0 1 0 0,0 1-1 0 0,0-1 1 0 0,0 1 0 0 0,0 0-1 0 0,0 1 1 0 0,-7 2 0 0 0,-50 25 14 0 0,51-24 13 0 0,1 0-212 0 0,0 0-1 0 0,1 0 0 0 0,0 1 0 0 0,0 0 0 0 0,0 0 0 0 0,1 1 1 0 0,0 0-1 0 0,0 1 0 0 0,1 0 0 0 0,-10 12 0 0 0,16-19 99 0 0,0 0 0 0 0,0 1 0 0 0,1-1 0 0 0,-2 0 0 0 0,1 0 0 0 0,0 0 0 0 0,0 0 0 0 0,0 0 0 0 0,0 0 0 0 0,-1 0 0 0 0,1-1 0 0 0,-2 2 0 0 0,2-2-21 0 0,0 0 0 0 0,0 1 0 0 0,1-1 1 0 0,-1 0-1 0 0,0 1 0 0 0,0-1 1 0 0,0 1-1 0 0,1-1 0 0 0,-1 1 0 0 0,0-1 1 0 0,1 1-1 0 0,-1 0 0 0 0,0-1 0 0 0,1 1 1 0 0,-1 0-1 0 0,1 0 0 0 0,-1-1 1 0 0,1 1-1 0 0,-1 0 0 0 0,1 0 0 0 0,0 0 1 0 0,-1-1-1 0 0,1 1 0 0 0,0 0 0 0 0,0 0 1 0 0,0 0-1 0 0,0 0 0 0 0,-1 0 1 0 0,1 0-1 0 0,0-1 0 0 0,0 1 0 0 0,1 0 1 0 0,-1 0-1 0 0,0 0 0 0 0,0 0 1 0 0,0 0-1 0 0,1 0 0 0 0,-1 0 0 0 0,0-1 1 0 0,1 1-1 0 0,-1 0 0 0 0,0 0 0 0 0,1-1 1 0 0,0 1-1 0 0,0 1 0 0 0,16 18-7774 0 0,-3-11 6523 0 0,15-7-497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2.7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3456 0 0,'0'0'8517'0'0,"18"0"-5669"0"0,208 0-2345 0 0,-147 0-4492 0 0,0 0-3730 0 0,-50 0 4103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3.0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161 1 3776 0 0,'0'0'8154'0'0,"0"3"-7247"0"0,1 1-562 0 0,-1-3-253 0 0,0 0 1 0 0,0-1-1 0 0,1 1 1 0 0,-1 0-1 0 0,0 0 1 0 0,0-1-1 0 0,0 1 1 0 0,0 0-1 0 0,0 0 1 0 0,0-1 0 0 0,0 1-1 0 0,0 0 1 0 0,0 0-1 0 0,0-1 1 0 0,-1 1-1 0 0,1 0 1 0 0,0 0-1 0 0,0-1 1 0 0,-1 1-1 0 0,1 0 1 0 0,0-1-1 0 0,-1 1 1 0 0,1 0-1 0 0,-1-1 1 0 0,1 1 0 0 0,-1-1-1 0 0,1 1 1 0 0,-1-1-1 0 0,1 1 1 0 0,-1-1-1 0 0,1 1 1 0 0,-1-1-1 0 0,0 0 1 0 0,1 1-1 0 0,-1-1 1 0 0,0 0-1 0 0,1 1 1 0 0,-1-1-1 0 0,0 0 1 0 0,-1 1-1 0 0,-3 15 836 0 0,-9 1-354 0 0,-9 9-177 0 0,11-13-243 0 0,-2 5 115 0 0,0 0-1 0 0,-21 36 1 0 0,29-44-249 0 0,3-6 4 0 0,1 0 1 0 0,-1 1-1 0 0,1-1 0 0 0,-1 1 1 0 0,1-1-1 0 0,1 1 0 0 0,-1 0 0 0 0,1 0 1 0 0,0 0-1 0 0,0 0 0 0 0,0 0 1 0 0,0 9-1 0 0,1 3 39 0 0,-1-10-57 0 0,1-1 0 0 0,0 1 0 0 0,0 0 0 0 0,0-1 0 0 0,1 1 0 0 0,0-1-1 0 0,0 1 1 0 0,1-1 0 0 0,0 1 0 0 0,3 6 0 0 0,1-5-5 0 0,0 1 1 0 0,1-1-1 0 0,0-1 1 0 0,0 1-1 0 0,1-1 1 0 0,0 0-1 0 0,0-1 0 0 0,9 6 1 0 0,-9-7 1 0 0,0 0-1 0 0,-1-1 1 0 0,1 0 0 0 0,1 0-1 0 0,-1-1 1 0 0,0 0 0 0 0,1-1 0 0 0,0 1-1 0 0,-1-2 1 0 0,14 2 0 0 0,60-3-147 0 0,-80 0 143 0 0,-1 0 1 0 0,1 0 0 0 0,-1 0-1 0 0,1 0 1 0 0,-1 0-1 0 0,1 0 1 0 0,-1-1 0 0 0,1 1-1 0 0,-1 0 1 0 0,0-1 0 0 0,1 0-1 0 0,-1 1 1 0 0,0-1-1 0 0,1 0 1 0 0,-1 1 0 0 0,0-1-1 0 0,2-1 1 0 0,1-3-52 0 0,-1 0 0 0 0,1 0-1 0 0,-1 0 1 0 0,0-1 0 0 0,4-8 0 0 0,-6 12 27 0 0,0 0 0 0 0,1 1 1 0 0,-1-1-1 0 0,-1 0 1 0 0,1 0-1 0 0,0 0 0 0 0,0 0 1 0 0,-1 0-1 0 0,1 0 0 0 0,-1 0 1 0 0,0-1-1 0 0,0 1 0 0 0,1 0 1 0 0,-1 0-1 0 0,-1 0 0 0 0,1 0 1 0 0,0 0-1 0 0,0 0 0 0 0,-1 0 1 0 0,1 0-1 0 0,-1-1 1 0 0,0 1-1 0 0,0 1 0 0 0,1-1 1 0 0,-1 0-1 0 0,-1 0 0 0 0,1 0 1 0 0,-3-3-1 0 0,1-2-133 0 0,-2 0 1 0 0,1 1-1 0 0,-1-1 0 0 0,0 1 1 0 0,-1 0-1 0 0,1 0 0 0 0,-1 0 0 0 0,0 1 1 0 0,0 0-1 0 0,-1 1 0 0 0,0-1 0 0 0,-13-6 1 0 0,2 1-305 0 0,3 3-391 0 0,1 1 0 0 0,-1 0-1 0 0,-18-4 1 0 0,9 2-603 0 0,20 7 729 0 0,-1 0 0 0 0,1 0 0 0 0,0 1 0 0 0,0-1 0 0 0,0 1 0 0 0,0 0 0 0 0,-7 1 0 0 0,2-1-2699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5.9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3552 0 0,'0'0'1728'0'0,"19"0"6016"0"0,-7-1-6107 0 0,11 2 836 0 0,-23-1-2436 0 0,1 0 0 0 0,-1 1 0 0 0,1-1-1 0 0,-1 0 1 0 0,1 0 0 0 0,-1 0-1 0 0,1 0 1 0 0,-1 1 0 0 0,1-1 0 0 0,-1 0-1 0 0,1 1 1 0 0,-1-1 0 0 0,0 0-1 0 0,1 1 1 0 0,-1-1 0 0 0,1 0 0 0 0,-1 1-1 0 0,0-1 1 0 0,0 1 0 0 0,1-1-1 0 0,-1 1 1 0 0,0-1 0 0 0,0 1 0 0 0,1-1-1 0 0,-1 1 1 0 0,0-1 0 0 0,0 1 0 0 0,0-1-1 0 0,0 1 1 0 0,0-1 0 0 0,0 1-1 0 0,0 0 1 0 0,0 2 230 0 0,3-1-123 0 0,-2-1-117 0 0,0 0-2 0 0,0 1 0 0 0,0-1 1 0 0,0 0-1 0 0,0 0 0 0 0,0 0 0 0 0,0 1 0 0 0,0-1 0 0 0,0 0 0 0 0,-1 1 0 0 0,1-1 0 0 0,-1 1 0 0 0,1-1 1 0 0,-1 1-1 0 0,1-1 0 0 0,-1 1 0 0 0,0-1 0 0 0,0 1 0 0 0,0-1 0 0 0,0 1 0 0 0,0 1 0 0 0,13 40 338 0 0,-10 73-140 0 0,-3-86-142 0 0,0 21-12 0 0,0-50-65 0 0,0-1-1 0 0,0 1 0 0 0,0 0 1 0 0,0-1-1 0 0,0 1 1 0 0,1-1-1 0 0,-1 1 0 0 0,0 0 1 0 0,0-1-1 0 0,1 1 0 0 0,-1-1 1 0 0,0 1-1 0 0,1-1 0 0 0,-1 1 1 0 0,0-1-1 0 0,1 1 1 0 0,-1-1-1 0 0,1 1 0 0 0,-1-1 1 0 0,1 1-1 0 0,-1-1 0 0 0,1 0 1 0 0,0 1-1 0 0,0 0 3 0 0,-1-1 1 0 0,1 0-1 0 0,-1 1 1 0 0,1-1-1 0 0,-1 0 1 0 0,1 1-1 0 0,-1-1 0 0 0,1 1 1 0 0,-1-1-1 0 0,1 1 1 0 0,-1-1-1 0 0,0 1 0 0 0,1-1 1 0 0,-1 1-1 0 0,0-1 1 0 0,1 1-1 0 0,-1 0 1 0 0,0-1-1 0 0,0 1 0 0 0,0 0 1 0 0,0-1-1 0 0,0 1 1 0 0,1 0-1 0 0,5-18-118 0 0,-5 15 142 0 0,1 0 0 0 0,-1-1 0 0 0,0 1 0 0 0,0 0 0 0 0,0-1 0 0 0,-1 1 0 0 0,1 0 0 0 0,-1-1 1 0 0,1 1-1 0 0,-1-5 0 0 0,1 6-43 0 0,-1 0 1 0 0,0 0 0 0 0,0 0-1 0 0,0 0 1 0 0,1 0 0 0 0,-1 0-1 0 0,0 0 1 0 0,1 1 0 0 0,-1-1-1 0 0,1 0 1 0 0,-1 0 0 0 0,1 0-1 0 0,0 1 1 0 0,-1-1 0 0 0,1 0-1 0 0,0 0 1 0 0,10-14-120 0 0,12-40 212 0 0,-20 44-49 0 0,1 1 0 0 0,1 0 0 0 0,0 0 1 0 0,0 0-1 0 0,11-14 0 0 0,1-2 96 0 0,-11 13-159 0 0,2 1 0 0 0,0 1 1 0 0,0 0-1 0 0,12-12 0 0 0,4-1 288 0 0,-23 23-258 0 0,0 1-1 0 0,-1-1 1 0 0,1 0-1 0 0,0 1 1 0 0,0-1 0 0 0,0 0-1 0 0,0 1 1 0 0,1-1-1 0 0,-1 1 1 0 0,0-1 0 0 0,0 1-1 0 0,0 0 1 0 0,0 0-1 0 0,0-1 1 0 0,1 1 0 0 0,-1 0-1 0 0,0 0 1 0 0,0 0-1 0 0,0 0 1 0 0,0 0-1 0 0,1 0 1 0 0,-1 1 0 0 0,0-1-1 0 0,0 0 1 0 0,0 1-1 0 0,0-1 1 0 0,2 1 0 0 0,15 12-166 0 0,-11-6 218 0 0,-1 0 0 0 0,0 1 0 0 0,-1-1-1 0 0,1 1 1 0 0,4 11 0 0 0,1 0 67 0 0,-1-6-160 0 0,-9-12 39 0 0,0 0 0 0 0,-1 0 0 0 0,1 0 0 0 0,0 1 0 0 0,-1-1 0 0 0,1 0 0 0 0,-1 0 0 0 0,1 1 0 0 0,-1-1 0 0 0,1 0 0 0 0,-1 1 0 0 0,0-1 0 0 0,0 1 0 0 0,0-1 0 0 0,0 0 0 0 0,0 1 0 0 0,0-1-1 0 0,0 1 1 0 0,0-1 0 0 0,-1 2 0 0 0,1-2 11 0 0,0-1 1 0 0,0 1-1 0 0,0-1 0 0 0,0 1 0 0 0,0-1 0 0 0,0 1 0 0 0,0-1 0 0 0,0 1 0 0 0,0-1 0 0 0,0 1 1 0 0,1-1-1 0 0,-1 1 0 0 0,0-1 0 0 0,0 0 0 0 0,0 1 0 0 0,1-1 0 0 0,-1 1 0 0 0,0-1 0 0 0,1 0 1 0 0,-1 1-1 0 0,0-1 0 0 0,1 1 0 0 0,-1-1 0 0 0,0 0 0 0 0,1 0 0 0 0,-1 1 0 0 0,1-1 0 0 0,-1 0 1 0 0,0 0-1 0 0,1 1 0 0 0,-1-1 0 0 0,1 0 0 0 0,-1 0 0 0 0,1 0 0 0 0,-1 0 0 0 0,1 0 0 0 0,-1 0 1 0 0,1 1-1 0 0,-1-1 0 0 0,1 0 0 0 0,0-1 0 0 0,0 8 192 0 0,0 0 1 0 0,0 0-1 0 0,-1 0 1 0 0,0 11-1 0 0,0-19-198 0 0,0 1 0 0 0,0-1-1 0 0,0 1 1 0 0,0-1 0 0 0,0 0-1 0 0,0 1 1 0 0,1-1-1 0 0,-1 1 1 0 0,0-1 0 0 0,0 0-1 0 0,0 1 1 0 0,1-1 0 0 0,-1 1-1 0 0,0-1 1 0 0,1 1 0 0 0,-1-1-1 0 0,1 1 1 0 0,-1-1 0 0 0,0 1-1 0 0,1 0 1 0 0,-1-1-1 0 0,1 1 1 0 0,0-1 0 0 0,0 1 3 0 0,-1-1 1 0 0,1 1-1 0 0,0-1 1 0 0,-1 1-1 0 0,1-1 1 0 0,-1 1-1 0 0,1-1 0 0 0,-1 0 1 0 0,1 1-1 0 0,-1-1 1 0 0,1 1-1 0 0,-1-1 1 0 0,0 0-1 0 0,0 0 1 0 0,1 1-1 0 0,-1-1 1 0 0,0 0-1 0 0,0 0 1 0 0,1 1-1 0 0,-1-1 1 0 0,0 0-1 0 0,0 0 1 0 0,0-1-1 0 0,1-2-32 0 0,0 0 1 0 0,1 0-1 0 0,0 0 1 0 0,0 0-1 0 0,0 0 0 0 0,0 1 1 0 0,1-1-1 0 0,-1 0 1 0 0,1 1-1 0 0,0 0 0 0 0,0 0 1 0 0,0 0-1 0 0,0 0 0 0 0,1 0 1 0 0,-1 1-1 0 0,6-4 1 0 0,7 4-85 0 0,-15 2 111 0 0,-1 0 1 0 0,1 0 0 0 0,0 0-1 0 0,-1 0 1 0 0,1 0-1 0 0,0 0 1 0 0,-1 0 0 0 0,1-1-1 0 0,0 1 1 0 0,-1 0-1 0 0,1 0 1 0 0,0-1 0 0 0,-1 1-1 0 0,1 0 1 0 0,-1-1 0 0 0,1 1-1 0 0,0 0 1 0 0,-1-1-1 0 0,1 1 1 0 0,-1-1 0 0 0,1 1-1 0 0,-1-1 1 0 0,0 1-1 0 0,1-1 1 0 0,0 0 0 0 0,-1 0-3 0 0,0 1-1 0 0,1-1 1 0 0,-1 1 0 0 0,1-1 0 0 0,-1 1 0 0 0,1-1 0 0 0,-1 1 0 0 0,1-1 0 0 0,-1 1 0 0 0,1-1 0 0 0,-1 1-1 0 0,1 0 1 0 0,0-1 0 0 0,-1 1 0 0 0,1 0 0 0 0,0 0 0 0 0,-1-1 0 0 0,1 1 0 0 0,0 0 0 0 0,-1 0 0 0 0,1 0-1 0 0,0 0 1 0 0,-1 0 0 0 0,1 0 0 0 0,1 0 0 0 0,62 0 142 0 0,-62 1-145 0 0,0-1 0 0 0,1 1 0 0 0,-1 0 1 0 0,0 0-1 0 0,0 0 0 0 0,0 0 0 0 0,0 1 1 0 0,0-1-1 0 0,0 1 0 0 0,0-1 0 0 0,0 1 1 0 0,0-1-1 0 0,-1 1 0 0 0,1 0 0 0 0,-1 0 1 0 0,1 0-1 0 0,1 4 0 0 0,8 7 174 0 0,-1-5-89 0 0,-9-8-82 0 0,-1 0 1 0 0,1 0-1 0 0,-1 1 1 0 0,0-1-1 0 0,1 0 1 0 0,-1 0-1 0 0,0 1 0 0 0,0-1 1 0 0,1 0-1 0 0,-1 0 1 0 0,0 1-1 0 0,1-1 1 0 0,-1 0-1 0 0,0 1 1 0 0,0-1-1 0 0,0 0 0 0 0,1 1 1 0 0,-1-1-1 0 0,0 1 1 0 0,0-1-1 0 0,0 0 1 0 0,0 1-1 0 0,0-1 1 0 0,0 1-1 0 0,0-1 0 0 0,0 0 1 0 0,0 1-1 0 0,0-1 1 0 0,0 1-1 0 0,0 0 1 0 0,0-1-5 0 0,0 1 0 0 0,0 0 0 0 0,0-1 0 0 0,1 1-1 0 0,-1 0 1 0 0,0-1 0 0 0,0 1 0 0 0,1 0 0 0 0,-1-1 0 0 0,0 1 0 0 0,1-1 0 0 0,-1 1 0 0 0,0-1 0 0 0,1 1 0 0 0,-1-1 0 0 0,1 1 0 0 0,-1-1 0 0 0,1 1 0 0 0,-1-1 0 0 0,1 1 0 0 0,-1-1 0 0 0,1 0 0 0 0,1 1 0 0 0,7 7-22 0 0,-7-6 39 0 0,-1 0-1 0 0,1 0 0 0 0,-1 1 1 0 0,0-1-1 0 0,1 0 0 0 0,-1 1 1 0 0,-1-1-1 0 0,1 1 0 0 0,0-1 1 0 0,0 1-1 0 0,-1 0 0 0 0,0-1 1 0 0,1 1-1 0 0,-1 0 0 0 0,0 3 1 0 0,-1-6-14 0 0,1 1 1 0 0,0-1-1 0 0,0 1 1 0 0,0-1 0 0 0,1 0-1 0 0,-1 1 1 0 0,0-1-1 0 0,0 1 1 0 0,0-1-1 0 0,0 0 1 0 0,0 1 0 0 0,0-1-1 0 0,1 0 1 0 0,-1 1-1 0 0,0-1 1 0 0,0 1-1 0 0,0-1 1 0 0,1 0 0 0 0,-1 1-1 0 0,0-1 1 0 0,1 0-1 0 0,-1 0 1 0 0,0 1-1 0 0,1-1 1 0 0,-1 0 0 0 0,0 0-1 0 0,1 1 1 0 0,-1-1-1 0 0,0 0 1 0 0,1 0-1 0 0,-1 0 1 0 0,1 0 0 0 0,-1 0-1 0 0,1 1 0 0 0,-1-1 0 0 0,1 0 0 0 0,-1 0 0 0 0,0 0 0 0 0,1 0-1 0 0,-1 0 1 0 0,1 1 0 0 0,-1-1 0 0 0,0 0 0 0 0,1 0 0 0 0,-1 0 0 0 0,0 1 0 0 0,1-1 0 0 0,-1 0 0 0 0,0 1-1 0 0,0-1 1 0 0,1 0 0 0 0,-1 1 0 0 0,0-1 0 0 0,0 0 0 0 0,0 1 0 0 0,1-1 0 0 0,-1 0 0 0 0,0 1 0 0 0,0-1 0 0 0,0 1-1 0 0,0-1 1 0 0,0 0 0 0 0,0 1 0 0 0,0-1 0 0 0,0 1 0 0 0,0-1 0 0 0,0 9 3428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6.4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0 2560 0 0,'0'0'5077'0'0,"-19"0"2416"0"0,11 0-4839 0 0,16 0-1655 0 0,-5 0-721 0 0,0 0-33 0 0,170 0 1067 0 0,-128 0-1365 0 0,-43 0 213 0 0,-2 1-160 0 0,1 0 1 0 0,-1-1-1 0 0,0 1 1 0 0,0 0-1 0 0,0-1 1 0 0,0 1-1 0 0,0 0 1 0 0,0-1-1 0 0,0 1 1 0 0,0 0-1 0 0,0-1 1 0 0,-1 1-1 0 0,1-1 1 0 0,0 1-1 0 0,0 0 1 0 0,0-1-1 0 0,-1 1 1 0 0,1-1-1 0 0,0 1 1 0 0,-1 0-1 0 0,-26 15 96 0 0,22-10-64 0 0,0-1-1 0 0,-1 0 0 0 0,0 0 0 0 0,0-1 1 0 0,-9 5-1 0 0,2-1-5 0 0,-11 5-79 0 0,22-8 32 0 0,2-1 25 0 0,0-4-5 0 0,-1 0 0 0 0,1 0 0 0 0,0 0 0 0 0,0 1 0 0 0,0-1 0 0 0,0 0 0 0 0,0 0 0 0 0,-1 0 0 0 0,1 1 0 0 0,0-1 0 0 0,0 0 0 0 0,0 0 0 0 0,-1 0 0 0 0,1 0 0 0 0,0 0 0 0 0,0 0 0 0 0,-1 1 0 0 0,1-1 0 0 0,0 0 0 0 0,0 0 0 0 0,0 0 0 0 0,-1 0 0 0 0,1 0-1 0 0,0 0 1 0 0,0 0 0 0 0,-1 0 0 0 0,1 0 0 0 0,0 0 0 0 0,0 0 0 0 0,-1 0 0 0 0,1 0 0 0 0,0 0 0 0 0,0 0 0 0 0,-1 0 0 0 0,1-1 0 0 0,0 1 3 0 0,-1 0 1 0 0,1 0-1 0 0,0 0 0 0 0,0 0 1 0 0,-1 0-1 0 0,1 0 0 0 0,0 0 0 0 0,0 0 1 0 0,-1 0-1 0 0,1 0 0 0 0,0 0 1 0 0,0 0-1 0 0,-1 0 0 0 0,1 0 1 0 0,0 0-1 0 0,0 0 0 0 0,-1 0 1 0 0,1 0-1 0 0,0 0 0 0 0,0 0 0 0 0,-1 0 1 0 0,1 0-1 0 0,0 0 0 0 0,0 1 1 0 0,0-1-1 0 0,-1 0 0 0 0,1 0 1 0 0,0 0-1 0 0,0 0 0 0 0,0 1 1 0 0,0-1-1 0 0,-1 0 0 0 0,1 0 0 0 0,0 0 1 0 0,0 1-1 0 0,0-1 0 0 0,0 1 3 0 0,0-1 0 0 0,0 1 0 0 0,-1 0 0 0 0,1-1 0 0 0,0 1 0 0 0,0 0 0 0 0,0-1 0 0 0,-1 1 0 0 0,1 0-1 0 0,0-1 1 0 0,0 1 0 0 0,-1 0 0 0 0,1-1 0 0 0,-1 1 0 0 0,1-1 0 0 0,-1 1 0 0 0,1-1 0 0 0,-1 1 0 0 0,1-1 0 0 0,-1 1 0 0 0,0 0-1 0 0,0-1-3 0 0,1 0 0 0 0,-1 1-1 0 0,1-1 1 0 0,-1 1 0 0 0,1-1-1 0 0,-1 1 1 0 0,1-1 0 0 0,-1 1-1 0 0,1-1 1 0 0,-1 1 0 0 0,1-1-1 0 0,0 1 1 0 0,-1 0 0 0 0,1-1-1 0 0,0 1 1 0 0,0 0 0 0 0,-1-1-1 0 0,1 1 1 0 0,0 0 0 0 0,0-1-1 0 0,0 2 1 0 0,0 1-44 0 0,0-3 47 0 0,0 1-1 0 0,-1-1 1 0 0,1 1-1 0 0,0 0 0 0 0,0-1 1 0 0,0 1-1 0 0,0-1 1 0 0,0 1-1 0 0,0 0 0 0 0,0-1 1 0 0,1 1-1 0 0,-1-1 0 0 0,0 1 1 0 0,0 0-1 0 0,0-1 1 0 0,1 1-1 0 0,-1-1 0 0 0,0 1 1 0 0,0-1-1 0 0,1 1 1 0 0,0 0-1 0 0,0 0 2 0 0,0-1 0 0 0,0 1 0 0 0,1-1 0 0 0,-1 1 0 0 0,0-1 0 0 0,1 0 0 0 0,-1 0 1 0 0,1 1-1 0 0,-1-1 0 0 0,0 0 0 0 0,1 0 0 0 0,-1 0 0 0 0,3-1 0 0 0,22 3-49 0 0,-15 3 15 0 0,-8-4 26 0 0,0 1 1 0 0,0-1 0 0 0,0 0 0 0 0,0 0 0 0 0,1 0-1 0 0,-1-1 1 0 0,0 1 0 0 0,0-1 0 0 0,1 0 0 0 0,4 0-1 0 0,15 3-155 0 0,-1 1 0 0 0,39 11 0 0 0,-34-8 3 0 0,-26-6 147 0 0,1-1 0 0 0,-1 0 0 0 0,1 1 0 0 0,-1-1 0 0 0,0 1 0 0 0,1-1 0 0 0,-1 1 1 0 0,0 0-1 0 0,1-1 0 0 0,-1 1 0 0 0,0 0 0 0 0,0 0 0 0 0,0 0 0 0 0,0 0 0 0 0,2 2 0 0 0,-3-2 7 0 0,1-1-1 0 0,-1 1 1 0 0,1-1 0 0 0,-1 1-1 0 0,1-1 1 0 0,-1 1 0 0 0,1-1 0 0 0,-1 0-1 0 0,1 1 1 0 0,-1-1 0 0 0,1 0-1 0 0,0 1 1 0 0,-1-1 0 0 0,1 0-1 0 0,0 0 1 0 0,-1 1 0 0 0,1-1-1 0 0,0 0 1 0 0,-1 0 0 0 0,1 0-1 0 0,0 0 1 0 0,-1 0 0 0 0,1 0-1 0 0,1 0 1 0 0,-2 0 2 0 0,1-1 1 0 0,-1 1-1 0 0,1 0 0 0 0,-1 0 0 0 0,1 0 1 0 0,-1 0-1 0 0,1 0 0 0 0,-1 0 1 0 0,1 0-1 0 0,-1 0 0 0 0,1 0 0 0 0,-1 0 1 0 0,1 0-1 0 0,-1 1 0 0 0,1-1 0 0 0,-1 0 1 0 0,1 0-1 0 0,-1 0 0 0 0,1 1 1 0 0,-1-1-1 0 0,1 0 0 0 0,-1 1 0 0 0,0-1 1 0 0,1 0-1 0 0,-1 1 0 0 0,1-1 0 0 0,-1 0 1 0 0,0 1-1 0 0,1-1 0 0 0,-1 1 1 0 0,0-1-1 0 0,0 1 0 0 0,1-1 0 0 0,-1 1 1 0 0,0-1-1 0 0,0 0 0 0 0,0 1 1 0 0,0 0-1 0 0,0-1 0 0 0,1 1 0 0 0,-1-1 1 0 0,0 1-1 0 0,0-1 0 0 0,0 1 0 0 0,-1 0 1 0 0,17 4-109 0 0,-14-4 111 0 0,-1 0 0 0 0,0 0 0 0 0,0 0-1 0 0,0 0 1 0 0,1 1 0 0 0,-1-1 0 0 0,0 0 0 0 0,0 0-1 0 0,-1 1 1 0 0,1-1 0 0 0,0 1 0 0 0,0-1 0 0 0,-1 1 0 0 0,1-1-1 0 0,-1 1 1 0 0,1-1 0 0 0,-1 1 0 0 0,0-1 0 0 0,1 1-1 0 0,-1 2 1 0 0,0 39 263 0 0,-1-26-91 0 0,-12-12-230 0 0,8 21 262 0 0,-24-10 91 0 0,-14 0 106 0 0,42-15-389 0 0,0-1 1 0 0,0 1-1 0 0,0-1 0 0 0,0 1 0 0 0,0-1 0 0 0,0 0 0 0 0,0 1 0 0 0,0-1 0 0 0,0 0 1 0 0,0 0-1 0 0,0 0 0 0 0,0 0 0 0 0,0 0 0 0 0,0 0 0 0 0,0 0 0 0 0,-2 0 0 0 0,-5-1 25 0 0,-96 1-116 0 0,92 0-1 0 0,-1-1 0 0 0,0-1 0 0 0,-23-5 1 0 0,20 4-96 0 0,-21-9-1051 0 0,15 2-490 0 0,19 9 1281 0 0,-1 0-1 0 0,1-1 0 0 0,0 0 0 0 0,0 1 0 0 0,0-1 0 0 0,0-1 1 0 0,0 1-1 0 0,0 0 0 0 0,-3-4 0 0 0,-2-6-3790 0 0,5-15-5765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7.7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81 2240 0 0,'15'0'4512'0'0,"1"0"-3136"0"0,0-16-224 0 0,0 16-224 0 0,0 0-512 0 0,32-16 352 0 0,0 0-352 0 0,32-1-192 0 0,16 17-544 0 0,-81 0-288 0 0,2 0 128 0 0,-1 0-2112 0 0,0 0-1728 0 0,0-15 896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8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1568 0 0,'19'0'5754'0'0,"157"0"-1199"0"0,-133-7-4499 0 0,-35 4-55 0 0,1 1-1 0 0,-1 1 1 0 0,17-2 0 0 0,14 2-625 0 0,74-11 0 0 0,-104 10-202 0 0,1 1 0 0 0,0 0 0 0 0,0 0 1 0 0,0 1-1 0 0,14 1 0 0 0,4 1-1478 0 0,-9-2-1125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9.2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51 209 4000 0 0,'0'0'9504'0'0,"0"19"-6790"0"0,1 4-1029 0 0,0-9-1189 0 0,-1 0 0 0 0,0 1 0 0 0,-4 26 0 0 0,-2-26-276 0 0,4-12-166 0 0,1 1 0 0 0,0-1 0 0 0,0 1-1 0 0,0-1 1 0 0,0 1 0 0 0,1 0 0 0 0,0-1 0 0 0,-1 7-1 0 0,-6 49 710 0 0,4-46-673 0 0,0 1 1 0 0,0 22 0 0 0,3-33-91 0 0,0 0 1 0 0,0 1-1 0 0,0-1 0 0 0,-1 0 1 0 0,0 0-1 0 0,0 0 1 0 0,0 1-1 0 0,-1 2 0 0 0,-5 18 72 0 0,4 8 6 0 0,1 0 1 0 0,3 35 0 0 0,0-14 63 0 0,-1-52-134 0 0,0-1-1 0 0,0 1 1 0 0,0 0-1 0 0,0 0 1 0 0,0 0-1 0 0,0-1 1 0 0,0 1-1 0 0,0 0 1 0 0,0 0-1 0 0,1 0 1 0 0,-1-1-1 0 0,0 1 1 0 0,1 0-1 0 0,-1-1 1 0 0,0 1-1 0 0,1 0 1 0 0,-1 0-1 0 0,1-1 1 0 0,-1 1-1 0 0,1-1 1 0 0,-1 1-1 0 0,1 0 0 0 0,0-1 1 0 0,0 1-1 0 0,0 0-8 0 0,-1-1 0 0 0,1 1 0 0 0,0-1 0 0 0,-1 1 0 0 0,1-1 0 0 0,-1 1 0 0 0,1 0 0 0 0,-1-1 0 0 0,1 1 0 0 0,-1 0 0 0 0,1-1-1 0 0,-1 1 1 0 0,0 0 0 0 0,1 0 0 0 0,-1-1 0 0 0,0 1 0 0 0,0 0 0 0 0,0 0 0 0 0,1-1 0 0 0,-1 1 0 0 0,0 0 0 0 0,0 0-1 0 0,0 0 1 0 0,-1 1 0 0 0,1 5 92 0 0,0 0 0 0 0,0 0-1 0 0,1 0 1 0 0,1 10 0 0 0,2-16-58 0 0,-4-1-31 0 0,0 0 1 0 0,1 0-1 0 0,-1 0 0 0 0,0 0 0 0 0,0 0 1 0 0,1 0-1 0 0,-1 0 0 0 0,0 0 0 0 0,0 0 1 0 0,0 0-1 0 0,1 0 0 0 0,-1 0 0 0 0,0 0 1 0 0,0 0-1 0 0,0 0 0 0 0,1 0 0 0 0,-1 0 1 0 0,0 0-1 0 0,0 0 0 0 0,0 0 0 0 0,1 0 1 0 0,-1 0-1 0 0,0-1 0 0 0,0 1 0 0 0,0 0 1 0 0,1 0-1 0 0,-1 0 0 0 0,0 0 0 0 0,0 0 1 0 0,0-1-1 0 0,0 1 0 0 0,0 0 0 0 0,1 0 1 0 0,-1 0-1 0 0,0-1 0 0 0,0 1 0 0 0,0 0 1 0 0,0 0-1 0 0,2-30 47 0 0,-2-404 207 0 0,0 309-368 0 0,0-50 592 0 0,0 171-496 0 0,0 0-1 0 0,1 1 0 0 0,-1-1 0 0 0,1 0 1 0 0,-1 1-1 0 0,1-1 0 0 0,0 1 0 0 0,1-1 1 0 0,-1 1-1 0 0,1 0 0 0 0,1-4 1 0 0,-1 4 24 0 0,1-6 74 0 0,-2 9-74 0 0,-1 0-1 0 0,0-1 1 0 0,0 1-1 0 0,0-1 1 0 0,0 1-1 0 0,0 0 1 0 0,0-1-1 0 0,1 1 1 0 0,-1 0 0 0 0,0-1-1 0 0,0 1 1 0 0,0 0-1 0 0,1 0 1 0 0,-1-1-1 0 0,0 1 1 0 0,1 0-1 0 0,-1 0 1 0 0,0-1 0 0 0,0 1-1 0 0,1 0 1 0 0,-1 0-1 0 0,0 0 1 0 0,1-1-1 0 0,-1 1 1 0 0,1 0-1 0 0,-1 0 1 0 0,0 0 0 0 0,1 0-1 0 0,-1 0 1 0 0,0 0-1 0 0,1 0 1 0 0,-1 0-1 0 0,1 0 1 0 0,-1 0-1 0 0,0 0 1 0 0,1 0 0 0 0,-1 0-1 0 0,0 0 1 0 0,1 0-1 0 0,2 0 9 0 0,0 0-48 0 0,1 1 50 0 0,1 0-1 0 0,0 0 0 0 0,-1 1 1 0 0,1-1-1 0 0,-1 1 1 0 0,0 0-1 0 0,1 0 0 0 0,-1 0 1 0 0,0 1-1 0 0,0-1 1 0 0,0 1-1 0 0,-1 0 0 0 0,1 0 1 0 0,-1 1-1 0 0,1-1 0 0 0,3 7 1 0 0,14 15 44 0 0,23 39-1 0 0,-33-47 8 0 0,1 0-1 0 0,13 15 0 0 0,-16-24-58 0 0,-1 0-1 0 0,0 1 0 0 0,0 0 1 0 0,-1 0-1 0 0,0 0 0 0 0,-1 1 1 0 0,8 16-1 0 0,-4-5 27 0 0,-6-11 14 0 0,1-1 0 0 0,1 1 0 0 0,-1-1 0 0 0,2 0 0 0 0,11 14 0 0 0,23 33-212 0 0,34 63-1 0 0,-65-103 93 0 0,-1-1-171 0 0,0 1 0 0 0,11 28-1 0 0,0-4-255 0 0,-15-34 450 0 0,-4-4 39 0 0,0-1 0 0 0,0 1 0 0 0,0-1 0 0 0,0 1 1 0 0,0 0-1 0 0,0-1 0 0 0,0 1 0 0 0,0 0 0 0 0,-1 0 0 0 0,1 0 0 0 0,-1 0 1 0 0,1 3-1 0 0,-1-5 3 0 0,0 1-1 0 0,0-1 1 0 0,0 1 0 0 0,0-1 0 0 0,0 0 0 0 0,0 1 0 0 0,0-1 0 0 0,0 1-1 0 0,0-1 1 0 0,1 0 0 0 0,-1 1 0 0 0,0-1 0 0 0,0 1 0 0 0,0-1 0 0 0,0 0 0 0 0,1 1-1 0 0,-1-1 1 0 0,0 0 0 0 0,1 1 0 0 0,-1-1 0 0 0,0 0 0 0 0,0 1 0 0 0,1-1 0 0 0,-1 0-1 0 0,0 0 1 0 0,1 0 0 0 0,-1 1 0 0 0,1-1 0 0 0,-1 0 0 0 0,0 0 0 0 0,1 0 0 0 0,-1 0-1 0 0,1 1 1 0 0,0-1-4 0 0,-1 0-1 0 0,1 0 1 0 0,-1 0-1 0 0,0 0 1 0 0,1 0 0 0 0,-1 0-1 0 0,0 1 1 0 0,1-1-1 0 0,-1 0 1 0 0,1 0-1 0 0,-1 0 1 0 0,0 1-1 0 0,0-1 1 0 0,1 0-1 0 0,-1 1 1 0 0,0-1-1 0 0,1 0 1 0 0,-1 1 0 0 0,0-1-1 0 0,0 0 1 0 0,1 1-1 0 0,-1-1 1 0 0,0 0-1 0 0,0 1 1 0 0,0-1-1 0 0,0 1 1 0 0,0-1-1 0 0,0 0 1 0 0,1 1 0 0 0,-1-1-1 0 0,0 1 1 0 0,0-1-1 0 0,0 1 1 0 0,0 1 7 0 0,1 0 1 0 0,0 0 0 0 0,-1 0 0 0 0,1 0 0 0 0,0-1 0 0 0,0 1-1 0 0,1 0 1 0 0,-1-1 0 0 0,0 1 0 0 0,0 0 0 0 0,1-1 0 0 0,2 3-1 0 0,-2-2 34 0 0,9 0-64 0 0,-9-2 144 0 0,2 0 354 0 0,-4 0-451 0 0,1 0-1 0 0,-1 1 1 0 0,1-1 0 0 0,-1 0-1 0 0,1 0 1 0 0,-1 0 0 0 0,1 0 0 0 0,-1 0-1 0 0,1 0 1 0 0,-1 0 0 0 0,1 0-1 0 0,-1 0 1 0 0,1 0 0 0 0,-1 0-1 0 0,0 0 1 0 0,1-1 0 0 0,-1 1-1 0 0,1 0 1 0 0,-1 0 0 0 0,1 0-1 0 0,-1-1 1 0 0,0 1 0 0 0,1 0-1 0 0,-1-1 1 0 0,1 1 0 0 0,-1-13 388 0 0,-3-3-92 0 0,2 14-282 0 0,-1 1 1 0 0,1 0-1 0 0,-1 0 0 0 0,1 0 0 0 0,0-1 1 0 0,-1 1-1 0 0,1-1 0 0 0,0 1 0 0 0,0-1 0 0 0,0 1 1 0 0,0-1-1 0 0,0 0 0 0 0,0 1 0 0 0,1-1 1 0 0,-1 0-1 0 0,1 0 0 0 0,-1 0 0 0 0,0-3 1 0 0,-5-11 129 0 0,-26-31-79 0 0,27 41-10 0 0,0 0 1 0 0,0 0-1 0 0,0 0 0 0 0,0 1 1 0 0,-10-7-1 0 0,-11-11-119 0 0,15 11 83 0 0,-1 1 0 0 0,1 1-1 0 0,-2 0 1 0 0,1 0 0 0 0,-22-11-1 0 0,23 16-49 0 0,1 1 1 0 0,-1 1-1 0 0,1 0 0 0 0,-1 1 0 0 0,0 0 0 0 0,0 0 0 0 0,0 1 0 0 0,-21 1 0 0 0,17 0 35 0 0,9-1-190 0 0,0 0 0 0 0,0 1 0 0 0,0 0 0 0 0,0 0 0 0 0,1 1 0 0 0,-1-1-1 0 0,0 1 1 0 0,0 1 0 0 0,1-1 0 0 0,-1 1 0 0 0,1 0 0 0 0,-1 0 0 0 0,1 0 0 0 0,0 1-1 0 0,0 0 1 0 0,0 0 0 0 0,0 0 0 0 0,-5 5 0 0 0,-19 12-3050 0 0,24-14 1421 0 0,5-5 1705 0 0,0-1 0 0 0,-1 1 0 0 0,1-1 0 0 0,0 0 0 0 0,0 1 0 0 0,-1-1 0 0 0,1 0 0 0 0,0 1 0 0 0,0-1 0 0 0,-1 0 0 0 0,1 1 0 0 0,0-1-1 0 0,-1 0 1 0 0,1 0 0 0 0,0 1 0 0 0,-1-1 0 0 0,1 0 0 0 0,-1 0 0 0 0,1 0 0 0 0,0 1 0 0 0,-1-1 0 0 0,1 0 0 0 0,-1 0 0 0 0,1 0 0 0 0,0 0 0 0 0,-1 0 0 0 0,1 0-1 0 0,-1 0 1 0 0,1 0 0 0 0,-1 0 0 0 0,0 2-681 0 0,0 0-1 0 0,1-1 0 0 0,-1 1 1 0 0,1 0-1 0 0,0 0 0 0 0,0 0 1 0 0,-1 0-1 0 0,1 0 0 0 0,0 0 1 0 0,1 0-1 0 0,-1 0 1 0 0,0 0-1 0 0,1 0 0 0 0,-1 0 1 0 0,2 3-1 0 0,8 6-76 0 0,-7-9 10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9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1 1760 0 0,'0'0'9818'0'0,"-3"2"-8746"0"0,2 0-954 0 0,-1-1-1 0 0,1 0 0 0 0,0 0 1 0 0,-1 0-1 0 0,1 0 0 0 0,-1 0 1 0 0,0 0-1 0 0,1 0 0 0 0,-1 0 1 0 0,0-1-1 0 0,1 1 0 0 0,-1-1 1 0 0,0 1-1 0 0,-2 0 0 0 0,-2 15 849 0 0,4-12-906 0 0,0-1 0 0 0,1 1 0 0 0,-1 0 1 0 0,1 0-1 0 0,0 0 0 0 0,0 0 0 0 0,0 0 1 0 0,0 0-1 0 0,0 6 0 0 0,1-10-54 0 0,0 1 1 0 0,0-1-1 0 0,0 1 0 0 0,0-1 1 0 0,0 1-1 0 0,0-1 0 0 0,0 0 1 0 0,0 1-1 0 0,0-1 0 0 0,0 1 1 0 0,0-1-1 0 0,-1 0 0 0 0,1 1 1 0 0,0-1-1 0 0,0 0 0 0 0,0 1 0 0 0,-1-1 1 0 0,1 0-1 0 0,0 1 0 0 0,-1-1 1 0 0,1 0-1 0 0,0 1 0 0 0,0-1 1 0 0,-1 0-1 0 0,1 0 0 0 0,-1 0 1 0 0,1 1-1 0 0,0-1 0 0 0,-1 0 0 0 0,1 0 1 0 0,0 0-1 0 0,-1 0 0 0 0,0 1 1 0 0,1-1-2 0 0,-1 0 1 0 0,1 0-1 0 0,0 0 1 0 0,-1 0-1 0 0,1 0 0 0 0,0 0 1 0 0,-1 1-1 0 0,1-1 1 0 0,-1 0-1 0 0,1 0 1 0 0,0 1-1 0 0,-1-1 1 0 0,1 0-1 0 0,0 0 1 0 0,0 1-1 0 0,-1-1 0 0 0,1 0 1 0 0,0 1-1 0 0,0-1 1 0 0,-1 0-1 0 0,1 1 1 0 0,0-1-1 0 0,0 1 1 0 0,0-1-1 0 0,0 0 1 0 0,0 1-1 0 0,-1-1 0 0 0,1 1 1 0 0,0-1-1 0 0,0 0 1 0 0,0 1-1 0 0,0-1 1 0 0,0 1-1 0 0,0 6-2 0 0,0 0 1 0 0,0 0-1 0 0,0 0 0 0 0,3 11 0 0 0,-3-18 3 0 0,1 0-1 0 0,-1 0 0 0 0,1 0 1 0 0,-1 0-1 0 0,1 0 0 0 0,-1 0 1 0 0,1 0-1 0 0,-1 0 0 0 0,1 0 1 0 0,-1 0-1 0 0,1 0 0 0 0,-1 1 1 0 0,1-1-1 0 0,-1 0 0 0 0,1 0 1 0 0,-1 0-1 0 0,1 1 0 0 0,-1-1 1 0 0,0 0-1 0 0,1 1 0 0 0,-1-1 1 0 0,0 0-1 0 0,1 1 0 0 0,-1-1 1 0 0,0 1-1 0 0,1-1 0 0 0,-1 0 1 0 0,0 1-1 0 0,0-1 0 0 0,0 1 1 0 0,1-1-1 0 0,-1 1 0 0 0,0-1 1 0 0,0 1-1 0 0,0-1 0 0 0,0 1 1 0 0,0-1-1 0 0,0 1 0 0 0,0-1 1 0 0,0 1-1 0 0,0 0 0 0 0,8 7 59 0 0,75 34-139 0 0,-36-23-42 0 0,-35-12 0 0 0,-11-6 112 0 0,0 0 0 0 0,1 0 0 0 0,-1-1 0 0 0,0 1 0 0 0,1-1 0 0 0,-1 1 0 0 0,0-1 0 0 0,1 1 0 0 0,-1-1 0 0 0,1 0 0 0 0,-1 1 0 0 0,1-1 0 0 0,-1 0 0 0 0,3 0 0 0 0,-2 0 1 0 0,0 0-1 0 0,1 0 1 0 0,-1 0 0 0 0,0 1-1 0 0,0-1 1 0 0,0 1-1 0 0,0-1 1 0 0,0 1 0 0 0,0 0-1 0 0,0 0 1 0 0,0 0 0 0 0,2 2-1 0 0,15 4-226 0 0,-19-8 223 0 0,1 1-1 0 0,-1 0 0 0 0,0 0 1 0 0,1 0-1 0 0,-1 0 1 0 0,0 0-1 0 0,0 0 0 0 0,1 0 1 0 0,-1 0-1 0 0,0 0 1 0 0,1 0-1 0 0,-1 0 0 0 0,0 0 1 0 0,1 1-1 0 0,-1-1 1 0 0,0 0-1 0 0,1 0 0 0 0,-1 0 1 0 0,0 0-1 0 0,0 0 1 0 0,1 1-1 0 0,-1-1 0 0 0,0 0 1 0 0,0 0-1 0 0,1 0 0 0 0,-1 1 1 0 0,0-1-1 0 0,0 0 1 0 0,0 1-1 0 0,1-1 0 0 0,-1 0 1 0 0,0 0-1 0 0,0 1 1 0 0,0-1-1 0 0,0 0 0 0 0,0 1 1 0 0,0-1-1 0 0,1 1 1 0 0,3 5-56 0 0,14-3-155 0 0,-15-3 133 0 0,-3 1 80 0 0,0-1-1 0 0,0 0 0 0 0,0 1 1 0 0,0-1-1 0 0,0 0 1 0 0,1 1-1 0 0,-1-1 0 0 0,0 0 1 0 0,0 1-1 0 0,0-1 1 0 0,0 0-1 0 0,0 0 0 0 0,1 1 1 0 0,-1-1-1 0 0,0 0 1 0 0,0 1-1 0 0,1-1 0 0 0,-1 0 1 0 0,0 0-1 0 0,0 0 1 0 0,1 1-1 0 0,-1-1 1 0 0,0 0-1 0 0,1 0 0 0 0,-1 0 1 0 0,0 0-1 0 0,1 0 1 0 0,-1 0-1 0 0,0 1 0 0 0,1-1 1 0 0,-1 0-7 0 0,1 0 1 0 0,-1 0-1 0 0,1 0 1 0 0,-1 0 0 0 0,1 1-1 0 0,-1-1 1 0 0,0 0-1 0 0,1 0 1 0 0,-1 0-1 0 0,1 1 1 0 0,-1-1-1 0 0,0 0 1 0 0,1 1 0 0 0,-1-1-1 0 0,0 0 1 0 0,1 1-1 0 0,-1-1 1 0 0,0 0-1 0 0,0 1 1 0 0,1-1-1 0 0,-1 1 1 0 0,0-1 0 0 0,0 1-1 0 0,0-1 1 0 0,1 0-1 0 0,-1 1 1 0 0,0-1-1 0 0,0 1 1 0 0,0-1-1 0 0,0 1 1 0 0,0 0 0 0 0,-1 3 21 0 0,1 0 1 0 0,-1 0-1 0 0,0 0 1 0 0,0 0 0 0 0,-1 0-1 0 0,1 0 1 0 0,-1 0 0 0 0,0 0-1 0 0,0-1 1 0 0,0 1-1 0 0,0-1 1 0 0,-1 1 0 0 0,0-1-1 0 0,1 0 1 0 0,-1 0-1 0 0,0 0 1 0 0,-6 4 0 0 0,3-1-7 0 0,5-5 19 0 0,0 0 1 0 0,-1 1 0 0 0,1-1 0 0 0,-1 0 0 0 0,1 0 0 0 0,-1 0 0 0 0,0 0 0 0 0,1 0 0 0 0,-1 0 0 0 0,0 0-1 0 0,0 0 1 0 0,0-1 0 0 0,1 1 0 0 0,-1-1 0 0 0,-4 1 0 0 0,-14 5-64 0 0,-44 21 260 0 0,61-26-243 0 0,0 0 0 0 0,0 0 0 0 0,1 0 0 0 0,-1-1 1 0 0,0 1-1 0 0,0-1 0 0 0,0 1 0 0 0,0-1 0 0 0,0 0 1 0 0,0 0-1 0 0,0 0 0 0 0,-6-2 0 0 0,-11 1-104 0 0,17 1-48 0 0,1 0-1 0 0,-1 0 1 0 0,0 0-1 0 0,1-1 1 0 0,-1 1-1 0 0,0-1 1 0 0,1 1-1 0 0,-1-1 1 0 0,1 0-1 0 0,-1 0 1 0 0,1 0-1 0 0,-1 0 1 0 0,1 0-1 0 0,-4-3 1 0 0,3 1-638 0 0,0-1 0 0 0,0 0 1 0 0,0 0-1 0 0,0 0 0 0 0,1 0 1 0 0,-1 0-1 0 0,-1-6 0 0 0,-1 2-473 0 0,4 7 1079 0 0,0-1 1 0 0,0 1-1 0 0,0-1 1 0 0,0 1 0 0 0,1-1-1 0 0,-1 1 1 0 0,0-1-1 0 0,1 1 1 0 0,0-1-1 0 0,-1 0 1 0 0,1 1-1 0 0,0-1 1 0 0,-1-1-1 0 0,1-13-1429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30.2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 1984 0 0,'0'0'7957'0'0,"-1"-1"-7852"0"0,0 1 0 0 0,0 0 0 0 0,1 0 0 0 0,-1 0 0 0 0,0 0 0 0 0,0 0 0 0 0,0 0 1 0 0,1 0-1 0 0,-1 0 0 0 0,0 0 0 0 0,0 0 0 0 0,0 0 0 0 0,1 0 0 0 0,-1 1 0 0 0,0-1 0 0 0,0 0 0 0 0,1 1 0 0 0,-1-1 0 0 0,-1 1 0 0 0,2 4 90 0 0,0 0 0 0 0,1 0-1 0 0,0 0 1 0 0,-1 0 0 0 0,2 0-1 0 0,-1 0 1 0 0,0-1 0 0 0,1 1-1 0 0,4 7 1 0 0,1 4 136 0 0,-2-11-278 0 0,2-2-16 0 0,22 13 342 0 0,-28-14-360 0 0,0-1 0 0 0,1 0 0 0 0,0 0 0 0 0,-1 0 0 0 0,1 0 0 0 0,-1 0 0 0 0,1 0 0 0 0,0 0 0 0 0,0 0 0 0 0,0-1 0 0 0,-1 1 0 0 0,1 0 0 0 0,0-1 1 0 0,0 0-1 0 0,0 0 0 0 0,0 1 0 0 0,0-1 0 0 0,0 0 0 0 0,0 0 0 0 0,0-1 0 0 0,0 1 0 0 0,0 0 0 0 0,0-1 0 0 0,-1 1 0 0 0,1-1 0 0 0,0 1 0 0 0,0-1 0 0 0,0 0 0 0 0,-1 0 0 0 0,1 0 0 0 0,0 0 0 0 0,-1 0 0 0 0,1 0 0 0 0,2-3 1 0 0,-2 1 156 0 0,-1 4-173 0 0,-1-1 1 0 0,1 0 0 0 0,-1 0 0 0 0,1 0-1 0 0,-1 0 1 0 0,1 0 0 0 0,-1 0-1 0 0,1 0 1 0 0,0 0 0 0 0,-1 0 0 0 0,1 0-1 0 0,-1 0 1 0 0,1 0 0 0 0,-1 0 0 0 0,1-1-1 0 0,-1 1 1 0 0,1 0 0 0 0,-1 0 0 0 0,0 0-1 0 0,1-1 1 0 0,-1 1 0 0 0,1 0 0 0 0,-1-1-1 0 0,1 1 1 0 0,-1 0 0 0 0,0-1 0 0 0,1 1-1 0 0,-1 0 1 0 0,0-1 0 0 0,1 1 0 0 0,-1-1-1 0 0,0 1 1 0 0,0-1 0 0 0,1 1 0 0 0,-1-1-1 0 0,0 1 1 0 0,0-1 0 0 0,0 1 0 0 0,0-1-1 0 0,0 1 1 0 0,0-1 0 0 0,0 1 0 0 0,0-1-1 0 0,0 1 1 0 0,0-1 0 0 0,0 0 0 0 0,0-1-36 0 0,0-4 133 0 0,0-15 395 0 0,0 16-422 0 0,-2-8-169 0 0,-25-3 190 0 0,22 14-389 0 0,0 1 0 0 0,0 0-1 0 0,-1 0 1 0 0,1 1-1 0 0,0 0 1 0 0,-1 0-1 0 0,1 0 1 0 0,-10 2-1 0 0,8-2-638 0 0,6 0 748 0 0,0 1 1 0 0,0-1 0 0 0,0 0 0 0 0,0 1 0 0 0,0-1-1 0 0,0 1 1 0 0,0-1 0 0 0,0 1 0 0 0,1 0 0 0 0,-1-1 0 0 0,0 1-1 0 0,0 0 1 0 0,0 0 0 0 0,1-1 0 0 0,-1 1 0 0 0,0 0-1 0 0,1 0 1 0 0,-1 1 0 0 0,-1 1-748 0 0,-19 17-5164 0 0,12-11 5141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30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2560 0 0,'0'0'7632'0'0,"0"19"-4454"0"0,0-19-3151 0 0,0 1-1 0 0,0-1 1 0 0,0 1-1 0 0,0-1 1 0 0,0 1 0 0 0,0-1-1 0 0,0 0 1 0 0,0 1-1 0 0,0-1 1 0 0,0 1-1 0 0,0-1 1 0 0,0 1-1 0 0,0-1 1 0 0,0 1 0 0 0,0-1-1 0 0,-1 0 1 0 0,1 1-1 0 0,0-1 1 0 0,0 1-1 0 0,-1-1 1 0 0,1 0 0 0 0,0 1-1 0 0,0-1 1 0 0,-1 0-1 0 0,1 1 1 0 0,0-1-1 0 0,-1 0 1 0 0,1 1-1 0 0,0-1 1 0 0,-1 0 0 0 0,1 0-1 0 0,-1 1 1 0 0,1-1-1 0 0,0 0 1 0 0,-1 0-1 0 0,1 0 1 0 0,-1 0-1 0 0,1 0 1 0 0,-1 0 0 0 0,1 1-1 0 0,-1-1 1 0 0,1 0-1 0 0,-1 0 1 0 0,1 0-1 0 0,0-1 1 0 0,-1 1-1 0 0,1 0 1 0 0,-1 0 0 0 0,0 3 104 0 0,0 0 1 0 0,0 0 0 0 0,1 0-1 0 0,-1 0 1 0 0,1 0 0 0 0,0-1-1 0 0,0 1 1 0 0,0 0-1 0 0,1 4 2 0 0,-1 11 592 0 0,0-17-722 0 0,0 1 0 0 0,0-1 0 0 0,0 0 1 0 0,1 0-1 0 0,-1 1 0 0 0,0-1 0 0 0,1 0 0 0 0,-1 0 0 0 0,1 0 0 0 0,-1 1 0 0 0,1-1 0 0 0,-1 0 1 0 0,1 0-1 0 0,0 0 0 0 0,0 0 0 0 0,0 0 0 0 0,-1 0 0 0 0,1 0 0 0 0,0 0 0 0 0,0-1 0 0 0,0 1 1 0 0,0 0-1 0 0,2 0 0 0 0,13 10-51 0 0,-15-10 44 0 0,0 0 1 0 0,1 0-1 0 0,-1 0 0 0 0,1-1 1 0 0,-1 1-1 0 0,1 0 0 0 0,-1-1 1 0 0,1 1-1 0 0,-1-1 0 0 0,1 1 1 0 0,0-1-1 0 0,-1 0 0 0 0,1 1 1 0 0,0-1-1 0 0,-1 0 0 0 0,1 0 1 0 0,0 0-1 0 0,2-1 0 0 0,0 1 7 0 0,-1 0 0 0 0,0 0-1 0 0,1 0 1 0 0,-1 0 0 0 0,1 0-1 0 0,-1-1 1 0 0,5-1 0 0 0,-8 2 4 0 0,0-1-1 0 0,0 0 1 0 0,0 0 0 0 0,0 0-1 0 0,1 1 1 0 0,-1-1 0 0 0,0 0 0 0 0,1 1-1 0 0,-1-1 1 0 0,0 0 0 0 0,1 1 0 0 0,-1-1-1 0 0,1 0 1 0 0,-1 1 0 0 0,1-1 0 0 0,-1 1-1 0 0,1-1 1 0 0,-1 1 0 0 0,1-1 0 0 0,0 1-1 0 0,-1-1 1 0 0,1 1 0 0 0,0 0-1 0 0,-1-1 1 0 0,1 1 0 0 0,1-1 0 0 0,-1 1 1 0 0,0-1 1 0 0,0 1-1 0 0,0-1 1 0 0,1 0-1 0 0,-1 1 1 0 0,0-1 0 0 0,0 0-1 0 0,0 0 1 0 0,0 0-1 0 0,0 0 1 0 0,0 0-1 0 0,-1 0 1 0 0,1 0-1 0 0,0 0 1 0 0,0 0 0 0 0,-1-1-1 0 0,1 1 1 0 0,-1 0-1 0 0,1 0 1 0 0,-1-1-1 0 0,1 1 1 0 0,-1 0-1 0 0,0-1 1 0 0,0 1-1 0 0,0 0 1 0 0,0-1 0 0 0,0-1-1 0 0,0 1-3 0 0,1 0 1 0 0,-1 0-1 0 0,0 1 0 0 0,0-1 0 0 0,-1 0 0 0 0,1 0 1 0 0,0 1-1 0 0,-1-1 0 0 0,1 0 0 0 0,-1 1 0 0 0,1-1 1 0 0,-1 0-1 0 0,0 1 0 0 0,1-1 0 0 0,-1 1 0 0 0,0-1 1 0 0,0 1-1 0 0,0-1 0 0 0,-1 1 0 0 0,1 0 0 0 0,0-1 1 0 0,0 1-1 0 0,-1 0 0 0 0,1 0 0 0 0,-1 0 1 0 0,1 0-1 0 0,-1 0 0 0 0,1 0 0 0 0,-1 1 0 0 0,1-1 1 0 0,-1 0-1 0 0,0 1 0 0 0,0-1 0 0 0,1 1 0 0 0,-1 0 1 0 0,0-1-1 0 0,0 1 0 0 0,1 0 0 0 0,-1 0 0 0 0,0 0 1 0 0,-3 1-1 0 0,-43-1-2600 0 0,19 0-1951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17.2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81 304 2688 0 0,'0'0'10064'0'0,"1"0"-9923"0"0,-1 1 0 0 0,1-1 1 0 0,0 0-1 0 0,0 0 0 0 0,-1 0 1 0 0,1 0-1 0 0,0 0 0 0 0,0 0 1 0 0,-1 0-1 0 0,1 0 0 0 0,0 0 1 0 0,0-1-1 0 0,-1 1 0 0 0,1 0 1 0 0,0 0-1 0 0,0-1 0 0 0,-1 1 1 0 0,1 0-1 0 0,1-2 0 0 0,-2 2-97 0 0,0-1 0 0 0,0 1 0 0 0,0-1-1 0 0,0 1 1 0 0,0-1 0 0 0,0 1 0 0 0,0 0 0 0 0,0-1-1 0 0,0 1 1 0 0,0-1 0 0 0,0 1 0 0 0,0-1 0 0 0,1 1 0 0 0,-1-1-1 0 0,0 1 1 0 0,0-1 0 0 0,1 1 0 0 0,-1 0 0 0 0,0-1-1 0 0,1 1 1 0 0,-1-1 0 0 0,0 1 0 0 0,1 0 0 0 0,-1-1-1 0 0,0 1 1 0 0,1 0 0 0 0,-1 0 0 0 0,1-1 0 0 0,-1 1-1 0 0,1 0 1 0 0,-1 0 0 0 0,1 0 0 0 0,-1-1 0 0 0,1 1-1 0 0,-1 0 1 0 0,1 0 0 0 0,-1 0 0 0 0,1 0 0 0 0,-1 0 0 0 0,1 0-1 0 0,0 0 1 0 0,2 0 388 0 0,-1-2-133 0 0,25-41 575 0 0,-24 40-788 0 0,-3-2 31 0 0,0 3-105 0 0,0 1 0 0 0,0 0 0 0 0,0-1 0 0 0,0 1 0 0 0,0-1 0 0 0,0 1 0 0 0,1 0 1 0 0,-1-1-1 0 0,1 1 0 0 0,-1 0 0 0 0,1 0 0 0 0,-1-1 0 0 0,1 1 0 0 0,-1 0 0 0 0,1 0 0 0 0,0 0 0 0 0,0 0 0 0 0,0 0 0 0 0,0 0 0 0 0,0 0 0 0 0,0 0 0 0 0,1-1 0 0 0,-1 1-7 0 0,1-2 23 0 0,-5-1 4 0 0,9-20 106 0 0,20-24 134 0 0,-23 34-237 0 0,-2 12-35 0 0,-1-1 0 0 0,1 1-1 0 0,-1 0 1 0 0,1-1 0 0 0,0 1 0 0 0,0 0-1 0 0,0-1 1 0 0,0 1 0 0 0,1 0-1 0 0,2-4 1 0 0,-3 5 13 0 0,-1 0 0 0 0,1 0-1 0 0,-1-1 1 0 0,1 1 0 0 0,-1 0 0 0 0,1 0-1 0 0,-1-1 1 0 0,1 1 0 0 0,-1-1 0 0 0,0 1-1 0 0,0 0 1 0 0,0-1 0 0 0,0 1 0 0 0,0-1 0 0 0,0 1-1 0 0,0-2 1 0 0,0-8 181 0 0,5 4-72 0 0,-4 6-90 0 0,0-1 0 0 0,0 1 1 0 0,0-1-1 0 0,-1 1 1 0 0,1-1-1 0 0,0 1 0 0 0,-1-1 1 0 0,1 0-1 0 0,-1 1 1 0 0,1-1-1 0 0,-1 0 0 0 0,0 1 1 0 0,0-1-1 0 0,0-3 1 0 0,0 4-21 0 0,0 1 0 0 0,0 0 0 0 0,0-1 1 0 0,0 1-1 0 0,0-1 0 0 0,0 1 0 0 0,0-1 0 0 0,0 1 1 0 0,0-1-1 0 0,0 1 0 0 0,0-1 0 0 0,0 1 1 0 0,0-1-1 0 0,1 1 0 0 0,-1 0 0 0 0,0-1 0 0 0,0 1 1 0 0,0-1-1 0 0,1 1 0 0 0,-1 0 0 0 0,0-1 1 0 0,1 1-1 0 0,-1-1 0 0 0,0 1 0 0 0,1 0 0 0 0,-1 0 1 0 0,0-1-1 0 0,1 1 0 0 0,-1 0 0 0 0,0-1 1 0 0,1 1-1 0 0,-1 0 0 0 0,1 0 0 0 0,-1 0 0 0 0,1 0 1 0 0,-1-1-1 0 0,1 1 0 0 0,-1 0 0 0 0,1 0 1 0 0,-1 0-1 0 0,0 0 0 0 0,1 0 0 0 0,-1 0 0 0 0,1 0 1 0 0,-1 0-1 0 0,1 0 0 0 0,0 1 0 0 0,2-1 356 0 0,-2 3-295 0 0,-1 0-1 0 0,1 1 1 0 0,-1-1-1 0 0,0 0 1 0 0,0 1-1 0 0,0-1 1 0 0,0 0-1 0 0,-1 7 0 0 0,0-1 66 0 0,1 31 293 0 0,-1 20 60 0 0,2 1 0 0 0,15 92 0 0 0,-12-134-410 0 0,-1-5-61 0 0,0 0 0 0 0,0 0 0 0 0,-2 0 0 0 0,1 15 0 0 0,-2-22 18 0 0,0-1 0 0 0,0 1 0 0 0,1-1 0 0 0,0 1-1 0 0,0-1 1 0 0,4 9 0 0 0,0 3 76 0 0,4 23 27 0 0,-6-32-137 0 0,-1 0 0 0 0,0 0-1 0 0,-1 0 1 0 0,0 18 0 0 0,-1 114 566 0 0,-13-136-628 0 0,-3 21 202 0 0,14-23-166 0 0,-4-3 118 0 0,-66 0 470 0 0,71 0-564 0 0,1 0 1 0 0,-1 0 0 0 0,0 0 0 0 0,0 0-1 0 0,1 0 1 0 0,-1 0 0 0 0,0 0 0 0 0,0 0-1 0 0,0 0 1 0 0,1 0 0 0 0,-1-1 0 0 0,0 1-1 0 0,0 0 1 0 0,1 0 0 0 0,-1-1 0 0 0,0 1 0 0 0,1-1-1 0 0,-1 1 1 0 0,0-1 0 0 0,1 1 0 0 0,-1-1-1 0 0,1 1 1 0 0,-1-1 0 0 0,1 1 0 0 0,-1-1-1 0 0,0 0 1 0 0,1 0-9 0 0,-1 1 0 0 0,1-1 0 0 0,0 1 1 0 0,-1-1-1 0 0,1 1 0 0 0,-1-1 0 0 0,1 1 0 0 0,-1-1 0 0 0,1 1 0 0 0,-1-1 0 0 0,1 1 0 0 0,-1 0 0 0 0,1 0 0 0 0,-1-1 0 0 0,1 1 0 0 0,-1 0 0 0 0,0 0 1 0 0,1-1-1 0 0,-1 1 0 0 0,1 0 0 0 0,-1 0 0 0 0,0 0 0 0 0,1 0 0 0 0,-1 0 0 0 0,0 0 0 0 0,0 0 0 0 0,-95 0 129 0 0,45 0-80 0 0,45-2 9 0 0,6 3-48 0 0,-1-1 0 0 0,1 0 0 0 0,-1 1 0 0 0,1-1 0 0 0,-1 0 0 0 0,1 1 0 0 0,-1-1 0 0 0,1 1 0 0 0,-1-1 0 0 0,1 1 0 0 0,0-1 0 0 0,-1 1 0 0 0,1-1 0 0 0,0 1 0 0 0,-1 0 0 0 0,1-1 0 0 0,0 1 0 0 0,0 0 0 0 0,0-1 0 0 0,-1 1 0 0 0,1-1 0 0 0,0 1 0 0 0,0 0 0 0 0,0-1 0 0 0,0 1 0 0 0,0 0 0 0 0,0-1 0 0 0,0 1 0 0 0,0 0 0 0 0,1 0 0 0 0,31 2 12 0 0,-26 0-15 0 0,-3-1 10 0 0,-1-1 1 0 0,1 1-1 0 0,1-1 1 0 0,-1 0-1 0 0,0 0 0 0 0,0 0 1 0 0,0-1-1 0 0,0 1 0 0 0,1-1 1 0 0,-1 1-1 0 0,0-1 0 0 0,5 0 1 0 0,44 1-165 0 0,-11 0 95 0 0,-1-1 1 0 0,58-8 0 0 0,118-32-4066 0 0,-196 36 1620 0 0,-1-1 1 0 0,0-1-1 0 0,32-13 1 0 0,13-11-7509 0 0,-48 27 7974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17.9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3616 0 0,'-17'3'13610'0'0,"17"55"-8986"0"0,0-57-4595 0 0,0-1 1 0 0,0 1-1 0 0,0 0 1 0 0,1 0-1 0 0,-1 0 1 0 0,0 0-1 0 0,1-1 1 0 0,-1 1-1 0 0,0 0 1 0 0,1 0-1 0 0,-1-1 1 0 0,1 1-1 0 0,-1 0 0 0 0,1-1 1 0 0,-1 1-1 0 0,2 1 1 0 0,5 8 120 0 0,-4 7 89 0 0,-2-11-119 0 0,0 0 0 0 0,1 0 0 0 0,0-1 0 0 0,0 1 0 0 0,3 6 1 0 0,-3 10 71 0 0,-3-7-49 0 0,1-10-72 0 0,-1 1 1 0 0,1 0-1 0 0,0-1 0 0 0,1 1 1 0 0,-1-1-1 0 0,1 1 1 0 0,2 6-1 0 0,8 34 319 0 0,-9-35-380 0 0,-2 2 198 0 0,0-15-193 0 0,0 1 0 0 0,0-1-1 0 0,0 1 1 0 0,0-1 0 0 0,0 1-1 0 0,0-1 1 0 0,1 1 0 0 0,-1 0-1 0 0,0-1 1 0 0,1 1 0 0 0,-1-1-1 0 0,1 1 1 0 0,0 0 0 0 0,-1-1-1 0 0,1 1 1 0 0,0 0 0 0 0,0 0-1 0 0,0 0 1 0 0,0-1 0 0 0,0 1-1 0 0,2-1 1 0 0,-3 1-39 0 0,6-26-51 0 0,0 22 147 0 0,-5 5-58 0 0,-1-1-1 0 0,1 0 1 0 0,0 1 0 0 0,0-1-1 0 0,-1 0 1 0 0,1 1-1 0 0,-1-1 1 0 0,1 0 0 0 0,-1 0-1 0 0,1 0 1 0 0,-1 0 0 0 0,1 1-1 0 0,-1-1 1 0 0,0 0-1 0 0,1 0 1 0 0,-1 0 0 0 0,0 0-1 0 0,1-1 1 0 0,26-54-78 0 0,-26 53 103 0 0,1 0 0 0 0,-1 0 0 0 0,1 1 0 0 0,0-1 0 0 0,0 1-1 0 0,1-1 1 0 0,-1 1 0 0 0,3-3 0 0 0,-4 5-49 0 0,0-1 0 0 0,0 0-1 0 0,0 0 1 0 0,0 0-1 0 0,0 0 1 0 0,0 0 0 0 0,0 0-1 0 0,0 0 1 0 0,-1 0 0 0 0,1 0-1 0 0,0 0 1 0 0,-1 0 0 0 0,1-1-1 0 0,-1 1 1 0 0,1 0-1 0 0,-1 0 1 0 0,0-1 0 0 0,1 1-1 0 0,-1 0 1 0 0,0 0 0 0 0,0-1-1 0 0,0-1 1 0 0,0 1 15 0 0,1 0 1 0 0,-1 1-1 0 0,1-1 1 0 0,-1 0-1 0 0,1 1 1 0 0,-1-1-1 0 0,1 1 1 0 0,0-1-1 0 0,0 1 1 0 0,0-1-1 0 0,0 1 1 0 0,0 0-1 0 0,0-1 1 0 0,0 1-1 0 0,1 0 1 0 0,1-2-1 0 0,0 1 51 0 0,10-1-45 0 0,-1 3-15 0 0,13 0 227 0 0,-24 0-224 0 0,-1 0 1 0 0,1 1 0 0 0,-1-1-1 0 0,1 0 1 0 0,-1 0 0 0 0,1 0-1 0 0,-1 0 1 0 0,1 1 0 0 0,-1-1-1 0 0,1 0 1 0 0,-1 1 0 0 0,0-1 0 0 0,1 0-1 0 0,-1 1 1 0 0,1-1 0 0 0,-1 0-1 0 0,0 1 1 0 0,1-1 0 0 0,-1 1-1 0 0,0-1 1 0 0,1 1 0 0 0,-1-1-1 0 0,0 1 1 0 0,0-1 0 0 0,0 1-1 0 0,1-1 1 0 0,-1 1 0 0 0,0-1-1 0 0,0 1 1 0 0,0-1 0 0 0,0 1-1 0 0,0 0 1 0 0,13 4-208 0 0,-10 9 389 0 0,-3-13-167 0 0,0 0 0 0 0,0-1-1 0 0,0 1 1 0 0,0 0 0 0 0,0 0 0 0 0,0 0-1 0 0,0 0 1 0 0,0 0 0 0 0,1 0-1 0 0,-1 0 1 0 0,0 0 0 0 0,1-1 0 0 0,-1 1-1 0 0,0 0 1 0 0,1 0 0 0 0,-1 0 0 0 0,2 0-1 0 0,5 1-45 0 0,-6-2 41 0 0,1 2-21 0 0,-1-1-7 0 0,-4 3-19 0 0,8 21-101 0 0,0-7 185 0 0,-2-1-1 0 0,0 1 0 0 0,0 36 1 0 0,-3-51 2 0 0,-1-4-106 0 0,1 0 53 0 0,0 1 1 0 0,0-1-1 0 0,0 0 1 0 0,0 0-1 0 0,0 1 1 0 0,0-1-1 0 0,0 0 1 0 0,0 0-1 0 0,0 1 1 0 0,0-1 0 0 0,0 0-1 0 0,0 1 1 0 0,1-1-1 0 0,-1 0 1 0 0,0 1-1 0 0,1-1 1 0 0,-1 0-1 0 0,0 1 1 0 0,1-1-1 0 0,-1 0 1 0 0,1 0-1 0 0,9-17-39 0 0,-10 18 63 0 0,3-10 46 0 0,-3 9-58 0 0,1-1-1 0 0,-1 0 0 0 0,1 1 1 0 0,-1-1-1 0 0,1 1 1 0 0,0-1-1 0 0,0 1 0 0 0,0-1 1 0 0,-1 1-1 0 0,2 0 1 0 0,-1-1-1 0 0,0 1 0 0 0,2-2 1 0 0,16-26-87 0 0,31-22 197 0 0,-49 50-105 0 0,1-1-1 0 0,-1 1 0 0 0,1 0 1 0 0,-1 0-1 0 0,1 0 0 0 0,-1 0 1 0 0,1 0-1 0 0,0 0 1 0 0,-1 0-1 0 0,1 1 0 0 0,0-1 1 0 0,0 1-1 0 0,0-1 0 0 0,2 1 1 0 0,-3 0-20 0 0,0-1 1 0 0,0 1-1 0 0,0 0 1 0 0,0 0-1 0 0,0-1 1 0 0,-1 1-1 0 0,1-1 0 0 0,0 1 1 0 0,0-1-1 0 0,0 1 1 0 0,-1-1-1 0 0,1 1 1 0 0,0-1-1 0 0,-1 1 0 0 0,1-1 1 0 0,0 0-1 0 0,0-1 1 0 0,3-2-17 0 0,-1 3 37 0 0,0 0 1 0 0,0 1 0 0 0,1-1-1 0 0,-1 0 1 0 0,0 1 0 0 0,1 0-1 0 0,-1 0 1 0 0,0 0-1 0 0,1 0 1 0 0,-1 0 0 0 0,0 1-1 0 0,5 0 1 0 0,30 11-29 0 0,-35-11-3 0 0,10 7-51 0 0,-5 0 86 0 0,0 0 1 0 0,0 1 0 0 0,-1 0 0 0 0,0 0-1 0 0,10 20 1 0 0,-6-4-19 0 0,-10-22-12 0 0,1 0 1 0 0,-1 0-1 0 0,0 1 1 0 0,0-1-1 0 0,0 0 1 0 0,-1 0-1 0 0,1 1 1 0 0,-1-1-1 0 0,1 0 1 0 0,-1 6 0 0 0,0-7-56 0 0,0 0 0 0 0,0-1 0 0 0,0 1 0 0 0,1 0 0 0 0,-1-1 0 0 0,0 1 1 0 0,1 0-1 0 0,0-1 0 0 0,-1 1 0 0 0,1 0 0 0 0,0-1 0 0 0,0 1 0 0 0,0-1 1 0 0,0 0-1 0 0,0 1 0 0 0,0-1 0 0 0,2 2 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18.7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17 125 1056 0 0,'0'0'1541'0'0,"0"-19"774"0"0,0 14-1962 0 0,0 4-267 0 0,1 0 0 0 0,-1 1 1 0 0,0-1-1 0 0,0 0 0 0 0,0 1 0 0 0,0-1 1 0 0,0 0-1 0 0,0 0 0 0 0,0 1 0 0 0,0-1 1 0 0,0 0-1 0 0,0 0 0 0 0,0 1 0 0 0,0-1 1 0 0,0 0-1 0 0,0 1 0 0 0,-1-1 0 0 0,1 0 1 0 0,0 1-1 0 0,-1-1 0 0 0,1 0 0 0 0,0 1 1 0 0,-1-1-1 0 0,1 1 0 0 0,-1-1 0 0 0,1 1 1 0 0,-1-1-1 0 0,1 1 0 0 0,-1-1 1 0 0,1 1-1 0 0,-1-1 0 0 0,0 1 0 0 0,1-1 1 0 0,-1 1-1 0 0,1 0 0 0 0,-1 0 0 0 0,0-1 1 0 0,0 1-1 0 0,1 0 0 0 0,-1 0 0 0 0,0 0 1 0 0,1-1-1 0 0,-1 1 0 0 0,-1 0 0 0 0,2-51 6128 0 0,0 50-6260 0 0,0 1 91 0 0,0-1 0 0 0,0 1 0 0 0,0-1 0 0 0,0 1 0 0 0,0 0 0 0 0,0-1 0 0 0,0 1 0 0 0,0-1 0 0 0,0 1 0 0 0,0-1 0 0 0,0 1 0 0 0,0-1 0 0 0,0 1 0 0 0,1-1 0 0 0,-1 1 0 0 0,0 0 0 0 0,0-1 0 0 0,1 1 0 0 0,-1-1 0 0 0,0 1 0 0 0,0 0 0 0 0,1-1-1 0 0,-1 1 1 0 0,0 0 0 0 0,1-1 0 0 0,-1 1 0 0 0,1 0 0 0 0,-1-1 0 0 0,0 1 0 0 0,1 0 0 0 0,-1 0 0 0 0,1 0 0 0 0,-1-1 0 0 0,1 1 0 0 0,-1 0 0 0 0,0 0 0 0 0,1 0 0 0 0,-1 0 0 0 0,1 0 0 0 0,-1 0 0 0 0,1 0 0 0 0,-1 0 0 0 0,1 0 0 0 0,-1 0 0 0 0,1 0 0 0 0,2 1 1174 0 0,-3-14 1245 0 0,13 319 459 0 0,-10-274-2838 0 0,-3 38 1 0 0,0-33-97 0 0,0-32 21 0 0,0 0 0 0 0,1 0 0 0 0,0 0 1 0 0,0 0-1 0 0,0-1 0 0 0,3 6 0 0 0,-3-5-26 0 0,1 0 0 0 0,-1 0-1 0 0,0 0 1 0 0,0 0 0 0 0,0 0-1 0 0,0 5 1 0 0,-1-7 30 0 0,0 0 1 0 0,0 0-1 0 0,0 0 1 0 0,1 0-1 0 0,0 0 1 0 0,-1 0-1 0 0,1 0 0 0 0,0 0 1 0 0,1 0-1 0 0,1 3 1 0 0,-2-5 0 0 0,0 1 1 0 0,-1 0-1 0 0,1 0 1 0 0,0 0 0 0 0,0 0-1 0 0,-1 0 1 0 0,1 0-1 0 0,-1 0 1 0 0,0 4 0 0 0,0-5-20 0 0,0-1 1 0 0,0 1 0 0 0,0-1 0 0 0,0 0-1 0 0,0 1 1 0 0,0-1 0 0 0,0 1 0 0 0,0-1-1 0 0,0 1 1 0 0,0-1 0 0 0,0 1 0 0 0,1-1-1 0 0,-1 1 1 0 0,0-1 0 0 0,0 1 0 0 0,0-1-1 0 0,1 0 1 0 0,-1 1 0 0 0,0-1 0 0 0,0 1-1 0 0,1-1 1 0 0,-1 0 0 0 0,0 1 0 0 0,1-1-1 0 0,-1 0 1 0 0,0 1 0 0 0,1-1 0 0 0,-1 0-1 0 0,1 0 1 0 0,-1 1 0 0 0,0-1 0 0 0,1 0-1 0 0,-1 0 1 0 0,1 0 0 0 0,0 1 0 0 0,-1-1-2 0 0,1 0 1 0 0,-1 0 0 0 0,0 0 0 0 0,1 0 0 0 0,-1 0 0 0 0,0 0-1 0 0,1 1 1 0 0,-1-1 0 0 0,0 0 0 0 0,1 0 0 0 0,-1 0 0 0 0,0 1 0 0 0,1-1-1 0 0,-1 0 1 0 0,0 0 0 0 0,0 1 0 0 0,1-1 0 0 0,-1 0 0 0 0,0 1-1 0 0,0-1 1 0 0,0 0 0 0 0,1 1 0 0 0,-1-1 0 0 0,0 0 0 0 0,0 1-1 0 0,0-1 1 0 0,0 0 0 0 0,0 1 0 0 0,0-1 0 0 0,0 0 0 0 0,0 1 0 0 0,0-1-1 0 0,0 1 1 0 0,0-1 0 0 0,0 1 0 0 0,0 1-5 0 0,1 0 0 0 0,-1-1 0 0 0,1 1 0 0 0,-1 0 0 0 0,1 0 1 0 0,0-1-1 0 0,-1 1 0 0 0,1 0 0 0 0,0-1 0 0 0,0 1 0 0 0,0-1 0 0 0,0 1 0 0 0,1-1 1 0 0,1 3-1 0 0,2 8-42 0 0,-2-3-416 0 0,18 15-2055 0 0,-20-24 2349 0 0,0 1 0 0 0,-1 0 1 0 0,1-1-1 0 0,0 1 1 0 0,-1 0-1 0 0,1-1 0 0 0,-1 1 1 0 0,1 0-1 0 0,-1 0 1 0 0,1 0-1 0 0,-1-1 0 0 0,0 1 1 0 0,1 0-1 0 0,-1 0 1 0 0,0 0-1 0 0,0 0 0 0 0,0 0 1 0 0,1 0-1 0 0,-1 1 1 0 0,0-2 114 0 0,0 0 0 0 0,0 1 0 0 0,0-1 0 0 0,0 0 1 0 0,0 0-1 0 0,0 1 0 0 0,0-1 0 0 0,0 0 1 0 0,0 0-1 0 0,0 1 0 0 0,1-1 0 0 0,-1 0 0 0 0,0 0 1 0 0,0 1-1 0 0,0-1 0 0 0,0 0 0 0 0,1 0 1 0 0,-1 0-1 0 0,0 0 0 0 0,0 1 0 0 0,0-1 0 0 0,1 0 1 0 0,-1 0-1 0 0,0 0 0 0 0,0 0 0 0 0,1 0 1 0 0,-1 0-1 0 0,0 0 0 0 0,0 1 0 0 0,1-1 0 0 0,-1 0 1 0 0,0 0-1 0 0,0 0 0 0 0,1 0 0 0 0,-1 0 0 0 0,0 0 1 0 0,1 0-1 0 0,-1 0 0 0 0,0-1 0 0 0,0 1 1 0 0,1 0-1 0 0,-1 0 0 0 0,0 0 0 0 0,0 0 0 0 0,1 0 1 0 0,-1 0-1 0 0,0 0 0 0 0,0 0 0 0 0,1-1 1 0 0,33-15-14583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19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0 2304 0 0,'-7'3'11829'0'0,"23"1"-11026"0"0,0-1 0 0 0,0 0 0 0 0,1-1 1 0 0,29-1-1 0 0,47-1-686 0 0,-35 0-563 0 0,78 0-146 0 0,-92 0-3718 0 0,-2 0-4048 0 0,-39 0 7425 0 0,-19 0-1003 0 0,-1 0 245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19.3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1664 0 0,'0'0'4410'0'0,"0"19"2796"0"0,1-19-7155 0 0,-1 1 0 0 0,0 0 0 0 0,0 0 0 0 0,1-1 0 0 0,-1 1 0 0 0,0 0 0 0 0,1-1 0 0 0,-1 1 0 0 0,1-1 0 0 0,-1 1 0 0 0,1 0 0 0 0,-1-1 0 0 0,1 1 1 0 0,-1-1-1 0 0,1 1 0 0 0,-1-1 0 0 0,1 1 0 0 0,0-1 0 0 0,-1 0 0 0 0,1 1 0 0 0,0-1 0 0 0,-1 0 0 0 0,1 0 0 0 0,0 1 0 0 0,0-1 0 0 0,-1 0 0 0 0,1 0 0 0 0,0 0 1 0 0,-1 0-1 0 0,1 0 0 0 0,1 0 0 0 0,37 1 1524 0 0,-3 1-817 0 0,-17 3-623 0 0,0-1 0 0 0,0-1 0 0 0,1 0 0 0 0,-1-2-1 0 0,1 0 1 0 0,36-3 0 0 0,11 0-87 0 0,31 2-3974 0 0,-67 0-394 0 0,2 0-3812 0 0,-17 0 6271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47.0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45 113 1344 0 0,'-1'0'58'0'0,"0"0"0"0"0,0 1 0 0 0,0-1 0 0 0,0 0 0 0 0,0 0 0 0 0,0 0 0 0 0,0 0 0 0 0,-1-1 0 0 0,1 1 0 0 0,0 0 0 0 0,0 0 0 0 0,0-1 0 0 0,0 1 0 0 0,0 0 0 0 0,-1-2 0 0 0,-25-27 1531 0 0,28 29-1579 0 0,0 0 0 0 0,-1 0 0 0 0,1 0-1 0 0,-1 0 1 0 0,1 0 0 0 0,-1 0 0 0 0,1 0-1 0 0,-1 0 1 0 0,1 0 0 0 0,-1 0 0 0 0,1-1 0 0 0,-1 1-1 0 0,1 0 1 0 0,-1 0 0 0 0,0-1 0 0 0,1 1 0 0 0,-1 0-1 0 0,1-1 1 0 0,-1 1 0 0 0,0 0 0 0 0,1-1-1 0 0,-1 1 1 0 0,0-1 0 0 0,1 1 0 0 0,-1-1 0 0 0,1 0 10 0 0,-1 0 1 0 0,1 1-1 0 0,-1-1 1 0 0,1 0-1 0 0,-1 1 1 0 0,1-1 0 0 0,0 1-1 0 0,-1-1 1 0 0,1 1-1 0 0,0-1 1 0 0,-1 1 0 0 0,1-1-1 0 0,0 1 1 0 0,0 0-1 0 0,-1-1 1 0 0,1 1-1 0 0,0 0 1 0 0,0 0 0 0 0,0-1-1 0 0,-1 1 1 0 0,1 0-1 0 0,0 0 1 0 0,0 0-1 0 0,0 0 1 0 0,1 1 0 0 0,-1-1-15 0 0,-1 0 1 0 0,0 0-1 0 0,1 0 1 0 0,-1 0 0 0 0,1 0-1 0 0,-1 0 1 0 0,1-1-1 0 0,-1 1 1 0 0,0 0 0 0 0,1 0-1 0 0,-1 0 1 0 0,1 0 0 0 0,-1 0-1 0 0,0-1 1 0 0,1 1-1 0 0,-1 0 1 0 0,0 0 0 0 0,1 0-1 0 0,-1-1 1 0 0,0 1 0 0 0,1 0-1 0 0,-1-1 1 0 0,0 1-1 0 0,0 0 1 0 0,1-1 0 0 0,-1 1-1 0 0,0-1 1 0 0,9-7 149 0 0,36 3 473 0 0,-41 4-592 0 0,3-2 142 0 0,1 0 1 0 0,-1 1 0 0 0,0 1-1 0 0,1-1 1 0 0,10 0 0 0 0,160 2 1985 0 0,-177 0-2159 0 0,-1 0 0 0 0,1 0 0 0 0,0 0 0 0 0,0 0-1 0 0,-1 0 1 0 0,1 0 0 0 0,0 0 0 0 0,-1 0 0 0 0,1-1 0 0 0,0 1 0 0 0,-1 0 0 0 0,1 0 0 0 0,0-1-1 0 0,-1 1 1 0 0,1 0 0 0 0,-1-1 0 0 0,1 1 0 0 0,0-1 0 0 0,-1 1 0 0 0,1-1 0 0 0,-1 1-1 0 0,1-1 1 0 0,-1 1 0 0 0,1-2 0 0 0,-1 2-5 0 0,1-1 1 0 0,-1 0-1 0 0,1 1 1 0 0,-1-1-1 0 0,1 1 0 0 0,-1-1 1 0 0,1 1-1 0 0,-1-1 0 0 0,1 1 1 0 0,0 0-1 0 0,-1-1 1 0 0,1 1-1 0 0,-1 0 0 0 0,1-1 1 0 0,0 1-1 0 0,-1 0 0 0 0,1 0 1 0 0,0-1-1 0 0,0 1 1 0 0,-1 0-1 0 0,1 0 0 0 0,0 0 1 0 0,-1 0-1 0 0,2 0 0 0 0,27 0 490 0 0,-26 0-374 0 0,-2 0-108 0 0,-1 1 0 0 0,1-1 0 0 0,-1 0-1 0 0,1 0 1 0 0,0 0 0 0 0,-1 0-1 0 0,1 0 1 0 0,-1 0 0 0 0,1 0 0 0 0,0 0-1 0 0,-1 0 1 0 0,1-1 0 0 0,-1 1 0 0 0,1 0-1 0 0,0 0 1 0 0,-1 0 0 0 0,1-1-1 0 0,-1 1 1 0 0,1 0 0 0 0,-1-1 0 0 0,1 1-1 0 0,3-7 49 0 0,-4 7-34 0 0,0-1 0 0 0,1 1 1 0 0,-1-1-1 0 0,0 1 1 0 0,0 0-1 0 0,0-1 0 0 0,1 1 1 0 0,-1 0-1 0 0,0-1 1 0 0,0 1-1 0 0,1 0 0 0 0,-1-1 1 0 0,0 1-1 0 0,1 0 0 0 0,-1 0 1 0 0,0-1-1 0 0,1 1 1 0 0,-1 0-1 0 0,0 0 0 0 0,1 0 1 0 0,-1 0-1 0 0,1-1 0 0 0,-1 1 1 0 0,0 0-1 0 0,1 0 1 0 0,-1 0-1 0 0,1 0 0 0 0,-1 0 1 0 0,0 0-1 0 0,1 0 0 0 0,-1 0 1 0 0,1 0-1 0 0,-1 0 1 0 0,1 0-1 0 0,-91 0 473 0 0,86 0-492 0 0,1 0 0 0 0,0 1 0 0 0,0-1-1 0 0,0 1 1 0 0,0-1 0 0 0,0 1 0 0 0,0 0 0 0 0,-5 2 0 0 0,-12 4 126 0 0,-31-5 105 0 0,50-2-234 0 0,0 0 0 0 0,0 0 0 0 0,0 0 0 0 0,0 0 0 0 0,0 0 0 0 0,0 0 0 0 0,1 0 0 0 0,-1 0 0 0 0,0 0 0 0 0,0 0 0 0 0,0 0 0 0 0,0 1 0 0 0,0-1 0 0 0,0 0 0 0 0,0 1 0 0 0,1-1 0 0 0,-1 1 0 0 0,0-1 0 0 0,0 1 0 0 0,1-1 0 0 0,-1 1 0 0 0,0-1-1 0 0,0 1 1 0 0,1 0 0 0 0,-1-1 0 0 0,1 1 0 0 0,-1 1 0 0 0,-3 1 4 0 0,3-2-1 0 0,0 0-1 0 0,0-1 1 0 0,0 0-1 0 0,0 1 1 0 0,0-1-1 0 0,0 0 1 0 0,0 1-1 0 0,0-1 1 0 0,-1 0-1 0 0,1 0 1 0 0,0 0 0 0 0,0 0-1 0 0,0 0 1 0 0,-2 0-1 0 0,-24-1 93 0 0,27 1-93 0 0,-1 1-1 0 0,1-1 1 0 0,0 0-1 0 0,0 0 0 0 0,-1 1 1 0 0,1-1-1 0 0,0 0 1 0 0,0 0-1 0 0,0 1 1 0 0,-1-1-1 0 0,1 0 0 0 0,0 1 1 0 0,0-1-1 0 0,0 0 1 0 0,0 1-1 0 0,0-1 1 0 0,0 0-1 0 0,0 1 0 0 0,0-1 1 0 0,0 0-1 0 0,0 1 1 0 0,0-1-1 0 0,0 1 1 0 0,0-1-1 0 0,0 0 0 0 0,0 1 1 0 0,0-1-1 0 0,0 0 1 0 0,0 1-1 0 0,0-1 1 0 0,1 0-1 0 0,-1 1 0 0 0,0-1 1 0 0,0 0-1 0 0,0 0 1 0 0,1 1-1 0 0,-1-1 1 0 0,0 1-1 0 0,1 0 15 0 0,0 1-4 0 0,6-1 24 0 0,9-1-7 0 0,58 0 146 0 0,49 0 11 0 0,-118 0-192 0 0,0 0 0 0 0,0 1 0 0 0,-1 0 1 0 0,1 0-1 0 0,0 0 0 0 0,4 2 0 0 0,-4-1 37 0 0,1 0 1 0 0,-1-1-1 0 0,0 0 0 0 0,1 0 0 0 0,-1 0 1 0 0,8 0-1 0 0,48-1-5 0 0,-45-3 165 0 0,-3-8-91 0 0,-10 9 118 0 0,-6 2-203 0 0,-2 0 3 0 0,-1-1 1 0 0,0 1 0 0 0,1-1 0 0 0,-1 0-1 0 0,1 0 1 0 0,-1 0 0 0 0,1-1-1 0 0,0 0 1 0 0,-7-3 0 0 0,6 3-45 0 0,1 1 0 0 0,-1 0 0 0 0,1 0 0 0 0,-1 0 0 0 0,0 1 0 0 0,1 0 0 0 0,-1 0 0 0 0,-10 2 0 0 0,0-1-22 0 0,-171-1-3761 0 0,173 0 2429 0 0,-30 0-4218 0 0,30 0 3320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3.8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36 128 2720 0 0,'0'3'4192'0'0,"-1"36"-1499"0"0,4 106-106 0 0,4-94-2047 0 0,-4-32-268 0 0,-1-1-1 0 0,0 33 0 0 0,5 3 190 0 0,0 2 108 0 0,-4 39 721 0 0,-3-47-469 0 0,-2-32 157 0 0,-5-13 457 0 0,5-4-1216 0 0,1 0 1 0 0,-1 0-1 0 0,0 0 1 0 0,1-1-1 0 0,-1 1 0 0 0,1 0 1 0 0,0-1-1 0 0,-1 1 1 0 0,1-1-1 0 0,0 1 0 0 0,-2-4 1 0 0,2 2-139 0 0,-1-1 1 0 0,1 1-1 0 0,0-1 1 0 0,0 0-1 0 0,0 1 1 0 0,0-1-1 0 0,1 0 1 0 0,-1 0-1 0 0,1 0 0 0 0,0 1 1 0 0,0-1-1 0 0,2-7 1 0 0,-3-18 69 0 0,-6 16-143 0 0,6 12-12 0 0,0-1 1 0 0,0 0-1 0 0,0 0 0 0 0,0 0 0 0 0,0 0 0 0 0,0 0 0 0 0,1 0 1 0 0,-1 0-1 0 0,1 0 0 0 0,0 0 0 0 0,-1 0 0 0 0,1 0 0 0 0,0 0 1 0 0,0 0-1 0 0,1-4 0 0 0,-15-141 441 0 0,11 93-394 0 0,3-45 222 0 0,0-101 590 0 0,0 200-860 0 0,0-1 0 0 0,0 1 0 0 0,0-1 0 0 0,0 1 0 0 0,0-1-1 0 0,0 1 1 0 0,0-1 0 0 0,0 1 0 0 0,0-1 0 0 0,1 1 0 0 0,-1-1 0 0 0,0 1 0 0 0,0-1 0 0 0,0 1 0 0 0,1-1 0 0 0,-1 1 0 0 0,0-1-1 0 0,0 1 1 0 0,1-1 0 0 0,-1 1 0 0 0,1 0 0 0 0,-1-1 0 0 0,0 1 0 0 0,1 0 0 0 0,-1-1 0 0 0,1 1 0 0 0,-1 0 0 0 0,1-1 0 0 0,-1 1 0 0 0,0 0-1 0 0,1 0 1 0 0,-1 0 0 0 0,1 0 0 0 0,0-1 0 0 0,-1 1 0 0 0,1 0 0 0 0,-1 0 0 0 0,1 0 0 0 0,-1 0 0 0 0,1 0 0 0 0,0 0 0 0 0,5-5-145 0 0,-4 1 192 0 0,0 1 0 0 0,0-1-1 0 0,0 1 1 0 0,0 0 0 0 0,1 0 0 0 0,-1 0-1 0 0,1 0 1 0 0,0 0 0 0 0,5-3 0 0 0,-5 4-42 0 0,-1 1 0 0 0,0-1 1 0 0,1 1-1 0 0,-1 0 0 0 0,1 0 1 0 0,0 1-1 0 0,-1-1 0 0 0,1 0 1 0 0,0 1-1 0 0,0-1 0 0 0,4 1 1 0 0,29-5-187 0 0,-33 4 200 0 0,-1 0 1 0 0,1 0-1 0 0,0 1 0 0 0,0-1 1 0 0,0 1-1 0 0,0 0 0 0 0,0 0 0 0 0,0 0 1 0 0,6 1-1 0 0,-1 1-38 0 0,0 0 1 0 0,0 0 0 0 0,0 1-1 0 0,13 7 1 0 0,-8 0-188 0 0,-12-4 212 0 0,-1-1-5 0 0,6-4 11 0 0,-6-1 4 0 0,0 0 0 0 0,1-1 1 0 0,-1 1-1 0 0,1 0 0 0 0,-1 0 0 0 0,1 0 0 0 0,-1 0 1 0 0,1 0-1 0 0,-1 1 0 0 0,1-1 0 0 0,-1 0 0 0 0,1 0 1 0 0,-1 0-1 0 0,1 0 0 0 0,-1 0 0 0 0,1 1 0 0 0,-1-1 1 0 0,0 0-1 0 0,1 0 0 0 0,-1 1 0 0 0,1-1 1 0 0,-1 0-1 0 0,0 1 0 0 0,1-1 0 0 0,-1 0 0 0 0,1 1 1 0 0,7 6 74 0 0,-4-4-95 0 0,0 1-1 0 0,0 0 1 0 0,0 0-1 0 0,-1 0 1 0 0,1 1-1 0 0,-1-1 1 0 0,5 9-1 0 0,40 60-128 0 0,-39-57 112 0 0,-8-14 26 0 0,1 1 1 0 0,-1-1-1 0 0,0 0 0 0 0,1 0 0 0 0,-1 0 1 0 0,1 0-1 0 0,-1 0 0 0 0,1 0 0 0 0,0 0 1 0 0,0 0-1 0 0,0-1 0 0 0,0 1 0 0 0,0-1 1 0 0,0 0-1 0 0,1 1 0 0 0,2 0 0 0 0,0 2-33 0 0,0 0 0 0 0,0 1 0 0 0,-1-1 0 0 0,1 1 0 0 0,-1 0 0 0 0,0 0 0 0 0,-1 1 0 0 0,1-1 0 0 0,5 12 0 0 0,-9-16 42 0 0,1 0 1 0 0,-1 0 0 0 0,0 1-1 0 0,1-1 1 0 0,-1 0 0 0 0,0 1 0 0 0,1-1-1 0 0,-1 0 1 0 0,0 1 0 0 0,0-1-1 0 0,0 0 1 0 0,0 1 0 0 0,-1-1 0 0 0,1 0-1 0 0,-1 3 1 0 0,1-4-13 0 0,0 1 1 0 0,0 0-1 0 0,-1 0 1 0 0,1-1-1 0 0,0 1 0 0 0,0 0 1 0 0,0-1-1 0 0,0 1 1 0 0,0 0-1 0 0,0 0 0 0 0,0-1 1 0 0,0 1-1 0 0,0 0 1 0 0,0 0-1 0 0,1-1 1 0 0,-1 1-1 0 0,0 0 0 0 0,0-1 1 0 0,1 1-1 0 0,-1 0 1 0 0,0-1-1 0 0,1 1 0 0 0,-1-1 1 0 0,1 1-1 0 0,-1 0 1 0 0,1 0-1 0 0,0 0-8 0 0,1 0 0 0 0,-1 1 0 0 0,0-1 0 0 0,0 0 0 0 0,0 1 0 0 0,0-1 0 0 0,-1 1 0 0 0,1 0 0 0 0,0-1 0 0 0,-1 1 0 0 0,1 0 0 0 0,-1-1 0 0 0,0 1 0 0 0,1 2 0 0 0,-1-2-2 0 0,1 0 0 0 0,-1 0 0 0 0,0 0 0 0 0,0 0 0 0 0,0 0 0 0 0,0 0 0 0 0,0 0 0 0 0,-1 0 0 0 0,1 0 0 0 0,-1 0 0 0 0,1 0 0 0 0,-1 0 0 0 0,0 0 0 0 0,-1 3 0 0 0,-1-1-90 0 0,-1 0 0 0 0,1 0 0 0 0,-1 0 0 0 0,1 0 1 0 0,-1-1-1 0 0,0 1 0 0 0,-1-1 0 0 0,1 0 0 0 0,0 0 0 0 0,-1-1 0 0 0,-6 3 0 0 0,-58 22-2886 0 0,-111 28 0 0 0,118-38 130 0 0,62-25-135 0 0,0-20-4371 0 0,3 16 5693 0 0,11 10 45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4.6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2272 0 0,'0'0'11338'0'0,"0"3"-10815"0"0,0 51 1216 0 0,0-36-1681 0 0,2 1 1 0 0,3 17 0 0 0,16 52-758 0 0,-19-85 544 0 0,-1-1 1 0 0,0 1-1 0 0,0 0 1 0 0,0 0-1 0 0,0 0 1 0 0,-1 0-1 0 0,1 0 1 0 0,-1 0-1 0 0,0 0 0 0 0,0 0 1 0 0,0 0-1 0 0,0 0 1 0 0,-1 4-1 0 0,0-2-337 0 0,1-2-644 0 0,0 10-2692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4.8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69 2720 0 0,'0'-68'13568'0'0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5.5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18 120 1760 0 0,'0'81'10262'0'0,"0"-44"-9111"0"0,0-31-1112 0 0,0-1 0 0 0,1 0 0 0 0,0 0 0 0 0,0 0 0 0 0,0 0 0 0 0,3 6 1 0 0,-2-6-9 0 0,-1 1 1 0 0,1-1 0 0 0,-1 1 0 0 0,0 0-1 0 0,0-1 1 0 0,0 8 0 0 0,-3 1 36 0 0,2-9-43 0 0,-1-1 0 0 0,1 1 0 0 0,0 0 0 0 0,0-1 0 0 0,1 1 0 0 0,0-1 0 0 0,-1 1 0 0 0,3 6 0 0 0,8 114 2019 0 0,-8-94-308 0 0,-3-27-598 0 0,0-12 200 0 0,1 2-1265 0 0,-1 2 40 0 0,0 1 1 0 0,1 0-1 0 0,-1-1 0 0 0,0 1 0 0 0,-1-1 1 0 0,1 1-1 0 0,-1 0 0 0 0,1-1 0 0 0,-2-3 0 0 0,-6 3-60 0 0,8 4-53 0 0,0 0 1 0 0,-1 0-1 0 0,1 0 0 0 0,0 0 0 0 0,0 0 0 0 0,-1 0 0 0 0,1 0 0 0 0,0 0 1 0 0,0 0-1 0 0,0 0 0 0 0,-1 0 0 0 0,1 0 0 0 0,0-1 0 0 0,0 1 0 0 0,0 0 1 0 0,-1 0-1 0 0,1 0 0 0 0,0 0 0 0 0,0 0 0 0 0,0-1 0 0 0,0 1 1 0 0,0 0-1 0 0,-1 0 0 0 0,1 0 0 0 0,0-1 0 0 0,0 1 0 0 0,0 0 0 0 0,0 0 1 0 0,0 0-1 0 0,0-1 0 0 0,0 1 0 0 0,0 0 0 0 0,0 0 0 0 0,0-1 0 0 0,0 1 1 0 0,0 0-1 0 0,0 0 0 0 0,0 0 0 0 0,0-1 0 0 0,0 1 0 0 0,0 0 0 0 0,-7-50 267 0 0,0-1 53 0 0,-3-20 256 0 0,-1-117 0 0 0,11 94-384 0 0,0 94-201 0 0,0-1 0 0 0,0 1 0 0 0,0-1 0 0 0,0 1 0 0 0,0-1 0 0 0,0 1 0 0 0,0-1 1 0 0,0 1-1 0 0,0-1 0 0 0,0 1 0 0 0,1-1 0 0 0,-1 1 0 0 0,0-1 0 0 0,0 1 0 0 0,0-1 0 0 0,1 1 1 0 0,-1-1-1 0 0,0 1 0 0 0,1 0 0 0 0,-1-1 0 0 0,0 1 0 0 0,1-1 0 0 0,-1 1 0 0 0,1 0 0 0 0,-1-1 1 0 0,0 1-1 0 0,1 0 0 0 0,-1 0 0 0 0,1-1 0 0 0,-1 1 0 0 0,1 0 0 0 0,-1 0 0 0 0,1 0 0 0 0,-1 0 1 0 0,1-1-1 0 0,-1 1 0 0 0,1 0 0 0 0,-1 0 0 0 0,1 0 0 0 0,-1 0 0 0 0,2 0 0 0 0,4-14 393 0 0,-5 14-387 0 0,1-1 0 0 0,0 1 0 0 0,0-1 0 0 0,-1 1 0 0 0,1-1 0 0 0,0 1 0 0 0,0 0-1 0 0,0 0 1 0 0,0 0 0 0 0,0 0 0 0 0,3 1 0 0 0,54 1-269 0 0,-58-1 274 0 0,0-1 0 0 0,0 0 0 0 0,-1 0 0 0 0,1 0 0 0 0,0 0 0 0 0,0 1 1 0 0,0-1-1 0 0,-1 0 0 0 0,1 1 0 0 0,0-1 0 0 0,0 0 0 0 0,-1 1 0 0 0,1-1 0 0 0,0 1 0 0 0,-1 0 0 0 0,1-1 0 0 0,-1 1 0 0 0,1-1 0 0 0,-1 1 1 0 0,1 0-1 0 0,1 2 39 0 0,26 19-99 0 0,-23-15-137 0 0,-4-6 192 0 0,-1-1 1 0 0,0 1 0 0 0,0-1 0 0 0,0 0 0 0 0,1 1-1 0 0,-1-1 1 0 0,0 1 0 0 0,1-1 0 0 0,-1 0-1 0 0,0 1 1 0 0,1-1 0 0 0,-1 0 0 0 0,1 0 0 0 0,-1 1-1 0 0,0-1 1 0 0,1 0 0 0 0,-1 0 0 0 0,1 1 0 0 0,-1-1-1 0 0,1 0 1 0 0,-1 0 0 0 0,0 0 0 0 0,1 0 0 0 0,-1 0-1 0 0,1 0 1 0 0,-1 0 0 0 0,1 0 0 0 0,-1 0-1 0 0,2 0 1 0 0,-1 0 16 0 0,0 1 0 0 0,0-1 0 0 0,0 1 0 0 0,0 0-1 0 0,0-1 1 0 0,1 1 0 0 0,-1 0 0 0 0,0-1 0 0 0,0 1 0 0 0,-1 0 0 0 0,1 0-1 0 0,0 0 1 0 0,0 0 0 0 0,0 0 0 0 0,-1 0 0 0 0,1 0 0 0 0,0 0-1 0 0,-1 0 1 0 0,1 1 0 0 0,0 1 0 0 0,2 2 15 0 0,5 11-51 0 0,-2 1-1 0 0,0-1 1 0 0,0 1-1 0 0,-2 0 1 0 0,0 0-1 0 0,-1 0 1 0 0,0 0-1 0 0,-1 24 1 0 0,-2-37 4 0 0,0-1 0 0 0,0 0 0 0 0,0 0 0 0 0,0 0 1 0 0,-1 0-1 0 0,1 1 0 0 0,-1-1 0 0 0,0 0 1 0 0,0 0-1 0 0,-3 5 0 0 0,1 4-240 0 0,0-7 114 0 0,-25 23-96 0 0,28-27 231 0 0,0-1 0 0 0,0 0 0 0 0,-1 0 0 0 0,1 1 0 0 0,0-1 0 0 0,0 0 0 0 0,0 0 0 0 0,-1 1 0 0 0,1-1 0 0 0,0 0 0 0 0,0 0 0 0 0,-1 0 0 0 0,1 1-1 0 0,0-1 1 0 0,-1 0 0 0 0,1 0 0 0 0,0 0 0 0 0,-1 0 0 0 0,1 0 0 0 0,0 0 0 0 0,-1 0 0 0 0,1 0 0 0 0,0 0 0 0 0,-1 0 0 0 0,1 0 0 0 0,0 0 0 0 0,-1 0 0 0 0,1 0 0 0 0,0 0 0 0 0,-1 0-1 0 0,1 0 1 0 0,0 0 0 0 0,0 0 0 0 0,-1 0 0 0 0,1 0 0 0 0,0 0 0 0 0,-1-1 0 0 0,1 1-30 0 0,-1 0 0 0 0,1 0 0 0 0,0-1 0 0 0,-1 1-1 0 0,1 0 1 0 0,0 0 0 0 0,0 0 0 0 0,-1 0 0 0 0,1 0 0 0 0,-1 0 0 0 0,1 0-1 0 0,0 0 1 0 0,-1 0 0 0 0,1 0 0 0 0,0 0 0 0 0,-1 0 0 0 0,1 0 0 0 0,0 0 0 0 0,-1 0-1 0 0,1 0 1 0 0,0 0 0 0 0,-1 0 0 0 0,1 1 0 0 0,0-1 0 0 0,-1 0 0 0 0,1 0 0 0 0,0 0-1 0 0,0 0 1 0 0,-1 1 0 0 0,1-1 0 0 0,0 0 0 0 0,0 0 0 0 0,-1 1 0 0 0,1-1 0 0 0,0 0-1 0 0,0 1 1 0 0,-12 10-606 0 0,12-11 559 0 0,-1 1 1 0 0,1-1-1 0 0,0 0 1 0 0,0 0-1 0 0,-1 0 0 0 0,1 1 1 0 0,0-1-1 0 0,-1 0 0 0 0,1 0 1 0 0,0 0-1 0 0,-1 0 0 0 0,1 0 1 0 0,0 0-1 0 0,-1 0 1 0 0,1 0-1 0 0,0 0 0 0 0,-1 0 1 0 0,1 0-1 0 0,0 0 0 0 0,-1 0 1 0 0,1 0-1 0 0,0 0 0 0 0,-1 0 1 0 0,1 0-1 0 0,0 0 1 0 0,-1 0-1 0 0,1 0 0 0 0,0 0 1 0 0,-1-1-1 0 0,1 1 0 0 0,0 0 1 0 0,-1 0-1 0 0,1 0 0 0 0,0-1 1 0 0,-8-3-2698 0 0,-10-4-1926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6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37 220 2272 0 0,'3'-3'8304'0'0,"-2"2"-8068"0"0,1 0 1 0 0,-1-1-1 0 0,1 1 0 0 0,-1 0 1 0 0,1 0-1 0 0,0 0 1 0 0,-1 0-1 0 0,1 0 1 0 0,0 1-1 0 0,0-1 0 0 0,-1 0 1 0 0,1 1-1 0 0,0-1 1 0 0,3 0-1 0 0,6-7 559 0 0,74-65 3477 0 0,-84 72-4246 0 0,-1 0-1 0 0,1 1 1 0 0,0-1 0 0 0,-1 0 0 0 0,1 0 0 0 0,0 1 0 0 0,-1-1-1 0 0,1 0 1 0 0,-1 0 0 0 0,0 0 0 0 0,1 0 0 0 0,-1 1-1 0 0,0-1 1 0 0,1 0 0 0 0,-1 0 0 0 0,0 0 0 0 0,0 0 0 0 0,0-1-1 0 0,0-1 407 0 0,3 0-250 0 0,0-1-39 0 0,-1-1-1 0 0,0 1 1 0 0,0-1 0 0 0,-1 0 0 0 0,1 1 0 0 0,-1-1 0 0 0,0 0 0 0 0,0 0-1 0 0,0 0 1 0 0,-1 0 0 0 0,0 0 0 0 0,0 0 0 0 0,0 0 0 0 0,-2-6-1 0 0,2-7 105 0 0,0 15 25 0 0,-25 9 165 0 0,2-1-51 0 0,0 1 0 0 0,-35 14 0 0 0,55-19-343 0 0,0 1 0 0 0,0 0 0 0 0,0 0 0 0 0,0 0 0 0 0,0 0 1 0 0,1 0-1 0 0,-1 1 0 0 0,1-1 0 0 0,-1 1 0 0 0,1-1 1 0 0,0 1-1 0 0,0 0 0 0 0,0 0 0 0 0,-2 6 0 0 0,-10 12 30 0 0,13-20-74 0 0,0 1 0 0 0,0-1 0 0 0,1 0 0 0 0,-1 1 1 0 0,1-1-1 0 0,-1 1 0 0 0,1-1 0 0 0,0 1 0 0 0,0-1 1 0 0,-1 1-1 0 0,1-1 0 0 0,0 1 0 0 0,0-1 0 0 0,0 1 0 0 0,1-1 1 0 0,-1 1-1 0 0,1 2 0 0 0,0 6 192 0 0,-1 55-26 0 0,0-64-168 0 0,0 0 1 0 0,0 0-1 0 0,0-1 1 0 0,0 1-1 0 0,0 0 1 0 0,0-1-1 0 0,0 1 1 0 0,0 0-1 0 0,0-1 1 0 0,0 1-1 0 0,1 0 1 0 0,-1-1-1 0 0,0 1 1 0 0,1 0-1 0 0,-1-1 1 0 0,0 1-1 0 0,1-1 1 0 0,-1 1-1 0 0,1 0 1 0 0,-1-1-1 0 0,1 1 0 0 0,-1-1 1 0 0,1 1-1 0 0,-1-1 1 0 0,1 0-1 0 0,1 1 1 0 0,-2 0 7 0 0,1-1 1 0 0,-1 0-1 0 0,1 1 1 0 0,-1-1-1 0 0,1 1 1 0 0,0-1-1 0 0,-1 1 1 0 0,1-1-1 0 0,-1 1 1 0 0,0-1-1 0 0,1 1 1 0 0,-1-1-1 0 0,1 1 1 0 0,-1 0-1 0 0,0-1 1 0 0,0 1-1 0 0,1 0 1 0 0,-1-1-1 0 0,0 1 1 0 0,0 0-1 0 0,0 0 0 0 0,0-1 1 0 0,0 1-1 0 0,1 0 1 0 0,-2-1-1 0 0,1 2 1 0 0,0 0-2 0 0,1-1 0 0 0,-1 1 0 0 0,0 0 0 0 0,1-1 0 0 0,-1 1 0 0 0,1-1 0 0 0,-1 1 0 0 0,1-1 0 0 0,0 0 0 0 0,0 1 0 0 0,-1-1 0 0 0,1 1 0 0 0,0-1 0 0 0,0 0 0 0 0,0 0 0 0 0,1 0 0 0 0,-1 0 0 0 0,0 0 0 0 0,2 2 0 0 0,15 11-466 0 0,0-1 0 0 0,0 0 0 0 0,2-1 0 0 0,-1-1 0 0 0,1-1 0 0 0,1-1 0 0 0,31 10 0 0 0,-45-16-450 0 0,-1-2 1 0 0,1 1-1 0 0,-1-1 1 0 0,1 0-1 0 0,0 0 0 0 0,-1-1 1 0 0,1 1-1 0 0,13-3 1 0 0,12 0-5818 0 0,-1 2-412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8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 4384 0 0,'-17'-4'19168'0'0,"17"5"-19062"0"0,0 0-87 0 0,1 0 0 0 0,-1 0 0 0 0,0 0 0 0 0,0 0 0 0 0,1 0 0 0 0,-1 0 0 0 0,1-1 0 0 0,-1 1 0 0 0,1 0 0 0 0,-1 0 0 0 0,1 0 0 0 0,-1 0 0 0 0,1-1 0 0 0,0 1 0 0 0,0 0 0 0 0,-1-1 0 0 0,2 2 0 0 0,2 2-20 0 0,33 89 705 0 0,-20-76-725 0 0,-6 5 394 0 0,-6-9-183 0 0,1-1 0 0 0,0 0 0 0 0,1 0 0 0 0,9 13 0 0 0,-14-22-189 0 0,12 18 22 0 0,2 0 1 0 0,0 0 0 0 0,34 31 0 0 0,-43-41 202 0 0,-7-10-232 0 0,0 0-1 0 0,1 0 1 0 0,-1 0-1 0 0,1 0 1 0 0,-1 0 0 0 0,1 0-1 0 0,-1 0 1 0 0,1-1-1 0 0,0 1 1 0 0,-1 0 0 0 0,1 0-1 0 0,0 0 1 0 0,0-1-1 0 0,0 1 1 0 0,-1 0-1 0 0,1-1 1 0 0,0 1 0 0 0,0-1-1 0 0,0 1 1 0 0,0-1-1 0 0,1 1 1 0 0,35 2 614 0 0,-29-3-421 0 0,-5 0 314 0 0,-3-2-511 0 0,0 1-1 0 0,0-1 1 0 0,-1 1 0 0 0,1-1 0 0 0,1 0-1 0 0,-1 1 1 0 0,0-1 0 0 0,0 1 0 0 0,0-1-1 0 0,1 1 1 0 0,-1-1 0 0 0,2-2-1 0 0,3-4 541 0 0,2-11-378 0 0,-5-49-87 0 0,-2 21-98 0 0,0-43-153 0 0,0-2-3435 0 0,0 91 3341 0 0,-1 0-1 0 0,1 0 0 0 0,0 0 0 0 0,0 1 1 0 0,0-1-1 0 0,0 0 0 0 0,0 0 0 0 0,0 0 1 0 0,0 0-1 0 0,0 0 0 0 0,0 0 0 0 0,0 0 1 0 0,1 0-1 0 0,-1 0 0 0 0,0 0 0 0 0,1 1 1 0 0,-1-1-1 0 0,0 0 0 0 0,1 0 1 0 0,-1 0-1 0 0,1 1 0 0 0,0-1 0 0 0,-1 0 1 0 0,2 0-1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8.4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3072 0 0,'0'0'13344'0'0,"34"0"-11873"0"0,51 17-863 0 0,203-17-19103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8.6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3392 0 0,'-16'0'11296'0'0,"32"0"-7457"0"0,154 0-1215 0 0,135 34-23775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6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3040 0 0,'3'9'15887'0'0,"22"87"-13444"0"0,37 175-336 0 0,-19-93-1894 0 0,-42-173-284 0 0,0 1-1 0 0,-1 0 1 0 0,1 0 0 0 0,-1-1 0 0 0,0 1-1 0 0,0 0 1 0 0,-2 7 0 0 0,1-8-411 0 0,0 1 1 0 0,1-1-1 0 0,0 1 0 0 0,0-1 1 0 0,0 1-1 0 0,1-1 0 0 0,0 1 1 0 0,0-1-1 0 0,2 8 0 0 0,8 18-9331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7.5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 2816 0 0,'0'4'14046'0'0,"0"-3"-13965"0"0,0 0 0 0 0,0 0 0 0 0,-1-1 0 0 0,1 1 0 0 0,1 0 1 0 0,-1 0-1 0 0,0 0 0 0 0,0 0 0 0 0,0 0 0 0 0,0 0 0 0 0,1 0 0 0 0,-1 0 0 0 0,0 0 0 0 0,1 0 0 0 0,0 1 0 0 0,1 1 76 0 0,0 1-1 0 0,0-1 0 0 0,0 1 0 0 0,-1 0 0 0 0,0-1 1 0 0,0 1-1 0 0,0 0 0 0 0,0 0 0 0 0,0 0 0 0 0,-1-1 0 0 0,1 1 1 0 0,-1 0-1 0 0,-1 8 0 0 0,10 44 308 0 0,-1-3-252 0 0,57 278 509 0 0,-51-290-794 0 0,-13-39 81 0 0,0 1 0 0 0,0 0 1 0 0,0 0-1 0 0,-1 0 1 0 0,1 0-1 0 0,-1-1 1 0 0,1 1-1 0 0,-1 0 1 0 0,0 4-1 0 0,0-6-8 0 0,0 0 0 0 0,0-1 1 0 0,-1 1-1 0 0,2 0 0 0 0,-1-1 0 0 0,0 1 1 0 0,0 0-1 0 0,0-1 0 0 0,0 1 0 0 0,0 0 1 0 0,0-1-1 0 0,1 1 0 0 0,-1 0 0 0 0,0-1 1 0 0,1 1-1 0 0,-1-1 0 0 0,0 1 0 0 0,1-1 0 0 0,-1 1 1 0 0,1-1-1 0 0,-1 1 0 0 0,1-1 0 0 0,-1 1 1 0 0,1-1-1 0 0,-1 1 0 0 0,2 0 0 0 0,-2-1 1 0 0,1 1 0 0 0,0-1 0 0 0,-1 1-1 0 0,1-1 1 0 0,0 1 0 0 0,-1-1 0 0 0,1 1-1 0 0,-1 0 1 0 0,1-1 0 0 0,-1 1 0 0 0,0 0-1 0 0,1-1 1 0 0,-1 1 0 0 0,1 0 0 0 0,-1 0-1 0 0,0-1 1 0 0,0 1 0 0 0,1 0 0 0 0,-1 0-1 0 0,0 0 1 0 0,0-1 0 0 0,0 1 0 0 0,0 0-1 0 0,0 0 1 0 0,0 0 0 0 0,0 1 0 0 0,0 19 122 0 0,0-18 7 0 0,0-25 379 0 0,-6-60-215 0 0,-16-84-6 0 0,14 78-274 0 0,8 79-5 0 0,-1 0-1 0 0,0 0 1 0 0,0 0-1 0 0,-1 0 1 0 0,0 0 0 0 0,-4-10-1 0 0,1-26 152 0 0,-1 18-168 0 0,-2-53 0 0 0,8 77 168 0 0,0-28-42 0 0,0 25-214 0 0,0 5 93 0 0,-1-3 4 0 0,1 1 1 0 0,0 0-1 0 0,0-1 0 0 0,0 1 1 0 0,0 0-1 0 0,1-1 1 0 0,-1 1-1 0 0,1 0 1 0 0,0-1-1 0 0,1-2 0 0 0,0 4 17 0 0,0 1-1 0 0,0 0 0 0 0,-1 0 0 0 0,1 0 0 0 0,0 0 1 0 0,0 0-1 0 0,0 0 0 0 0,0 0 0 0 0,0 0 0 0 0,0 1 1 0 0,0-1-1 0 0,0 1 0 0 0,1 0 0 0 0,-1 0 0 0 0,3 0 1 0 0,30-2 358 0 0,1 2 1 0 0,57 8 0 0 0,-88-8-351 0 0,0 0-1 0 0,0 0 1 0 0,0 1-1 0 0,0 0 0 0 0,0 0 1 0 0,0 1-1 0 0,0-1 1 0 0,0 1-1 0 0,0 0 1 0 0,-1 0-1 0 0,1 1 0 0 0,7 4 1 0 0,53 55 161 0 0,-43-48-70 0 0,-20-13-104 0 0,0 0-1 0 0,1 0 1 0 0,-1 0 0 0 0,0 1 0 0 0,-1-1 0 0 0,1 0 0 0 0,0 1 0 0 0,0-1 0 0 0,-1 1 0 0 0,1 0 0 0 0,2 3 0 0 0,-1 0-5 0 0,-3-4-13 0 0,0 0-1 0 0,1-1 1 0 0,-1 1 0 0 0,0 0 0 0 0,1-1 0 0 0,-1 1 0 0 0,0-1 0 0 0,1 1-1 0 0,-1 0 1 0 0,1-1 0 0 0,-1 1 0 0 0,1-1 0 0 0,0 1 0 0 0,-1-1 0 0 0,1 1 0 0 0,-1-1-1 0 0,1 0 1 0 0,1 1 0 0 0,8 5-65 0 0,-6-2 56 0 0,0-1 0 0 0,-1 0 1 0 0,1 1-1 0 0,-1 0 0 0 0,0 0 1 0 0,0 0-1 0 0,0 0 1 0 0,4 9-1 0 0,5 11-10 0 0,-1 1 0 0 0,-2 1 0 0 0,10 34 0 0 0,34 166-115 0 0,-44-192 102 0 0,-9-33 31 0 0,1 0 0 0 0,-1 1 0 0 0,1-1-1 0 0,-1 1 1 0 0,0-1 0 0 0,1 0 0 0 0,-1 1 0 0 0,0-1 0 0 0,0 1-1 0 0,0-1 1 0 0,0 1 0 0 0,0-1 0 0 0,-1 1 0 0 0,1-1 0 0 0,0 1-1 0 0,-1-1 1 0 0,1 0 0 0 0,-1 1 0 0 0,1-1 0 0 0,-1 0 0 0 0,1 1-1 0 0,-1-1 1 0 0,0 0 0 0 0,-1 2 0 0 0,-4 9-187 0 0,0 22 135 0 0,0-25 84 0 0,5-8-22 0 0,0 0-1 0 0,0 1 1 0 0,0-1-1 0 0,1 1 1 0 0,-1 0 0 0 0,0-1-1 0 0,1 1 1 0 0,-1-1-1 0 0,0 1 1 0 0,1 0-1 0 0,-1 2 1 0 0,1-2-17 0 0,0-1 1 0 0,-1 0-1 0 0,1 0 0 0 0,-1 0 1 0 0,1 0-1 0 0,-1 0 0 0 0,1 0 1 0 0,-1 0-1 0 0,1 0 1 0 0,-1 0-1 0 0,0 0 0 0 0,0-1 1 0 0,0 1-1 0 0,1 0 0 0 0,-1 0 1 0 0,0-1-1 0 0,0 1 0 0 0,-1 0 1 0 0,-1 2-41 0 0,-42 30-59 0 0,38-23 97 0 0,2-4-113 0 0,-23-2-1180 0 0,-54 7-3785 0 0,45-10 1448 0 0,26-9 2929 0 0,8 4 42 0 0,3 4 564 0 0,0-1 1 0 0,-1 1-1 0 0,1 0 0 0 0,0-1 0 0 0,0 1 0 0 0,-1 0 0 0 0,1-1 0 0 0,-1 1 0 0 0,1 0 0 0 0,0 0 1 0 0,-1-1-1 0 0,1 1 0 0 0,-1 0 0 0 0,1 0 0 0 0,-1 0 0 0 0,1 0 0 0 0,0-1 0 0 0,-1 1 1 0 0,1 0-1 0 0,-1 0 0 0 0,1 0 0 0 0,-1 0 0 0 0,1 0 0 0 0,-1 0 0 0 0,1 0 0 0 0,-1 1 0 0 0,-4-3-661 0 0,-18-17-3917 0 0,-8-9 960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8.1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1728 0 0,'0'0'10464'0'0,"0"-17"-8672"0"0,18 17-192 0 0,66 0-33 0 0,-67 0-1471 0 0,50 0-96 0 0,221-17-12863 0 0,-271 17 10687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8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1952 0 0,'3'19'9152'0'0,"8"-7"-8208"0"0,-8-10-363 0 0,3-2 86 0 0,21 1 136 0 0,0 1 1 0 0,1 1 0 0 0,46 12 0 0 0,-24-5-500 0 0,-41-8-288 0 0,1 0-1 0 0,0-1 1 0 0,0-1-1 0 0,0 0 1 0 0,10-1-1 0 0,12 0-65 0 0,81 1-2392 0 0,-108 0 1809 0 0,-1 0 0 0 0,1 1 0 0 0,-1 0 0 0 0,1-1 1 0 0,-1 2-1 0 0,1-1 0 0 0,-1 0 0 0 0,7 4 1 0 0,-1-1-1060 0 0,-2-1-1076 0 0,9-3-1493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0.9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12 5248 0 0,'-1'-11'12774'0'0,"7"43"-9909"0"0,-3-16-2510 0 0,2 6 237 0 0,3 21 476 0 0,15 43 0 0 0,-17-66-907 0 0,1-2 0 0 0,1 1 0 0 0,1-1 1 0 0,1 0-1 0 0,0-1 0 0 0,15 18 0 0 0,-14-21-160 0 0,0-1 0 0 0,2 0 0 0 0,-1-1 0 0 0,1-1 0 0 0,25 17 0 0 0,-35-26 25 0 0,10 7-38 0 0,-1 0 0 0 0,1-2-1 0 0,1 1 1 0 0,-1-2 0 0 0,1 0 0 0 0,29 8 0 0 0,-34-10-3 0 0,-8-4 11 0 0,0 1 0 0 0,-1-1 1 0 0,1 0-1 0 0,0 1 1 0 0,-1-1-1 0 0,1 0 1 0 0,0 0-1 0 0,0 1 0 0 0,-1-1 1 0 0,1 0-1 0 0,0 0 1 0 0,0 0-1 0 0,-1 0 0 0 0,1 0 1 0 0,0 0-1 0 0,0 0 1 0 0,0 0-1 0 0,-1 0 1 0 0,1 0-1 0 0,0 0 0 0 0,0-1 1 0 0,-1 1-1 0 0,1 0 1 0 0,0 0-1 0 0,-1-1 0 0 0,1 1 1 0 0,0-1-1 0 0,-1 1 1 0 0,1 0-1 0 0,0-1 1 0 0,-1 1-1 0 0,1-1 0 0 0,-1 0 1 0 0,1 1-1 0 0,-1-1 1 0 0,1 1-1 0 0,-1-1 0 0 0,1-1 1 0 0,8-9 83 0 0,-4 5-73 0 0,-1-1 0 0 0,1 1 0 0 0,-1-1 0 0 0,0 0 0 0 0,-1-1 0 0 0,1 1 0 0 0,-2-1-1 0 0,1 1 1 0 0,2-17 0 0 0,6-30 367 0 0,-2 0-1 0 0,-3-1 0 0 0,-1-79 1 0 0,-5 133-227 0 0,0-1 1 0 0,0 1 0 0 0,0-1 0 0 0,0 1 0 0 0,0-1 0 0 0,0 1 0 0 0,0-1 0 0 0,0 1 0 0 0,1-1 0 0 0,-1 1 0 0 0,0-1 0 0 0,1 1 0 0 0,0 0 0 0 0,0-3 0 0 0,0 4-111 0 0,0 1 1 0 0,-1-1-1 0 0,1 0 1 0 0,-1 1 0 0 0,1-1-1 0 0,0 1 1 0 0,-1-1-1 0 0,1 1 1 0 0,-1-1-1 0 0,1 1 1 0 0,-1-1 0 0 0,0 1-1 0 0,1-1 1 0 0,-1 1-1 0 0,1-1 1 0 0,-1 1 0 0 0,0 0-1 0 0,0-1 1 0 0,1 1-1 0 0,-1 0 1 0 0,0 1 0 0 0,24 67-22 0 0,-17-48 351 0 0,2 3-288 0 0,-2 0 0 0 0,0 0 0 0 0,5 41-1 0 0,-4-15 23 0 0,-3-25-40 0 0,4 32-341 0 0,-3-12 67 0 0,5 6 29 0 0,20 104-763 0 0,-31-149 864 0 0,0-4 25 0 0,0 0 0 0 0,0-1-1 0 0,0 1 1 0 0,0 0-1 0 0,1 0 1 0 0,-1 0-1 0 0,0 0 1 0 0,1-1-1 0 0,-1 1 1 0 0,1 0 0 0 0,0 0-1 0 0,-1-1 1 0 0,1 1-1 0 0,0 0 1 0 0,0-1-1 0 0,0 1 1 0 0,0-1 0 0 0,0 1-1 0 0,1-1 1 0 0,1 3-1 0 0,-1-3 30 0 0,1 10 15 0 0,-3-9-290 0 0,0 1 0 0 0,1 0 0 0 0,-1-1 0 0 0,0 1 0 0 0,1-1-1 0 0,0 1 1 0 0,-1 0 0 0 0,1-1 0 0 0,0 1 0 0 0,2 2 0 0 0,31 55-13040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1.8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3488 0 0,'0'6'10266'0'0,"0"23"-7137"0"0,0 49-2023 0 0,0-76-1102 0 0,0 0 1 0 0,0 0 0 0 0,0 0-1 0 0,1 0 1 0 0,-1 0-1 0 0,0 0 1 0 0,1 0 0 0 0,-1 0-1 0 0,1-1 1 0 0,0 1-1 0 0,-1 0 1 0 0,1 0 0 0 0,1 1-1 0 0,5 14 49 0 0,-4 5 85 0 0,0 38 39 0 0,8 33-23 0 0,-4-58 54 0 0,-6-35-197 0 0,-1 1 1 0 0,0-1-1 0 0,0 0 1 0 0,0 0-1 0 0,1 0 1 0 0,-1 0-1 0 0,0 0 0 0 0,0 0 1 0 0,0 0-1 0 0,0 0 1 0 0,1 0-1 0 0,-1 0 1 0 0,0 0-1 0 0,0 0 0 0 0,0 0 1 0 0,1 0-1 0 0,-1 0 1 0 0,0 0-1 0 0,0-1 1 0 0,0 1-1 0 0,0 0 1 0 0,1 0-1 0 0,-1 0 0 0 0,0 0 1 0 0,0 0-1 0 0,0 0 1 0 0,0 0-1 0 0,0 0 1 0 0,1-1-1 0 0,-1 1 0 0 0,0 0 1 0 0,0 0-1 0 0,0 0 1 0 0,0 0-1 0 0,0-1 1 0 0,0 1-1 0 0,0 0 0 0 0,0 0 1 0 0,1 0-1 0 0,-1 0 1 0 0,0-1-1 0 0,0 1 1 0 0,0 0-1 0 0,0 0 1 0 0,0 0-1 0 0,0-1 0 0 0,0 1 1 0 0,0 0-1 0 0,3-5 240 0 0,-2 1-136 0 0,0 1 0 0 0,0-1 0 0 0,0 1 0 0 0,-1-1 0 0 0,1 0 0 0 0,-1 1 0 0 0,0-1 0 0 0,0 0 0 0 0,0 1-1 0 0,0-1 1 0 0,-2-4 0 0 0,2 5-97 0 0,0 1 5 0 0,0 1-1 0 0,0-1 1 0 0,0 0-1 0 0,0 1 1 0 0,0-1-1 0 0,1 1 1 0 0,-1-1-1 0 0,0 0 0 0 0,1 1 1 0 0,0-1-1 0 0,-1 1 1 0 0,1-1-1 0 0,0 1 1 0 0,1-3-1 0 0,8-15 148 0 0,15-56 384 0 0,-16 42-98 0 0,22-48 1 0 0,-31 80-455 0 0,1 0 1 0 0,-1-1-1 0 0,1 1 1 0 0,-1 0-1 0 0,1 0 1 0 0,-1 0-1 0 0,1 0 1 0 0,0 0-1 0 0,0 0 1 0 0,0 0-1 0 0,-1 0 1 0 0,1 0-1 0 0,0 0 1 0 0,0 1-1 0 0,0-1 1 0 0,0 0-1 0 0,1 1 1 0 0,0-2-1 0 0,1 1 31 0 0,23-2 201 0 0,22 3-138 0 0,-48 0-92 0 0,1 0 0 0 0,0-1 0 0 0,-1 1 0 0 0,1 0 0 0 0,-1 0 0 0 0,1 0 0 0 0,0 0 0 0 0,-1 0 0 0 0,1 0 0 0 0,-1 0 0 0 0,1 0 0 0 0,0 0 0 0 0,-1 1 0 0 0,1-1 0 0 0,-1 0 0 0 0,1 0 0 0 0,-1 0 0 0 0,1 1 0 0 0,-1-1 0 0 0,1 0 0 0 0,-1 1 0 0 0,1-1 0 0 0,0 1 0 0 0,33 22 23 0 0,-24-12 13 0 0,0 0 0 0 0,-1 0 0 0 0,10 18 0 0 0,-15-23-8 0 0,-1 1 0 0 0,0 0 0 0 0,0 0 0 0 0,4 14 0 0 0,18 75-176 0 0,-19-74 395 0 0,8-39-59 0 0,-13 15-181 0 0,0-1 1 0 0,-1 0 0 0 0,1 0 0 0 0,-1 1 0 0 0,0-1-1 0 0,1 0 1 0 0,-1 0 0 0 0,-1-4 0 0 0,1 5 36 0 0,0-1 54 0 0,3-11-310 0 0,-2 13 212 0 0,0 0 1 0 0,0 0 0 0 0,0 0-1 0 0,0 0 1 0 0,0 0-1 0 0,0-1 1 0 0,0 1 0 0 0,0 0-1 0 0,0 0 1 0 0,0-1 0 0 0,-1 1-1 0 0,1-1 1 0 0,-1 1 0 0 0,1-1-1 0 0,-1 1 1 0 0,0-1-1 0 0,1 1 1 0 0,-1-1 0 0 0,0 1-1 0 0,0-1 1 0 0,0 1 0 0 0,0-4-1 0 0,0 5-8 0 0,0-1 1 0 0,0 0-1 0 0,1 0 0 0 0,-1 0 0 0 0,0 0 0 0 0,1 0 1 0 0,-1 0-1 0 0,1 0 0 0 0,-1 0 0 0 0,1 0 0 0 0,-1 1 0 0 0,1-1 1 0 0,0 0-1 0 0,-1 0 0 0 0,1 1 0 0 0,0-1 0 0 0,1 0 1 0 0,2-3-41 0 0,19-45-40 0 0,-20 43 86 0 0,-1 0 1 0 0,1 0-1 0 0,0 0 0 0 0,0 1 1 0 0,1-1-1 0 0,0 1 0 0 0,0 0 1 0 0,0 0-1 0 0,0 0 0 0 0,9-7 1 0 0,-10 10 15 0 0,-1 0 0 0 0,0 0 0 0 0,0 1 0 0 0,1-1 0 0 0,-1 1 0 0 0,1-1 0 0 0,0 1 0 0 0,-1 0 0 0 0,1 0 0 0 0,0 0 0 0 0,-1 0 0 0 0,1 1 0 0 0,0-1 0 0 0,0 1 0 0 0,0 0 0 0 0,0-1 0 0 0,0 1 0 0 0,-1 1 0 0 0,1-1 0 0 0,3 1 0 0 0,-4-1-6 0 0,-1 0-1 0 0,0 0 0 0 0,1 1 1 0 0,-1-1-1 0 0,0 1 0 0 0,0-1 1 0 0,1 1-1 0 0,-1-1 0 0 0,0 1 1 0 0,0 0-1 0 0,0-1 1 0 0,0 1-1 0 0,0 0 0 0 0,0 0 1 0 0,0 0-1 0 0,0 0 0 0 0,0 0 1 0 0,0 0-1 0 0,0 0 0 0 0,-1 0 1 0 0,1 0-1 0 0,0 0 0 0 0,-1 1 1 0 0,1 0-1 0 0,-1-1-15 0 0,1-1 1 0 0,-1 1-1 0 0,0 0 1 0 0,0-1-1 0 0,0 1 0 0 0,1-1 1 0 0,-1 1-1 0 0,0-1 0 0 0,1 1 1 0 0,-1-1-1 0 0,0 1 0 0 0,1-1 1 0 0,-1 0-1 0 0,1 1 0 0 0,-1-1 1 0 0,1 1-1 0 0,-1-1 0 0 0,1 0 1 0 0,-1 1-1 0 0,1-1 0 0 0,-1 0 1 0 0,1 0-1 0 0,-1 1 0 0 0,1-1 1 0 0,-1 0-1 0 0,1 0 1 0 0,0 0-1 0 0,-1 0 0 0 0,1 0 1 0 0,0 0-1 0 0,0 0 1 0 0,-1 0-1 0 0,0 0 1 0 0,0 1 0 0 0,0-1-1 0 0,0 0 1 0 0,1 0 0 0 0,-1 0-1 0 0,0 0 1 0 0,0 0 0 0 0,0 0-1 0 0,0 0 1 0 0,1 1 0 0 0,-1-1-1 0 0,0 0 1 0 0,0 0 0 0 0,0 0 0 0 0,0 0-1 0 0,0 0 1 0 0,0 1 0 0 0,0-1-1 0 0,0 0 1 0 0,1 0 0 0 0,-1 0-1 0 0,0 1 1 0 0,0-1 0 0 0,0 0-1 0 0,0 0 1 0 0,0 0 0 0 0,0 1-1 0 0,0-1 1 0 0,0 0 0 0 0,0 0-1 0 0,0 0 1 0 0,0 1 0 0 0,0-1 0 0 0,0 0-1 0 0,0 0 1 0 0,0 0 0 0 0,-1 0-1 0 0,1 1 1 0 0,3 17 128 0 0,8 19-13 0 0,-11-36-123 0 0,0 1 1 0 0,1-1-1 0 0,-1 1 0 0 0,0-1 0 0 0,1 0 0 0 0,-1 1 0 0 0,1-1 0 0 0,-1 0 0 0 0,1 0 1 0 0,0 1-1 0 0,0-1 0 0 0,-1 0 0 0 0,1 0 0 0 0,0 0 0 0 0,0 0 0 0 0,1 1 1 0 0,-1-1 10 0 0,0 0 1 0 0,0 0-1 0 0,0 1 0 0 0,0-1 1 0 0,0 0-1 0 0,0 0 1 0 0,0 1-1 0 0,-1-1 1 0 0,1 1-1 0 0,-1-1 1 0 0,1 0-1 0 0,-1 1 1 0 0,1-1-1 0 0,-1 1 1 0 0,0-1-1 0 0,0 1 1 0 0,1 1-1 0 0,4 17 8 0 0,-3-14-36 0 0,0 0-1 0 0,0 0 1 0 0,-1 0 0 0 0,0 0 0 0 0,-1 0-1 0 0,1 0 1 0 0,-1 11 0 0 0,5 12-138 0 0,21 52-4372 0 0,-6-8-15115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2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44 2752 0 0,'3'14'10672'0'0,"0"1"-8568"0"0,0 0-725 0 0,0 1 0 0 0,-1-1 1 0 0,1 28-1 0 0,0-20-1267 0 0,0-11-92 0 0,0-2 17 0 0,-1 0-1 0 0,0 1 1 0 0,0-1 0 0 0,-1 1-1 0 0,0 10 1 0 0,-1 38 853 0 0,8-90-548 0 0,9-11-63 0 0,23-60 306 0 0,-40 100-584 0 0,1-1 0 0 0,0 1 1 0 0,0 0-1 0 0,0 0 1 0 0,0 0-1 0 0,0 0 1 0 0,1 0-1 0 0,-1 0 1 0 0,4-4-1 0 0,-5 6 10 0 0,1-1 0 0 0,-1 1 1 0 0,1-1-1 0 0,-1 1 0 0 0,1-1 0 0 0,-1 0 1 0 0,0 1-1 0 0,1-1 0 0 0,-1 1 0 0 0,0-1 1 0 0,1 0-1 0 0,-1 1 0 0 0,0-1 0 0 0,0 0 1 0 0,0 1-1 0 0,0-1 0 0 0,0 0 1 0 0,0 0-1 0 0,0 1 0 0 0,0-2 0 0 0,17-7 256 0 0,-3-14-336 0 0,-11 18 122 0 0,4 5 76 0 0,-1-1-78 0 0,0 1 0 0 0,0 1 0 0 0,0-1-1 0 0,0 1 1 0 0,5 1 0 0 0,-9-1-52 0 0,-1-1 1 0 0,0 0-1 0 0,0 1 0 0 0,0-1 0 0 0,0 1 1 0 0,0 0-1 0 0,0-1 0 0 0,0 1 0 0 0,0 0 0 0 0,-1-1 1 0 0,1 1-1 0 0,0 0 0 0 0,0 0 0 0 0,0 0 0 0 0,-1 0 1 0 0,1 0-1 0 0,0 0 0 0 0,-1 0 0 0 0,1 0 1 0 0,-1 0-1 0 0,0 0 0 0 0,1 0 0 0 0,-1 0 0 0 0,0 0 1 0 0,1 0-1 0 0,-1 0 0 0 0,0 1 0 0 0,0-1 0 0 0,0 2 1 0 0,14 3 336 0 0,-8 8-198 0 0,-6-14-141 0 0,1 0 0 0 0,0 0 0 0 0,-1 1 0 0 0,1-1 0 0 0,0 0 0 0 0,0 0 0 0 0,-1 1 0 0 0,1-1 0 0 0,0 0 0 0 0,-1 1 0 0 0,1-1 0 0 0,-1 1-1 0 0,1-1 1 0 0,-1 1 0 0 0,1-1 0 0 0,-1 1 0 0 0,1-1 0 0 0,-1 1 0 0 0,1 0 0 0 0,-1-1 0 0 0,1 1 0 0 0,-1 0 0 0 0,0-1 0 0 0,1 1 0 0 0,-1 0 0 0 0,0-1 0 0 0,0 1 0 0 0,0 0 0 0 0,0 0-1 0 0,0-1 1 0 0,1 1 0 0 0,-1 0 0 0 0,0 0 0 0 0,0-1 0 0 0,-1 1 0 0 0,1 1 0 0 0,2 10 4 0 0,15 31 218 0 0,12 19 197 0 0,-18-49-157 0 0,-5-14-112 0 0,-2-22-6 0 0,-3 14-37 0 0,4 2-98 0 0,-4 5 0 0 0,0 1 1 0 0,0-1-1 0 0,0 0 0 0 0,0 1 1 0 0,0-1-1 0 0,-1 0 1 0 0,1 1-1 0 0,0-1 0 0 0,-1 0 1 0 0,1 0-1 0 0,-1 0 1 0 0,0 0-1 0 0,0-1 1 0 0,0 2 4 0 0,0 0 0 0 0,0 0 0 0 0,0 0 0 0 0,0 0 0 0 0,1 1 0 0 0,-1-1 0 0 0,0 0 0 0 0,0 0 1 0 0,0 0-1 0 0,1 1 0 0 0,-1-1 0 0 0,0 0 0 0 0,1 0 0 0 0,-1 1 0 0 0,1-1 0 0 0,-1 0 1 0 0,1 1-1 0 0,-1-1 0 0 0,1 0 0 0 0,-1 1 0 0 0,1-1 0 0 0,0 1 0 0 0,1-1 0 0 0,-2 0-9 0 0,1 1 0 0 0,-1-1 0 0 0,1 1-1 0 0,-1 0 1 0 0,1-1 0 0 0,-1 1 0 0 0,1-1 0 0 0,-1 1-1 0 0,0-1 1 0 0,1 1 0 0 0,-1-1 0 0 0,0 1-1 0 0,1-1 1 0 0,-1 0 0 0 0,0 1 0 0 0,0-1-1 0 0,1 1 1 0 0,-1-1 0 0 0,0 0 0 0 0,0 1 0 0 0,0-1-1 0 0,0 0 1 0 0,0 0 0 0 0,17-30-135 0 0,59-84 90 0 0,-73 112 45 0 0,-1 0 1 0 0,0 0-1 0 0,1 1 1 0 0,0-1-1 0 0,-1 1 1 0 0,1-1-1 0 0,0 1 1 0 0,0 0-1 0 0,1 0 0 0 0,-1 1 1 0 0,0-1-1 0 0,0 0 1 0 0,1 1-1 0 0,-1 0 1 0 0,1 0-1 0 0,0 0 1 0 0,-1 1-1 0 0,1-1 1 0 0,-1 1-1 0 0,1-1 1 0 0,0 1-1 0 0,-1 1 0 0 0,1-1 1 0 0,0 0-1 0 0,-1 1 1 0 0,1 0-1 0 0,0-1 1 0 0,-1 2-1 0 0,1-1 1 0 0,-1 0-1 0 0,0 1 1 0 0,1-1-1 0 0,-1 1 1 0 0,0 0-1 0 0,0 0 0 0 0,0 0 1 0 0,0 1-1 0 0,4 3 1 0 0,-5-3 11 0 0,1-1 1 0 0,-1 1-1 0 0,0-1 1 0 0,0 1-1 0 0,0 0 0 0 0,0 0 1 0 0,0 0-1 0 0,-1 0 1 0 0,0 1-1 0 0,3 5 1 0 0,1 4 61 0 0,-2-8-92 0 0,-1 0 1 0 0,1 1-1 0 0,-1-1 1 0 0,0 1-1 0 0,0 0 1 0 0,0 0-1 0 0,-1 0 1 0 0,0 0-1 0 0,0 8 1 0 0,0-4 33 0 0,-1 0 0 0 0,1 0-1 0 0,1-1 1 0 0,3 14 0 0 0,-3-14-58 0 0,0 1 0 0 0,0-1-1 0 0,-1 0 1 0 0,0 13 0 0 0,2 3-40 0 0,9 17-2300 0 0,3-8-5467 0 0,3-8-3328 0 0,-17-25 10932 0 0,0-1-1 0 0,0 1 1 0 0,-1 0 0 0 0,1-1 0 0 0,0 1 0 0 0,0 0 0 0 0,0-1-1 0 0,0 1 1 0 0,0-1 0 0 0,-1 1 0 0 0,1-1 0 0 0,0 0-1 0 0,0 1 1 0 0,0-1 0 0 0,0 0 0 0 0,0 0 0 0 0,0 0-1 0 0,0 0 1 0 0,2 0 0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3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16 2112 0 0,'-10'-15'17659'0'0,"39"15"-13270"0"0,14 4-4411 0 0,168 21 1622 0 0,-156-17-1284 0 0,-14-2-247 0 0,64 0-1 0 0,253-6-2526 0 0,-319 0-1588 0 0,47 6 1 0 0,-84-6 3420 0 0,0 0-1 0 0,0 1 0 0 0,0-1 0 0 0,0 0 1 0 0,0 1-1 0 0,0-1 0 0 0,0 1 1 0 0,-1 0-1 0 0,1 0 0 0 0,0 0 1 0 0,0-1-1 0 0,0 2 0 0 0,-1-1 1 0 0,1 0-1 0 0,-1 0 0 0 0,1 1 0 0 0,-1-1 1 0 0,1 0-1 0 0,-1 1 0 0 0,0 0 1 0 0,1-1-1 0 0,-1 1 0 0 0,0 0 1 0 0,1 2-1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3.9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53 2208 0 0,'0'0'5194'0'0,"-3"0"-3988"0"0,3 0-1224 0 0,-14-4 2271 0 0,18-2-152 0 0,20-3 357 0 0,89-17 2438 0 0,-105 24-4593 0 0,25-3 595 0 0,-23 6-920 0 0,329-1-325 0 0,-296 1-869 0 0,47 6-1 0 0,-15 0-2179 0 0,49-2-6902 0 0,-118-4 9672 0 0,-1 0 1 0 0,0-1 0 0 0,0 1-1 0 0,1 1 1 0 0,-1-1 0 0 0,0 1-1 0 0,9 4 1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4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1856 0 0,'4'2'2530'0'0,"-2"-1"-2165"0"0,0-1 0 0 0,-1 1 0 0 0,1-1 1 0 0,-1 1-1 0 0,1 0 0 0 0,-1 0 0 0 0,1-1 0 0 0,-1 1 0 0 0,0 0 0 0 0,1 0 1 0 0,-1 1-1 0 0,0-1 0 0 0,0 0 0 0 0,0 0 0 0 0,0 0 0 0 0,0 1 0 0 0,0-1 0 0 0,0 1 1 0 0,0-1-1 0 0,0 1 0 0 0,-1-1 0 0 0,1 1 0 0 0,-1-1 0 0 0,1 3 0 0 0,5 1-13 0 0,14 12 106 0 0,-9-6-174 0 0,-6-10-181 0 0,-4-1-83 0 0,-1 0 1 0 0,1 0-1 0 0,-1 0 1 0 0,1 0-1 0 0,-1 0 1 0 0,1 0-1 0 0,-1 0 1 0 0,1 0-1 0 0,-1 0 1 0 0,1 0-1 0 0,-1 0 1 0 0,1 1-1 0 0,-1-1 0 0 0,0 0 1 0 0,1 0-1 0 0,-1 0 1 0 0,1 1-1 0 0,-1-1 1 0 0,1 0-1 0 0,-1 0 1 0 0,0 1-1 0 0,1-1 1 0 0,-1 0-1 0 0,0 1 1 0 0,1-1-1 0 0,-1 1 1 0 0,10 9 227 0 0,0-1 0 0 0,1 0 0 0 0,0 0 0 0 0,1-1 0 0 0,16 9-1 0 0,14 0 105 0 0,173 96 811 0 0,-201-105 1520 0 0,-16 3-989 0 0,1-8-1378 0 0,-11 5 106 0 0,11-7-406 0 0,0-1 1 0 0,0 1-1 0 0,0-1 1 0 0,0 1-1 0 0,0-1 1 0 0,0 1 0 0 0,0 0-1 0 0,0-1 1 0 0,0 1-1 0 0,0 0 1 0 0,0 0-1 0 0,0 0 1 0 0,1 0 0 0 0,-1-1-1 0 0,0 1 1 0 0,1 0-1 0 0,-1 0 1 0 0,1 1-1 0 0,-1-1 1 0 0,1 0 0 0 0,-1 0-1 0 0,1 0 1 0 0,0 0-1 0 0,0 0 1 0 0,-1 0-1 0 0,1 1 1 0 0,0 0 0 0 0,-3 1-135 0 0,-8-3 97 0 0,11 0 28 0 0,0 0-1 0 0,-1 0 1 0 0,1 0 0 0 0,0 0-1 0 0,0 1 1 0 0,0-1 0 0 0,-1 0 0 0 0,1 0-1 0 0,0 0 1 0 0,0 1 0 0 0,0-1-1 0 0,0 0 1 0 0,-1 0 0 0 0,1 1 0 0 0,0-1-1 0 0,0 0 1 0 0,0 0 0 0 0,0 1-1 0 0,0-1 1 0 0,0 0 0 0 0,0 0-1 0 0,0 1 1 0 0,0-1 0 0 0,0 0 0 0 0,0 1-1 0 0,0-1 1 0 0,0 0 0 0 0,0 0-1 0 0,0 1 1 0 0,0-1 0 0 0,0 0 0 0 0,0 0-1 0 0,0 1 1 0 0,0-1 0 0 0,0 1-4 0 0,1-1 0 0 0,-1 0 0 0 0,0 0-1 0 0,0 1 1 0 0,0-1 0 0 0,0 0 0 0 0,0 1 0 0 0,0-1 0 0 0,0 0 0 0 0,0 0 0 0 0,0 1 0 0 0,0-1 0 0 0,0 0 0 0 0,0 0 0 0 0,0 1 0 0 0,0-1 0 0 0,0 0 0 0 0,0 1 0 0 0,0-1 0 0 0,0 0 0 0 0,-1 0 0 0 0,1 1 0 0 0,0-1 0 0 0,0 0 0 0 0,0 0 0 0 0,0 1 0 0 0,-1-1 0 0 0,1 0 0 0 0,0 0-1 0 0,0 0 1 0 0,0 1 0 0 0,-1-1 0 0 0,1 0 0 0 0,0 0 0 0 0,-1 0 0 0 0,1 0-2 0 0,0 0-1 0 0,0 0 0 0 0,-1 0 1 0 0,1-1-1 0 0,0 1 1 0 0,-1 0-1 0 0,1 0 0 0 0,0 0 1 0 0,-1 0-1 0 0,1 0 0 0 0,0 0 1 0 0,-1 0-1 0 0,1 0 1 0 0,0 0-1 0 0,-1 0 0 0 0,1 0 1 0 0,0 0-1 0 0,-1 0 1 0 0,1 0-1 0 0,0 0 0 0 0,-1 0 1 0 0,1 1-1 0 0,0-1 1 0 0,-1 0-1 0 0,1 0 0 0 0,0 0 1 0 0,-1 0-1 0 0,1 1 0 0 0,0-1 1 0 0,0 0-1 0 0,-1 0 1 0 0,1 1-1 0 0,0-1 0 0 0,0 0 1 0 0,0 0-1 0 0,-1 1 1 0 0,1-1-1 0 0,0 0 0 0 0,0 1 1 0 0,0-1-1 0 0,0 0 0 0 0,0 0 1 0 0,-1 1-1 0 0,1-1 1 0 0,0 0-1 0 0,0 1 0 0 0,0-1 1 0 0,0 0-1 0 0,0 1 1 0 0,0-1-1 0 0,0 1 0 0 0,0 1 12 0 0,0 0 0 0 0,0 0 0 0 0,0 0-1 0 0,-1-1 1 0 0,1 1 0 0 0,0 0 0 0 0,-1 0 0 0 0,0-1-1 0 0,1 1 1 0 0,-1 0 0 0 0,0-1 0 0 0,0 1 0 0 0,0 0-1 0 0,0-1 1 0 0,0 1 0 0 0,0-1 0 0 0,-1 0 0 0 0,1 1-1 0 0,-2 0 1 0 0,-56 49-6 0 0,57-49-3 0 0,0-1 0 0 0,0 1 0 0 0,0-1 0 0 0,0 0 0 0 0,0 1 0 0 0,1-1 0 0 0,-1 1 0 0 0,0 0 0 0 0,1-1 0 0 0,0 1 0 0 0,-1 0 0 0 0,-1 3 0 0 0,-19 33 278 0 0,8-19-293 0 0,-1-2 1 0 0,-1 0 0 0 0,0 0 0 0 0,-1-1 0 0 0,-29 19 0 0 0,32-23-45 0 0,9-8-187 0 0,0 0 0 0 0,0 0 0 0 0,1 1 0 0 0,-1 0 1 0 0,1 0-1 0 0,-7 11 0 0 0,10-14-89 0 0,0 0 0 0 0,0 1 1 0 0,0-1-1 0 0,0 1 0 0 0,0 0 0 0 0,0-1 1 0 0,1 1-1 0 0,-1 0 0 0 0,1-1 1 0 0,0 1-1 0 0,0 0 0 0 0,0 0 0 0 0,0-1 1 0 0,0 1-1 0 0,2 5 0 0 0,-2-8 264 0 0,0 1 0 0 0,0-1-1 0 0,0 1 1 0 0,0-1 0 0 0,0 1 0 0 0,0-1-1 0 0,0 1 1 0 0,0-1 0 0 0,1 0 0 0 0,-1 1-1 0 0,0-1 1 0 0,0 1 0 0 0,0-1 0 0 0,1 0-1 0 0,-1 1 1 0 0,0-1 0 0 0,1 0 0 0 0,-1 1-1 0 0,0-1 1 0 0,1 0 0 0 0,-1 1-1 0 0,0-1 1 0 0,1 0 0 0 0,-1 1 0 0 0,0-1-1 0 0,1 0 1 0 0,-1 0 0 0 0,1 0 0 0 0,-1 0-1 0 0,1 1 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5.7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3200 0 0,'88'88'12400'0'0,"-68"-72"-12079"0"0,-17-15-275 0 0,0 1 0 0 0,0 0 0 0 0,-1 0 1 0 0,1 0-1 0 0,-1 0 0 0 0,1 1 0 0 0,-1-1 0 0 0,0 1 0 0 0,0 0 0 0 0,0-1 0 0 0,2 6 0 0 0,16 14 29 0 0,62 60 330 0 0,-51-62-496 0 0,5 33-35 0 0,-21-30 284 0 0,-14-21-150 0 0,0-1-1 0 0,0 1 1 0 0,0-1-1 0 0,0 0 0 0 0,1 1 1 0 0,-1-1-1 0 0,1 0 1 0 0,-1 0-1 0 0,1 0 0 0 0,-1 0 1 0 0,1 0-1 0 0,2 0 1 0 0,7 6 2 0 0,-6 0-56 0 0,-5-6 42 0 0,0-1 1 0 0,0 0-1 0 0,0 1 0 0 0,1-1 1 0 0,-1 1-1 0 0,0-1 0 0 0,0 0 1 0 0,1 1-1 0 0,-1-1 0 0 0,0 0 1 0 0,1 1-1 0 0,-1-1 0 0 0,0 0 1 0 0,1 0-1 0 0,-1 1 0 0 0,1-1 1 0 0,-1 0-1 0 0,0 0 0 0 0,1 0 1 0 0,-1 1-1 0 0,1-1 0 0 0,-1 0 1 0 0,0 0-1 0 0,1 0 0 0 0,-1 0 1 0 0,1 0-1 0 0,-1 0 0 0 0,1 0 0 0 0,-1 0 1 0 0,1 0-1 0 0,0 0 5 0 0,0 1 0 0 0,1-1 0 0 0,-1 0 0 0 0,0 1-1 0 0,0-1 1 0 0,0 1 0 0 0,-1 0 0 0 0,1-1 0 0 0,0 1 0 0 0,0 0-1 0 0,0 0 1 0 0,0-1 0 0 0,-1 1 0 0 0,1 0 0 0 0,0 0 0 0 0,-1 0-1 0 0,1 0 1 0 0,0 0 0 0 0,-1 0 0 0 0,0 0 0 0 0,1 0 0 0 0,-1 0 0 0 0,1 0-1 0 0,-1 0 1 0 0,0 0 0 0 0,0 2 0 0 0,4 5 51 0 0,7-3-10 0 0,-8 13-26 0 0,-3-17-20 0 0,0 1-1 0 0,-1 0 0 0 0,1-1 0 0 0,0 1 0 0 0,0-1 0 0 0,-1 1 1 0 0,1-1-1 0 0,-1 1 0 0 0,0-1 0 0 0,1 1 0 0 0,-1-1 0 0 0,0 1 1 0 0,0-1-1 0 0,0 0 0 0 0,0 0 0 0 0,0 1 0 0 0,0-1 0 0 0,0 0 1 0 0,0 0-1 0 0,-1 0 0 0 0,1 0 0 0 0,0 0 0 0 0,-1 0 0 0 0,1-1 1 0 0,0 1-1 0 0,-1 0 0 0 0,1-1 0 0 0,-1 1 0 0 0,-2 0 0 0 0,0 0-6 0 0,-1 0 0 0 0,0 0 0 0 0,0 0 0 0 0,0-1-1 0 0,0 0 1 0 0,0 0 0 0 0,-7-1 0 0 0,8 0 25 0 0,1 0-1 0 0,-1 0 1 0 0,1 0 0 0 0,0-1 0 0 0,-1 1-1 0 0,1-1 1 0 0,0 0 0 0 0,0 0 0 0 0,0 0-1 0 0,0-1 1 0 0,0 1 0 0 0,0 0 0 0 0,1-1-1 0 0,-4-4 1 0 0,-1 0-18 0 0,7 6-1 0 0,-1 1 0 0 0,1-1 0 0 0,-1 0 0 0 0,1 1 0 0 0,0-1 0 0 0,-1 0 0 0 0,1 1 0 0 0,0-1 0 0 0,-1 0 0 0 0,1 1 0 0 0,0-1 0 0 0,0 0 0 0 0,0 0 0 0 0,0 1 0 0 0,0-1 0 0 0,0 0-1 0 0,0 0 1 0 0,0 0 0 0 0,0 1 0 0 0,0-1 0 0 0,0 0 0 0 0,0 0 0 0 0,0 1 0 0 0,1-1 0 0 0,0-1 0 0 0,-1 1 19 0 0,0 1 1 0 0,0-1-1 0 0,1 0 1 0 0,-1 0-1 0 0,0 1 1 0 0,0-1-1 0 0,0 0 1 0 0,0 0-1 0 0,0 1 1 0 0,0-1-1 0 0,0 0 1 0 0,0 0-1 0 0,0 0 1 0 0,0 1-1 0 0,0-1 1 0 0,0 0-1 0 0,0 0 1 0 0,-1 1-1 0 0,1-1 1 0 0,0 0-1 0 0,-1 1 1 0 0,1-1-1 0 0,0 0 1 0 0,-1 1-1 0 0,0-2 1 0 0,-10-9 107 0 0,10 10-124 0 0,1 1-1 0 0,0 0 0 0 0,0-1 0 0 0,0 1 0 0 0,0 0 0 0 0,0 0 0 0 0,0-1 0 0 0,0 1 0 0 0,0 0 0 0 0,0-1 1 0 0,0 1-1 0 0,0 0 0 0 0,0-1 0 0 0,0 1 0 0 0,0 0 0 0 0,0-1 0 0 0,0 1 0 0 0,0 0 0 0 0,1 0 0 0 0,-1-1 1 0 0,0 1-1 0 0,0 0 0 0 0,0-1 0 0 0,0 1 0 0 0,1 0 0 0 0,-1 0 0 0 0,0-1 0 0 0,0 1 0 0 0,1 0 0 0 0,-1 0 1 0 0,0 0-1 0 0,0-1 0 0 0,1 1 0 0 0,-1 0 0 0 0,0 0 0 0 0,0 0 0 0 0,1 0 0 0 0,-1 0 0 0 0,1-1 0 0 0,53-53-905 0 0,197-195-3582 0 0,-190 195 2806 0 0,-46 46 488 0 0,22 8-5017 0 0,-6 0 3509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6.1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3360 0 0,'0'0'12704'0'0,"67"17"-11233"0"0,-50-17-1311 0 0,1 0-64 0 0,-2 0-32 0 0,171 18-992 0 0,-170-18 353 0 0,-1 0-129 0 0,1-18-64 0 0,17 18-1376 0 0,-17 0 704 0 0,17 18-3424 0 0,-17-18 480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6.3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3232 0 0,'203'17'15903'0'0,"-186"-17"-15903"0"0,33 0-128 0 0,-32 0-160 0 0,15 0-1056 0 0,-16 0 65 0 0,0 0-545 0 0,0 0-480 0 0,17 0-3488 0 0,0 16-384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47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67 189 2656 0 0,'-17'-17'15082'0'0,"14"17"-15247"0"0,2 0 175 0 0,1 0 1 0 0,0 0 0 0 0,-1 0-1 0 0,1 0 1 0 0,-1 0 0 0 0,1 0-1 0 0,-1 1 1 0 0,1-1 0 0 0,-1 0-1 0 0,1 0 1 0 0,0 0 0 0 0,-1 0-1 0 0,1 1 1 0 0,-1-1 0 0 0,1 0-1 0 0,0 0 1 0 0,-1 1 0 0 0,1-1-1 0 0,0 0 1 0 0,-1 1 0 0 0,1-1-1 0 0,0 0 1 0 0,-1 1 0 0 0,1-1-1 0 0,0 0 1 0 0,0 1 0 0 0,0-1-1 0 0,-1 1 1 0 0,1-1 0 0 0,0 1-1 0 0,0 0 1 0 0,-2 18 723 0 0,0 1 1 0 0,3 29-1 0 0,-1 179 663 0 0,0-129-794 0 0,0 298 687 0 0,0-371-826 0 0,-3-43-26 0 0,-8-8-513 0 0,5-162 475 0 0,-5-380 101 0 0,9 440-234 0 0,4 99-224 0 0,9 3-795 0 0,1 13 954 0 0,25-11 860 0 0,-28 18-819 0 0,-3 3-87 0 0,2 11-120 0 0,28 41 83 0 0,8 3 73 0 0,19 21 53 0 0,73 114 1 0 0,-103-141 262 0 0,-27-39-531 0 0,0 0 1 0 0,0 0-1 0 0,-1 1 0 0 0,6 13 0 0 0,1 2-1 0 0,4 10-121 0 0,1-1 0 0 0,2-1-1 0 0,1 0 1 0 0,2-2 0 0 0,50 56 0 0 0,-71-84 108 0 0,1-1 1 0 0,-1 0 0 0 0,1 1 0 0 0,-1-1 0 0 0,0 1 0 0 0,0-1 0 0 0,0 1 0 0 0,0 0 0 0 0,0-1 0 0 0,0 1 0 0 0,0 0 0 0 0,-1 0 0 0 0,1 0-1 0 0,0 0 1 0 0,-1 0 0 0 0,1 2 0 0 0,-1-3 37 0 0,0-1 1 0 0,0 0-1 0 0,0 1 0 0 0,0-1 1 0 0,0 1-1 0 0,0-1 0 0 0,0 1 0 0 0,0-1 1 0 0,0 0-1 0 0,0 1 0 0 0,0-1 0 0 0,1 1 1 0 0,-1-1-1 0 0,0 0 0 0 0,0 1 1 0 0,0-1-1 0 0,1 1 0 0 0,-1-1 0 0 0,0 0 1 0 0,1 1-1 0 0,-1-1 0 0 0,0 0 0 0 0,1 0 1 0 0,-1 1-1 0 0,0-1 0 0 0,1 0 0 0 0,-1 0 1 0 0,0 0-1 0 0,1 1 0 0 0,-1-1 1 0 0,1 0-1 0 0,-1 0 0 0 0,1 0 0 0 0,0 0 24 0 0,-1 0 0 0 0,0 1 0 0 0,1-1 0 0 0,-1 0 0 0 0,1 0 0 0 0,-1 0 0 0 0,0 0 0 0 0,1 1 0 0 0,-1-1 0 0 0,1 0 0 0 0,-1 0-1 0 0,0 1 1 0 0,1-1 0 0 0,-1 0 0 0 0,0 1 0 0 0,0-1 0 0 0,1 0 0 0 0,-1 1 0 0 0,0-1 0 0 0,0 0 0 0 0,1 1 0 0 0,-1-1 0 0 0,0 1 0 0 0,0-1 0 0 0,0 0-1 0 0,0 1 1 0 0,0-1 0 0 0,1 1 0 0 0,-1-1 0 0 0,0 1 0 0 0,0-1 0 0 0,0 0 0 0 0,0 1 0 0 0,0 0-27 0 0,0 0-1 0 0,0 0 1 0 0,0-1 0 0 0,0 1-1 0 0,0 0 1 0 0,0 0 0 0 0,1-1 0 0 0,-1 1-1 0 0,0 0 1 0 0,1-1 0 0 0,-1 1 0 0 0,0-1-1 0 0,1 1 1 0 0,-1 0 0 0 0,1-1-1 0 0,-1 1 1 0 0,1-1 0 0 0,-1 1 0 0 0,1-1-1 0 0,-1 1 1 0 0,2 0 0 0 0,-1-1-31 0 0,-1 0 1 0 0,1 1 0 0 0,-1-1-1 0 0,1 1 1 0 0,-1-1-1 0 0,1 1 1 0 0,-1-1 0 0 0,1 1-1 0 0,-1 0 1 0 0,1-1-1 0 0,-1 1 1 0 0,0 0 0 0 0,1-1-1 0 0,-1 1 1 0 0,0 0 0 0 0,1-1-1 0 0,-1 1 1 0 0,0 0-1 0 0,0-1 1 0 0,0 1 0 0 0,0 1-1 0 0,6 17 81 0 0,-4-19 196 0 0,-4-8-98 0 0,-11-21-55 0 0,1 7-16 0 0,2-1-1 0 0,-8-27 0 0 0,17 47-119 0 0,1 1 0 0 0,-1 0-1 0 0,0-1 1 0 0,0 1 0 0 0,0 0-1 0 0,0 0 1 0 0,0 0 0 0 0,-1 0-1 0 0,1 0 1 0 0,-1 0 0 0 0,1 0-1 0 0,-1 0 1 0 0,0 0 0 0 0,1 1-1 0 0,-1-1 1 0 0,0 0 0 0 0,-3-1-1 0 0,-31-27 430 0 0,20 14-500 0 0,-3-5 314 0 0,-1 2 1 0 0,0 0-1 0 0,-2 1 0 0 0,-30-19 0 0 0,51 36-196 0 0,-1 0-1 0 0,0 1 1 0 0,1-1 0 0 0,-1 0-1 0 0,0 1 1 0 0,0-1 0 0 0,1 1 0 0 0,-1 0-1 0 0,0-1 1 0 0,0 1 0 0 0,-2 0-1 0 0,-40 9-1232 0 0,16-3-478 0 0,1 2 1 0 0,0 1-1 0 0,0 1 0 0 0,-31 16 0 0 0,56-24 1338 0 0,0-1-1 0 0,0 0 0 0 0,1 0 1 0 0,-1 1-1 0 0,0-1 0 0 0,1 1 1 0 0,-1-1-1 0 0,1 1 0 0 0,0 0 0 0 0,0-1 1 0 0,-1 1-1 0 0,1 0 0 0 0,0 0 1 0 0,0 0-1 0 0,1 0 0 0 0,-1 0 1 0 0,0 0-1 0 0,1 0 0 0 0,-1 0 0 0 0,1 4 1 0 0,0-1-772 0 0,0 0 1 0 0,1 0 0 0 0,0 0 0 0 0,0-1 0 0 0,1 1-1 0 0,-1-1 1 0 0,3 5 0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48.5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2720 0 0,'0'17'15711'0'0,"17"-17"-14879"0"0,0 0 64 0 0,51 17-192 0 0,-51-17 0 0 0,237 0-8447 0 0,-203 17-6081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48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3168 0 0,'0'33'14719'0'0,"0"-16"-14015"0"0,17-17-576 0 0,0 0 32 0 0,136 17 1440 0 0,-18 0-8799 0 0,-33-17-6081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0.2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1 441 2976 0 0,'4'19'8466'0'0,"6"-7"-6335"0"0,-10-11-2092 0 0,1-1 0 0 0,-1 0 0 0 0,0 0 0 0 0,0 0 0 0 0,1 1 0 0 0,-1-1 0 0 0,0 0 0 0 0,0 0 0 0 0,0 1 0 0 0,1-1 0 0 0,-1 0 0 0 0,0 0 0 0 0,0 1 0 0 0,0-1 0 0 0,0 0 0 0 0,1 1 0 0 0,-1-1 0 0 0,0 0 0 0 0,0 1 1 0 0,0-1-1 0 0,0 0 0 0 0,0 1 0 0 0,0-1 0 0 0,0 0 0 0 0,0 1 0 0 0,0-1 0 0 0,0 0 0 0 0,0 1 0 0 0,0-1 0 0 0,0 0 0 0 0,0 1 0 0 0,0-1 0 0 0,0 0 0 0 0,-1 1 0 0 0,1-1 0 0 0,0 1 0 0 0,0-1-3 0 0,-1 0 1 0 0,1 1-1 0 0,0-1 1 0 0,0 0-1 0 0,0 0 1 0 0,0 1-1 0 0,0-1 1 0 0,0 0-1 0 0,-1 1 1 0 0,1-1-1 0 0,0 0 1 0 0,0 1-1 0 0,0-1 1 0 0,0 0-1 0 0,0 1 1 0 0,0-1-1 0 0,1 0 1 0 0,-1 1-1 0 0,0-1 1 0 0,0 0-1 0 0,0 1 1 0 0,0-1-1 0 0,0 0 1 0 0,0 1-1 0 0,0-1 1 0 0,1 0-1 0 0,-1 1 1 0 0,0-1-1 0 0,0 0 1 0 0,0 0-1 0 0,1 1 1 0 0,-1-1-1 0 0,0 0 1 0 0,0 0-1 0 0,1 0 1 0 0,0 1-1 0 0,10 10 236 0 0,17 3 822 0 0,-10-6-223 0 0,0 0 1 0 0,1-2-1 0 0,-1 0 1 0 0,36 6-1 0 0,-39-11-657 0 0,-1 0 1 0 0,1-2-1 0 0,-1 1 1 0 0,1-2-1 0 0,-1 0 1 0 0,1 0-1 0 0,-1-2 1 0 0,0 1-1 0 0,0-2 1 0 0,0 0-1 0 0,-1-1 1 0 0,0 0-1 0 0,18-11 1 0 0,-29 15-218 0 0,0 1 0 0 0,1-1 1 0 0,-1 0-1 0 0,0 0 0 0 0,0 0 1 0 0,0 0-1 0 0,0 0 0 0 0,0-1 1 0 0,1-2-1 0 0,2-5-12 0 0,0 1 1 0 0,-1-2-1 0 0,5-18 0 0 0,39-196 42 0 0,-46 215 74 0 0,-1 0 0 0 0,0 0 0 0 0,-1 0 0 0 0,-1-16 1 0 0,1 24-101 0 0,-1 1 1 0 0,1-1 0 0 0,0 1-1 0 0,-1-1 1 0 0,1 1 0 0 0,-1-1-1 0 0,0 1 1 0 0,1 0 0 0 0,-1-1 0 0 0,0 1-1 0 0,0 0 1 0 0,0-1 0 0 0,-2-1-1 0 0,-6-9-599 0 0,8 9 597 0 0,-1 1 0 0 0,1-1 1 0 0,-1 0-1 0 0,0 0 0 0 0,0 0 1 0 0,0 1-1 0 0,0-1 0 0 0,0 1 1 0 0,0 0-1 0 0,-1-1 0 0 0,1 1 1 0 0,-1 0-1 0 0,0 1 0 0 0,1-1 1 0 0,-1 0-1 0 0,-5-2 0 0 0,2 2-19 0 0,3 0 58 0 0,1 1 1 0 0,-1 0 0 0 0,1 0-1 0 0,-1 0 1 0 0,0 1 0 0 0,1-1 0 0 0,-1 1-1 0 0,0-1 1 0 0,0 1 0 0 0,1 0 0 0 0,-7 0-1 0 0,-9-1 655 0 0,2-4-351 0 0,12 3-445 0 0,0 0-1 0 0,-1 1 1 0 0,1 0 0 0 0,-1-1 0 0 0,-8 0 0 0 0,-24-3-52 0 0,-6-4 547 0 0,0 1 0 0 0,0 2 0 0 0,-45 1 0 0 0,93 5-441 0 0,1 0 0 0 0,-1 1 0 0 0,1 0 0 0 0,-1 0 0 0 0,1 1 0 0 0,7 2 0 0 0,22 7-120 0 0,333 54 1166 0 0,-239-46-1071 0 0,18 6-582 0 0,-126-22 868 0 0,38 0 0 0 0,-54-3-674 0 0,-2 0 553 0 0,-6-6 1167 0 0,-11-13-1174 0 0,7 10-235 0 0,0-1-1 0 0,0 0 0 0 0,-9-20 1 0 0,10 21-146 0 0,3 3 123 0 0,12 3 463 0 0,-6 3 906 0 0,2 3-1360 0 0,66 26-753 0 0,-63-26 1281 0 0,-16-3-1397 0 0,-25-2 586 0 0,-47-10 0 0 0,43 8 1056 0 0,26 5 671 0 0,7-1-1119 0 0,3 0-171 0 0,1 0-1 0 0,0 0 1 0 0,-1 0 0 0 0,1-1 0 0 0,0 1 0 0 0,-1 0 0 0 0,1 0 0 0 0,0 0-1 0 0,-1 0 1 0 0,1 0 0 0 0,0 0 0 0 0,-1 0 0 0 0,1 0 0 0 0,-1 0 0 0 0,1 0-1 0 0,0 0 1 0 0,-1 0 0 0 0,1 0 0 0 0,0 0 0 0 0,-1 0 0 0 0,1 1-1 0 0,0-1 1 0 0,-1 0 0 0 0,1 0 0 0 0,0 0 0 0 0,-1 0 0 0 0,1 1 0 0 0,0-1-1 0 0,-1 0 1 0 0,1 0 0 0 0,0 1 0 0 0,0-1 0 0 0,0 0 0 0 0,-1 0 0 0 0,1 1-1 0 0,0-1 1 0 0,0 0 0 0 0,0 1 0 0 0,-1-1 0 0 0,1 0 0 0 0,0 1 0 0 0,0 0 0 0 0,0 77 976 0 0,4-37-1292 0 0,2 0 0 0 0,2 0 1 0 0,17 51-1 0 0,-15-49 602 0 0,-10-27 7 0 0,-2-5-98 0 0,2-8-201 0 0,0-1 0 0 0,0 1 0 0 0,0 0 0 0 0,0-1 0 0 0,0 1 0 0 0,1-1 0 0 0,-1 1 0 0 0,1-1 0 0 0,0 1 0 0 0,0-1 0 0 0,0 1 0 0 0,0-1 0 0 0,2 3 0 0 0,-2-2-7 0 0,0-1-1 0 0,0 0 1 0 0,0 0-1 0 0,0 0 1 0 0,0 1-1 0 0,-1-1 1 0 0,1 0-1 0 0,-1 1 1 0 0,1-1-1 0 0,-1 0 1 0 0,0 1-1 0 0,0-1 1 0 0,0 4-1 0 0,0 1 35 0 0,0-1-1 0 0,1 1 1 0 0,0 0-1 0 0,0-1 1 0 0,1 1-1 0 0,0-1 1 0 0,0 0-1 0 0,3 7 0 0 0,1 15 114 0 0,-2-14-322 0 0,-2-7 46 0 0,0-1 0 0 0,0 1 0 0 0,-1-1 1 0 0,0 1-1 0 0,0 0 0 0 0,0 10 0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0.8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17 1536 0 0,'34'-17'13184'0'0,"16"17"-12064"0"0,-15 17-1472 0 0,-18-17 512 0 0,118 17 639 0 0,-102-17-255 0 0,-15 0-1599 0 0,-1 0 1726 0 0,-102-34 1953 0 0,-17 34-2272 0 0,18 0 1280 0 0,-1 0-1440 0 0,18 0-11135 0 0,67 34 479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1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2528 0 0,'15'16'10469'0'0,"-14"-16"-10019"0"0,0 1 0 0 0,1-1-1 0 0,1 2-357 0 0,-1-1 0 0 0,1 1 0 0 0,-1-1 0 0 0,1 1 0 0 0,-1 0 0 0 0,0 0-1 0 0,0 0 1 0 0,0 0 0 0 0,0 0 0 0 0,0 1 0 0 0,0-1 0 0 0,1 4 0 0 0,18 19 910 0 0,33 33-300 0 0,-3 2 0 0 0,64 100-1 0 0,-112-156-672 0 0,28 50-285 0 0,-29-50 258 0 0,0-1 0 0 0,0 1-1 0 0,0 0 1 0 0,-1 0 0 0 0,1 1 0 0 0,-1-1 0 0 0,0 0 0 0 0,-1 0 0 0 0,1 1 0 0 0,-1-1-1 0 0,1 0 1 0 0,-1 1 0 0 0,-1 3 0 0 0,1 12 212 0 0,0-17 282 0 0,0-3-492 0 0,0 1 1 0 0,-1-1-1 0 0,1 0 0 0 0,0 1 1 0 0,0-1-1 0 0,-1 0 0 0 0,1 1 1 0 0,0-1-1 0 0,-1 0 1 0 0,1 1-1 0 0,0-1 0 0 0,-1 0 1 0 0,1 1-1 0 0,0-1 1 0 0,-1 0-1 0 0,1 0 0 0 0,-1 1 1 0 0,1-1-1 0 0,0 0 1 0 0,-1 0-1 0 0,1 0 0 0 0,-1 0 1 0 0,1 0-1 0 0,-1 0 0 0 0,1 0 1 0 0,0 0-1 0 0,-2 0 1 0 0,-18-9 128 0 0,-51-56-197 0 0,52 43-308 0 0,19 16 282 0 0,0 0 18 0 0,-2 3 43 0 0,0-1 119 0 0,0 1 0 0 0,1-1 0 0 0,-1 0 0 0 0,1 1 0 0 0,0-1 0 0 0,0 0 0 0 0,0 0 0 0 0,1 0-1 0 0,-1 0 1 0 0,1-6 0 0 0,0 8-72 0 0,0 1-1 0 0,-1-1 1 0 0,1 0-1 0 0,0 1 1 0 0,-1-1-1 0 0,1 1 1 0 0,0-1-1 0 0,-1 1 0 0 0,0-1 1 0 0,1 1-1 0 0,-2-3 1 0 0,-6-14-14 0 0,6 6-69 0 0,0 1 1 0 0,2 0-1 0 0,-1 0 0 0 0,1-1 1 0 0,1 1-1 0 0,0 0 1 0 0,0-1-1 0 0,6-19 0 0 0,-3 19-48 0 0,-1 0 0 0 0,2 0 0 0 0,0 1 0 0 0,0-1-1 0 0,1 1 1 0 0,0 0 0 0 0,1 1 0 0 0,0 0 0 0 0,1 0-1 0 0,12-13 1 0 0,-11 15-534 0 0,1 0-1 0 0,0 0 1 0 0,0 1 0 0 0,0 1-1 0 0,1 0 1 0 0,0 0-1 0 0,0 1 1 0 0,12-4 0 0 0,-12 4-910 0 0,-8 3 923 0 0,0 1 0 0 0,0-1-1 0 0,0 1 1 0 0,1 0 0 0 0,-1 0 0 0 0,0 1-1 0 0,0-1 1 0 0,0 1 0 0 0,1-1 0 0 0,4 1 0 0 0,-7 0 448 0 0,1 0 0 0 0,0-1 1 0 0,0 1-1 0 0,0-1 1 0 0,0 0-1 0 0,0 1 0 0 0,-1-1 1 0 0,1 0-1 0 0,0 0 1 0 0,2-2-1 0 0,5-2-348 0 0,8 2-693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2.2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3296 0 0,'0'0'6938'0'0,"0"-3"-6004"0"0,0-3-1087 0 0,0-16 6823 0 0,0 19-6564 0 0,6 3 433 0 0,7 1 156 0 0,1 1-1 0 0,-1 0 1 0 0,23 7 0 0 0,-30-7-634 0 0,-1 1 0 0 0,1 0 0 0 0,-1 1 0 0 0,0-1 0 0 0,0 1 0 0 0,0 0 0 0 0,-1 0 1 0 0,1 1-1 0 0,-1-1 0 0 0,0 1 0 0 0,0 0 0 0 0,-1 0 0 0 0,1 0 0 0 0,-1 0 0 0 0,0 1 0 0 0,-1 0 1 0 0,3 5-1 0 0,2 4 465 0 0,-4-10-494 0 0,-2 10-1065 0 0,0-9 1056 0 0,-1-1 1 0 0,0 1 0 0 0,0-1-1 0 0,0 1 1 0 0,0-1-1 0 0,-1 0 1 0 0,0 1-1 0 0,-2 6 1 0 0,1-7 148 0 0,0-1-1 0 0,0 1 1 0 0,-1-1-1 0 0,0 1 1 0 0,-5 6-1 0 0,-2-2-5 0 0,0 1-1 0 0,0-2 0 0 0,-1 1 1 0 0,0-2-1 0 0,-1 1 0 0 0,1-1 1 0 0,-1-1-1 0 0,-17 6 0 0 0,15-6 827 0 0,14 10-2048 0 0,26-10 987 0 0,19 3-403 0 0,0-1 0 0 0,0-3 0 0 0,62-1 0 0 0,-103-4 331 0 0,0-1 1 0 0,-1 1-1 0 0,1-1 1 0 0,0 0-1 0 0,-1 0 1 0 0,1 0-1 0 0,-1 0 1 0 0,4-2-1 0 0,14-2-3287 0 0,10 5-5329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7.8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 2848 0 0,'3'0'11941'0'0,"10"1"-10617"0"0,54-5-547 0 0,74-7-180 0 0,-130 10-549 0 0,35-3-377 0 0,-34 0-599 0 0,0-4 335 0 0,-5 6 41 0 0,1 1 0 0 0,-1 0 0 0 0,0 0 0 0 0,1 0 0 0 0,-1 1 1 0 0,1 0-1 0 0,-1 0 0 0 0,9 2 0 0 0,11-1-3308 0 0,-13-1 37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8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2080 0 0,'17'0'9248'0'0,"152"0"-4416"0"0,-135 0-4608 0 0,0 0 287 0 0,-18 0-1022 0 0,19 0-289 0 0,-18 0-384 0 0,-1 0-160 0 0,18 0-1856 0 0,-17 0 1248 0 0,0 0-320 0 0,0 0 224 0 0,0 0-1504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7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2368 0 0,'141'-15'15157'0'0,"-116"13"-12435"0"0,-19 4-2260 0 0,42 30-297 0 0,-30-19-301 0 0,-17-12 131 0 0,1 0-1 0 0,0 0 1 0 0,-1 0 0 0 0,1 1 0 0 0,-1-1 0 0 0,1 0 0 0 0,-1 1 0 0 0,0-1 0 0 0,0 1 0 0 0,1-1 0 0 0,-1 1-1 0 0,1 2 1 0 0,9 15 176 0 0,6 14 80 0 0,-11 14-262 0 0,-6-44 16 0 0,1 12 23 0 0,0 1 0 0 0,-1-1 0 0 0,-1 1 0 0 0,0-1-1 0 0,-1 0 1 0 0,-1 0 0 0 0,0 1 0 0 0,-6 13 0 0 0,-104 273-161 0 0,86-247-25 0 0,15-41 63 0 0,6-9 81 0 0,4-4 27 0 0,1 0 0 0 0,-1 1-1 0 0,1-1 1 0 0,-1 0 0 0 0,1 0 0 0 0,-1 0 0 0 0,1 0-1 0 0,-1 0 1 0 0,0 0 0 0 0,0-1 0 0 0,1 1 0 0 0,-1-1-1 0 0,0 1 1 0 0,-3 0 0 0 0,2-1-77 0 0,-2-1 18 0 0,5 2 56 0 0,-1-1-1 0 0,0 0 1 0 0,1 0 0 0 0,-1 0-1 0 0,0 0 1 0 0,0 0-1 0 0,1 0 1 0 0,-1 0-1 0 0,0 0 1 0 0,1 0-1 0 0,-1 0 1 0 0,0 0-1 0 0,0 0 1 0 0,1-1-1 0 0,-1 1 1 0 0,0 0 0 0 0,1 0-1 0 0,-1-1 1 0 0,1 1-1 0 0,-2-1 1 0 0,-9-10 176 0 0,2-20 12 0 0,-14-82 351 0 0,18 85-458 0 0,10 25-102 0 0,3 0 136 0 0,-1 1 0 0 0,0-1 0 0 0,1 1 0 0 0,-1 1 0 0 0,1-1 0 0 0,0 1 0 0 0,-1 1 0 0 0,15-1 0 0 0,-21 2-125 0 0,0-1-1 0 0,-1 0 1 0 0,1 0-1 0 0,0 0 1 0 0,0 0-1 0 0,-1 0 1 0 0,1 1-1 0 0,-1-1 1 0 0,1 0-1 0 0,0 0 0 0 0,-1 1 1 0 0,1-1-1 0 0,0 0 1 0 0,-1 1-1 0 0,1-1 1 0 0,-1 1-1 0 0,1-1 1 0 0,-1 1-1 0 0,1-1 1 0 0,-1 1-1 0 0,0-1 1 0 0,2 2-1 0 0,-2-1 8 0 0,0-1 1 0 0,1 1-1 0 0,-1 0 0 0 0,1-1 0 0 0,-1 1 1 0 0,0-1-1 0 0,1 1 0 0 0,0-1 0 0 0,-1 1 1 0 0,1-1-1 0 0,-1 1 0 0 0,1-1 0 0 0,-1 0 1 0 0,1 1-1 0 0,0-1 0 0 0,-1 0 0 0 0,1 0 1 0 0,0 1-1 0 0,0-1 0 0 0,-1 0 0 0 0,1 0 1 0 0,1 0-1 0 0,1 0 249 0 0,0 3-16 0 0,25 25-107 0 0,11 0-69 0 0,-39-28-64 0 0,164 107-373 0 0,-147-97-95 0 0,1 0 0 0 0,-1-2 0 0 0,22 8 0 0 0,-1-8-2389 0 0,5-6-3438 0 0,25-2-5486 0 0,-52 0 10752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7.8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2208 0 0,'58'198'12869'0'0,"-41"-160"-10453"0"0,-10-31-2202 0 0,-5 1-130 0 0,-2-5 220 0 0,2-12-245 0 0,24-50 304 0 0,-10 28 159 0 0,33-48 1 0 0,-47 77-486 0 0,0-1 0 0 0,0 1 0 0 0,0 0 0 0 0,0 0 0 0 0,0 0 0 0 0,0 0 0 0 0,1 0 0 0 0,-1 0 0 0 0,1 1 0 0 0,0-1 0 0 0,-1 1 0 0 0,5-2 0 0 0,-6 3-20 0 0,0 0 0 0 0,0-1 0 0 0,0 1 0 0 0,0 0 0 0 0,0 0 0 0 0,0 0-1 0 0,0 0 1 0 0,0 0 0 0 0,0 0 0 0 0,0 0 0 0 0,0 0 0 0 0,0 0 0 0 0,0 0 0 0 0,0 1 0 0 0,0-1 0 0 0,0 0 0 0 0,0 1 0 0 0,-1-1 0 0 0,1 0 0 0 0,0 1-1 0 0,2 0 1 0 0,2 7 1 0 0,-5-8-24 0 0,0 1 1 0 0,0-1-1 0 0,0 0 0 0 0,1 1 1 0 0,-1-1-1 0 0,0 1 0 0 0,0-1 0 0 0,1 0 1 0 0,-1 1-1 0 0,0-1 0 0 0,1 0 0 0 0,-1 0 1 0 0,0 1-1 0 0,1-1 0 0 0,-1 0 0 0 0,1 0 1 0 0,-1 1-1 0 0,0-1 0 0 0,1 0 0 0 0,-1 0 1 0 0,1 0-1 0 0,-1 0 0 0 0,0 0 1 0 0,1 1-1 0 0,-1-1 0 0 0,1 0 0 0 0,-1 0 1 0 0,1 0-1 0 0,-1 0 0 0 0,1-1 0 0 0,5 16 70 0 0,1-10 83 0 0,-6-5-144 0 0,-1 0-1 0 0,1 1 1 0 0,-1-1 0 0 0,1 0 0 0 0,-1 1 0 0 0,1-1 0 0 0,-1 0 0 0 0,0 1 0 0 0,1-1 0 0 0,-1 1 0 0 0,1-1 0 0 0,-1 1 0 0 0,0-1-1 0 0,0 1 1 0 0,1-1 0 0 0,-1 1 0 0 0,0-1 0 0 0,0 1 0 0 0,1 0 0 0 0,-1-1 0 0 0,0 1 0 0 0,0-1 0 0 0,0 1 0 0 0,0 0-1 0 0,0-1 1 0 0,0 1 0 0 0,0-1 0 0 0,0 1 0 0 0,0-1 0 0 0,0 1 0 0 0,0 0 0 0 0,-1-1 0 0 0,1 2 0 0 0,8 26-89 0 0,27 48 113 0 0,-34-72-24 0 0,1 0 1 0 0,-1 0-1 0 0,0 1 0 0 0,0-1 1 0 0,0 0-1 0 0,0 1 0 0 0,-1 4 1 0 0,0-3 374 0 0,1-6-717 0 0,0 0 351 0 0,0 0 1 0 0,0-1-1 0 0,0 1 1 0 0,0 0 0 0 0,0 0-1 0 0,0-1 1 0 0,0 1-1 0 0,0-1 1 0 0,0 1-1 0 0,0-1 1 0 0,0 1-1 0 0,0-1 1 0 0,0 1-1 0 0,0-1 1 0 0,0 0-1 0 0,-1 1 1 0 0,1-1-1 0 0,0 0 1 0 0,-1 0-1 0 0,1 0 1 0 0,0 0 0 0 0,-1 0-1 0 0,1-1 1 0 0,7-23-109 0 0,-7 20 108 0 0,6-29 116 0 0,-7 32-129 0 0,0-1 0 0 0,0 1 0 0 0,0 0 0 0 0,1 0 0 0 0,-1 0 0 0 0,1 0 0 0 0,0-1-1 0 0,0 1 1 0 0,-1 0 0 0 0,1 0 0 0 0,1 0 0 0 0,-1 0 0 0 0,0 1 0 0 0,3-4 0 0 0,11-8-57 0 0,-13 13 76 0 0,-1-1 0 0 0,0 0 0 0 0,0 0 0 0 0,0 1-1 0 0,1-1 1 0 0,-1 0 0 0 0,0 0 0 0 0,0 0 0 0 0,0 0-1 0 0,0 0 1 0 0,-1 0 0 0 0,1-1 0 0 0,0 1 0 0 0,0 0-1 0 0,-1 0 1 0 0,1-1 0 0 0,-1 1 0 0 0,1 0 0 0 0,0-3-1 0 0,-1 3-15 0 0,0 1-1 0 0,0-1 0 0 0,0 1 0 0 0,0 0 0 0 0,0-1 1 0 0,0 1-1 0 0,0-1 0 0 0,0 1 0 0 0,0-1 0 0 0,0 1 1 0 0,1 0-1 0 0,-1-1 0 0 0,0 1 0 0 0,0-1 0 0 0,0 1 1 0 0,1 0-1 0 0,-1-1 0 0 0,0 1 0 0 0,0 0 0 0 0,1-1 1 0 0,-1 1-1 0 0,0 0 0 0 0,1-1 0 0 0,-1 1 0 0 0,0 0 1 0 0,1 0-1 0 0,-1 0 0 0 0,1-1 0 0 0,-1 1 0 0 0,0 0 1 0 0,1 0-1 0 0,-1 0 0 0 0,1 0 0 0 0,0-1-4 0 0,-1 1-1 0 0,1 0 1 0 0,-1 0 0 0 0,0 0-1 0 0,1 0 1 0 0,-1 0-1 0 0,1-1 1 0 0,-1 1 0 0 0,0 0-1 0 0,1 0 1 0 0,-1-1-1 0 0,0 1 1 0 0,1 0 0 0 0,-1-1-1 0 0,0 1 1 0 0,1 0-1 0 0,-1-1 1 0 0,0 1 0 0 0,0 0-1 0 0,1-1 1 0 0,-1 1-1 0 0,0 0 1 0 0,0-1 0 0 0,0 1-1 0 0,0-1 1 0 0,1 1-1 0 0,-1-1 1 0 0,0 1 0 0 0,0 0-1 0 0,0-1 1 0 0,0 1 0 0 0,0-1-1 0 0,0 0 1 0 0,2-5-59 0 0,15-2 49 0 0,-16 7 16 0 0,10-2 31 0 0,0 1 0 0 0,0 0 1 0 0,16-2-1 0 0,-24 4-25 0 0,0 0 0 0 0,1 0-1 0 0,-1 0 1 0 0,0 0-1 0 0,0 0 1 0 0,0 0 0 0 0,0 1-1 0 0,0 0 1 0 0,0 0 0 0 0,0 0-1 0 0,0 0 1 0 0,0 0 0 0 0,0 0-1 0 0,-1 1 1 0 0,1-1 0 0 0,0 1-1 0 0,-1 0 1 0 0,1 0 0 0 0,-1 0-1 0 0,0 0 1 0 0,4 4 0 0 0,1 10 148 0 0,-6-14-154 0 0,-1-1 1 0 0,0 0-1 0 0,0 0 0 0 0,0 0 0 0 0,1 0 0 0 0,-1 0 1 0 0,1-1-1 0 0,-1 1 0 0 0,1 0 0 0 0,-1 0 1 0 0,1 0-1 0 0,-1 0 0 0 0,1 0 0 0 0,0 0 0 0 0,-1-1 1 0 0,1 1-1 0 0,0 0 0 0 0,0-1 0 0 0,-1 1 0 0 0,1 0 1 0 0,0-1-1 0 0,0 1 0 0 0,2 0 0 0 0,-1 15-301 0 0,4-7 317 0 0,-5-7-4 0 0,0-1 0 0 0,0 1 1 0 0,0-1-1 0 0,0 1 0 0 0,0-1 0 0 0,-1 1 1 0 0,1 0-1 0 0,0-1 0 0 0,-1 1 1 0 0,0 0-1 0 0,1 2 0 0 0,-1-3-9 0 0,1 1-1 0 0,-1-1 1 0 0,1 0-1 0 0,-1 0 1 0 0,0 0 0 0 0,1 0-1 0 0,0 0 1 0 0,-1 0-1 0 0,1 0 1 0 0,0 0-1 0 0,-1-1 1 0 0,1 1-1 0 0,0 0 1 0 0,0 0-1 0 0,0 0 1 0 0,0-1-1 0 0,0 1 1 0 0,1 0-1 0 0,1 2-40 0 0,0-1-15 0 0,-1 1 1 0 0,1 0 0 0 0,-1 0-1 0 0,0 0 1 0 0,0 0-1 0 0,0 1 1 0 0,0-1 0 0 0,-1 1-1 0 0,1-1 1 0 0,-1 1 0 0 0,0-1-1 0 0,0 1 1 0 0,0 0-1 0 0,0 7 1 0 0,0-5-771 0 0,0-1 1 0 0,1 1-1 0 0,-1 0 0 0 0,1 0 1 0 0,4 9-1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8.5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3232 0 0,'7'17'6655'0'0,"5"10"-185"0"0,-12-27-6436 0 0,1 1 0 0 0,-1-1 1 0 0,1 1-1 0 0,-1-1 0 0 0,0 1 1 0 0,1-1-1 0 0,-1 1 0 0 0,1-1 0 0 0,-1 1 1 0 0,1-1-1 0 0,0 0 0 0 0,-1 1 1 0 0,1-1-1 0 0,-1 0 0 0 0,1 0 0 0 0,0 0 1 0 0,-1 1-1 0 0,1-1 0 0 0,-1 0 1 0 0,2 0-1 0 0,-2 0-27 0 0,0 0 0 0 0,0 0 0 0 0,1 0 0 0 0,-1 0 1 0 0,0 1-1 0 0,0-1 0 0 0,0 0 0 0 0,0 0 0 0 0,1 0 0 0 0,-1 0 1 0 0,0 0-1 0 0,0 0 0 0 0,0 1 0 0 0,0-1 0 0 0,0 0 0 0 0,0 0 1 0 0,1 0-1 0 0,-1 0 0 0 0,0 1 0 0 0,0-1 0 0 0,0 0 0 0 0,0 0 0 0 0,0 0 1 0 0,0 1-1 0 0,0-1 0 0 0,0 0 0 0 0,0 0 0 0 0,0 0 0 0 0,0 1 1 0 0,0-1-1 0 0,0 0 0 0 0,0 0 0 0 0,0 0 0 0 0,0 1 0 0 0,0-1 1 0 0,0 0-1 0 0,0 0 0 0 0,0 0 0 0 0,0 0 0 0 0,0 1 0 0 0,0-1 0 0 0,2 13 189 0 0,4-5-96 0 0,-1 1 1 0 0,0 1 0 0 0,-1-1-1 0 0,0 0 1 0 0,5 20 0 0 0,4 7-71 0 0,-10-28 104 0 0,0 9 31 0 0,7 3-12 0 0,-10-19-149 0 0,0-1 1 0 0,0 1 0 0 0,0-1-1 0 0,0 1 1 0 0,1-1-1 0 0,-1 1 1 0 0,0-1 0 0 0,0 1-1 0 0,1-1 1 0 0,-1 0 0 0 0,0 1-1 0 0,1-1 1 0 0,-1 1-1 0 0,1-1 1 0 0,-1 0 0 0 0,0 1-1 0 0,1-1 1 0 0,-1 0 0 0 0,1 0-1 0 0,-1 1 1 0 0,1-1-1 0 0,-1 0 1 0 0,1 0 0 0 0,-1 0-1 0 0,1 0 1 0 0,-1 1-1 0 0,1-1 1 0 0,-1 0 0 0 0,1 0-1 0 0,-1 0 1 0 0,1 0 0 0 0,-1 0-1 0 0,1 0 1 0 0,-1 0-1 0 0,1-1 1 0 0,-1 1 0 0 0,1 0-1 0 0,-1 0 1 0 0,1 0 0 0 0,-1 0-1 0 0,2-1 1 0 0,17-30-59 0 0,-16 11 358 0 0,-2 18-301 0 0,1-5 89 0 0,0 0 1 0 0,1-1-1 0 0,0 1 0 0 0,0 1 1 0 0,1-1-1 0 0,0 0 0 0 0,5-7 1 0 0,-4 8 3 0 0,-4 5-82 0 0,0-1 1 0 0,0 1 0 0 0,0 0-1 0 0,1 0 1 0 0,-1-1-1 0 0,0 1 1 0 0,1 0-1 0 0,-1 0 1 0 0,1 0 0 0 0,-1 0-1 0 0,1 1 1 0 0,0-1-1 0 0,-1 0 1 0 0,4 0-1 0 0,-3-1 34 0 0,1 1 0 0 0,0-1 0 0 0,0 1 0 0 0,0 0 0 0 0,0 0 0 0 0,1 0 0 0 0,-1 0 0 0 0,0 0 0 0 0,0 1 0 0 0,1-1 0 0 0,-1 1 0 0 0,0 0 0 0 0,0 0 0 0 0,4 1 0 0 0,-4 0-39 0 0,0 0 0 0 0,0 1 0 0 0,-1 0-1 0 0,1-1 1 0 0,-1 1 0 0 0,1 0 0 0 0,-1 0-1 0 0,0 1 1 0 0,1-1 0 0 0,3 5 0 0 0,-1 2 8 0 0,1-1 0 0 0,-1 1 0 0 0,0 0 0 0 0,4 13 0 0 0,-4-9 51 0 0,-1-1-58 0 0,1 1-1 0 0,0-1 0 0 0,0 0 0 0 0,1 0 1 0 0,1 0-1 0 0,16 20 0 0 0,-20-29-14 0 0,2-31-91 0 0,2-4 213 0 0,17-55 0 0 0,-22 82-109 0 0,0 1 0 0 0,0 0 0 0 0,0 0 0 0 0,0 0-1 0 0,1 0 1 0 0,0 0 0 0 0,0 0 0 0 0,0 0 0 0 0,0 1-1 0 0,0-1 1 0 0,1 1 0 0 0,0 0 0 0 0,-1 0-1 0 0,1 1 1 0 0,0-1 0 0 0,0 1 0 0 0,1 0 0 0 0,-1 0-1 0 0,0 0 1 0 0,1 0 0 0 0,-1 1 0 0 0,1 0 0 0 0,0 0-1 0 0,-1 0 1 0 0,8 0 0 0 0,-7 1-2 0 0,-1 0 1 0 0,1 0-1 0 0,-1 1 0 0 0,1-1 0 0 0,0 1 1 0 0,-1 1-1 0 0,0-1 0 0 0,9 4 0 0 0,-3-1 50 0 0,-8-3-59 0 0,0 0 0 0 0,0 0 1 0 0,0 0-1 0 0,-1 0 0 0 0,1 0 0 0 0,-1 0 0 0 0,1 0 0 0 0,-1 1 1 0 0,1-1-1 0 0,-1 1 0 0 0,1-1 0 0 0,-1 1 0 0 0,0 0 0 0 0,0-1 1 0 0,0 1-1 0 0,1 2 0 0 0,85 115-3576 0 0,29 44-13700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0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1 545 5312 0 0,'0'0'8890'0'0,"0"3"-8394"0"0,-1 1-113 0 0,1 1-1 0 0,0-1 0 0 0,0 1 1 0 0,1-1-1 0 0,-1 1 0 0 0,1-1 1 0 0,0 1-1 0 0,0-1 0 0 0,0 0 1 0 0,1 1-1 0 0,0-1 0 0 0,4 8 1 0 0,-5-10-225 0 0,0 1-59 0 0,0-1 0 0 0,1 0-1 0 0,-1 0 1 0 0,1 0 0 0 0,-1 0 0 0 0,1 0 0 0 0,0 0-1 0 0,0 0 1 0 0,0 0 0 0 0,0-1 0 0 0,4 3 0 0 0,87 55 1170 0 0,-91-57-1269 0 0,1 0 0 0 0,-1-1 0 0 0,1 1 1 0 0,-1-1-1 0 0,1 0 0 0 0,0 0 0 0 0,-1 0 0 0 0,1 0 0 0 0,0 0 0 0 0,0 0 0 0 0,0-1 1 0 0,0 0-1 0 0,4 1 0 0 0,5 1 201 0 0,-7 1-158 0 0,-1-1 0 0 0,1 0 0 0 0,-1 0 0 0 0,1-1 0 0 0,0 1 1 0 0,0-1-1 0 0,-1 0 0 0 0,1 0 0 0 0,0-1 0 0 0,0 1 0 0 0,0-1 0 0 0,10-1 1 0 0,12 0-61 0 0,-5-7 70 0 0,8-5 200 0 0,36-22 1 0 0,-39 17-41 0 0,37-32 0 0 0,-32 26-519 0 0,-19 11 419 0 0,-11-12 507 0 0,-2 22-551 0 0,0 1-60 0 0,1 1-1 0 0,-1-1 1 0 0,0 0-1 0 0,1 1 1 0 0,-1-1 0 0 0,1 0-1 0 0,0 1 1 0 0,-1-1-1 0 0,1 1 1 0 0,0-1-1 0 0,1-1 1 0 0,-1 1-74 0 0,0 1 1 0 0,0-1-1 0 0,0 0 1 0 0,0 0-1 0 0,0 0 1 0 0,0 0-1 0 0,-1 0 0 0 0,1 0 1 0 0,-1 0-1 0 0,1 0 1 0 0,-1-4-1 0 0,0-109 1281 0 0,0 110-1274 0 0,-1-1-1 0 0,0 1 0 0 0,0 0 1 0 0,-1-1-1 0 0,0 1 0 0 0,0 0 1 0 0,0 0-1 0 0,-4-7 0 0 0,-4-11 65 0 0,-1 0-1 0 0,-1 0 0 0 0,-1 1 1 0 0,-1 1-1 0 0,-27-34 0 0 0,25 41 109 0 0,0 0 0 0 0,-1 1 0 0 0,0 0 0 0 0,-1 2 0 0 0,0 0 0 0 0,0 1 0 0 0,-29-11 0 0 0,36 16 54 0 0,-1 0 0 0 0,1 1 1 0 0,-1 0-1 0 0,0 1 0 0 0,-15-2 0 0 0,-18-3 343 0 0,26 3-409 0 0,13 3-205 0 0,-1 0 0 0 0,0 1 0 0 0,1-1-1 0 0,-1 1 1 0 0,-13 0 0 0 0,17 1-494 0 0,-12 0 783 0 0,16 0-39 0 0,2 0-70 0 0,-1 0-1 0 0,1 0 1 0 0,-1 0-1 0 0,0 0 1 0 0,1 0-1 0 0,-1 0 1 0 0,0 1-1 0 0,1-1 1 0 0,3 2-1 0 0,-6-1-111 0 0,16 4-241 0 0,66 3 203 0 0,353 12 505 0 0,-153 3-578 0 0,-260-20 202 0 0,65 2 773 0 0,-77-5-1386 0 0,4 0 199 0 0,-11 0 966 0 0,6 2 698 0 0,-9-2-1328 0 0,0 0 1 0 0,0 0 0 0 0,0-1-1 0 0,0 1 1 0 0,-1 0-1 0 0,1 0 1 0 0,0 0 0 0 0,0 0-1 0 0,0 0 1 0 0,0 0-1 0 0,0 0 1 0 0,0-1 0 0 0,0 1-1 0 0,-1 0 1 0 0,1 0-1 0 0,0 0 1 0 0,0 0 0 0 0,0 0-1 0 0,0 0 1 0 0,0-1-1 0 0,0 1 1 0 0,0 0 0 0 0,0 0-1 0 0,0 0 1 0 0,0 0-1 0 0,0-1 1 0 0,0 1 0 0 0,0 0-1 0 0,0 0 1 0 0,0 0-1 0 0,0 0 1 0 0,0-1 0 0 0,0 1-1 0 0,0 0 1 0 0,0 0-1 0 0,0 0 1 0 0,0 0 0 0 0,0 0-1 0 0,0-1 1 0 0,1 1-1 0 0,-1 0 1 0 0,0 0 0 0 0,0 0-1 0 0,0 0 1 0 0,0 0-1 0 0,0 0 1 0 0,0-1 0 0 0,0 1-1 0 0,1 0 1 0 0,-1 0-1 0 0,0 0 1 0 0,0 0-1 0 0,0 0 1 0 0,0 0 0 0 0,0 0-1 0 0,1 0 1 0 0,-1 0-1 0 0,0 0 1 0 0,0 0 0 0 0,0 0-1 0 0,0 0 1 0 0,1 0-1 0 0,-3-2 57 0 0,-2-2 97 0 0,1 0-1 0 0,-1 1 1 0 0,-1 0 0 0 0,1 0-1 0 0,0 0 1 0 0,-1 0 0 0 0,-9-4-1 0 0,8 4-166 0 0,1 0-1 0 0,-1-1 1 0 0,1 0-1 0 0,0 0 1 0 0,-5-6-1 0 0,6 9 36 0 0,1 0 0 0 0,-1 0-1 0 0,0 0 1 0 0,1 1 0 0 0,-1-1 0 0 0,0 1-1 0 0,1 0 1 0 0,-1 0 0 0 0,0 0 0 0 0,-7 1-1 0 0,-3 0-572 0 0,11-1 664 0 0,-9 4 1287 0 0,12-4-1396 0 0,0 0 0 0 0,-1 0 0 0 0,1 0 0 0 0,0 0 0 0 0,0 0 1 0 0,-1 0-1 0 0,1 1 0 0 0,0-1 0 0 0,0 0 0 0 0,-1 0 0 0 0,1 0 0 0 0,0 0 1 0 0,0 0-1 0 0,-1 1 0 0 0,1-1 0 0 0,0 0 0 0 0,0 0 0 0 0,0 0 0 0 0,-1 1 1 0 0,1-1-1 0 0,0 0 0 0 0,0 0 0 0 0,0 1 0 0 0,0-1 0 0 0,0 0 0 0 0,0 0 1 0 0,-1 1-1 0 0,1-1 0 0 0,0 0 0 0 0,0 1 0 0 0,0-1 0 0 0,0 0 0 0 0,0 0 1 0 0,0 1-1 0 0,0-1 0 0 0,0 0 0 0 0,0 0 0 0 0,0 1 0 0 0,0-1 0 0 0,1 0 1 0 0,-1 1-1 0 0,0-1 0 0 0,0 0 0 0 0,0 0 0 0 0,0 1 0 0 0,1-1 0 0 0,-1 3-712 0 0,0 0 847 0 0,0 31 934 0 0,2-14-1231 0 0,1 0 0 0 0,2-1 0 0 0,10 32 0 0 0,95 310 1113 0 0,-96-317-888 0 0,31 65 1 0 0,-45-109-46 0 0,13 19-676 0 0,-8-19 516 0 0,0 1-2 0 0,17 32-1331 0 0,-13-25 68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1.5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238 68 2432 0 0,'0'-3'5006'0'0,"0"-14"-2674"0"0,0-11 1391 0 0,0 26-3312 0 0,0-1 458 0 0,0-9 816 0 0,0 9-650 0 0,-17 3 751 0 0,-20 96-36 0 0,-109 319 2132 0 0,136-384-3534 0 0,2-1-1 0 0,2 1 1 0 0,0 1-1 0 0,3-1 1 0 0,-1 37 0 0 0,3-53-380 0 0,1 0 0 0 0,1 0 0 0 0,0 0 0 0 0,1 0 0 0 0,0 0 1 0 0,1-1-1 0 0,8 21 0 0 0,-2-5 73 0 0,0 7 88 0 0,-7-26-116 0 0,1 0 0 0 0,0-1 0 0 0,1 0 1 0 0,0 1-1 0 0,11 18 0 0 0,-4 1-598 0 0,-11-25 575 0 0,2-1 0 0 0,-1 0 0 0 0,1 1 0 0 0,-1-1 0 0 0,1 0 0 0 0,0 0-1 0 0,1 0 1 0 0,-1 0 0 0 0,6 6 0 0 0,-3-5-37 0 0,1 0 0 0 0,0-1-1 0 0,0 0 1 0 0,0 0 0 0 0,1-1 0 0 0,-1 0 0 0 0,1 0-1 0 0,0 0 1 0 0,-1-1 0 0 0,13 3 0 0 0,137 31-2705 0 0,-147-33 2466 0 0,1-1 0 0 0,0-1 0 0 0,-1 1 1 0 0,12-1-1 0 0,-21-1 286 0 0,18 1-523 0 0,-11 0 253 0 0,1-1 0 0 0,0 1 0 0 0,0-1-1 0 0,0-1 1 0 0,0 0 0 0 0,0 0 0 0 0,0 0-1 0 0,10-4 1 0 0,58-23-5335 0 0,62-6-7440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2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46 1952 0 0,'0'-20'11248'0'0,"0"19"-11158"0"0,-1 1-30 0 0,1-1-1 0 0,0 1 1 0 0,0-1 0 0 0,0 1 0 0 0,0-1 0 0 0,0 1-1 0 0,0-1 1 0 0,0 1 0 0 0,0-1 0 0 0,1 1 0 0 0,-1-1-1 0 0,0 1 1 0 0,0-1 0 0 0,0 1 0 0 0,0-1 0 0 0,1 1-1 0 0,-1 0 1 0 0,0-1 0 0 0,0 1 0 0 0,1-1 0 0 0,-1 1-1 0 0,0 0 1 0 0,1-1 0 0 0,-1 1 0 0 0,1 0 0 0 0,-1-1-1 0 0,0 1 1 0 0,1 0 0 0 0,-1-1 0 0 0,1 1 0 0 0,-1 0-1 0 0,1 0 1 0 0,-1 0 0 0 0,1-1 0 0 0,-1 1 0 0 0,1 0-1 0 0,-1 0 1 0 0,1 0 0 0 0,-1 0 0 0 0,1 0 0 0 0,-1 0-1 0 0,1 0 1 0 0,-1 0 0 0 0,1 0 0 0 0,-1 0 0 0 0,1 0-1 0 0,-1 1 1 0 0,0-1 0 0 0,1 0 0 0 0,-1 0 0 0 0,1 0 0 0 0,9-5 1729 0 0,-10 5-1751 0 0,1-1 0 0 0,-1 1 0 0 0,1-1 0 0 0,0 1 0 0 0,-1-1 0 0 0,1 1 1 0 0,-1-1-1 0 0,1 1 0 0 0,0 0 0 0 0,0-1 0 0 0,-1 1 0 0 0,1 0 0 0 0,0-1 0 0 0,0 1 0 0 0,-1 0 0 0 0,1 0 0 0 0,1 0 0 0 0,2 0 23 0 0,-1 1 1 0 0,0 0-1 0 0,0-1 0 0 0,0 1 1 0 0,0 1-1 0 0,0-1 0 0 0,-1 0 1 0 0,1 1-1 0 0,0-1 0 0 0,-1 1 1 0 0,1 0-1 0 0,-1 0 0 0 0,1 0 1 0 0,-1 0-1 0 0,0 0 0 0 0,0 1 1 0 0,3 3-1 0 0,6 9-85 0 0,0 0 0 0 0,-2 0 0 0 0,0 1 0 0 0,0 1 0 0 0,-2-1 0 0 0,9 26 0 0 0,-6-9 23 0 0,-1 0 0 0 0,7 47 0 0 0,-13-56 137 0 0,-1 1 0 0 0,-1 25-1 0 0,-1-25-430 0 0,0 37 695 0 0,0-61-401 0 0,0 0 0 0 0,0 0-1 0 0,0 0 1 0 0,0 0 0 0 0,0-1 0 0 0,0 1-1 0 0,0 0 1 0 0,0 0 0 0 0,-1 0-1 0 0,1 0 1 0 0,0 0 0 0 0,0-1 0 0 0,-1 1-1 0 0,1 0 1 0 0,0 0 0 0 0,-1-1-1 0 0,1 1 1 0 0,-1 0 0 0 0,1 0-1 0 0,-1-1 1 0 0,0 1 0 0 0,1-1 0 0 0,-1 1-1 0 0,1 0 1 0 0,-2 0 0 0 0,1-1-8 0 0,1 1 1 0 0,-1-1 0 0 0,0 0-1 0 0,1 1 1 0 0,-1-1 0 0 0,1 1-1 0 0,-1-1 1 0 0,1 1 0 0 0,0 0-1 0 0,-1-1 1 0 0,1 1 0 0 0,0-1-1 0 0,-1 1 1 0 0,1 0 0 0 0,0-1-1 0 0,-1 1 1 0 0,1 0-1 0 0,0-1 1 0 0,0 1 0 0 0,0 0-1 0 0,0-1 1 0 0,0 1 0 0 0,0 0-1 0 0,0-1 1 0 0,0 2 0 0 0,0 0-21 0 0,0 0 0 0 0,0 0 0 0 0,-1-1 1 0 0,1 1-1 0 0,0 0 0 0 0,-1-1 0 0 0,1 1 0 0 0,-1 0 0 0 0,0-1 1 0 0,1 1-1 0 0,-1-1 0 0 0,-2 3 0 0 0,2-2 44 0 0,0 0-1 0 0,0 0 1 0 0,0 0-1 0 0,0-1 0 0 0,0 1 1 0 0,1 0-1 0 0,-1 0 1 0 0,0 0-1 0 0,1 0 1 0 0,0 0-1 0 0,-1 0 1 0 0,1 4-1 0 0,0-3 25 0 0,-3 12 102 0 0,1-13-161 0 0,1 0 1 0 0,-1 0-1 0 0,0 0 0 0 0,1-1 0 0 0,-1 1 0 0 0,0 0 1 0 0,0-1-1 0 0,0 0 0 0 0,0 1 0 0 0,-5 1 1 0 0,4-1 22 0 0,-1-1 0 0 0,1 1 0 0 0,-1-1 0 0 0,0 1 0 0 0,0-1 0 0 0,1 0 0 0 0,-1-1 0 0 0,0 1 0 0 0,0 0 0 0 0,0-1 0 0 0,0 0 0 0 0,0 0 0 0 0,-6-1 0 0 0,1-2 123 0 0,2-1-1 0 0,-1 1 0 0 0,0-1 1 0 0,1-1-1 0 0,-1 1 0 0 0,1-1 1 0 0,-10-10-1 0 0,14 13-112 0 0,-1-1-1 0 0,1 0 1 0 0,0 0 0 0 0,1 0-1 0 0,-1 0 1 0 0,0 0 0 0 0,-2-5 0 0 0,2-12-52 0 0,4 12-77 0 0,2 2 57 0 0,-2 5 99 0 0,1 0-1 0 0,-1 0 1 0 0,1 0 0 0 0,0 0 0 0 0,0 1-1 0 0,0-1 1 0 0,0 0 0 0 0,-1 1-1 0 0,1-1 1 0 0,0 1 0 0 0,0 0-1 0 0,0-1 1 0 0,0 1 0 0 0,0 0 0 0 0,0 0-1 0 0,0 0 1 0 0,3 1 0 0 0,12 0-15 0 0,0 1 1 0 0,0 1 0 0 0,-1 0 0 0 0,1 1 0 0 0,-1 1 0 0 0,0 0-1 0 0,19 10 1 0 0,103 58-650 0 0,-85-43-217 0 0,-45-25 183 0 0,1-1-1 0 0,-1 1 1 0 0,1-2-1 0 0,0 1 1 0 0,0-1 0 0 0,1-1-1 0 0,-1 1 1 0 0,1-2-1 0 0,-1 1 1 0 0,14-1 0 0 0,4-2-5838 0 0,45-9 0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3.3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3328 0 0,'0'3'10945'0'0,"0"20"-7731"0"0,2 3-1035 0 0,10 47 0 0 0,-11-70-2089 0 0,0 0 1 0 0,-1 0 0 0 0,1 0 0 0 0,0 0-1 0 0,-1 1 1 0 0,0-1 0 0 0,0 0-1 0 0,0 0 1 0 0,0 5 0 0 0,-2 7 170 0 0,2 24-26 0 0,0-2 266 0 0,14-74 80 0 0,46-70-688 0 0,-56 100 68 0 0,0 1-1 0 0,0-1 1 0 0,1 1 0 0 0,8-9-1 0 0,6 5 692 0 0,-11 7-413 0 0,-8 3-257 0 0,0 0 0 0 0,0 0 0 0 0,0 0 0 0 0,0 0 1 0 0,1-1-1 0 0,-1 1 0 0 0,0 0 0 0 0,0 0 1 0 0,0 0-1 0 0,0 0 0 0 0,1 0 0 0 0,-1 0 0 0 0,0 0 1 0 0,0 0-1 0 0,1-1 0 0 0,-1 1 0 0 0,0 0 1 0 0,0 0-1 0 0,0 0 0 0 0,1 0 0 0 0,-1 0 0 0 0,0 0 1 0 0,0 0-1 0 0,1 0 0 0 0,-1 0 0 0 0,0 0 1 0 0,0 0-1 0 0,0 1 0 0 0,1-1 0 0 0,-1 0 0 0 0,0 0 1 0 0,0 0-1 0 0,0 0 0 0 0,1 0 0 0 0,-1 0 1 0 0,0 0-1 0 0,0 1 0 0 0,0-1 0 0 0,1 0 1 0 0,-1 0-1 0 0,0 0 0 0 0,17 17-15 0 0,-1 1 1 0 0,14 20-1 0 0,6 22 147 0 0,-31-52 21 0 0,-3-7-105 0 0,-1 1 0 0 0,0-1-1 0 0,0 1 1 0 0,0 0 0 0 0,0-1-1 0 0,0 1 1 0 0,-1 0 0 0 0,1-1-1 0 0,0 1 1 0 0,-1 0 0 0 0,1 0-1 0 0,-1 0 1 0 0,0 0 0 0 0,1 0 0 0 0,-1-1-1 0 0,0 3 1 0 0,0 10 57 0 0,0-50-201 0 0,0 35 75 0 0,0 0 0 0 0,0 0 0 0 0,0 1 0 0 0,0-1 0 0 0,0 0 0 0 0,0 0 0 0 0,0 0 0 0 0,0 1 0 0 0,1-1 0 0 0,-1 0 0 0 0,0 0 0 0 0,1 1 0 0 0,-1-1 0 0 0,0 0-1 0 0,1 1 1 0 0,-1-1 0 0 0,1 0 0 0 0,-1 1 0 0 0,1-1 0 0 0,0 1 0 0 0,-1-1 0 0 0,1 1 0 0 0,-1-1 0 0 0,2 0 0 0 0,-2 1 49 0 0,1 0 0 0 0,-1-1-1 0 0,1 1 1 0 0,-1-1 0 0 0,1 1 0 0 0,-1 0 0 0 0,1-1-1 0 0,-1 1 1 0 0,1-1 0 0 0,-1 1 0 0 0,0-1-1 0 0,1 1 1 0 0,-1-1 0 0 0,0 0 0 0 0,0 1 0 0 0,1-1-1 0 0,-1 1 1 0 0,0-1 0 0 0,0 1 0 0 0,0-1 0 0 0,0 0-1 0 0,0 1 1 0 0,1-2 0 0 0,4-9 81 0 0,18-26-358 0 0,-22 34 264 0 0,1 0 1 0 0,-1 0-1 0 0,1 1 1 0 0,0-1-1 0 0,0 1 1 0 0,0 0-1 0 0,0-1 0 0 0,1 1 1 0 0,-1 0-1 0 0,0 0 1 0 0,1 1-1 0 0,0-1 1 0 0,-1 0-1 0 0,1 1 1 0 0,0 0-1 0 0,0-1 0 0 0,0 1 1 0 0,0 0-1 0 0,0 0 1 0 0,0 1-1 0 0,4-1 1 0 0,-1 0-2 0 0,1 1 1 0 0,-1 0 0 0 0,0 0 0 0 0,0 0 0 0 0,0 1-1 0 0,0 0 1 0 0,0 1 0 0 0,6 1 0 0 0,-7-1 14 0 0,0 0 1 0 0,0 1 0 0 0,0-1 0 0 0,0 1 0 0 0,-1 0 0 0 0,1 1 0 0 0,-1-1 0 0 0,0 1-1 0 0,0 0 1 0 0,0 0 0 0 0,0 0 0 0 0,3 6 0 0 0,4 6-405 0 0,0 2 1 0 0,7 18-1 0 0,-12-24 51 0 0,-1-4-11 0 0,1 8-83 0 0,4 14-2252 0 0,4-5-5573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4.3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1856 0 0,'0'0'7408'0'0,"0"20"-3120"0"0,-1-16-3943 0 0,2-3-234 0 0,13 11 985 0 0,-6 27 674 0 0,15 77 854 0 0,-18-87-1888 0 0,-5-34-900 0 0,0 5 155 0 0,0 0 0 0 0,0-1 0 0 0,0 1 0 0 0,-1-1 1 0 0,1 1-1 0 0,0-1 0 0 0,0 1 0 0 0,0-1 0 0 0,0 1 0 0 0,0-1 0 0 0,0 1 1 0 0,0-1-1 0 0,1 1 0 0 0,-1-1 0 0 0,0 1 0 0 0,0-1 0 0 0,0 1 0 0 0,0-1 0 0 0,1 1 1 0 0,-1-1-1 0 0,0 1 0 0 0,0 0 0 0 0,1-1 0 0 0,-1 1 0 0 0,1-1 0 0 0,0 1 9 0 0,-1 0 0 0 0,1 0 0 0 0,-1 0 0 0 0,1 0 0 0 0,0 0 0 0 0,-1 0 0 0 0,1-1 0 0 0,-1 1-1 0 0,1 0 1 0 0,-1 0 0 0 0,1 0 0 0 0,0-1 0 0 0,-1 1 0 0 0,1 0 0 0 0,-1 0 0 0 0,1-1 0 0 0,-1 1-1 0 0,0 0 1 0 0,1-1 0 0 0,-1 1 0 0 0,1-1 0 0 0,-1 1 0 0 0,1-1 0 0 0,-1 1 0 0 0,0-1 0 0 0,1 1-1 0 0,-1-1 1 0 0,0 1 0 0 0,0-1 0 0 0,1 1 0 0 0,-1-1 0 0 0,0 1 0 0 0,0-1 0 0 0,0 0 0 0 0,0 1 0 0 0,0-1-1 0 0,0 1 1 0 0,0-1 0 0 0,0 0 0 0 0,0 1 0 0 0,0-1 0 0 0,0 1 0 0 0,0-1 0 0 0,0 0 0 0 0,0 1-1 0 0,-1-1 1 0 0,1 1 0 0 0,0-1 0 0 0,-1 0 0 0 0,1-3 43 0 0,0 0-1 0 0,0 0 1 0 0,0 0 0 0 0,0 1-1 0 0,0-1 1 0 0,1 0 0 0 0,0 0-1 0 0,1-4 1 0 0,2 0-81 0 0,1 0 0 0 0,-1 1 0 0 0,2-1 0 0 0,-1 1 0 0 0,1 0 0 0 0,0 0 0 0 0,0 1 0 0 0,1 0 0 0 0,0 0 0 0 0,0 0 0 0 0,0 1 0 0 0,13-6 0 0 0,-11 4 4 0 0,-8 7 55 0 0,-1-1 0 0 0,1 1 1 0 0,-1-1-1 0 0,1 1 0 0 0,-1-1 0 0 0,1 1 0 0 0,0 0 0 0 0,-1-1 0 0 0,1 1 1 0 0,0 0-1 0 0,-1-1 0 0 0,1 1 0 0 0,0 0 0 0 0,-1 0 0 0 0,1-1 1 0 0,0 1-1 0 0,0 0 0 0 0,-1 0 0 0 0,1 0 0 0 0,0 0 0 0 0,0 0 0 0 0,-1 0 1 0 0,1 0-1 0 0,0 0 0 0 0,1 1 0 0 0,-1 7 309 0 0,-1-8-250 0 0,7 5 205 0 0,-6-4-299 0 0,-1-1 0 0 0,0 0-1 0 0,1 0 1 0 0,-1 0 0 0 0,1 1 0 0 0,-1-1 0 0 0,0 0 0 0 0,1 1 0 0 0,-1-1 0 0 0,0 0 0 0 0,1 1-1 0 0,-1-1 1 0 0,0 0 0 0 0,1 1 0 0 0,-1-1 0 0 0,0 1 0 0 0,0-1 0 0 0,0 1 0 0 0,1-1 0 0 0,-1 0-1 0 0,0 1 1 0 0,0-1 0 0 0,0 1 0 0 0,0-1 0 0 0,0 1 0 0 0,0-1 0 0 0,0 1 0 0 0,0-1 0 0 0,0 2-1 0 0,0-1-18 0 0,0 0 0 0 0,1-1 0 0 0,-1 1 0 0 0,0 0-1 0 0,0 0 1 0 0,1 0 0 0 0,-1 0 0 0 0,1 0 0 0 0,-1 0-1 0 0,1 0 1 0 0,-1-1 0 0 0,1 1 0 0 0,0 0 0 0 0,-1 0-1 0 0,1-1 1 0 0,0 1 0 0 0,1 1 0 0 0,2 1 38 0 0,1 5 124 0 0,0 1-1 0 0,-1-1 0 0 0,0 1 0 0 0,-1 0 1 0 0,1 0-1 0 0,2 14 0 0 0,-3-7-23 0 0,-1-5-174 0 0,-2-82 389 0 0,9 49-422 0 0,-6 17 135 0 0,0 1-1 0 0,0-1 1 0 0,0 1-1 0 0,0 0 1 0 0,1 0-1 0 0,0 1 0 0 0,0-1 1 0 0,0 1-1 0 0,0 0 1 0 0,1 0-1 0 0,6-4 1 0 0,-3 5-65 0 0,1-1 1 0 0,-1 1 0 0 0,1 1 0 0 0,-1-1-1 0 0,1 2 1 0 0,16-1 0 0 0,-24 1 17 0 0,0 0-1 0 0,0-1 1 0 0,0 1-1 0 0,0 0 1 0 0,0 0 0 0 0,0 0-1 0 0,0 0 1 0 0,0 0-1 0 0,0 0 1 0 0,0 0 0 0 0,0 0-1 0 0,0 1 1 0 0,-1-1-1 0 0,1 0 1 0 0,0 0 0 0 0,0 1-1 0 0,0-1 1 0 0,0 1-1 0 0,1 0 1 0 0,9 10-2 0 0,-8-8 507 0 0,0 0-129 0 0,8 15-300 0 0,-9-13-128 0 0,1-1 0 0 0,-1 0 0 0 0,1 0 0 0 0,0 0 0 0 0,0 0 0 0 0,3 4 0 0 0,1 3 415 0 0,6 20-868 0 0,10 17 119 0 0,-17-25 197 0 0,-6-20-101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4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3552 0 0,'45'-28'14479'0'0,"-45"28"-14330"0"0,1-1-1 0 0,0 1 0 0 0,0-1 0 0 0,0 1 0 0 0,0 0 1 0 0,0-1-1 0 0,0 1 0 0 0,0 0 0 0 0,0 0 0 0 0,0 0 1 0 0,0 0-1 0 0,0 0 0 0 0,0 0 0 0 0,-1 0 0 0 0,1 0 1 0 0,0 0-1 0 0,0 0 0 0 0,0 0 0 0 0,0 1 0 0 0,1-1 1 0 0,0 1-175 0 0,-1 0 1 0 0,0 1-1 0 0,1-1 0 0 0,-1 0 1 0 0,0 0-1 0 0,0 1 1 0 0,0-1-1 0 0,0 0 1 0 0,0 1-1 0 0,0-1 1 0 0,0 1-1 0 0,0 3 1 0 0,3 1 215 0 0,5 5 48 0 0,0 0 1 0 0,0-1-1 0 0,1-1 0 0 0,1 0 0 0 0,0 0 0 0 0,12 7 1 0 0,-9-6 34 0 0,-11-7-287 0 0,1-1 1 0 0,-1 1-1 0 0,0 0 0 0 0,0 0 0 0 0,0 0 0 0 0,0 0 1 0 0,-1 1-1 0 0,1-1 0 0 0,-1 1 0 0 0,3 6 0 0 0,4 6-180 0 0,39 48-9 0 0,-32-43 539 0 0,-5-7-123 0 0,-1 2 1 0 0,-1 0-1 0 0,9 19 0 0 0,0 2-187 0 0,-2 0-1 0 0,-2 1 1 0 0,-1 0 0 0 0,14 72-1 0 0,-15-20-554 0 0,-3 1-1 0 0,-5 109 0 0 0,-5-176 73 0 0,-7 46-1 0 0,-2-37-312 0 0,9-31 694 0 0,0-1 0 0 0,1 1 0 0 0,-1 0 0 0 0,0-1 0 0 0,1 1 0 0 0,-1-1 0 0 0,0 1 0 0 0,0-1 0 0 0,-1 1 0 0 0,1-1 0 0 0,0 0 0 0 0,0 1 0 0 0,-2 0 0 0 0,-2 4 62 0 0,-1 2-382 0 0,1-1-1 0 0,-2 0 1 0 0,1 0-1 0 0,-1 0 0 0 0,-14 9 1 0 0,-12 14-1411 0 0,33-30 1762 0 0,-1 1-1 0 0,1-1 1 0 0,-1 1 0 0 0,1-1 0 0 0,-1 0-1 0 0,1 1 1 0 0,-1-1 0 0 0,0 0 0 0 0,1 1-1 0 0,-1-1 1 0 0,0 0 0 0 0,1 0-1 0 0,-1 1 1 0 0,1-1 0 0 0,-1 0 0 0 0,0 0-1 0 0,1 0 1 0 0,-1 0 0 0 0,0 0 0 0 0,0 0-1 0 0,-6 1-272 0 0,3 1-603 0 0,-1 0 0 0 0,0 0 1 0 0,1 0-1 0 0,-1-1 0 0 0,0 1 1 0 0,0-1-1 0 0,-10 1 0 0 0,4 0-1350 0 0,-31 12-1996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5.5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52 3488 0 0,'0'0'1531'0'0,"0"-20"5834"0"0,-1 14-6860 0 0,1 5-177 0 0,0-1 1 0 0,0 1-1 0 0,0 0 1 0 0,0-1-1 0 0,0 1 0 0 0,0 0 1 0 0,0-1-1 0 0,0 1 1 0 0,0-1-1 0 0,1 1 1 0 0,-1 0-1 0 0,1-2 1 0 0,0 2-239 0 0,0 0 0 0 0,-1 1 0 0 0,1-1 0 0 0,0 1 0 0 0,0-1 0 0 0,0 1 0 0 0,-1-1 0 0 0,1 1 0 0 0,0 0 0 0 0,0-1 0 0 0,0 1 0 0 0,0 0 0 0 0,0 0 0 0 0,0 0 0 0 0,0 0 0 0 0,0 0 0 0 0,0 0 1 0 0,0 0-1 0 0,0 0 0 0 0,0 0 0 0 0,0 0 0 0 0,0 0 0 0 0,0 0 0 0 0,0 1 0 0 0,-1-1 0 0 0,1 1 0 0 0,0-1 0 0 0,1 1 0 0 0,18 7 359 0 0,0 0 0 0 0,0 2 0 0 0,-1 0 0 0 0,18 13 0 0 0,-34-21-437 0 0,0 0-1 0 0,0 0 1 0 0,0 0-1 0 0,0 1 1 0 0,-1-1-1 0 0,1 1 0 0 0,-1-1 1 0 0,1 1-1 0 0,-1 0 1 0 0,0 0-1 0 0,0 0 1 0 0,0 0-1 0 0,0 1 1 0 0,-1-1-1 0 0,1 0 1 0 0,-1 1-1 0 0,0-1 0 0 0,0 1 1 0 0,0-1-1 0 0,-1 1 1 0 0,1-1-1 0 0,-1 1 1 0 0,0 0-1 0 0,0-1 1 0 0,0 1-1 0 0,-1 4 1 0 0,1-2-498 0 0,0-3 504 0 0,0 0 0 0 0,0 0 0 0 0,0 0 0 0 0,0-1 0 0 0,-1 1 0 0 0,1 0 0 0 0,-1-1 0 0 0,0 1 0 0 0,0 0 0 0 0,0-1 0 0 0,0 1 0 0 0,0-1 0 0 0,-1 0 0 0 0,1 1 0 0 0,-3 2 0 0 0,3-5-18 0 0,1 1 1 0 0,0-1-1 0 0,0 0 0 0 0,-1 0 0 0 0,1 0 0 0 0,0 0 0 0 0,0 1 0 0 0,-1-1 0 0 0,1 0 1 0 0,0 0-1 0 0,0 0 0 0 0,0 1 0 0 0,-1-1 0 0 0,1 0 0 0 0,0 0 0 0 0,0 1 0 0 0,0-1 1 0 0,0 0-1 0 0,0 0 0 0 0,-1 1 0 0 0,1-1 0 0 0,0 0 0 0 0,0 1 0 0 0,0-1 0 0 0,0 0 0 0 0,0 1 1 0 0,0-1-1 0 0,0 0 0 0 0,0 0 0 0 0,0 1 0 0 0,0-1 0 0 0,0 0 0 0 0,0 1 0 0 0,0-1 1 0 0,1 0-1 0 0,-1 1 0 0 0,0-1 0 0 0,0 0 0 0 0,0 0 0 0 0,1 1 0 0 0,-1-1 20 0 0,0 1-1 0 0,0-1 1 0 0,0 1 0 0 0,0-1-1 0 0,1 1 1 0 0,-1-1-1 0 0,0 0 1 0 0,0 1-1 0 0,0-1 1 0 0,0 1-1 0 0,0-1 1 0 0,0 1 0 0 0,0-1-1 0 0,0 1 1 0 0,0-1-1 0 0,0 1 1 0 0,0-1-1 0 0,0 0 1 0 0,-1 1 0 0 0,1-1-1 0 0,0 1 1 0 0,0-1-1 0 0,0 0 1 0 0,0 1-1 0 0,-1-1 1 0 0,1 1 0 0 0,0-1-1 0 0,-1 0 1 0 0,1 1-1 0 0,0-1 1 0 0,-1 0-1 0 0,1 1 1 0 0,0-1-1 0 0,-1 0 1 0 0,1 0 0 0 0,0 1-1 0 0,-1-1 1 0 0,0 0-1 0 0,-69 70-141 0 0,70-70 166 0 0,0 1 0 0 0,0-1 0 0 0,0 0 0 0 0,-1 0 0 0 0,1 0 0 0 0,0 0 0 0 0,0 0 0 0 0,0 0 0 0 0,0 1 0 0 0,0-1 0 0 0,0 0 0 0 0,0 0 0 0 0,0 0 0 0 0,0 0 0 0 0,0 1 0 0 0,-1-1 0 0 0,1 0 0 0 0,0 0 0 0 0,0 0 0 0 0,0 0 0 0 0,0 1 0 0 0,0-1 0 0 0,0 0 0 0 0,0 0 0 0 0,0 0 0 0 0,0 0 0 0 0,1 1 0 0 0,-1-1 0 0 0,0 0 0 0 0,0 0 0 0 0,0 0 0 0 0,0 0 0 0 0,0 1 0 0 0,0-1 0 0 0,0 0 0 0 0,0 0 0 0 0,0 0 0 0 0,0 0 0 0 0,1 0 0 0 0,-1 1 0 0 0,0-1 0 0 0,0 0 0 0 0,0 0 0 0 0,0 0 0 0 0,0 0 0 0 0,1 0 0 0 0,-1 0 0 0 0,0 0 0 0 0,0 0 0 0 0,0 0 0 0 0,0 1 0 0 0,1-1 0 0 0,-1 0 0 0 0,0 0 0 0 0,0 0 0 0 0,0 0 0 0 0,1 0 0 0 0,13 3 320 0 0,-8-2-272 0 0,1 9-426 0 0,5-9-315 0 0,-1-1 814 0 0,-1 0 1 0 0,1 2 0 0 0,14 2 0 0 0,62 10-4316 0 0,71 3-11487 0 0,-126-9 12017 0 0,-27-2 2723 0 0,-5-3-260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7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2464 0 0,'0'0'2368'0'0,"17"0"-736"0"0,0 0 224 0 0,0 0-1344 0 0,0 0 384 0 0,0 0-576 0 0,0 0-96 0 0,0 0-32 0 0,34 18 0 0 0,101-18-416 0 0,-17 17-8512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7.5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2816 0 0,'0'0'5792'0'0,"17"0"-3040"0"0,0 0-1856 0 0,204 0 1280 0 0,15 17-16608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8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0 544 2176 0 0,'0'0'7024'0'0,"3"3"-5984"0"0,-1 1-504 0 0,1 1-114 0 0,29 20 2412 0 0,-7-12-1726 0 0,-17-11-786 0 0,1 0 0 0 0,0-1 1 0 0,0 0-1 0 0,15 0 0 0 0,166-17 3384 0 0,-177 15-3481 0 0,48-7 771 0 0,-51 3-917 0 0,-1-2 30 0 0,-5 4-57 0 0,5-1-1 0 0,0 0-1 0 0,0-1 1 0 0,-1 0 0 0 0,10-8 0 0 0,-13 7-8 0 0,-1 0 1 0 0,1 0 0 0 0,-1-1-1 0 0,0 0 1 0 0,4-8 0 0 0,-8 14-41 0 0,8-7 22 0 0,-8 8-26 0 0,1 0 0 0 0,-1-1 1 0 0,1 1-1 0 0,-1-1 0 0 0,1 1 1 0 0,-1-1-1 0 0,1 1 0 0 0,-1-1 1 0 0,0 1-1 0 0,1-1 0 0 0,-1 1 1 0 0,0-1-1 0 0,1 0 0 0 0,-1 1 1 0 0,0-1-1 0 0,0 1 0 0 0,1-1 1 0 0,-1 0-1 0 0,0 1 0 0 0,0-1 0 0 0,0 0 1 0 0,0 1-1 0 0,0-1 0 0 0,0 0 1 0 0,0 1-1 0 0,0-1 0 0 0,0 0 1 0 0,-1-1-1 0 0,-7-65 172 0 0,-29-111 330 0 0,31 152-453 0 0,6 24-50 0 0,-1 0 1 0 0,1-1-1 0 0,-1 1 1 0 0,1 0-1 0 0,-1 0 1 0 0,0 0 0 0 0,0-1-1 0 0,0 1 1 0 0,-1 0-1 0 0,1 0 1 0 0,0 0-1 0 0,-1 1 1 0 0,1-1-1 0 0,-1 0 1 0 0,1 0-1 0 0,-1 1 1 0 0,0-1-1 0 0,-3-1 1 0 0,-6-8-30 0 0,4 4 92 0 0,-1 1 0 0 0,1 1 0 0 0,-1-1 0 0 0,0 1 0 0 0,-1 1 0 0 0,-10-5 0 0 0,-141-65 942 0 0,134 61-891 0 0,23 8-73 0 0,21 6 206 0 0,-16-1-87 0 0,35-1 451 0 0,-17 0-459 0 0,0 1 1 0 0,1 1-1 0 0,20 3 1 0 0,-21 1 95 0 0,-9-2-89 0 0,0-1 0 0 0,1 0 0 0 0,13 0 0 0 0,-3 1-23 0 0,-19-2-146 0 0,22 6-30 0 0,0-1-1 0 0,27 2 1 0 0,272 41 378 0 0,-232-36-463 0 0,-107-15 292 0 0,-31-1 112 0 0,-27-11-299 0 0,69 13 17 0 0,0 0-1 0 0,0 1 1 0 0,0-1-1 0 0,0 1 0 0 0,0 0 1 0 0,0 0-1 0 0,0 0 1 0 0,0 1-1 0 0,1-1 0 0 0,-1 1 1 0 0,0 0-1 0 0,0 0 0 0 0,0 0 1 0 0,0 1-1 0 0,1-1 1 0 0,-1 1-1 0 0,1 0 0 0 0,-1 0 1 0 0,1 0-1 0 0,0 1 0 0 0,0-1 1 0 0,0 1-1 0 0,0-1 1 0 0,0 1-1 0 0,0 0 0 0 0,1 0 1 0 0,-4 6-1 0 0,0 2 53 0 0,0 0-1 0 0,1 1 1 0 0,1-1-1 0 0,0 1 1 0 0,0 0-1 0 0,-2 14 0 0 0,4-18-16 0 0,1-5-5 0 0,0 0 1 0 0,0 1 0 0 0,0-1-1 0 0,1 1 1 0 0,-1-1 0 0 0,1 1-1 0 0,0-1 1 0 0,0 1 0 0 0,0-1-1 0 0,0 1 1 0 0,0-1 0 0 0,1 1-1 0 0,0-1 1 0 0,0 1-1 0 0,0-1 1 0 0,0 0 0 0 0,0 1-1 0 0,1-1 1 0 0,2 6 0 0 0,12 24 10 0 0,-8-9-148 0 0,0 3 90 0 0,1 0-1 0 0,2-1 1 0 0,0-1-1 0 0,24 38 1 0 0,-33-60-5 0 0,5 7-393 0 0,0-1 0 0 0,0 0 0 0 0,15 13 1 0 0,116 100-8637 0 0,-130-116 7123 0 0,-1-1 0 0 0,1 0 0 0 0,0 0 0 0 0,0-1 0 0 0,0 0 0 0 0,1-1 0 0 0,0 1 0 0 0,14 2 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9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58 3040 0 0,'-14'-14'4762'0'0,"0"1"1"0"0,-18-13-1 0 0,31 25-4584 0 0,0 1 0 0 0,-1-1-1 0 0,1 1 1 0 0,-1-1-1 0 0,1 1 1 0 0,-1-1-1 0 0,1 1 1 0 0,-1 0 0 0 0,1 0-1 0 0,-1 0 1 0 0,1 0-1 0 0,-1 0 1 0 0,1 0-1 0 0,-1 0 1 0 0,1 1 0 0 0,-1-1-1 0 0,1 0 1 0 0,-1 1-1 0 0,1-1 1 0 0,-1 1-1 0 0,-1 1 1 0 0,-22 17 155 0 0,5 3 649 0 0,10-7-854 0 0,0 1 0 0 0,-12 29 0 0 0,15-30-83 0 0,1-1-1 0 0,1 1 1 0 0,0 0 0 0 0,1 0 0 0 0,-2 19 0 0 0,2 0-26 0 0,2 1-1 0 0,2 0 1 0 0,1 0 0 0 0,9 51-1 0 0,66 283-376 0 0,20-26-228 0 0,-83-301 300 0 0,32 72 0 0 0,-45-111 248 0 0,1-1 1 0 0,0 0 0 0 0,0 0 0 0 0,0-1 0 0 0,0 1-1 0 0,1 0 1 0 0,-1 0 0 0 0,0 0 0 0 0,1-1-1 0 0,-1 1 1 0 0,1-1 0 0 0,0 1 0 0 0,-1-1-1 0 0,1 0 1 0 0,0 0 0 0 0,0 1 0 0 0,0-1-1 0 0,0-1 1 0 0,3 3 0 0 0,80 16-3227 0 0,-76-17 2872 0 0,0-1-1 0 0,0 0 1 0 0,0 0-1 0 0,15-2 1 0 0,9 3-1022 0 0,-17 5 380 0 0,-14-6 788 0 0,0 0 0 0 0,0 0 0 0 0,0 0 0 0 0,0-1 0 0 0,0 1-1 0 0,1 0 1 0 0,-1-1 0 0 0,0 1 0 0 0,0-1 0 0 0,0 0 0 0 0,1 0 0 0 0,-1 0-1 0 0,4 0 1 0 0,59-3-6063 0 0,-59 2 5795 0 0,-1 0-1 0 0,0 0 1 0 0,0-1-1 0 0,0 0 0 0 0,0 0 1 0 0,6-3-1 0 0,-10 5 512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0.1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2944 0 0,'3'-1'5581'0'0,"-2"1"-5334"0"0,0 0-1 0 0,0 0 1 0 0,0 0-1 0 0,0 0 1 0 0,0 0-1 0 0,0 0 1 0 0,0 0-1 0 0,0 0 1 0 0,0 1-1 0 0,0-1 1 0 0,0 0-1 0 0,0 0 1 0 0,0 1-1 0 0,0-1 0 0 0,1 2 1 0 0,0-1-93 0 0,1 1 0 0 0,0 0 0 0 0,-1-1 0 0 0,1 0-1 0 0,0 0 1 0 0,0 1 0 0 0,-1-1 0 0 0,1-1 0 0 0,0 1 0 0 0,0 0 0 0 0,0-1 0 0 0,0 0 0 0 0,6 1 0 0 0,-3 4 230 0 0,-5-2-324 0 0,0-2-37 0 0,-1 1 1 0 0,1-1 0 0 0,-1 1 0 0 0,1-1 0 0 0,0 0-1 0 0,0 1 1 0 0,-1-1 0 0 0,1 0 0 0 0,0 0 0 0 0,0 1 0 0 0,0-1-1 0 0,1 0 1 0 0,-1 0 0 0 0,0 0 0 0 0,0 0 0 0 0,1-1 0 0 0,-1 1-1 0 0,0 0 1 0 0,1 0 0 0 0,-1-1 0 0 0,0 1 0 0 0,4 0 0 0 0,-4-1-20 0 0,-1 1 0 0 0,1-1 1 0 0,0 0-1 0 0,-1 1 1 0 0,1-1-1 0 0,0 1 0 0 0,-1-1 1 0 0,1 1-1 0 0,-1-1 1 0 0,1 1-1 0 0,-1-1 0 0 0,1 1 1 0 0,-1 0-1 0 0,1-1 1 0 0,-1 1-1 0 0,0 0 0 0 0,1-1 1 0 0,-1 1-1 0 0,0 0 1 0 0,1-1-1 0 0,-1 1 0 0 0,0 1 1 0 0,6 9 51 0 0,0 0 0 0 0,-1 0 0 0 0,-1 0 0 0 0,0 1 0 0 0,0 0 0 0 0,-1 0 0 0 0,2 18 0 0 0,15 202 306 0 0,-18-179-324 0 0,-7-33-65 0 0,-4-7-6 0 0,7-10 24 0 0,0-1 0 0 0,0 1 0 0 0,0 0 0 0 0,1-1 0 0 0,-1 1 0 0 0,1 0 0 0 0,0 0-1 0 0,-1 0 1 0 0,1 0 0 0 0,0 0 0 0 0,1 0 0 0 0,-1 1 0 0 0,0 5 0 0 0,1-9 6 0 0,0 0-1 0 0,0 1 1 0 0,0-1-1 0 0,0 1 1 0 0,0-1-1 0 0,0 1 1 0 0,0-1-1 0 0,0 0 1 0 0,0 1-1 0 0,0-1 1 0 0,-1 1-1 0 0,1-1 1 0 0,0 1-1 0 0,0-1 1 0 0,-1 0-1 0 0,1 1 1 0 0,0-1 0 0 0,0 0-1 0 0,-1 1 1 0 0,1-1-1 0 0,0 0 1 0 0,-1 1-1 0 0,1-1 1 0 0,0 0-1 0 0,-1 0 1 0 0,1 1-1 0 0,0-1 1 0 0,-1 0-1 0 0,1 0 1 0 0,-1 0-1 0 0,1 0 1 0 0,-1 1-1 0 0,0-1 1 0 0,1 0 7 0 0,-1 0-1 0 0,1 0 1 0 0,0 0 0 0 0,-1 0 0 0 0,1 0 0 0 0,-1 1-1 0 0,1-1 1 0 0,0 0 0 0 0,-1 0 0 0 0,1 0 0 0 0,-1 1-1 0 0,1-1 1 0 0,0 0 0 0 0,-1 1 0 0 0,1-1 0 0 0,0 0-1 0 0,0 1 1 0 0,-1-1 0 0 0,1 0 0 0 0,0 1 0 0 0,0-1-1 0 0,-1 0 1 0 0,1 1 0 0 0,0-1 0 0 0,0 1-1 0 0,0-1 1 0 0,0 1 0 0 0,0-1 0 0 0,0 0 0 0 0,0 1-1 0 0,-1-1 1 0 0,1 1 0 0 0,1 0 0 0 0,-1-1 3 0 0,0 1 0 0 0,0-1 0 0 0,0 1 0 0 0,0-1 0 0 0,0 1 0 0 0,0-1 0 0 0,0 1 0 0 0,-1-1 0 0 0,1 1 0 0 0,0-1 0 0 0,0 1 0 0 0,0-1 0 0 0,0 1 0 0 0,-1-1-1 0 0,1 1 1 0 0,0-1 0 0 0,0 0 0 0 0,-1 1 0 0 0,1-1 0 0 0,0 1 0 0 0,-1-1 0 0 0,1 0 0 0 0,0 1 0 0 0,-1-1 0 0 0,1 0 0 0 0,-1 1 0 0 0,1-1 0 0 0,0 0 0 0 0,-1 1 0 0 0,-20 0 163 0 0,12-1-43 0 0,9 0-55 0 0,-7 2-49 0 0,-8-15 581 0 0,12 10-517 0 0,1 0-1 0 0,0 0 0 0 0,-1 0 1 0 0,2 0-1 0 0,-1 0 1 0 0,0-1-1 0 0,1 1 0 0 0,-1-1 1 0 0,1 1-1 0 0,0-1 1 0 0,0 1-1 0 0,0-1 0 0 0,1 0 1 0 0,-1-5-1 0 0,2 4-15 0 0,1 0-1 0 0,0 0 1 0 0,0 1 0 0 0,1-1-1 0 0,-1 1 1 0 0,1-1 0 0 0,0 1-1 0 0,0 0 1 0 0,0 0 0 0 0,0 1-1 0 0,7-6 1 0 0,0-1 59 0 0,-6 12-116 0 0,-3-2-18 0 0,0 1 0 0 0,0 0 0 0 0,0 0 0 0 0,0 0 0 0 0,0 0 0 0 0,1-1 0 0 0,-1 1 0 0 0,0 0 0 0 0,0-1 0 0 0,1 0 0 0 0,-1 1-1 0 0,0-1 1 0 0,1 1 0 0 0,-1-1 0 0 0,2 0 0 0 0,30 10 240 0 0,-11 4-271 0 0,-13-8 32 0 0,1 0-1 0 0,0 0 1 0 0,14 5 0 0 0,-22-11-1 0 0,0 1-1 0 0,0 0 1 0 0,-1-1 0 0 0,1 1 0 0 0,-1 0 0 0 0,1 0 0 0 0,-1 0 0 0 0,1 0-1 0 0,-1 0 1 0 0,3 3 0 0 0,-4-3-4 0 0,1-1-1 0 0,0 1 1 0 0,-1 0 0 0 0,1-1-1 0 0,0 1 1 0 0,-1-1 0 0 0,1 1-1 0 0,0-1 1 0 0,-1 0 0 0 0,1 1-1 0 0,0-1 1 0 0,0 1 0 0 0,0-1-1 0 0,0 0 1 0 0,-1 0 0 0 0,1 0-1 0 0,0 0 1 0 0,0 1-1 0 0,0-1 1 0 0,0 0 0 0 0,1 0-1 0 0,14 2-108 0 0,23 20 19 0 0,24 10-3142 0 0,89 30-13080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0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3808 0 0,'84'68'16511'0'0,"103"117"-14975"0"0,-170-167-1728 0 0,0-1-160 0 0,0-17 288 0 0,-17 17 128 0 0,17-17-480 0 0,0 16 128 0 0,-1-16-1504 0 0,19 17-6719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0.7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187 0 2208 0 0,'-17'0'15647'0'0,"0"17"-14303"0"0,17 1-576 0 0,0-1-448 0 0,-17-1-256 0 0,0 35 448 0 0,-85 118-9503 0 0,85-117-2881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1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2304 0 0,'-16'0'12800'0'0,"16"17"-11712"0"0,0-1 287 0 0,0 1-799 0 0,0 1-384 0 0,0 32 320 0 0,16-50-352 0 0,-16 17 0 0 0,102 203-5695 0 0,-52-169-8097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1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1 235 1664 0 0,'1'2'689'0'0,"1"0"0"0"0,0-1-1 0 0,-1 1 1 0 0,1-1 0 0 0,0 0 0 0 0,0 0 0 0 0,0 1 0 0 0,0-1-1 0 0,0 0 1 0 0,1-1 0 0 0,-1 1 0 0 0,3 1 0 0 0,15-1 457 0 0,-19-1-1111 0 0,0 0 0 0 0,0 0 0 0 0,0 0 1 0 0,-1 0-1 0 0,1 0 0 0 0,0 0 0 0 0,0 0 0 0 0,0 0 0 0 0,0 0 0 0 0,0 1 1 0 0,-1-1-1 0 0,1 0 0 0 0,0 1 0 0 0,0-1 0 0 0,0 1 0 0 0,-1-1 0 0 0,1 0 1 0 0,0 1-1 0 0,-1 0 0 0 0,1-1 0 0 0,0 1 0 0 0,-1-1 0 0 0,2 2 0 0 0,-2-1 9 0 0,1 0-1 0 0,-1-1 0 0 0,1 1 0 0 0,0 0 0 0 0,-1-1 0 0 0,1 1 0 0 0,0-1 0 0 0,-1 1 0 0 0,1-1 0 0 0,0 1 0 0 0,0-1 0 0 0,-1 0 0 0 0,1 1 0 0 0,0-1 1 0 0,0 0-1 0 0,0 0 0 0 0,0 1 0 0 0,-1-1 0 0 0,1 0 0 0 0,0 0 0 0 0,0 0 0 0 0,0 0 0 0 0,1 0 0 0 0,0 0-11 0 0,15 0 287 0 0,-1 0-1 0 0,1 0 0 0 0,0-2 0 0 0,-1 0 0 0 0,30-8 1 0 0,-44 8-296 0 0,1 1 1 0 0,0-1-1 0 0,-1 1 1 0 0,1-1 0 0 0,-1 0-1 0 0,1 0 1 0 0,-1 0-1 0 0,0 0 1 0 0,0-1 0 0 0,0 1-1 0 0,0-1 1 0 0,0 1 0 0 0,-1-1-1 0 0,1 1 1 0 0,-1-1-1 0 0,1 0 1 0 0,-1 0 0 0 0,0 0-1 0 0,0 0 1 0 0,1-6 0 0 0,0-1 96 0 0,0-1 0 0 0,-1 1 0 0 0,0-18-1 0 0,-6-3 238 0 0,-1 1 209 0 0,6 27-523 0 0,0 1-1 0 0,-1 0 0 0 0,1 0 1 0 0,-1 0-1 0 0,0 0 1 0 0,1 0-1 0 0,-1 1 1 0 0,0-1-1 0 0,-2-3 1 0 0,2 3 30 0 0,-1 0 0 0 0,1 0 0 0 0,1 1 1 0 0,-1-1-1 0 0,0 0 0 0 0,0 0 1 0 0,1 0-1 0 0,-1 0 0 0 0,0-4 0 0 0,1 5-43 0 0,0 0-1 0 0,-1 0 1 0 0,1 0-1 0 0,-1-1 1 0 0,1 1-1 0 0,-1 0 1 0 0,0 0-1 0 0,1 0 0 0 0,-1 0 1 0 0,0 1-1 0 0,0-1 1 0 0,0 0-1 0 0,1 0 1 0 0,-1 0-1 0 0,0 1 1 0 0,0-1-1 0 0,0 0 1 0 0,0 1-1 0 0,-1-1 0 0 0,1 1 1 0 0,0-1-1 0 0,-1 0 1 0 0,0 2-27 0 0,1-1 0 0 0,0 0 0 0 0,-1 0 1 0 0,1 0-1 0 0,0 0 0 0 0,-1 0 0 0 0,1 0 1 0 0,0 0-1 0 0,0-1 0 0 0,-1 1 0 0 0,1 0 1 0 0,0-1-1 0 0,0 1 0 0 0,-1-1 0 0 0,1 1 1 0 0,0-1-1 0 0,0 0 0 0 0,0 1 0 0 0,0-1 1 0 0,0 0-1 0 0,-1-1 0 0 0,-7-4 80 0 0,-2 6 40 0 0,0-1-1 0 0,-1 1 0 0 0,1 1 1 0 0,1 0-1 0 0,-1 1 0 0 0,0 0 0 0 0,-11 4 1 0 0,19-5-99 0 0,2-2-18 0 0,0 2 0 0 0,0-1 0 0 0,-1 0 1 0 0,1 0-1 0 0,0 0 0 0 0,0 0 0 0 0,0 1 0 0 0,0-1 0 0 0,0 1 0 0 0,-1-1 1 0 0,1 1-1 0 0,0-1 0 0 0,0 1 0 0 0,0-1 0 0 0,0 1 0 0 0,1 0 0 0 0,-1 0 0 0 0,0 0 1 0 0,0-1-1 0 0,0 1 0 0 0,0 1 0 0 0,-4 3-34 0 0,-5-2-42 0 0,5 1 3 0 0,-6 17 251 0 0,6-11-77 0 0,1-4-59 0 0,3-5-65 0 0,0 0-1 0 0,1 0 1 0 0,-1 0 0 0 0,0 0 0 0 0,1 0-1 0 0,-1 0 1 0 0,1 0 0 0 0,-1 0 0 0 0,1 0 0 0 0,-1 0-1 0 0,1 0 1 0 0,0 1 0 0 0,0-1 0 0 0,0 0 0 0 0,0 0-1 0 0,0 0 1 0 0,0 1 0 0 0,0-1 0 0 0,0 0 0 0 0,0 0-1 0 0,0 0 1 0 0,1 0 0 0 0,-1 1 0 0 0,0-1 0 0 0,1 1-1 0 0,3 8-368 0 0,0 0-1 0 0,0 0 0 0 0,1 0 1 0 0,0 0-1 0 0,0-1 0 0 0,1 0 1 0 0,9 11-1 0 0,-6-12-636 0 0,0 0 0 0 0,0-1 0 0 0,0 0-1 0 0,1 0 1 0 0,0-1 0 0 0,16 7 0 0 0,-23-12 780 0 0,1 2-383 0 0,1 0 0 0 0,-1 0-1 0 0,1-1 1 0 0,0 0 0 0 0,0 0 0 0 0,0 0 0 0 0,0-1 0 0 0,0 0 0 0 0,0 0 0 0 0,0 0 0 0 0,1 0 0 0 0,-1-1 0 0 0,7 0 0 0 0,5 0-446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1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2528 0 0,'0'0'4608'0'0,"17"0"864"0"0,0 0-4928 0 0,0 0-256 0 0,186 0-8992 0 0,-170 0 3968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2.2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3008 0 0,'0'0'5978'0'0,"20"0"-1935"0"0,-8 0-2832 0 0,-9 0-561 0 0,-1 0-298 0 0,3 0-194 0 0,-1 0-1 0 0,1 1 1 0 0,-1 0-1 0 0,1-1 0 0 0,-1 1 1 0 0,0 1-1 0 0,8 2 1 0 0,4 2 358 0 0,-14-6-501 0 0,0 1-1 0 0,0-1 1 0 0,0 1-1 0 0,0 0 1 0 0,0 0-1 0 0,0 0 1 0 0,-1 0-1 0 0,1 0 0 0 0,0 0 1 0 0,-1 0-1 0 0,1 1 1 0 0,0-1-1 0 0,-1 1 1 0 0,0-1-1 0 0,1 1 1 0 0,-1-1-1 0 0,0 1 1 0 0,0 0-1 0 0,2 3 1 0 0,-2-1-7 0 0,1 0 1 0 0,-1 0-1 0 0,0 1 1 0 0,-1-1-1 0 0,1 0 1 0 0,-1 1-1 0 0,0 5 0 0 0,0 33 62 0 0,0-12-44 0 0,0-31-19 0 0,0 1 0 0 0,0-1-1 0 0,1 1 1 0 0,-1 0-1 0 0,0-1 1 0 0,0 1-1 0 0,0-1 1 0 0,0 1-1 0 0,-1-1 1 0 0,1 1-1 0 0,0 0 1 0 0,0-1-1 0 0,0 1 1 0 0,0-1-1 0 0,-1 1 1 0 0,1-1-1 0 0,0 1 1 0 0,0-1 0 0 0,-1 1-1 0 0,1-1 1 0 0,0 1-1 0 0,-1-1 1 0 0,1 1-1 0 0,-1-1 1 0 0,1 0-1 0 0,0 1 1 0 0,-1-1-1 0 0,1 0 1 0 0,-1 1-1 0 0,1-1 1 0 0,-1 0-1 0 0,1 0 1 0 0,-1 1-1 0 0,0-1 1 0 0,1 0 0 0 0,-1 0-1 0 0,1 0 1 0 0,-1 0-1 0 0,1 0 1 0 0,-1 1-1 0 0,0-1 1 0 0,0-1-1 0 0,0 2 17 0 0,0 3-16 0 0,1-4-2 0 0,0 1 1 0 0,0 0 0 0 0,0 0-1 0 0,0-1 1 0 0,0 1 0 0 0,0 0-1 0 0,0-1 1 0 0,0 1 0 0 0,0 0 0 0 0,0 0-1 0 0,0-1 1 0 0,-1 1 0 0 0,1 0-1 0 0,0-1 1 0 0,0 1 0 0 0,-1 0-1 0 0,1-1 1 0 0,0 1 0 0 0,-1 0 0 0 0,1-1-1 0 0,-1 1 1 0 0,1-1 0 0 0,-1 1-1 0 0,1-1 1 0 0,-1 1 0 0 0,0 0-1 0 0,-21 33 1094 0 0,16-25-800 0 0,12-6-395 0 0,1-1 1 0 0,0 1 0 0 0,1-1 0 0 0,0 0 0 0 0,-1 0 0 0 0,1-1 0 0 0,15 1 0 0 0,61-2-7815 0 0,-36 0-1424 0 0,-34 0 8006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2.6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2656 0 0,'20'9'14421'0'0,"-6"2"-13483"0"0,-8-6-744 0 0,-1 0-1 0 0,1 0 0 0 0,-1 1 0 0 0,0-1 0 0 0,-1 1 1 0 0,1 1-1 0 0,-1-1 0 0 0,4 8 0 0 0,-8-12-117 0 0,1 0 0 0 0,0-1 0 0 0,0 1 1 0 0,0-1-1 0 0,0 1 0 0 0,0-1 0 0 0,0 1 0 0 0,0-1 0 0 0,0 0 0 0 0,1 1 0 0 0,2 1 0 0 0,6 6-61 0 0,-5-4-21 0 0,3 3-20 0 0,0 0-1 0 0,-1 1 1 0 0,0 0-1 0 0,9 16 0 0 0,29 37 294 0 0,-22-25-140 0 0,-1 0 0 0 0,-3 2 0 0 0,0 0 0 0 0,14 49 0 0 0,66 302-127 0 0,-86-302 68 0 0,-12-87-63 0 0,-1 0 1 0 0,0 0-1 0 0,0-1 0 0 0,0 1 0 0 0,0 0 1 0 0,0 0-1 0 0,0-1 0 0 0,0 1 0 0 0,0 0 1 0 0,0 0-1 0 0,0-1 0 0 0,0 1 0 0 0,-1 0 1 0 0,1 0-1 0 0,0-1 0 0 0,0 1 0 0 0,-1 0 1 0 0,1-1-1 0 0,0 1 0 0 0,-1 0 0 0 0,1-1 1 0 0,-2 2-1 0 0,-1 10 40 0 0,2-6-80 0 0,0 0 1 0 0,0 0-1 0 0,-1 0 0 0 0,1 0 0 0 0,-1-1 0 0 0,-1 1 0 0 0,1 0 0 0 0,-1-1 1 0 0,0 0-1 0 0,0 1 0 0 0,-1-1 0 0 0,-5 6 0 0 0,6-8 40 0 0,0 0 0 0 0,1 0 1 0 0,-1 1-1 0 0,1-1 0 0 0,-1 1 0 0 0,1-1 1 0 0,0 1-1 0 0,-2 5 0 0 0,2-5-23 0 0,0 0-1 0 0,0 0 1 0 0,0 0 0 0 0,-1 0 0 0 0,1-1-1 0 0,-1 1 1 0 0,0-1 0 0 0,-4 5 0 0 0,3-2-98 0 0,-23 5-507 0 0,12-6 130 0 0,-55 18-6062 0 0,57-21 3225 0 0,-1 0-1 0 0,1-1 1 0 0,-17-1-1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3.2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36 1920 0 0,'0'0'811'0'0,"3"-5"1349"0"0,11-24 9668 0 0,6 29-9790 0 0,-14-1-1983 0 0,-5 1-31 0 0,-1 0 1 0 0,1 1 0 0 0,-1-1 0 0 0,1 0 0 0 0,-1 1-1 0 0,1-1 1 0 0,-1 0 0 0 0,0 1 0 0 0,1-1 0 0 0,-1 0-1 0 0,1 1 1 0 0,-1-1 0 0 0,0 1 0 0 0,1-1-1 0 0,-1 1 1 0 0,0-1 0 0 0,0 1 0 0 0,1-1 0 0 0,-1 1-1 0 0,0 0 1 0 0,0-1 0 0 0,0 1 0 0 0,0-1-1 0 0,0 1 1 0 0,0-1 0 0 0,0 1 0 0 0,0 0 0 0 0,0-1-1 0 0,0 1 1 0 0,0-1 0 0 0,0 2 0 0 0,0-1-39 0 0,1 0 0 0 0,-1 0 1 0 0,1 0-1 0 0,-1 0 0 0 0,1 0 1 0 0,-1 0-1 0 0,1 0 0 0 0,0 0 1 0 0,-1 0-1 0 0,1 0 0 0 0,0 0 1 0 0,0 0-1 0 0,0 0 0 0 0,0-1 1 0 0,0 1-1 0 0,0 0 0 0 0,0-1 0 0 0,0 1 1 0 0,0 0-1 0 0,0-1 0 0 0,0 1 1 0 0,2-1-1 0 0,-2 0 33 0 0,0 1 0 0 0,1-1 1 0 0,-1 0-1 0 0,0 0 0 0 0,0 1 0 0 0,1-1 0 0 0,-1 1 1 0 0,0-1-1 0 0,0 1 0 0 0,1-1 0 0 0,-1 1 0 0 0,0 0 1 0 0,0 0-1 0 0,1 1 0 0 0,2 1 11 0 0,0 1 0 0 0,0 0 0 0 0,-1-1 1 0 0,0 1-1 0 0,0 1 0 0 0,0-1 0 0 0,0 1 0 0 0,0-1 0 0 0,-1 1 0 0 0,0 0 1 0 0,0-1-1 0 0,0 1 0 0 0,-1 0 0 0 0,0 0 0 0 0,0 1 0 0 0,0-1 0 0 0,0 6 1 0 0,0-1-87 0 0,-1 0 0 0 0,0 1 0 0 0,-1-1 0 0 0,0 0 0 0 0,0 0 1 0 0,-1 0-1 0 0,-5 15 0 0 0,3-16 69 0 0,-1 0-1 0 0,1 0 0 0 0,-1-1 1 0 0,-1 1-1 0 0,1-1 1 0 0,-1-1-1 0 0,-1 1 1 0 0,-8 7-1 0 0,1-1-49 0 0,14-11 36 0 0,1-3 6 0 0,-1 0 1 0 0,0 1-1 0 0,0-1 1 0 0,0 1 0 0 0,0-1-1 0 0,0 1 1 0 0,1-1-1 0 0,-1 0 1 0 0,0 1-1 0 0,0-1 1 0 0,0 1-1 0 0,0-1 1 0 0,0 1-1 0 0,0-1 1 0 0,0 0 0 0 0,-1 1-1 0 0,1-1 1 0 0,0 1-1 0 0,0-1 1 0 0,0 0-1 0 0,0 1 1 0 0,0-1-1 0 0,-1 1 1 0 0,1-1-1 0 0,0 0 1 0 0,0 1 0 0 0,-1-1-1 0 0,1 0 1 0 0,0 1-1 0 0,-1-1 1 0 0,1 0-1 0 0,0 1 1 0 0,-1-1-1 0 0,1 0 1 0 0,0 0 0 0 0,-1 0-1 0 0,1 1 1 0 0,0-1-1 0 0,-1 0 1 0 0,1 0-1 0 0,-1 0 1 0 0,1 0-1 0 0,-1 0 1 0 0,1 1-1 0 0,0-1 1 0 0,-1 0 0 0 0,1 0-1 0 0,-1 0 1 0 0,1 0-1 0 0,-1-1 1 0 0,1 1-1 0 0,0 0 1 0 0,-1 0-1 0 0,62 0 8 0 0,78 3-612 0 0,-119-2-1665 0 0,0 1 0 0 0,21 5 0 0 0,-12-3-5658 0 0,-6-4 3175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56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1728 0 0,'0'0'6197'0'0,"1"0"-6061"0"0,-1 0 0 0 0,1 1-1 0 0,0-1 1 0 0,0 0 0 0 0,-1 0-1 0 0,1 0 1 0 0,0 0 0 0 0,0 0 0 0 0,0 0-1 0 0,0 0 1 0 0,-1-1 0 0 0,1 1 0 0 0,0 0-1 0 0,0 0 1 0 0,-1-1 0 0 0,1 1-1 0 0,0 0 1 0 0,0-1 0 0 0,1 0 0 0 0,-3 1-101 0 0,1-1 0 0 0,0 1 1 0 0,0-1-1 0 0,0 1 1 0 0,0-1-1 0 0,0 1 0 0 0,0-1 1 0 0,0 1-1 0 0,0-1 0 0 0,0 1 1 0 0,0-1-1 0 0,0 1 1 0 0,0-1-1 0 0,1 1 0 0 0,-1 0 1 0 0,0-1-1 0 0,0 1 0 0 0,0-1 1 0 0,1 1-1 0 0,-1-1 1 0 0,0 1-1 0 0,1 0 0 0 0,-1-1 1 0 0,0 1-1 0 0,1 0 0 0 0,-1-1 1 0 0,0 1-1 0 0,1 0 0 0 0,-1-1 1 0 0,0 1-1 0 0,1 0 1 0 0,-1 0-1 0 0,1-1 0 0 0,-1 1 1 0 0,1 0-1 0 0,-1 0 0 0 0,1 0 1 0 0,-1 0-1 0 0,1 0 1 0 0,-1 0-1 0 0,1 0 0 0 0,-1 0 1 0 0,1 0-1 0 0,-1 0 0 0 0,0 0 1 0 0,1 0-1 0 0,-1 0 1 0 0,2 0-1 0 0,2 14 871 0 0,-3-8-484 0 0,1-1-129 0 0,1 1 1 0 0,0-1-1 0 0,0 1 0 0 0,0-1 1 0 0,1 0-1 0 0,6 8 0 0 0,-9-12-254 0 0,0 1-1 0 0,0 0 1 0 0,0 0-1 0 0,-1 0 1 0 0,1 0 0 0 0,-1 1-1 0 0,1-1 1 0 0,-1 0-1 0 0,0 0 1 0 0,0 0-1 0 0,0 0 1 0 0,0 5 0 0 0,5 33 551 0 0,4 47 1006 0 0,-9-90-1527 0 0,3-2-106 0 0,3-8 39 0 0,0 1 0 0 0,0 0 1 0 0,-1-1-1 0 0,3-14 0 0 0,-8 26-11 0 0,1 0 1 0 0,-1 0-1 0 0,0 0 0 0 0,0 0 1 0 0,1 0-1 0 0,-1 0 1 0 0,1 0-1 0 0,-1 0 0 0 0,1 0 1 0 0,-1 1-1 0 0,1-1 0 0 0,0 0 1 0 0,-1 0-1 0 0,1 0 1 0 0,1-1-1 0 0,6-7 3 0 0,-3-4-53 0 0,-5 10 65 0 0,1 1-1 0 0,-1 0 1 0 0,1-1-1 0 0,-1 1 1 0 0,1 0-1 0 0,0-1 1 0 0,0 1-1 0 0,0 0 1 0 0,1 0-1 0 0,-1 0 1 0 0,0 0-1 0 0,1 0 1 0 0,-1 0-1 0 0,1 0 1 0 0,0 1-1 0 0,-1-1 1 0 0,1 0-1 0 0,0 1 1 0 0,0 0 0 0 0,0-1-1 0 0,0 1 1 0 0,1 0-1 0 0,-1 0 1 0 0,0 0-1 0 0,0 0 1 0 0,1 0-1 0 0,-1 1 1 0 0,4-1-1 0 0,23 1-74 0 0,-26 0-11 0 0,0 2 122 0 0,-2 0-43 0 0,0-1 0 0 0,1 0-1 0 0,-1 0 1 0 0,1 1-1 0 0,-1-1 1 0 0,1 0-1 0 0,-1 0 1 0 0,1-1 0 0 0,0 1-1 0 0,0 0 1 0 0,-1-1-1 0 0,1 1 1 0 0,0-1 0 0 0,4 1-1 0 0,-6-1 2 0 0,0 0 0 0 0,0 0 1 0 0,0 0-1 0 0,0 0 0 0 0,0 0 0 0 0,1 0 0 0 0,-1 1 1 0 0,0-1-1 0 0,0 0 0 0 0,0 0 0 0 0,0 0 0 0 0,0 0 0 0 0,1 0 1 0 0,-1 0-1 0 0,0 0 0 0 0,0 0 0 0 0,0 0 0 0 0,0 1 1 0 0,0-1-1 0 0,0 0 0 0 0,0 0 0 0 0,0 0 0 0 0,1 0 1 0 0,-1 0-1 0 0,0 0 0 0 0,0 1 0 0 0,0-1 0 0 0,0 0 0 0 0,0 0 1 0 0,0 0-1 0 0,0 0 0 0 0,0 0 0 0 0,0 1 0 0 0,0-1 1 0 0,0 0-1 0 0,0 0 0 0 0,0 0 0 0 0,0 0 0 0 0,0 0 0 0 0,0 1 1 0 0,0-1-1 0 0,0 0 0 0 0,0 0 0 0 0,0 0 0 0 0,0 0 1 0 0,-1 0-1 0 0,1 1 0 0 0,0 0 10 0 0,0-1-1 0 0,0 1 1 0 0,0 0 0 0 0,0 0 0 0 0,0 0-1 0 0,0 0 1 0 0,0 0 0 0 0,0-1 0 0 0,1 1-1 0 0,-1 0 1 0 0,0 0 0 0 0,0 0 0 0 0,1-1-1 0 0,-1 1 1 0 0,0 0 0 0 0,1 0-1 0 0,-1-1 1 0 0,1 1 0 0 0,-1 0 0 0 0,2 1-1 0 0,20 20 77 0 0,-21-22-89 0 0,-1 1 0 0 0,1 0 0 0 0,0-1 0 0 0,-1 1 0 0 0,0 0 0 0 0,1-1 0 0 0,-1 1 0 0 0,1 0 0 0 0,-1 0 0 0 0,0-1 0 0 0,0 1 0 0 0,1 0 1 0 0,-1 0-1 0 0,0 0 0 0 0,0-1 0 0 0,0 1 0 0 0,0 0 0 0 0,0 0 0 0 0,0 0 0 0 0,0-1 0 0 0,0 2 0 0 0,0-2 3 0 0,0 0 0 0 0,0 0 0 0 0,0 1 0 0 0,0-1 0 0 0,0 0 0 0 0,0 0 0 0 0,-1 0 0 0 0,1 0 0 0 0,0 0 0 0 0,0 1 0 0 0,0-1 0 0 0,0 0 0 0 0,0 0 0 0 0,0 0 0 0 0,0 0 0 0 0,0 0 0 0 0,0 1 0 0 0,0-1 0 0 0,1 0 0 0 0,-1 0 0 0 0,0 0 0 0 0,0 0 0 0 0,0 0 0 0 0,0 1 0 0 0,0-1 0 0 0,0 0 0 0 0,0 0 0 0 0,0 0 0 0 0,0 0 1 0 0,0 0-1 0 0,0 0 0 0 0,1 0 0 0 0,-1 1 0 0 0,0-1 0 0 0,0 0 0 0 0,0 0 0 0 0,0 0 0 0 0,0 0 0 0 0,0 0 0 0 0,1 0 0 0 0,-1 0 0 0 0,0 0 0 0 0,0 0 0 0 0,0 0 0 0 0,0 0 0 0 0,0 0 0 0 0,1 0 0 0 0,-1 0 0 0 0,12 0 106 0 0,-9 0 577 0 0,-1-2-779 0 0,4-5 202 0 0,0 1 1 0 0,-1-1-1 0 0,9-13 0 0 0,-9 13-93 0 0,0-1-1 0 0,0 2 0 0 0,11-13 1 0 0,-3 17 69 0 0,-13 2-84 0 0,0 0-1 0 0,0 0 1 0 0,0 0 0 0 0,0 0 0 0 0,1 0 0 0 0,-1 0-1 0 0,0 0 1 0 0,0 0 0 0 0,0 0 0 0 0,1 0 0 0 0,-1 0-1 0 0,0 0 1 0 0,0 0 0 0 0,0 0 0 0 0,1 0 0 0 0,-1 0-1 0 0,0 0 1 0 0,0 0 0 0 0,0 0 0 0 0,1 0-1 0 0,-1 0 1 0 0,0 0 0 0 0,0 0 0 0 0,0 0 0 0 0,1-1-1 0 0,-1 1 1 0 0,0 0 0 0 0,0 0 0 0 0,0 0 0 0 0,0 0-1 0 0,0 0 1 0 0,1 0 0 0 0,-1-1 0 0 0,0 1 0 0 0,0 0-1 0 0,0 0 1 0 0,0 0 0 0 0,0 0 0 0 0,0-1-1 0 0,0 1 1 0 0,1 0 0 0 0,-2-4-18 0 0,1 3 17 0 0,0 1 0 0 0,0 0 0 0 0,0 0 0 0 0,0-1-1 0 0,0 1 1 0 0,0 0 0 0 0,0 0 0 0 0,0-1 0 0 0,0 1 0 0 0,0 0 0 0 0,0 0 0 0 0,0 0 0 0 0,0-1 0 0 0,0 1 0 0 0,0 0 0 0 0,0 0 0 0 0,0-1 0 0 0,0 1 0 0 0,0 0-1 0 0,0 0 1 0 0,0 0 0 0 0,0-1 0 0 0,1 1 0 0 0,-1 0 0 0 0,0 0 0 0 0,0 0 0 0 0,0-1 0 0 0,0 1 0 0 0,1 0 0 0 0,-1 0 0 0 0,0 0 0 0 0,0 0 0 0 0,0 0 0 0 0,1-1 0 0 0,-1 1-1 0 0,0 0 1 0 0,1 0 0 0 0,30-2 204 0 0,-26 2-217 0 0,0 1 0 0 0,0 0 0 0 0,-1 0 0 0 0,1 1 0 0 0,0-1 0 0 0,0 1 1 0 0,5 3-1 0 0,-9-4 26 0 0,4 2-42 0 0,12 11-128 0 0,-1-7 356 0 0,-13-6-207 0 0,0-1 0 0 0,-1 1 0 0 0,0 1 1 0 0,1-1-1 0 0,-1 0 0 0 0,0 0 0 0 0,1 1 0 0 0,-1 0 0 0 0,0-1 0 0 0,0 1 0 0 0,0 0 0 0 0,0 0 0 0 0,-1 0 0 0 0,1 0 0 0 0,0 0 0 0 0,1 4 0 0 0,-2-5 3 0 0,-1-1-1 0 0,1 1 0 0 0,-1 0 1 0 0,1 0-1 0 0,0-1 0 0 0,-1 1 1 0 0,1 0-1 0 0,0-1 0 0 0,-1 1 1 0 0,1 0-1 0 0,0-1 0 0 0,0 1 0 0 0,0-1 1 0 0,0 1-1 0 0,1-1 0 0 0,-1 1-41 0 0,1 0-1 0 0,-1-1 0 0 0,1 1 0 0 0,-1 0 0 0 0,1 0 0 0 0,-1 0 0 0 0,0 0 1 0 0,0 0-1 0 0,0 0 0 0 0,1 0 0 0 0,-1 1 0 0 0,1 1 0 0 0,17 39-1749 0 0,-6-5-3735 0 0,-8-20 945 0 0,9 14-2156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9.7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2944 0 0,'3'0'6357'0'0,"1"0"-5320"0"0,1 0-1 0 0,-1-1 1 0 0,0 0-1 0 0,1 0 1 0 0,-1 0-1 0 0,6-3 1 0 0,-4 2-589 0 0,-1 1 1 0 0,1-1-1 0 0,-1 1 0 0 0,1 0 1 0 0,0 0-1 0 0,8 0 0 0 0,-9 0-314 0 0,0 1-1 0 0,0 1 1 0 0,-1-1-1 0 0,1 1 1 0 0,0-1-1 0 0,0 1 1 0 0,-1 1-1 0 0,1-1 1 0 0,4 2-1 0 0,7 3 191 0 0,-10-4-286 0 0,0-1-1 0 0,0 0 1 0 0,-1-1-1 0 0,1 0 1 0 0,0 1 0 0 0,6-2-1 0 0,11 0 105 0 0,3 1 165 0 0,90 3 821 0 0,440 39-1443 0 0,-507-38 219 0 0,-27-3 133 0 0,-1 1 1 0 0,1 1-1 0 0,25 7 1 0 0,43-5 415 0 0,172 9-69 0 0,-132 1-576 0 0,22-9-592 0 0,-72 2 600 0 0,24 1 427 0 0,181 7-174 0 0,175 24 299 0 0,-347-29-300 0 0,463 40-13 0 0,0-37-594 0 0,-576-14 539 0 0,183 0 1040 0 0,-180 0-1088 0 0,6 0-1360 0 0,24 0-2933 0 0,-24 0 1957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1.9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0 596 2528 0 0,'7'41'4565'0'0,"2"0"0"0"0,14 43 1 0 0,-19-76-4292 0 0,-1-1 0 0 0,1 0 0 0 0,0 0 1 0 0,0 0-1 0 0,1 0 0 0 0,0-1 0 0 0,0 0 1 0 0,1 0-1 0 0,0 0 0 0 0,0-1 1 0 0,0 0-1 0 0,1 0 0 0 0,10 7 0 0 0,9 5 36 0 0,0-1 0 0 0,1-1 0 0 0,0-1 0 0 0,1-1 0 0 0,0-2 0 0 0,1-1 0 0 0,1-1 0 0 0,57 10 0 0 0,83-13 365 0 0,-117-7-950 0 0,-8-4-29 0 0,48-18 240 0 0,-90 23 88 0 0,1-1 0 0 0,-1 1 1 0 0,-1-1-1 0 0,1 0 0 0 0,0 0 0 0 0,0 0 1 0 0,0-1-1 0 0,4-2 0 0 0,7-5 372 0 0,0-1 0 0 0,-1 0 0 0 0,0 0-1 0 0,14-17 1 0 0,-20 19-277 0 0,0-1 0 0 0,0 0 0 0 0,-1-1 0 0 0,-1 1 0 0 0,9-21 1 0 0,-3 1-99 0 0,7-35 0 0 0,-16 54-4 0 0,-1 0 0 0 0,1 0 0 0 0,-2 0 0 0 0,1-12 1 0 0,-1 10 109 0 0,0-13 32 0 0,-1 0 0 0 0,-2 0 0 0 0,0 0 0 0 0,-7-27 0 0 0,-5-27 375 0 0,7 36-12 0 0,-20-27-1183 0 0,26 65 637 0 0,-1 0 0 0 0,1 1 0 0 0,-1-1 1 0 0,0 1-1 0 0,0 0 0 0 0,0 0 0 0 0,-5-5 0 0 0,-6-4-5 0 0,-1 1-1 0 0,0 0 0 0 0,-24-12 1 0 0,-32-18-126 0 0,-2 4 0 0 0,-147-55 1 0 0,206 89 133 0 0,0 0 1 0 0,0 0-1 0 0,0 1 1 0 0,0 1 0 0 0,0 0-1 0 0,-1 1 1 0 0,1 1 0 0 0,0 0-1 0 0,-1 1 1 0 0,-20 4-1 0 0,27-2-4 0 0,0-1-1 0 0,0 2 1 0 0,0-1-1 0 0,0 1 1 0 0,1 0-1 0 0,-1 1 1 0 0,1 0-1 0 0,0 0 1 0 0,1 0-1 0 0,-1 1 1 0 0,1 0-1 0 0,0 0 1 0 0,-6 9-1 0 0,-6 5-270 0 0,16-18 240 0 0,0 0 1 0 0,0 0-1 0 0,0 0 1 0 0,0 0-1 0 0,1 0 1 0 0,-1 1-1 0 0,0-1 0 0 0,1 1 1 0 0,0-1-1 0 0,0 1 1 0 0,0 0-1 0 0,-1 3 1 0 0,-4 18 24 0 0,2 0 0 0 0,0 1 1 0 0,1 35-1 0 0,-1-32-523 0 0,1-6-33 0 0,15 30-891 0 0,12 12-1618 0 0,40 81 1 0 0,-58-133 2623 0 0,0 1 0 0 0,1-1 0 0 0,1 0 1 0 0,0 0-1 0 0,1-1 0 0 0,0 0 0 0 0,0 0 1 0 0,1-1-1 0 0,1-1 0 0 0,16 13 0 0 0,-25-20 348 0 0,0-1 0 0 0,0 1 0 0 0,0 0-1 0 0,0-1 1 0 0,1 0 0 0 0,-1 0 0 0 0,1 0-1 0 0,-1 0 1 0 0,0 0 0 0 0,4 1 0 0 0,34 11-2318 0 0,47 24-2384 0 0,-39-15 2714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2.2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2784 0 0,'-17'0'13855'0'0,"34"35"-10239"0"0,0-2-2976 0 0,0-16 672 0 0,0 17-832 0 0,-1-17-416 0 0,36 67-160 0 0,-36-66 352 0 0,52 66 64 0 0,-34-33-832 0 0,254 169-22207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3.2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1 119 3392 0 0,'0'3'14997'0'0,"0"24"-14155"0"0,1 1 0 0 0,1-1 0 0 0,10 44 0 0 0,7 42-114 0 0,-12-63-539 0 0,0 2 26 0 0,13 51-1 0 0,-13-78-166 0 0,-4-18-33 0 0,-1 0 0 0 0,-1 0-1 0 0,1 0 1 0 0,-1 0 0 0 0,0 0-1 0 0,-1 1 1 0 0,0 11 0 0 0,-1-11 143 0 0,-1-8 4 0 0,-4-20 202 0 0,3-4-5 0 0,0 0-1 0 0,1-26 1 0 0,2 35-275 0 0,-1 1 1 0 0,0 0 0 0 0,-4-16 0 0 0,-2-19 130 0 0,1-61 489 0 0,4 86-529 0 0,0 2 30 0 0,0-1 0 0 0,3-24 0 0 0,18-125 594 0 0,-13 137-764 0 0,-3 28-144 0 0,8-4 109 0 0,-8 8 373 0 0,0 3-58 0 0,25 0-347 0 0,-25 0-374 0 0,0 0 636 0 0,-1 0-198 0 0,0 0 1 0 0,0 1-1 0 0,0-1 0 0 0,0 1 1 0 0,0 0-1 0 0,0 0 0 0 0,0-1 1 0 0,0 1-1 0 0,0 0 1 0 0,0 1-1 0 0,0-1 0 0 0,-1 0 1 0 0,1 0-1 0 0,-1 1 1 0 0,1-1-1 0 0,-1 1 0 0 0,1 0 1 0 0,-1-1-1 0 0,2 4 0 0 0,0-1-52 0 0,0-1 0 0 0,0 0 0 0 0,0 1-1 0 0,1-1 1 0 0,-1 0 0 0 0,1 0-1 0 0,6 3 1 0 0,-4-2 73 0 0,0 0-1 0 0,-1 0 1 0 0,1 1 0 0 0,-1-1-1 0 0,0 1 1 0 0,-1 1 0 0 0,7 8-1 0 0,130 180-441 0 0,26 74 314 0 0,-111-175 33 0 0,-42-72 191 0 0,-8-16-74 0 0,-3 6-22 0 0,-3-10-49 0 0,0-1-1 0 0,0 1 1 0 0,0-1-1 0 0,0 1 1 0 0,0-1-1 0 0,0 0 1 0 0,0 1-1 0 0,0-1 1 0 0,1 1 0 0 0,-1-1-1 0 0,0 0 1 0 0,0 1-1 0 0,0-1 1 0 0,0 1-1 0 0,1-1 1 0 0,-1 0-1 0 0,0 1 1 0 0,0-1-1 0 0,1 0 1 0 0,-1 1-1 0 0,0-1 1 0 0,1 0 0 0 0,-1 1-1 0 0,0-1 1 0 0,1 0-1 0 0,-1 0 1 0 0,0 1-1 0 0,1-1 1 0 0,-1 0-1 0 0,1 0 1 0 0,-1 0-1 0 0,1 0 1 0 0,0 1-1 0 0,-1-1 3 0 0,0 0-1 0 0,1 0 1 0 0,-1 0-1 0 0,1 0 0 0 0,-1 0 1 0 0,0 0-1 0 0,1 1 1 0 0,-1-1-1 0 0,1 0 0 0 0,-1 0 1 0 0,0 1-1 0 0,1-1 1 0 0,-1 0-1 0 0,0 1 0 0 0,1-1 1 0 0,-1 0-1 0 0,0 1 1 0 0,0-1-1 0 0,1 0 0 0 0,-1 1 1 0 0,0-1-1 0 0,0 0 1 0 0,0 1-1 0 0,0-1 0 0 0,1 1 1 0 0,-1-1-1 0 0,0 1 1 0 0,0-1-1 0 0,0 0 0 0 0,0 1 1 0 0,0-1-1 0 0,0 1 1 0 0,0 0-1 0 0,-1 3-4 0 0,-4-8 3 0 0,4 2-1 0 0,-6-8-1 0 0,-1 1 1 0 0,0 0-1 0 0,0 1 0 0 0,-1 0 1 0 0,0 0-1 0 0,0 1 0 0 0,-20-12 1 0 0,-238-139-174 0 0,254 151 35 0 0,0-1-1 0 0,0 2 1 0 0,0 0-1 0 0,-18-6 1 0 0,29 12 18 0 0,-38-11-2804 0 0,39 10 2786 0 0,1 1 0 0 0,-1 0 0 0 0,0-1 0 0 0,0 1 0 0 0,0 0 1 0 0,0 0-1 0 0,0 0 0 0 0,0 0 0 0 0,0 0 0 0 0,0 0 0 0 0,0 0 1 0 0,0 0-1 0 0,0 0 0 0 0,0 0 0 0 0,0 0 0 0 0,0 1 1 0 0,0-1-1 0 0,-1 1 0 0 0,-1 10-1631 0 0,3-11 1747 0 0,-9 3-1552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39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1984 0 0,'0'0'1232'0'0,"-3"0"-805"0"0,1 0-221 0 0,0 0 0 0 0,0 1 1 0 0,0-1-1 0 0,1 1 0 0 0,-1-1 1 0 0,0 1-1 0 0,0 0 0 0 0,1-1 1 0 0,-1 1-1 0 0,0 0 0 0 0,1 0 0 0 0,-1 1 1 0 0,1-1-1 0 0,-1 0 0 0 0,-1 2 1 0 0,1 0 97 0 0,-5-4 254 0 0,6 1-491 0 0,0-1 0 0 0,0 1 0 0 0,0 0 0 0 0,0 0 0 0 0,0 0 0 0 0,0 0 0 0 0,0 0 0 0 0,0 0 0 0 0,0 0 0 0 0,1 0 0 0 0,-1 0 0 0 0,0 1 0 0 0,0-1 0 0 0,0 0 0 0 0,0 1 0 0 0,0-1 0 0 0,0 0 0 0 0,0 1 0 0 0,0-1 0 0 0,0 1 0 0 0,1-1 0 0 0,-1 1 0 0 0,0 0 0 0 0,0-1 0 0 0,1 1-1 0 0,-1 0 1 0 0,1 0 0 0 0,-1-1 0 0 0,0 1 0 0 0,0 2 0 0 0,-30 84 1624 0 0,25-50-1680 0 0,1-29 45 0 0,4-7-30 0 0,0 1 1 0 0,0-1 0 0 0,0 1 0 0 0,0-1 0 0 0,0 1 0 0 0,1-1-1 0 0,-1 1 1 0 0,0-1 0 0 0,1 1 0 0 0,0 0 0 0 0,-1-1 0 0 0,1 1-1 0 0,0 0 1 0 0,0-1 0 0 0,0 4 0 0 0,0-3-21 0 0,0-1 0 0 0,0 0-1 0 0,0 0 1 0 0,-1 1 0 0 0,1-1 0 0 0,0 0 0 0 0,0 0-1 0 0,-1 1 1 0 0,1-1 0 0 0,-1 0 0 0 0,1 0 0 0 0,-1 0 0 0 0,0 2-1 0 0,-2 1-10 0 0,1 1-1 0 0,0 0 1 0 0,0-1-1 0 0,1 1 1 0 0,-1 0-1 0 0,1 0 1 0 0,-1 8-1 0 0,1-7 20 0 0,-4 29 219 0 0,-3 62 0 0 0,8-71-131 0 0,0-25-90 0 0,0 0 1 0 0,0 0 0 0 0,0 0 0 0 0,0 0 0 0 0,1 0 0 0 0,-1 0 0 0 0,0 0-1 0 0,0 0 1 0 0,1 0 0 0 0,-1 0 0 0 0,0 0 0 0 0,1 0 0 0 0,-1-1 0 0 0,1 1-1 0 0,-1 0 1 0 0,1 0 0 0 0,1 1 0 0 0,5 11 92 0 0,25 162-95 0 0,-25-133-207 0 0,-7-41 162 0 0,0 0 0 0 0,1 1-1 0 0,-1-1 1 0 0,0 1-1 0 0,0-1 1 0 0,1 0 0 0 0,-1 1-1 0 0,1-1 1 0 0,-1 0-1 0 0,1 1 1 0 0,-1-1 0 0 0,1 0-1 0 0,0 0 1 0 0,0 1 0 0 0,0-1-1 0 0,0 0 1 0 0,-1 0-1 0 0,3 2 1 0 0,0-1-242 0 0,-3 1-518 0 0,0-2 655 0 0,0 0 0 0 0,0-1-1 0 0,0 1 1 0 0,1 0 0 0 0,-1 0 0 0 0,0-1-1 0 0,0 1 1 0 0,1 0 0 0 0,-1-1 0 0 0,0 1-1 0 0,1 0 1 0 0,-1-1 0 0 0,0 1 0 0 0,1 0-1 0 0,-1-1 1 0 0,1 1 0 0 0,-1-1 0 0 0,1 1-1 0 0,-1-1 1 0 0,1 1 0 0 0,1 0 0 0 0,-2-1 30 0 0,1 1 1 0 0,-1-1-1 0 0,1 0 1 0 0,0 1-1 0 0,-1-1 1 0 0,1 1-1 0 0,-1-1 1 0 0,0 1 0 0 0,1 0-1 0 0,-1-1 1 0 0,1 1-1 0 0,-1-1 1 0 0,0 1-1 0 0,1 0 1 0 0,-1-1-1 0 0,0 1 1 0 0,0 0 0 0 0,1 0-1 0 0,-1-1 1 0 0,0 1-1 0 0,0 1 1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2.4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489 18 1344 0 0,'-19'-13'991'0'0,"-11"8"77"0"0,28 5-668 0 0,-46 0 1365 0 0,42 0-1499 0 0,-11 3 220 0 0,11 1-357 0 0,-1 0 0 0 0,0 0 0 0 0,1 0 1 0 0,0 1-1 0 0,0 0 0 0 0,1 0 0 0 0,-1 1 0 0 0,-4 6 0 0 0,-140 157 1578 0 0,138-153-1608 0 0,1 1 0 0 0,1 0 0 0 0,0 0 0 0 0,1 1 0 0 0,1 0 0 0 0,-8 26 0 0 0,-29 105 408 0 0,40-136-464 0 0,1 0 1 0 0,1-1-1 0 0,0 1 1 0 0,1 1-1 0 0,-1 18 1 0 0,-2 21 116 0 0,0-26-141 0 0,1 0 0 0 0,2 0-1 0 0,1 56 1 0 0,6-44 212 0 0,2-1 0 0 0,15 51 0 0 0,7-33-97 0 0,44 108 164 0 0,-70-158-305 0 0,-1 0-1 0 0,1-1 0 0 0,0 1 1 0 0,0-1-1 0 0,1 1 0 0 0,0-1 1 0 0,0 0-1 0 0,0-1 0 0 0,0 1 1 0 0,1-1-1 0 0,0 1 0 0 0,0-1 1 0 0,0-1-1 0 0,0 1 0 0 0,7 2 1 0 0,144 91-846 0 0,-130-83 242 0 0,0-2-1 0 0,1 0 0 0 0,0-2 1 0 0,1-1-1 0 0,48 9 0 0 0,1-12-2097 0 0,-74-6 2524 0 0,1 0 1 0 0,-1 0-1 0 0,1 0 1 0 0,-1 0-1 0 0,1 1 1 0 0,-1-1-1 0 0,1 1 1 0 0,-1 0-1 0 0,0 0 1 0 0,0 0-1 0 0,5 3 1 0 0,3 1-397 0 0,9-2-1280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3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 1728 0 0,'0'0'6618'0'0,"-1"0"-6507"0"0,0-1 0 0 0,1 1 0 0 0,-1 0 0 0 0,0 0 0 0 0,0 0 0 0 0,0 0 0 0 0,1 0 0 0 0,-1 0 0 0 0,0 0 0 0 0,0 0 0 0 0,0 0 0 0 0,1 1 0 0 0,-1-1-1 0 0,0 0 1 0 0,0 0 0 0 0,1 1 0 0 0,-1-1 0 0 0,0 0 0 0 0,-1 2 0 0 0,2 14 330 0 0,0-8-322 0 0,0-1 1 0 0,0 1-1 0 0,1-1 1 0 0,0 1-1 0 0,0-1 1 0 0,1 0 0 0 0,3 9-1 0 0,-4-10-60 0 0,50 143 800 0 0,-47-140-789 0 0,0-1 1 0 0,0 0 0 0 0,0 0 0 0 0,7 9 0 0 0,-10-16-68 0 0,-1 0 0 0 0,1 0 0 0 0,0 0 0 0 0,0 0 0 0 0,1 0-1 0 0,-1 0 1 0 0,0-1 0 0 0,0 1 0 0 0,0 0 0 0 0,0-1 0 0 0,1 1 0 0 0,-1 0 0 0 0,0-1 0 0 0,1 0 0 0 0,-1 1 0 0 0,0-1 0 0 0,1 0 0 0 0,-1 1 0 0 0,1-1 0 0 0,1 0 0 0 0,-3 0-3 0 0,1 0 0 0 0,-1 0 0 0 0,0 0 0 0 0,1 0 0 0 0,-1 0 0 0 0,1 0 0 0 0,-1 0 1 0 0,1 0-1 0 0,-1 0 0 0 0,0 0 0 0 0,1 0 0 0 0,-1 1 0 0 0,1-1 0 0 0,-1 0 0 0 0,0 0 1 0 0,1 0-1 0 0,-1 1 0 0 0,0-1 0 0 0,1 0 0 0 0,-1 1 0 0 0,0-1 0 0 0,1 0 1 0 0,-1 1-1 0 0,0-1 0 0 0,1 0 0 0 0,-1 1 0 0 0,0-1 0 0 0,0 0 0 0 0,0 1 0 0 0,0-1 1 0 0,1 1-1 0 0,-1-1 0 0 0,0 1 0 0 0,0 0 7 0 0,0-1 1 0 0,0 0-1 0 0,0 1 1 0 0,1-1-1 0 0,-1 1 0 0 0,0-1 1 0 0,0 0-1 0 0,0 1 1 0 0,1-1-1 0 0,-1 0 0 0 0,0 1 1 0 0,0-1-1 0 0,1 0 1 0 0,-1 1-1 0 0,0-1 0 0 0,1 0 1 0 0,-1 1-1 0 0,0-1 1 0 0,1 0-1 0 0,-1 0 0 0 0,0 1 1 0 0,1-1-1 0 0,-1 0 1 0 0,1 0-1 0 0,-1 0 0 0 0,1 0 1 0 0,-1 0-1 0 0,0 0 1 0 0,1 1-1 0 0,-1-1 0 0 0,1 0 1 0 0,-1 0-1 0 0,1-1 1 0 0,1 2-1 0 0,0-1 1 0 0,0 1-1 0 0,0-1 0 0 0,0 1 1 0 0,0-1-1 0 0,0 1 1 0 0,0 0-1 0 0,-1 0 1 0 0,1 0-1 0 0,0 0 1 0 0,0 0-1 0 0,-1 0 1 0 0,1 1-1 0 0,1 0 1 0 0,-2 0-21 0 0,-1-2 8 0 0,0 0 1 0 0,1 1-1 0 0,-1-1 1 0 0,0 0-1 0 0,0 0 0 0 0,0 1 1 0 0,1-1-1 0 0,-1 0 1 0 0,0 0-1 0 0,0 0 0 0 0,1 1 1 0 0,-1-1-1 0 0,0 0 1 0 0,1 0-1 0 0,-1 0 1 0 0,0 0-1 0 0,0 0 0 0 0,1 1 1 0 0,-1-1-1 0 0,0 0 1 0 0,1 0-1 0 0,-1 0 0 0 0,0 0 1 0 0,1 0-1 0 0,-1 0 1 0 0,0 0-1 0 0,1 0 0 0 0,-1 0 1 0 0,0 0-1 0 0,1 0 1 0 0,0-1-1 0 0,24-1 298 0 0,-23 2-293 0 0,-1 0 1 0 0,0 0-1 0 0,1 0 0 0 0,-1 0 1 0 0,1-1-1 0 0,-1 1 0 0 0,0 0 1 0 0,0-1-1 0 0,1 1 0 0 0,-1-1 1 0 0,0 1-1 0 0,0-1 0 0 0,1 0 1 0 0,-1 0-1 0 0,2-1 0 0 0,34-32 11 0 0,-27 20-11 0 0,-10 10 10 0 0,1-1 28 0 0,6 1 25 0 0,-6 3-54 0 0,-1 1 1 0 0,1 0 0 0 0,-1 0 0 0 0,1-1-1 0 0,-1 1 1 0 0,1-1 0 0 0,-1 1 0 0 0,1 0-1 0 0,-1-1 1 0 0,0 1 0 0 0,1-1 0 0 0,-1 1 0 0 0,0-1-1 0 0,1 1 1 0 0,-1-1 0 0 0,0 1 0 0 0,0-1-1 0 0,1 0 1 0 0,-1 1 0 0 0,0-1 0 0 0,0 1-1 0 0,0-1 1 0 0,0 1 0 0 0,0-1 0 0 0,0 0-1 0 0,0 1 1 0 0,0-1 0 0 0,0 1 0 0 0,0-1 0 0 0,0 0-1 0 0,0 1 1 0 0,0-1 0 0 0,-1 0 0 0 0,4-13 27 0 0,7-3 21 0 0,-7 12 36 0 0,1-1 1 0 0,-1 1-1 0 0,0-1 0 0 0,-1 0 1 0 0,4-9-1 0 0,8-47 509 0 0,-11 48-369 0 0,-4 13-207 0 0,1 0-1 0 0,0 0 0 0 0,0 0 1 0 0,0 0-1 0 0,0 0 0 0 0,0 0 1 0 0,0 0-1 0 0,0 0 0 0 0,0 0 1 0 0,1 0-1 0 0,-1 0 0 0 0,0 0 1 0 0,1 0-1 0 0,-1 0 0 0 0,1-1 1 0 0,0 2-23 0 0,0 0 0 0 0,-1 0 1 0 0,1 0-1 0 0,0 1 1 0 0,-1-1-1 0 0,1 0 1 0 0,0 0-1 0 0,-1 1 1 0 0,1-1-1 0 0,-1 0 1 0 0,1 1-1 0 0,-1-1 1 0 0,1 0-1 0 0,-1 1 1 0 0,1-1-1 0 0,-1 1 1 0 0,1-1-1 0 0,-1 1 0 0 0,1-1 1 0 0,-1 1-1 0 0,0 0 1 0 0,1-1-1 0 0,-1 1 1 0 0,0-1-1 0 0,1 1 1 0 0,-1 0-1 0 0,0-1 1 0 0,0 1-1 0 0,0 0 1 0 0,0 0-1 0 0,26 95-100 0 0,25 79-10 0 0,-30-123-95 0 0,-20-50 178 0 0,-1-1 1 0 0,1 0-1 0 0,-1 0 1 0 0,1 1-1 0 0,-1-1 1 0 0,0 0-1 0 0,1 0 0 0 0,-1 1 1 0 0,0-1-1 0 0,0 1 1 0 0,0-1-1 0 0,0 0 1 0 0,0 1-1 0 0,0 1 1 0 0,0 2 14 0 0,1 1 1 0 0,0 0-1 0 0,0-1 0 0 0,1 1 1 0 0,2 6-1 0 0,-2-7-97 0 0,-1 0-1 0 0,1 1 1 0 0,-1-1 0 0 0,0 0 0 0 0,1 8 0 0 0,-3-12 70 0 0,1 1 0 0 0,0 0 0 0 0,1 0 0 0 0,-1-1 0 0 0,0 1 0 0 0,0 0 0 0 0,1-1 0 0 0,-1 1 0 0 0,1 0 0 0 0,-1-1 0 0 0,1 1 0 0 0,0-1 0 0 0,0 1 0 0 0,-1-1 0 0 0,1 1 0 0 0,0-1 0 0 0,0 0 0 0 0,1 1 1 0 0,1 1-1 0 0,-2-3 19 0 0,-1 1-30 0 0,1 0 1 0 0,-1 0-1 0 0,1-1 1 0 0,-1 1-1 0 0,0 0 1 0 0,1 0-1 0 0,-1-1 1 0 0,0 1-1 0 0,1 0 1 0 0,-1 0-1 0 0,0 0 0 0 0,0-1 1 0 0,0 1-1 0 0,0 0 1 0 0,1 0-1 0 0,-1 0 1 0 0,-1 0-1 0 0,1 1 1 0 0,1 10-1250 0 0,4 3-850 0 0,-3-10 1222 0 0,0-1 1 0 0,-1 0-1 0 0,0 1 1 0 0,0-1-1 0 0,0 1 1 0 0,0-1-1 0 0,-1 9 1 0 0,3-13 53 0 0,11 0-758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3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0 1824 0 0,'-20'0'8418'0'0,"9"0"-7268"0"0,8 0-798 0 0,4 1-319 0 0,-1 0 0 0 0,0-1 0 0 0,0 1 0 0 0,0-1 0 0 0,0 1 1 0 0,0 0-1 0 0,0-1 0 0 0,0 1 0 0 0,0 0 0 0 0,0-1 0 0 0,0 1 1 0 0,0-1-1 0 0,0 1 0 0 0,-1 0 0 0 0,1-1 0 0 0,0 1 0 0 0,0-1 0 0 0,-1 1 1 0 0,1-1-1 0 0,0 1 0 0 0,-1-1 0 0 0,0 1 0 0 0,-6 4 152 0 0,6-4-177 0 0,1-1-1 0 0,0 0 1 0 0,-1 0 0 0 0,1 0 0 0 0,-1 1 0 0 0,1-1 0 0 0,0 0 0 0 0,-1 0 0 0 0,1 1 0 0 0,0-1 0 0 0,-1 0 0 0 0,1 1-1 0 0,0-1 1 0 0,-1 0 0 0 0,1 1 0 0 0,0-1 0 0 0,0 0 0 0 0,0 1 0 0 0,-1-1 0 0 0,1 1 0 0 0,0-1 0 0 0,0 1-1 0 0,0-1 1 0 0,0 0 0 0 0,0 1 0 0 0,0-1 0 0 0,0 1 0 0 0,0-1 0 0 0,0 1 0 0 0,0-1 0 0 0,0 1 0 0 0,0 0 15 0 0,0 0 1 0 0,-1 0 0 0 0,1-1 0 0 0,0 1 0 0 0,0 0 0 0 0,0-1 0 0 0,-1 1-1 0 0,1 0 1 0 0,0-1 0 0 0,-1 1 0 0 0,1 0 0 0 0,0-1 0 0 0,-1 1 0 0 0,1 0-1 0 0,-1-1 1 0 0,1 1 0 0 0,-1-1 0 0 0,0 1 0 0 0,1-1 0 0 0,-1 1 0 0 0,1-1-1 0 0,-1 0 1 0 0,0 1 0 0 0,-9 7 326 0 0,9-7-337 0 0,0 0-15 0 0,0 0-1 0 0,-1 0 1 0 0,1 1 0 0 0,0-1-1 0 0,0 0 1 0 0,1 1-1 0 0,-1-1 1 0 0,0 1 0 0 0,0-1-1 0 0,1 1 1 0 0,-1-1-1 0 0,0 1 1 0 0,1-1 0 0 0,0 1-1 0 0,-1 0 1 0 0,1-1-1 0 0,0 1 1 0 0,0-1 0 0 0,0 1-1 0 0,0 1 1 0 0,-3 9 194 0 0,2-11-169 0 0,0 0-20 0 0,1 0 0 0 0,-1-1 0 0 0,1 1 0 0 0,0 0 0 0 0,-1-1 1 0 0,1 1-1 0 0,-1 0 0 0 0,1 0 0 0 0,0 0 0 0 0,0-1 0 0 0,-1 1 0 0 0,1 0 0 0 0,0 0 0 0 0,0 0 0 0 0,0 0 0 0 0,0-1 0 0 0,0 1 0 0 0,0 0 0 0 0,0 0 0 0 0,0 0 0 0 0,0 0 0 0 0,1 0 1 0 0,-1-1-1 0 0,0 1 0 0 0,0 0 0 0 0,1 0 0 0 0,-1-1 0 0 0,2 3 0 0 0,2 12-4 0 0,1-1 0 0 0,0 1 0 0 0,2-1 0 0 0,8 16 0 0 0,-10-22-35 0 0,0 1-1 0 0,1-1 1 0 0,0 0 0 0 0,0 0-1 0 0,1-1 1 0 0,0 0-1 0 0,0 0 1 0 0,1-1-1 0 0,0 0 1 0 0,15 9 0 0 0,-7-9-236 0 0,-15-5 274 0 0,-1 0 0 0 0,0 0 0 0 0,1 0 0 0 0,-1 0 0 0 0,1 0 0 0 0,-1 0 0 0 0,1 0 0 0 0,0 0 0 0 0,-1 0 0 0 0,1 0 0 0 0,0 0 0 0 0,0 0 0 0 0,0-1 0 0 0,-1 1 0 0 0,1 0 0 0 0,0-1 0 0 0,0 1 0 0 0,0 0 0 0 0,0-1 0 0 0,0 1 0 0 0,2 0 0 0 0,11 8 50 0 0,-13-8-68 0 0,-1-1 1 0 0,1 1 0 0 0,-1-1-1 0 0,1 1 1 0 0,-1 0 0 0 0,1 0-1 0 0,-1-1 1 0 0,1 1 0 0 0,-1 0 0 0 0,1 0-1 0 0,-1-1 1 0 0,0 1 0 0 0,0 0-1 0 0,1 0 1 0 0,-1 0 0 0 0,0 0-1 0 0,0 1 1 0 0,0-2 15 0 0,0 0 0 0 0,0 0 0 0 0,0 1 0 0 0,0-1 1 0 0,0 0-1 0 0,0 1 0 0 0,0-1 0 0 0,1 0 0 0 0,-1 0 0 0 0,0 1 0 0 0,0-1 0 0 0,0 0 0 0 0,0 0 0 0 0,0 0 0 0 0,1 1 0 0 0,-1-1 0 0 0,0 0 0 0 0,0 0 1 0 0,0 0-1 0 0,1 1 0 0 0,-1-1 0 0 0,0 0 0 0 0,0 0 0 0 0,0 0 0 0 0,1 0 0 0 0,-1 0 0 0 0,0 0 0 0 0,0 1 0 0 0,1-1 0 0 0,-1 0 0 0 0,0 0 0 0 0,0 0 1 0 0,1 0-1 0 0,-1 0 0 0 0,0 0 0 0 0,1 0 0 0 0,-1 0 0 0 0,0 0 0 0 0,0 0 0 0 0,1 0 0 0 0,-1 0 0 0 0,0-1 0 0 0,0 1 0 0 0,1 0 0 0 0,-1 0 0 0 0,0 0 1 0 0,1 0-1 0 0,-1 0 5 0 0,0 0 1 0 0,0 0 0 0 0,1 0-1 0 0,-1 0 1 0 0,0 1 0 0 0,0-1-1 0 0,0 0 1 0 0,1 0-1 0 0,-1 0 1 0 0,0 0 0 0 0,0 1-1 0 0,0-1 1 0 0,0 0 0 0 0,1 0-1 0 0,-1 1 1 0 0,0-1 0 0 0,0 0-1 0 0,0 0 1 0 0,0 1 0 0 0,0-1-1 0 0,0 0 1 0 0,0 0 0 0 0,0 1-1 0 0,0-1 1 0 0,0 0 0 0 0,0 0-1 0 0,0 1 1 0 0,0-1 0 0 0,0 0-1 0 0,0 0 1 0 0,0 1-1 0 0,0-1 1 0 0,0 0 0 0 0,0 0-1 0 0,0 1 1 0 0,-1-1-7 0 0,1 1-1 0 0,0-1 1 0 0,0 0-1 0 0,0 0 1 0 0,0 1-1 0 0,0-1 1 0 0,0 0-1 0 0,0 0 1 0 0,0 1-1 0 0,0-1 1 0 0,0 0-1 0 0,0 0 1 0 0,0 1-1 0 0,0-1 1 0 0,0 0-1 0 0,0 0 1 0 0,0 1-1 0 0,0-1 1 0 0,0 0-1 0 0,0 0 0 0 0,0 1 1 0 0,1-1-1 0 0,-1 0 1 0 0,0 0-1 0 0,0 1 1 0 0,0-1-1 0 0,0 0 1 0 0,1 0-1 0 0,-1 0 1 0 0,0 1-1 0 0,0-1 1 0 0,0 0-1 0 0,1 0 1 0 0,-1 0-1 0 0,0 0 1 0 0,1 0-1 0 0,-1 0 0 0 0,1 0 0 0 0,-1 0 0 0 0,1 1 0 0 0,-1-1 0 0 0,1 0 0 0 0,-1 0 0 0 0,0 0 0 0 0,1 0 0 0 0,-1 0 0 0 0,1 0 0 0 0,-1 1 0 0 0,0-1 0 0 0,1 0 0 0 0,-1 0 0 0 0,1 1 0 0 0,-1-1 0 0 0,0 0 0 0 0,1 0 0 0 0,-1 1 0 0 0,0-1 0 0 0,1 1 0 0 0,-1-1 0 0 0,0 0 0 0 0,0 1 0 0 0,1-1 0 0 0,-1 0 0 0 0,0 1 0 0 0,0-1 0 0 0,0 1 0 0 0,1 0 0 0 0,-1 3 0 0 0,0 0 1 0 0,1 0-1 0 0,-1 0 0 0 0,0 0 0 0 0,-1 0 1 0 0,1 0-1 0 0,-1 0 0 0 0,0 0 1 0 0,0 0-1 0 0,0 0 0 0 0,0 0 0 0 0,-1-1 1 0 0,1 1-1 0 0,-1-1 0 0 0,0 1 1 0 0,0-1-1 0 0,-1 1 0 0 0,1-1 0 0 0,0 0 1 0 0,-1 0-1 0 0,0 0 0 0 0,0 0 1 0 0,0-1-1 0 0,-7 5 0 0 0,-5 4-174 0 0,-1-2 0 0 0,-29 14 0 0 0,42-22 21 0 0,0 1 1 0 0,-1-1-1 0 0,1 1 0 0 0,-1-1 0 0 0,1 0 0 0 0,-1 0 0 0 0,1-1 0 0 0,-1 1 1 0 0,0-1-1 0 0,1 0 0 0 0,-1 0 0 0 0,0 0 0 0 0,-4-1 0 0 0,0 0-434 0 0,7 1 426 0 0,0 0 1 0 0,0-1-1 0 0,0 1 1 0 0,0-1-1 0 0,0 1 0 0 0,0-1 1 0 0,0 1-1 0 0,0-1 0 0 0,0 0 1 0 0,0 1-1 0 0,0-1 1 0 0,0 0-1 0 0,1 0 0 0 0,-1 1 1 0 0,0-1-1 0 0,1 0 1 0 0,-1 0-1 0 0,1 0 0 0 0,-1 0 1 0 0,1 0-1 0 0,-1 0 0 0 0,1 0 1 0 0,-1 0-1 0 0,1 0 1 0 0,0 0-1 0 0,0 0 0 0 0,0-1 1 0 0,-1 0-1 0 0,-2-8-961 0 0,1 6 814 0 0,0 0 0 0 0,0 0 0 0 0,1-1 1 0 0,-1 1-1 0 0,1 0 0 0 0,0-1 0 0 0,0 1 0 0 0,-1-7 0 0 0,2 5-1098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4.0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85 2400 0 0,'0'0'5632'0'0,"68"-34"-352"0"0,17 0-4320 0 0,-68 34-928 0 0,16-17-480 0 0,-15 17-1664 0 0,49 0-5216 0 0,-50 17 2912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4.9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1728 0 0,'2'3'3861'0'0,"-1"-2"-3628"0"0,1 0 0 0 0,-1 0 0 0 0,-1 1 0 0 0,1-1 0 0 0,0 0 1 0 0,0 1-1 0 0,0-1 0 0 0,-1 0 0 0 0,1 1 0 0 0,-1-1 0 0 0,1 1 0 0 0,-1 0 0 0 0,1-1 0 0 0,-1 1 0 0 0,0-1 0 0 0,0 1 0 0 0,0-1 0 0 0,0 1 0 0 0,0 2 0 0 0,0-1-70 0 0,0 0-1 0 0,0 0 0 0 0,0 0 0 0 0,0 0 0 0 0,1-1 0 0 0,-1 1 0 0 0,1 0 0 0 0,0 0 1 0 0,2 5-1 0 0,-1-4-110 0 0,1 1 1 0 0,-1-1 0 0 0,-1 1 0 0 0,1 0-1 0 0,-1 0 1 0 0,0 0 0 0 0,0 0 0 0 0,0 4-1 0 0,-1-6-110 0 0,0 17 308 0 0,-1-7-256 0 0,1-29 171 0 0,0 12-150 0 0,0 0-1 0 0,0 1 1 0 0,1-1-1 0 0,-1 0 1 0 0,1 0-1 0 0,0 1 0 0 0,0-1 1 0 0,1 0-1 0 0,-1 1 1 0 0,1-1-1 0 0,-1 1 1 0 0,5-6-1 0 0,-3-4-57 0 0,-3 12 49 0 0,0 0 1 0 0,0 0-1 0 0,0 0 1 0 0,0 0-1 0 0,0 0 1 0 0,0 0-1 0 0,0 0 1 0 0,0 0 0 0 0,1 0-1 0 0,-1 0 1 0 0,0 0-1 0 0,1 0 1 0 0,-1 0-1 0 0,1 0 1 0 0,-1 0-1 0 0,1 0 1 0 0,0-1 0 0 0,0 2-9 0 0,15-12 77 0 0,-10 11-78 0 0,-1 0-1 0 0,0 0 1 0 0,1 0 0 0 0,-1 1-1 0 0,10-1 1 0 0,-9 15-184 0 0,2-8 318 0 0,-7-5-126 0 0,-1-1 1 0 0,1 0-1 0 0,-1 0 0 0 0,0 0 0 0 0,1 1 1 0 0,-1-1-1 0 0,0 0 0 0 0,0 0 0 0 0,1 1 1 0 0,-1-1-1 0 0,0 0 0 0 0,0 1 0 0 0,1-1 1 0 0,-1 0-1 0 0,0 0 0 0 0,0 1 0 0 0,0-1 1 0 0,1 1-1 0 0,-1-1 0 0 0,0 0 0 0 0,0 1 1 0 0,0-1-1 0 0,0 0 0 0 0,0 1 0 0 0,0-1 1 0 0,0 1-1 0 0,0-1 0 0 0,0 0 0 0 0,0 1 1 0 0,0-1-1 0 0,0 1 0 0 0,0-1 0 0 0,0 1 1 0 0,0 1-10 0 0,0 0 0 0 0,0 0 0 0 0,1 0 1 0 0,-1-1-1 0 0,1 1 0 0 0,-1 0 1 0 0,1 0-1 0 0,0 0 0 0 0,-1 0 1 0 0,1-1-1 0 0,0 1 0 0 0,0 0 0 0 0,2 1 1 0 0,4 9-52 0 0,7 27-265 0 0,-11-30 336 0 0,-3-12-704 0 0,3-19 331 0 0,-1 15 228 0 0,0 0 0 0 0,0 0 0 0 0,1 0 0 0 0,-1 1 1 0 0,2-1-1 0 0,-1 1 0 0 0,6-8 0 0 0,-8 12 115 0 0,1 0 1 0 0,-1 0-1 0 0,1 0 1 0 0,-1 0-1 0 0,1 0 0 0 0,0 0 1 0 0,0 1-1 0 0,0-1 0 0 0,0 0 1 0 0,0 1-1 0 0,0 0 1 0 0,0-1-1 0 0,1 1 0 0 0,-1 0 1 0 0,0 0-1 0 0,1 0 0 0 0,-1 1 1 0 0,1-1-1 0 0,-1 1 1 0 0,0-1-1 0 0,1 1 0 0 0,4 0 1 0 0,-4 1-5 0 0,1 0-1 0 0,-1 0 1 0 0,0 1 0 0 0,0 0 0 0 0,0-1 0 0 0,0 1 0 0 0,0 0 0 0 0,0 1 0 0 0,-1-1 0 0 0,1 0 0 0 0,-1 1-1 0 0,4 4 1 0 0,1 0-24 0 0,12 7 10 0 0,-16 0 64 0 0,-3 57-2837 0 0,0-40-4448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5.7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1696 0 0,'17'0'6245'0'0,"-17"0"-6191"0"0,1 0 0 0 0,0 0-1 0 0,-1 0 1 0 0,1 0 0 0 0,-1 0 0 0 0,1 0 0 0 0,0 0-1 0 0,-1 0 1 0 0,1 0 0 0 0,-1 0 0 0 0,1 0 0 0 0,0 0-1 0 0,-1 0 1 0 0,1 0 0 0 0,-1 1 0 0 0,1-1 0 0 0,0 0-1 0 0,-1 0 1 0 0,1 1 0 0 0,-1-1 0 0 0,1 0 0 0 0,0 1-1 0 0,2 1 45 0 0,-3 1-172 0 0,0 32 1101 0 0,-1-25-826 0 0,2-1-1 0 0,-1 1 1 0 0,1-1 0 0 0,1 0-1 0 0,0 1 1 0 0,0-1 0 0 0,5 13-1 0 0,-4-17 1123 0 0,-3-70-795 0 0,4 48-390 0 0,6 14-185 0 0,-10 3 41 0 0,1 0 1 0 0,-1 0-1 0 0,0 0 1 0 0,0 0-1 0 0,0 0 1 0 0,0 0-1 0 0,1 0 1 0 0,-1 0-1 0 0,0 0 1 0 0,0-1-1 0 0,0 1 1 0 0,0 0-1 0 0,0 0 0 0 0,1 0 1 0 0,-1 0-1 0 0,0 0 1 0 0,0-1-1 0 0,0 1 1 0 0,0 0-1 0 0,0 0 1 0 0,0 0-1 0 0,0-1 1 0 0,0 1-1 0 0,0 0 1 0 0,1 0-1 0 0,-1 0 1 0 0,0-1-1 0 0,0 1 1 0 0,0 0-1 0 0,0 0 1 0 0,0 0-1 0 0,0-1 1 0 0,0 1-1 0 0,-1 0 1 0 0,1 0-1 0 0,0 0 1 0 0,0-1-1 0 0,0 1 1 0 0,0 0-1 0 0,3-16 29 0 0,-3 15-15 0 0,0 0 0 0 0,1 0 0 0 0,-1 0-1 0 0,1 0 1 0 0,-1 1 0 0 0,1-1 0 0 0,-1 0 0 0 0,1 0-1 0 0,0 1 1 0 0,-1-1 0 0 0,1 0 0 0 0,0 0-1 0 0,0 1 1 0 0,-1-1 0 0 0,1 1 0 0 0,0-1 0 0 0,0 1-1 0 0,0-1 1 0 0,0 1 0 0 0,0 0 0 0 0,0-1-1 0 0,0 1 1 0 0,-1 0 0 0 0,1 0 0 0 0,0-1 0 0 0,0 1-1 0 0,0 0 1 0 0,0 0 0 0 0,0 0 0 0 0,0 0-1 0 0,2 1 1 0 0,1 0 5 0 0,-1 0 1 0 0,1 1-1 0 0,-1-1 0 0 0,1 1 0 0 0,-1 0 0 0 0,6 4 1 0 0,-1 2-73 0 0,-8 54 667 0 0,0-59-448 0 0,9-14-165 0 0,-3 1-77 0 0,-4 6 27 0 0,1-1-1 0 0,-1 1 1 0 0,1 0 0 0 0,0 0 0 0 0,0 1 0 0 0,0-1-1 0 0,0 0 1 0 0,1 1 0 0 0,0 0 0 0 0,0 0 0 0 0,-1 0 0 0 0,2 1-1 0 0,-1-1 1 0 0,0 1 0 0 0,0 0 0 0 0,1 0 0 0 0,-1 0 0 0 0,1 1-1 0 0,0-1 1 0 0,-1 1 0 0 0,1 0 0 0 0,0 1 0 0 0,0-1-1 0 0,7 1 1 0 0,-6-1-20 0 0,-4 2 52 0 0,13 16-359 0 0,13 8-1671 0 0,-19-12-1490 0 0,-1 1 0 0 0,8 18 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8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46 2400 0 0,'3'-6'2171'0'0,"11"-33"5780"0"0,-14 59-6175 0 0,0 55-733 0 0,-3 186-608 0 0,-4-200-481 0 0,0 24 177 0 0,7-65-121 0 0,1-8-87 0 0,-1-1 0 0 0,-1 1-1 0 0,-2 18 1 0 0,1-22 7 0 0,-7 40-937 0 0,6 88-4086 0 0,3-23-4299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8.5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2240 0 0,'0'0'3594'0'0,"-1"0"-3452"0"0,0 0 0 0 0,-1-1 0 0 0,1 1 0 0 0,0 0-1 0 0,0 0 1 0 0,0 0 0 0 0,0 0 0 0 0,0 1 0 0 0,0-1-1 0 0,-1 0 1 0 0,1 0 0 0 0,0 1 0 0 0,0-1 0 0 0,0 0-1 0 0,0 1 1 0 0,-1 0 0 0 0,-2 8 483 0 0,8 19 137 0 0,5-4-332 0 0,0 0 0 0 0,21 35 0 0 0,-29-56-416 0 0,1 0-1 0 0,0 0 1 0 0,0 0-1 0 0,0 0 1 0 0,0 0 0 0 0,0-1-1 0 0,1 1 1 0 0,-1-1-1 0 0,1 1 1 0 0,-1-1-1 0 0,1 0 1 0 0,5 3-1 0 0,-2-3-146 0 0,-6 0 102 0 0,1-1-1 0 0,0 0 1 0 0,0 0-1 0 0,0 0 1 0 0,0 0-1 0 0,-1 0 1 0 0,2 0-1 0 0,-1 0 1 0 0,0 0-1 0 0,0 0 1 0 0,0 0-1 0 0,0 0 1 0 0,0-1-1 0 0,1 1 1 0 0,-1-1 0 0 0,0 1-1 0 0,2 0 1 0 0,-2-1 30 0 0,-1 0 1 0 0,1 0 0 0 0,0 0-1 0 0,-1 1 1 0 0,1-1 0 0 0,-1 0 0 0 0,1 0-1 0 0,0 1 1 0 0,-1-1 0 0 0,1 0-1 0 0,-1 1 1 0 0,1-1 0 0 0,-1 0-1 0 0,1 1 1 0 0,-1-1 0 0 0,1 1 0 0 0,-1-1-1 0 0,0 1 1 0 0,1-1 0 0 0,-1 1-1 0 0,1 0 1 0 0,-1-1 0 0 0,0 1-1 0 0,0-1 1 0 0,1 1 0 0 0,-1 0 0 0 0,0-1-1 0 0,0 1 1 0 0,0-1 0 0 0,0 1-1 0 0,0 1 1 0 0,0-2-5 0 0,0 1 1 0 0,0-1-1 0 0,0 1 1 0 0,0-1-1 0 0,0 1 1 0 0,0-1-1 0 0,0 0 1 0 0,1 1-1 0 0,-1-1 1 0 0,0 1-1 0 0,0-1 1 0 0,0 1-1 0 0,0-1 0 0 0,1 0 1 0 0,-1 1-1 0 0,0-1 1 0 0,0 0-1 0 0,1 1 1 0 0,-1-1-1 0 0,0 0 1 0 0,1 1-1 0 0,-1-1 1 0 0,0 0-1 0 0,1 1 0 0 0,-1-1 1 0 0,0 0-1 0 0,1 0 1 0 0,-1 0-1 0 0,0 1 1 0 0,1-1-1 0 0,-1 0 1 0 0,1 0-1 0 0,0 0 1 0 0,-1 0 1 0 0,1 0 1 0 0,-1 1 0 0 0,0-1 0 0 0,1 0 0 0 0,-1 0-1 0 0,1 0 1 0 0,-1 0 0 0 0,0 1 0 0 0,1-1 0 0 0,-1 0-1 0 0,1 0 1 0 0,-1 1 0 0 0,0-1 0 0 0,0 0 0 0 0,1 1-1 0 0,-1-1 1 0 0,0 0 0 0 0,1 1 0 0 0,-1-1 0 0 0,0 0-1 0 0,0 1 1 0 0,0-1 0 0 0,1 1 0 0 0,-1-1-1 0 0,0 0 1 0 0,0 1 0 0 0,0-1 0 0 0,0 1 0 0 0,0-1-1 0 0,0 1 1 0 0,0-1 0 0 0,0 0 0 0 0,0 1 0 0 0,-5 22 194 0 0,2-18-336 0 0,1 1 1 0 0,-1-1-1 0 0,0 0 1 0 0,0-1-1 0 0,0 1 1 0 0,0 0-1 0 0,-1-1 1 0 0,0 0-1 0 0,0 0 1 0 0,-7 6-1 0 0,-7 1-2009 0 0,-1 0 0 0 0,-1 0-1 0 0,-27 9 1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8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2752 0 0,'0'0'5232'0'0,"12"2"-3819"0"0,-4 0-960 0 0,-1 1 1 0 0,1-1-1 0 0,0 1 0 0 0,-1 0 1 0 0,1 1-1 0 0,-1 0 0 0 0,0 0 1 0 0,0 0-1 0 0,-1 1 0 0 0,11 9 1 0 0,-2-1-333 0 0,-10-8-69 0 0,0-1 0 0 0,0 1 0 0 0,0 0 0 0 0,-1 0 0 0 0,0 1 0 0 0,7 11 0 0 0,4 12 175 0 0,-4-9-13 0 0,0 0 0 0 0,20 26 0 0 0,-17-25-168 0 0,0 0 1 0 0,21 46-1 0 0,-14-24 23 0 0,-14-30-41 0 0,65 155 456 0 0,-70-164-486 0 0,13 35-53 0 0,-2 0 0 0 0,-2 1 0 0 0,-1 1 0 0 0,7 64 0 0 0,-10 20-166 0 0,-11 160-1 0 0,-4-194 129 0 0,-1-64 80 0 0,9-27 13 0 0,-7 10-156 0 0,0 0 0 0 0,0 0 1 0 0,-1-1-1 0 0,0 0 0 0 0,-1 0 1 0 0,0-1-1 0 0,-1 0 0 0 0,1-1 1 0 0,-1 0-1 0 0,-1-1 1 0 0,-11 6-1 0 0,9-4-424 0 0,-52 26-4738 0 0,64-33 5030 0 0,-1 0 0 0 0,0 0 0 0 0,0-1-1 0 0,1 1 1 0 0,-1 0 0 0 0,0-1-1 0 0,0 0 1 0 0,0 1 0 0 0,0-1 0 0 0,0 0-1 0 0,-2 0 1 0 0,0 0-871 0 0,-10 0-2089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9.6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69 1376 0 0,'29'-15'2981'0'0,"-29"15"-2954"0"0,1 0-1 0 0,-1-1 1 0 0,0 1-1 0 0,1 0 1 0 0,-1 0-1 0 0,1-1 0 0 0,-1 1 1 0 0,1 0-1 0 0,-1-1 1 0 0,0 1-1 0 0,1 0 1 0 0,-1-1-1 0 0,0 1 1 0 0,1 0-1 0 0,-1-1 1 0 0,0 1-1 0 0,0-1 1 0 0,1 1-1 0 0,-1-1 1 0 0,0 1-1 0 0,0-1 0 0 0,0 1 1 0 0,0-1-1 0 0,1 1 1 0 0,-1-1-1 0 0,0 1 1 0 0,0-1-1 0 0,0 1 1 0 0,0-1-1 0 0,0 0 1 0 0,0-3 54 0 0,1 4-71 0 0,-1-1 1 0 0,1 1 0 0 0,-1-1 0 0 0,1 1 0 0 0,-1 0 0 0 0,1-1-1 0 0,-1 1 1 0 0,1 0 0 0 0,0-1 0 0 0,-1 1 0 0 0,1 0 0 0 0,0 0 0 0 0,-1 0-1 0 0,1-1 1 0 0,0 1 0 0 0,-1 0 0 0 0,1 0 0 0 0,0 0 0 0 0,-1 0 0 0 0,1 0-1 0 0,0 0 1 0 0,-1 0 0 0 0,1 1 0 0 0,1-1 0 0 0,32 1 331 0 0,17-1-198 0 0,-49 0-141 0 0,-1 0 0 0 0,1-1 0 0 0,0 1 1 0 0,0-1-1 0 0,0 1 0 0 0,0-1 0 0 0,-1 0 0 0 0,1 0 1 0 0,0 0-1 0 0,-1 0 0 0 0,1 0 0 0 0,-1 0 0 0 0,1 0 1 0 0,2-3-1 0 0,8 1 250 0 0,-21 3 544 0 0,9-2-568 0 0,-2-7-187 0 0,1 6-14 0 0,-1 3 22 0 0,-1-1-1 0 0,1 0 1 0 0,0 1-1 0 0,0 0 0 0 0,-1-1 1 0 0,1 1-1 0 0,0 0 1 0 0,-1 0-1 0 0,-3 1 1 0 0,5-1-22 0 0,-2 0 105 0 0,-3 0-106 0 0,3 0-102 0 0,-1 0 0 0 0,1 1 0 0 0,0 0 0 0 0,-1 0 0 0 0,1 0 0 0 0,0 0 0 0 0,-1 0 0 0 0,1 0 0 0 0,0 1 0 0 0,0 0 1 0 0,0 0-1 0 0,0 0 0 0 0,1 0 0 0 0,-1 0 0 0 0,0 0 0 0 0,1 1 0 0 0,0-1 0 0 0,-1 1 0 0 0,-2 4 0 0 0,-29 41-6522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00.3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18 1888 0 0,'0'0'539'0'0,"-3"-3"250"0"0,1 1-517 0 0,1 1 1 0 0,0 0-1 0 0,-1 0 0 0 0,0 0 1 0 0,1-1-1 0 0,-1 1 0 0 0,0 1 1 0 0,1-1-1 0 0,-1 0 0 0 0,0 0 1 0 0,0 1-1 0 0,0-1 0 0 0,0 1 1 0 0,-2-1-1 0 0,1 1 208 0 0,-17 0 752 0 0,19 0-1199 0 0,0 0-1 0 0,0 0 0 0 0,-1 1 1 0 0,1-1-1 0 0,0 0 1 0 0,0 1-1 0 0,0-1 1 0 0,-1 1-1 0 0,1-1 1 0 0,0 1-1 0 0,0 0 1 0 0,0 0-1 0 0,0-1 0 0 0,0 1 1 0 0,0 0-1 0 0,0 0 1 0 0,1 0-1 0 0,-1 0 1 0 0,0 0-1 0 0,0 0 1 0 0,1 0-1 0 0,-1 0 1 0 0,1 0-1 0 0,-1 0 0 0 0,1 0 1 0 0,-1 1-1 0 0,1-1 1 0 0,-1 1-1 0 0,-4 37 536 0 0,5-26-498 0 0,-1-10-61 0 0,1 0-1 0 0,-1 0 0 0 0,1 0 0 0 0,0-1 0 0 0,0 1 0 0 0,1 0 0 0 0,-1 0 0 0 0,0 0 0 0 0,1 0 0 0 0,0-1 0 0 0,-1 1 1 0 0,1 0-1 0 0,0 0 0 0 0,1-1 0 0 0,-1 1 0 0 0,0-1 0 0 0,1 1 0 0 0,-1-1 0 0 0,1 0 0 0 0,3 4 0 0 0,32 36-66 0 0,-27-29-234 0 0,-1-1 0 0 0,-1 2 1 0 0,0-1-1 0 0,0 1 0 0 0,-1 0 1 0 0,-1 1-1 0 0,0-1 0 0 0,-1 1 1 0 0,-1 1-1 0 0,-1-1 0 0 0,0 0 0 0 0,2 25 1 0 0,-5-38 291 0 0,-3 4 32 0 0,-8 16 0 0 0,10-21-30 0 0,1-1 0 0 0,0 1 1 0 0,-1-1-1 0 0,1 1 0 0 0,0-1 1 0 0,-1 1-1 0 0,1-1 0 0 0,-1 0 1 0 0,1 1-1 0 0,-1-1 0 0 0,1 0 1 0 0,-1 1-1 0 0,1-1 0 0 0,-1 0 1 0 0,1 0-1 0 0,-1 1 0 0 0,0-1 1 0 0,1 0-1 0 0,-1 0 0 0 0,1 0 1 0 0,-1 0-1 0 0,1 0 0 0 0,-1 0 1 0 0,0 0-1 0 0,1 0 0 0 0,-1 0 1 0 0,1 0-1 0 0,-1 0 0 0 0,0 0 1 0 0,1-1-1 0 0,-1 1 0 0 0,-3 0 105 0 0,-18 0-459 0 0,-71-3-2010 0 0,91 3 2101 0 0,-1 0 1 0 0,1 0 0 0 0,0 0 0 0 0,0-1 0 0 0,-1 1-1 0 0,1-1 1 0 0,0 1 0 0 0,0-1 0 0 0,0 0 0 0 0,0 0 0 0 0,0 0-1 0 0,0 0 1 0 0,0 0 0 0 0,-3-3 0 0 0,3 2-280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36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87 2720 0 0,'0'3'7237'0'0,"-1"0"-6903"0"0,1 0 0 0 0,-1 0 0 0 0,1 0 0 0 0,-1-1 0 0 0,0 1 0 0 0,0 0 0 0 0,0-1 0 0 0,0 1 0 0 0,0 0 0 0 0,-1-1 0 0 0,1 0 0 0 0,-4 5 0 0 0,3-5-244 0 0,0 1 0 0 0,0 0 1 0 0,0 0-1 0 0,1-1 0 0 0,-1 1 0 0 0,1 0 0 0 0,0 0 1 0 0,-1 1-1 0 0,2-1 0 0 0,-1 0 0 0 0,0 0 1 0 0,1 0-1 0 0,-1 4 0 0 0,2 4-55 0 0,-1-5 42 0 0,1-1 1 0 0,-1 0-1 0 0,0 0 0 0 0,0 0 1 0 0,0 0-1 0 0,-1 1 0 0 0,0-1 1 0 0,-2 7-1 0 0,1-8-16 0 0,0 0 0 0 0,0 0 0 0 0,1 0 0 0 0,-1 0 0 0 0,1 0 0 0 0,0 0 0 0 0,0 0 1 0 0,0 0-1 0 0,1 0 0 0 0,-1 8 0 0 0,1-7-39 0 0,-1 1 1 0 0,1-1 0 0 0,-1 0-1 0 0,-1 1 1 0 0,-2 7-1 0 0,2-7 10 0 0,0 0 0 0 0,1 0-1 0 0,0 0 1 0 0,0 0 0 0 0,-1 11-1 0 0,2-6 98 0 0,-1 1-1 0 0,-1 0 1 0 0,-3 12 0 0 0,-1 1 60 0 0,-5 52 312 0 0,-74 315 1366 0 0,85-392-1866 0 0,-11 54 407 0 0,5-44 63 0 0,0-6-343 0 0,3-1 427 0 0,0-29-166 0 0,-10-119 1149 0 0,13 120-1439 0 0,2 1 0 0 0,0-1 0 0 0,2 1-1 0 0,7-29 1 0 0,18-74-14 0 0,-24 102 134 0 0,17-47-1 0 0,-10 39-271 0 0,48-145 565 0 0,-7 40-453 0 0,-47 125-83 0 0,1 0 1 0 0,0 1-1 0 0,11-16 1 0 0,-14 24 43 0 0,-1 0 0 0 0,1 0 0 0 0,0 0 0 0 0,0 0-1 0 0,0 1 1 0 0,1 0 0 0 0,-1 0 0 0 0,8-4 0 0 0,3 3-180 0 0,1 6 283 0 0,57-2 202 0 0,-70 0-301 0 0,-1 0 0 0 0,0 1 0 0 0,1-1-1 0 0,-1 1 1 0 0,0 0 0 0 0,0 0 0 0 0,0 0 0 0 0,0 0-1 0 0,0 0 1 0 0,0 0 0 0 0,0 1 0 0 0,0-1 0 0 0,0 1-1 0 0,3 2 1 0 0,8 7 57 0 0,11 9 59 0 0,0 1 0 0 0,-2 1 0 0 0,27 33 0 0 0,148 202 622 0 0,-188-246-724 0 0,-1 0 1 0 0,-1 1-1 0 0,0 0 0 0 0,0 1 0 0 0,4 12 1 0 0,-9-18-8 0 0,3 3 55 0 0,1 1 0 0 0,0-1-1 0 0,15 19 1 0 0,9 12-157 0 0,-17-28 70 0 0,-10-10 13 0 0,0 0 0 0 0,0-1 0 0 0,0 1 0 0 0,0 0-1 0 0,-1 0 1 0 0,1 1 0 0 0,-1-1 0 0 0,0 0 0 0 0,3 8 0 0 0,12 37 334 0 0,-11-17-324 0 0,-4-30-56 0 0,-1 0 24 0 0,1 0 0 0 0,-1 1 0 0 0,0-1 0 0 0,0 0-1 0 0,0 0 1 0 0,0 0 0 0 0,0 1 0 0 0,0-1 0 0 0,0 1 0 0 0,0-1-1 0 0,0 1 1 0 0,-1-1 0 0 0,2 3 0 0 0,10 32-44 0 0,-2 0 0 0 0,8 51 1 0 0,4 17 27 0 0,-22-103 27 0 0,1 0 0 0 0,-1 0 0 0 0,0 1 0 0 0,1-1 0 0 0,-1 0 0 0 0,0 0 0 0 0,0 0 0 0 0,0 1 0 0 0,0-1 0 0 0,0 0 0 0 0,0 0 0 0 0,0 1 0 0 0,-1-1 0 0 0,1 2 0 0 0,-12-1 196 0 0,12-2-201 0 0,-3 0 249 0 0,-39-2-223 0 0,19-6 115 0 0,-12-3-56 0 0,1-2-1 0 0,-35-18 0 0 0,35 26-272 0 0,20-1 313 0 0,-1 2 0 0 0,1 0 0 0 0,-25-4 0 0 0,8 2-146 0 0,10 1-164 0 0,7 1 126 0 0,-1 0-1 0 0,0 1 0 0 0,1 1 1 0 0,-1 1-1 0 0,-21 0 0 0 0,-3 1 251 0 0,30 0-190 0 0,1-1 0 0 0,-1 0 0 0 0,1 0-1 0 0,-12-4 1 0 0,-121-30-194 0 0,45 13-257 0 0,73 19 256 0 0,-3 2-6570 0 0,157 2-14510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37.5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35 237 2016 0 0,'17'143'12709'0'0,"-5"-95"-9564"0"0,-11-45-3096 0 0,0 0 0 0 0,0 0 1 0 0,-1 1-1 0 0,1-1 1 0 0,-1 0-1 0 0,1 0 0 0 0,-1 0 1 0 0,-1 6-1 0 0,1 0 17 0 0,-1 0 40 0 0,1 0-1 0 0,0 0 0 0 0,1-1 0 0 0,2 16 0 0 0,-2-20-94 0 0,3 11 204 0 0,-1 0 1 0 0,0 0-1 0 0,-2 1 1 0 0,1 17-1 0 0,-2-30-212 0 0,0-1-1 0 0,0 0 1 0 0,0 0 0 0 0,1 1-1 0 0,-1-1 1 0 0,1 0-1 0 0,-1 0 1 0 0,1 0 0 0 0,0 1-1 0 0,1 1 1 0 0,1 2 36 0 0,-1 1 1 0 0,0 0-1 0 0,0 0 0 0 0,0 0 0 0 0,-1 0 1 0 0,1 10-1 0 0,3 19 231 0 0,-1-12-22 0 0,-1-1 0 0 0,-1 41-1 0 0,-2 1 729 0 0,-17-102 262 0 0,10 13-970 0 0,1 0 0 0 0,-3-32 1 0 0,-28-187 302 0 0,26 163-415 0 0,5 59-69 0 0,0 6-21 0 0,5 11-50 0 0,-1 1-1 0 0,1-1 1 0 0,1 0-1 0 0,-1 0 1 0 0,0 0 0 0 0,1 0-1 0 0,0 0 1 0 0,0 0 0 0 0,0-6-1 0 0,0-26-59 0 0,-2 15-13 0 0,-10-164-62 0 0,21 171 215 0 0,-1 4-113 0 0,1 0 1 0 0,1 1-1 0 0,-1 1 1 0 0,1 0-1 0 0,1 0 0 0 0,18-11 1 0 0,-4 6-30 0 0,36-16 0 0 0,-59 28 42 0 0,0 0-1 0 0,0 0 1 0 0,0 0-1 0 0,1 0 1 0 0,-1 0 0 0 0,0 0-1 0 0,1 0 1 0 0,-1 1-1 0 0,0 0 1 0 0,1-1 0 0 0,-1 1-1 0 0,1 0 1 0 0,-1 0-1 0 0,0 0 1 0 0,1 0 0 0 0,2 1-1 0 0,7 4-130 0 0,-9-4 118 0 0,0 1-1 0 0,1-1 1 0 0,-1 0-1 0 0,0 0 0 0 0,1 0 1 0 0,0 0-1 0 0,-1-1 1 0 0,7 1-1 0 0,-9-1 40 0 0,1 0 0 0 0,-1 0 0 0 0,1 0 0 0 0,-1 0 0 0 0,1 0 1 0 0,-1 1-1 0 0,1-1 0 0 0,-1 1 0 0 0,1-1 0 0 0,-1 1 0 0 0,1-1 0 0 0,-1 1 0 0 0,0 0 0 0 0,1 0 1 0 0,-1-1-1 0 0,0 1 0 0 0,0 0 0 0 0,1 0 0 0 0,-1 0 0 0 0,1 2 0 0 0,18 13-38 0 0,-14-12 1 0 0,9 7-78 0 0,-2-1 0 0 0,1 2 0 0 0,-2 0 0 0 0,16 17 0 0 0,-22-19-10 0 0,0 0 1 0 0,-1 0-1 0 0,0 0 0 0 0,0 0 1 0 0,-1 1-1 0 0,0 0 0 0 0,3 16 1 0 0,-5-19 116 0 0,0 0-1 0 0,-1 0 1 0 0,0 1 0 0 0,-1-1 0 0 0,0 0 0 0 0,0 0 0 0 0,-1 0 0 0 0,0 0 0 0 0,0 0 0 0 0,-1 0 0 0 0,1 0 0 0 0,-2 0 0 0 0,0 0-1 0 0,0-1 1 0 0,0 1 0 0 0,-1-1 0 0 0,1 0 0 0 0,-2 0 0 0 0,1 0 0 0 0,-1-1 0 0 0,0 0 0 0 0,-1 1 0 0 0,1-2 0 0 0,-8 7 0 0 0,-4 1-163 0 0,0-1 0 0 0,-1 0 1 0 0,0-2-1 0 0,-1 0 0 0 0,-38 14 1 0 0,56-23 126 0 0,-3 1-166 0 0,0 0 0 0 0,0-1 0 0 0,0 1-1 0 0,0-1 1 0 0,-1 0 0 0 0,1 0-1 0 0,0-1 1 0 0,-1 1 0 0 0,-5-1 0 0 0,-6 1-1569 0 0,9 0 258 0 0,-1 0 1 0 0,0-1 0 0 0,0 0-1 0 0,1 0 1 0 0,-1-1 0 0 0,0 0-1 0 0,-9-3 1 0 0,8-4-2357 0 0,9 8 3779 0 0,-1-1 1 0 0,1 1 0 0 0,0-1 0 0 0,0 1-1 0 0,-1 0 1 0 0,1-1 0 0 0,0 1 0 0 0,-1 0-1 0 0,1 0 1 0 0,0-1 0 0 0,-1 1 0 0 0,1 0-1 0 0,0 0 1 0 0,-1-1 0 0 0,1 1 0 0 0,-1 0-1 0 0,1 0 1 0 0,0 0 0 0 0,-1 0 0 0 0,1-1-1 0 0,-1 1 1 0 0,1 0 0 0 0,-1 0 0 0 0,1 0-1 0 0,-1 0 1 0 0,1 0 0 0 0,-1 0 0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38.0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2176 0 0,'0'0'1803'0'0,"-1"0"-1607"0"0,1 1 0 0 0,0 0 1 0 0,0-1-1 0 0,0 1 0 0 0,0-1 1 0 0,0 1-1 0 0,0 0 0 0 0,0-1 1 0 0,0 1-1 0 0,0 0 0 0 0,0-1 1 0 0,0 1-1 0 0,0-1 1 0 0,1 1-1 0 0,-1 0 0 0 0,0-1 1 0 0,0 1-1 0 0,1-1 0 0 0,-1 1 1 0 0,0 0-1 0 0,1 0 0 0 0,3 0 363 0 0,0 0 0 0 0,0-1 0 0 0,0 1-1 0 0,0-1 1 0 0,0 1 0 0 0,0-1 0 0 0,7-1-1 0 0,-2 0-382 0 0,48 3 1050 0 0,-8-1-1178 0 0,65-6 0 0 0,-1-7-3498 0 0,-6 10-7366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38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1472 0 0,'0'17'7840'0'0,"0"-1"-3264"0"0,17-16-3904 0 0,0 0 352 0 0,152 18 607 0 0,153-36-13630 0 0,-305 18 6783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0.7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41 308 3872 0 0,'221'181'15269'0'0,"-209"-171"-14857"0"0,0 0 1 0 0,-1 2 0 0 0,0-1-1 0 0,0 1 1 0 0,-2 1-1 0 0,12 17 1 0 0,-7-7-341 0 0,23 30-275 0 0,-33-49 183 0 0,-4-4 21 0 0,1 1-1 0 0,0-1 1 0 0,0 1-1 0 0,-1 0 0 0 0,1-1 1 0 0,0 1-1 0 0,-1 0 0 0 0,1-1 1 0 0,-1 1-1 0 0,1 0 1 0 0,-1 0-1 0 0,1 0 0 0 0,-1-1 1 0 0,0 1-1 0 0,1 0 1 0 0,-1 0-1 0 0,0 0 0 0 0,1 0 1 0 0,-1 0-1 0 0,0 0 1 0 0,0 0-1 0 0,0 1 0 0 0,4 20 65 0 0,-2-14-83 0 0,0 0-1 0 0,-1 1 1 0 0,0-1 0 0 0,0 10 0 0 0,-1-15 4 0 0,0 8-25 0 0,0-1 0 0 0,-1 1 1 0 0,0 0-1 0 0,-4 14 1 0 0,4-22 41 0 0,0 1 0 0 0,0-1 0 0 0,-1 1 0 0 0,1-1 0 0 0,-1 1 0 0 0,1-1 0 0 0,-1 0 0 0 0,0 0 1 0 0,0 0-1 0 0,0 0 0 0 0,-1 0 0 0 0,1-1 0 0 0,-1 1 0 0 0,1-1 0 0 0,-1 1 0 0 0,0-1 0 0 0,0 0 1 0 0,0 0-1 0 0,0 0 0 0 0,-1-1 0 0 0,-5 3 0 0 0,2-2-3 0 0,0-1 1 0 0,-1 0-1 0 0,1 0 1 0 0,0-1-1 0 0,-1 0 1 0 0,1-1-1 0 0,0 1 1 0 0,-1-2-1 0 0,1 1 1 0 0,0-1-1 0 0,0 0 1 0 0,0 0-1 0 0,0 0 1 0 0,0-1-1 0 0,0-1 1 0 0,1 1-1 0 0,-8-6 0 0 0,-3-2 54 0 0,1 0 0 0 0,1-2 0 0 0,0 0 0 0 0,-21-23-1 0 0,30 31-84 0 0,1-1 0 0 0,0 0 0 0 0,1 0 0 0 0,-1 0-1 0 0,1-1 1 0 0,0 0 0 0 0,1 1 0 0 0,-6-14 0 0 0,3 5 205 0 0,4 8-167 0 0,1 0 0 0 0,0 1-1 0 0,0-1 1 0 0,0 0 0 0 0,1 0 0 0 0,-1 0 0 0 0,2 1 0 0 0,1-13 0 0 0,0-13 256 0 0,0 20-87 0 0,49-36-379 0 0,132-149-773 0 0,-73 98 682 0 0,-90 83 268 0 0,-17 14 35 0 0,0-1-1 0 0,-1 1 1 0 0,0 0-1 0 0,0-1 0 0 0,1 1 1 0 0,-2-1-1 0 0,1 1 1 0 0,0-1-1 0 0,0 0 1 0 0,1-5-1 0 0,-2 6 53 0 0,-1 0 1 0 0,0 1-1 0 0,1-1 1 0 0,-1 0-1 0 0,0 0 0 0 0,0 0 1 0 0,0 0-1 0 0,-1 1 1 0 0,1-1-1 0 0,-1-3 0 0 0,-1-8-130 0 0,3-3-119 0 0,0 13 202 0 0,0 0 0 0 0,-1 1-1 0 0,0-1 1 0 0,0 0 0 0 0,0 0 0 0 0,0 0 0 0 0,0 0 0 0 0,0 0 0 0 0,-1 1-1 0 0,0-1 1 0 0,1 0 0 0 0,-1 0 0 0 0,0 0 0 0 0,0 1 0 0 0,0-1-1 0 0,-1 1 1 0 0,1-1 0 0 0,-1 1 0 0 0,1-1 0 0 0,-1 1 0 0 0,0 0-1 0 0,0 0 1 0 0,0 0 0 0 0,0 0 0 0 0,0 0 0 0 0,-1 0 0 0 0,1 0-1 0 0,-3-1 1 0 0,-72-45-56 0 0,74 46 65 0 0,-1 0 1 0 0,0 1 0 0 0,0-1-1 0 0,0 1 1 0 0,0 0-1 0 0,0-1 1 0 0,0 2 0 0 0,0-1-1 0 0,0 0 1 0 0,-1 1 0 0 0,1 0-1 0 0,0 0 1 0 0,0 0-1 0 0,0 1 1 0 0,-1-1 0 0 0,-3 2-1 0 0,-6 0-51 0 0,-51 9-420 0 0,60-10 453 0 0,0 0-1 0 0,-1 0 1 0 0,1 1-1 0 0,0-1 1 0 0,0 1-1 0 0,0 0 1 0 0,0 1-1 0 0,0-1 1 0 0,1 1-1 0 0,-1 0 1 0 0,-4 4-1 0 0,-3 2-26 0 0,-25 22-410 0 0,35-30 378 0 0,0 0-81 0 0,0 1-1 0 0,0-1 0 0 0,0 1 1 0 0,0 0-1 0 0,0 0 1 0 0,0-1-1 0 0,0 1 1 0 0,1 1-1 0 0,-1-1 0 0 0,1 0 1 0 0,-1 0-1 0 0,1 0 1 0 0,-2 4-1 0 0,-11 20-2232 0 0,0 1 0 0 0,-14 41 0 0 0,26-64 2032 0 0,1 0 0 0 0,0 0 0 0 0,0 0 0 0 0,0 1 0 0 0,1-1 0 0 0,-1 0 0 0 0,1 0-1 0 0,0 1 1 0 0,0-1 0 0 0,0 0 0 0 0,1 0 0 0 0,0 0 0 0 0,0 0 0 0 0,0 1 0 0 0,0-1 0 0 0,0 0-1 0 0,1-1 1 0 0,3 7 0 0 0,3 8-813 0 0,-7-15 877 0 0,-1 0 59 0 0,1 0-1 0 0,0-1 0 0 0,0 1 0 0 0,0-1 0 0 0,0 1 1 0 0,0-1-1 0 0,1 0 0 0 0,-1 1 0 0 0,1-1 0 0 0,-1 0 1 0 0,1 0-1 0 0,2 2 0 0 0,14 14-1434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2.0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86 1888 0 0,'0'-14'6997'0'0,"0"24"-6439"0"0,1 2 157 0 0,-1-1 0 0 0,-1 1 1 0 0,-2 18-1 0 0,-8 67 110 0 0,8-19-552 0 0,-3-21-161 0 0,-17 61 390 0 0,18-77 417 0 0,2-39-782 0 0,2-2-133 0 0,1 0 0 0 0,0 0 0 0 0,-1 0 0 0 0,1 1 0 0 0,-1-1 0 0 0,1 0 0 0 0,0 0 0 0 0,-1 0 0 0 0,1 0 0 0 0,-1 0 0 0 0,1 0 0 0 0,0 0 0 0 0,-1 0 0 0 0,1 0 0 0 0,-1 0 0 0 0,1 0 0 0 0,0 0 0 0 0,-1 0 0 0 0,1 0 0 0 0,-1 0 0 0 0,1-1 0 0 0,0 1 0 0 0,-1 0 0 0 0,1 0 0 0 0,0 0 0 0 0,-1-1 0 0 0,1 1 0 0 0,0 0 0 0 0,-1 0 0 0 0,1-1 0 0 0,0 1 0 0 0,-1 0 0 0 0,1-1 0 0 0,0 1 0 0 0,0 0 0 0 0,-1-1 0 0 0,1 1 0 0 0,0 0 0 0 0,0-1 0 0 0,0 1 0 0 0,0 0 0 0 0,-1-1 0 0 0,1 1 0 0 0,0-1 0 0 0,0 1 0 0 0,0 0 0 0 0,0-1 0 0 0,0 1 0 0 0,0-1 0 0 0,0 1 0 0 0,0 0 0 0 0,0-1 0 0 0,0 1 0 0 0,0-1 0 0 0,1 0 0 0 0,-1-1 620 0 0,0-1-368 0 0,-1-70 493 0 0,0 46-557 0 0,2 0 1 0 0,1 0-1 0 0,1 0 1 0 0,12-52-1 0 0,14-70 299 0 0,-28 143-455 0 0,0 0 0 0 0,0 0 0 0 0,1 0 0 0 0,0 0 0 0 0,0 0 0 0 0,0 0 0 0 0,1 1 0 0 0,0 0 0 0 0,5-8 0 0 0,1-2 207 0 0,-9 13-199 0 0,1 1 1 0 0,0-1-1 0 0,0 0 1 0 0,0 0-1 0 0,0 0 1 0 0,0 0-1 0 0,0 0 1 0 0,0 1-1 0 0,1-1 1 0 0,-1 1-1 0 0,1-1 1 0 0,-1 1 0 0 0,1-1-1 0 0,0 1 1 0 0,-1 0-1 0 0,1 0 1 0 0,0 0-1 0 0,0 0 1 0 0,0 0-1 0 0,0 0 1 0 0,0 0-1 0 0,3 0 1 0 0,-5 5 208 0 0,0-4-250 0 0,0 1 0 0 0,0-1 1 0 0,0 1-1 0 0,-1-1 0 0 0,1 1 0 0 0,0-1 0 0 0,0 1 0 0 0,0-1 0 0 0,0 1 0 0 0,0-1 0 0 0,0 1 0 0 0,0-1 0 0 0,1 1 0 0 0,-1-1 0 0 0,0 1 0 0 0,0-1 0 0 0,0 0 0 0 0,0 1 0 0 0,0-1 0 0 0,1 1 0 0 0,-1-1 0 0 0,0 1 1 0 0,0-1-1 0 0,1 0 0 0 0,-1 1 0 0 0,1 0 0 0 0,3-2-18 0 0,-4 1 13 0 0,0 0-1 0 0,1 0 1 0 0,-1 0-1 0 0,0 0 1 0 0,0 0-1 0 0,1 0 1 0 0,-1 0-1 0 0,0 0 1 0 0,1 0-1 0 0,-1 0 1 0 0,0 0-1 0 0,0 0 1 0 0,1 0-1 0 0,-1 0 1 0 0,0 0 0 0 0,0 1-1 0 0,1-1 1 0 0,-1 0-1 0 0,0 0 1 0 0,0 0-1 0 0,1 0 1 0 0,-1 0-1 0 0,0 1 1 0 0,0-1-1 0 0,0 0 1 0 0,1 0-1 0 0,-1 0 1 0 0,0 1-1 0 0,0-1 1 0 0,0 0 0 0 0,0 0-1 0 0,1 0 1 0 0,-1 1-1 0 0,6 29-5 0 0,8 197-24 0 0,-14-220 40 0 0,1 0 1 0 0,0 1-1 0 0,0-1 0 0 0,1 0 1 0 0,0 0-1 0 0,0 0 0 0 0,0 0 1 0 0,1 0-1 0 0,0 0 0 0 0,5 6 1 0 0,-3-1-42 0 0,-3-9 31 0 0,-1 0 0 0 0,1 0 0 0 0,-1-1 0 0 0,1 1 1 0 0,0 0-1 0 0,0-1 0 0 0,0 1 0 0 0,1-1 0 0 0,-1 1 1 0 0,0-1-1 0 0,1 0 0 0 0,0 0 0 0 0,-1 0 0 0 0,6 2 0 0 0,1 1-2 0 0,30 15 308 0 0,-38-19-302 0 0,0-1 1 0 0,0 1-1 0 0,0-1 1 0 0,0 1-1 0 0,0-1 0 0 0,0 1 1 0 0,0-1-1 0 0,0 0 1 0 0,0 1-1 0 0,0-1 1 0 0,0 0-1 0 0,0 0 1 0 0,0 0-1 0 0,0 0 1 0 0,0 0-1 0 0,1 0 0 0 0,-1 0 1 0 0,0 0-1 0 0,0 0 1 0 0,0-1-1 0 0,0 1 1 0 0,0 0-1 0 0,0-1 1 0 0,0 1-1 0 0,0-1 0 0 0,0 1 1 0 0,0-1-1 0 0,0 1 1 0 0,0-1-1 0 0,-1 0 1 0 0,1 1-1 0 0,0-1 1 0 0,0 0-1 0 0,0 0 1 0 0,-1 0-1 0 0,1 1 0 0 0,-1-1 1 0 0,1 0-1 0 0,0-2 1 0 0,0 2 27 0 0,11-2 23 0 0,2-5-112 0 0,-1-2 91 0 0,0 0 0 0 0,-1-1 0 0 0,0 0 0 0 0,0-1 0 0 0,-1-1 0 0 0,-1 1 0 0 0,12-19 0 0 0,-14-11-144 0 0,34-61 155 0 0,-36 70 170 0 0,5-15 203 0 0,-8 37 571 0 0,0 45-150 0 0,12 55-319 0 0,29 95-1 0 0,-19-113-730 0 0,-24-68 175 0 0,0 0 0 0 0,0 1 1 0 0,0-1-1 0 0,0 0 0 0 0,0 0 0 0 0,1 0 1 0 0,-1 0-1 0 0,1 0 0 0 0,0 0 1 0 0,0 0-1 0 0,0-1 0 0 0,0 1 1 0 0,0-1-1 0 0,5 5 0 0 0,-6-2 7 0 0,-1-5-21 0 0,0 1 1 0 0,0-1 0 0 0,0 1 0 0 0,0-1 0 0 0,0 1 0 0 0,0-1-1 0 0,0 1 1 0 0,0-1 0 0 0,0 1 0 0 0,0-1 0 0 0,0 1 0 0 0,1-1-1 0 0,-1 0 1 0 0,0 1 0 0 0,0-1 0 0 0,0 1 0 0 0,1-1 0 0 0,-1 1-1 0 0,0-1 1 0 0,0 0 0 0 0,1 1 0 0 0,-1-1 0 0 0,0 0 0 0 0,1 1-1 0 0,-1-1 1 0 0,1 1 0 0 0,14 9-1611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4.6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1 1760 0 0,'17'4'9309'0'0,"-17"45"-6634"0"0,-3-15-1545 0 0,-11 164 897 0 0,14-197-2014 0 0,0 1-1 0 0,0 0 1 0 0,0 0 0 0 0,0-1-1 0 0,-1 1 1 0 0,1 0 0 0 0,0-1 0 0 0,-1 1-1 0 0,1 0 1 0 0,-1-1 0 0 0,0 1-1 0 0,1-1 1 0 0,-1 1 0 0 0,0-1-1 0 0,0 1 1 0 0,0-1 0 0 0,0 0 0 0 0,0 1-1 0 0,-3 1 1 0 0,4-3-1 0 0,-3 12 287 0 0,4 5-41 0 0,0-4-159 0 0,0 0-1 0 0,-1 0 0 0 0,-1 0 0 0 0,0 0 1 0 0,-6 23-1 0 0,-19 83 835 0 0,11-77-583 0 0,11-28-396 0 0,4-11 52 0 0,0 15 114 0 0,0-8 150 0 0,0-8-182 0 0,0-4-70 0 0,0-6-6 0 0,0-44-1379 0 0,0 13-3459 0 0,0 39 4760 0 0,0-1 0 0 0,0 1 1 0 0,0 0-1 0 0,0-1 0 0 0,0 1 1 0 0,0-1-1 0 0,0 1 1 0 0,0-1-1 0 0,0 1 0 0 0,0-1 1 0 0,0 1-1 0 0,0 0 0 0 0,1-1 1 0 0,-1 1-1 0 0,0-1 0 0 0,0 1 1 0 0,1 0-1 0 0,-1-1 1 0 0,0 1-1 0 0,0 0 0 0 0,1-1 1 0 0,-1 1-1 0 0,0 0 0 0 0,1 0 1 0 0,-1-1-1 0 0,0 1 1 0 0,1-1-1 0 0,8-7-1968 0 0,-9-1 794 0 0,0 8 961 0 0,0-1-1 0 0,0 1 1 0 0,0 0 0 0 0,0-1 0 0 0,0 1-1 0 0,0 0 1 0 0,0-1 0 0 0,0 1 0 0 0,0 0-1 0 0,0 0 1 0 0,1-1 0 0 0,-1 1 0 0 0,1 0-1 0 0,-1 0 1 0 0,1-1 0 0 0,-1 1-1 0 0,2-2 1 0 0,13-26-3454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7.0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34 2688 0 0,'3'0'6501'0'0,"-2"-1"-6102"0"0,1 1 1 0 0,0-1-1 0 0,-1 1 1 0 0,1-1-1 0 0,-1 1 1 0 0,1-1-1 0 0,-1 0 0 0 0,1 0 1 0 0,-1 0-1 0 0,0 0 1 0 0,1 0-1 0 0,-1 0 0 0 0,0 0 1 0 0,0 0-1 0 0,0-1 1 0 0,1 1-1 0 0,-1 0 1 0 0,-1-1-1 0 0,1 1 0 0 0,0-1 1 0 0,0 1-1 0 0,0-1 1 0 0,-1 1-1 0 0,1-1 0 0 0,-1 1 1 0 0,1-1-1 0 0,-1-2 1 0 0,14 7 832 0 0,-13 0-1113 0 0,0 0 0 0 0,0 1 1 0 0,-1-1-1 0 0,1 1 0 0 0,-1-1 0 0 0,0 0 1 0 0,0 1-1 0 0,0-1 0 0 0,-1 4 1 0 0,1 4 276 0 0,6 54 20 0 0,-5-51-378 0 0,26 389 580 0 0,-27-375-587 0 0,0-7 40 0 0,-1 1-1 0 0,0 0 1 0 0,-2-1-1 0 0,-6 29 1 0 0,6-8-18 0 0,-1-22-82 0 0,-6-17-91 0 0,9-3 129 0 0,1 1 1 0 0,-1 0-1 0 0,1 0 1 0 0,0 0-1 0 0,-1 0 0 0 0,1 0 1 0 0,0 0-1 0 0,0 0 1 0 0,-1-1-1 0 0,1 1 0 0 0,0 0 1 0 0,0 0-1 0 0,0 0 1 0 0,0 0-1 0 0,0 0 0 0 0,1 2 1 0 0,-1-3 1 0 0,0 1-13 0 0,0-1 1 0 0,0 1-1 0 0,1-1 1 0 0,-1 1-1 0 0,0-1 1 0 0,0 1-1 0 0,0 0 1 0 0,0-1-1 0 0,0 1 0 0 0,0-1 1 0 0,0 1-1 0 0,-1-1 1 0 0,1 1-1 0 0,0-1 1 0 0,0 1-1 0 0,0-1 1 0 0,0 1-1 0 0,-1-1 1 0 0,1 1-1 0 0,0-1 1 0 0,-1 1-1 0 0,1-1 1 0 0,0 1-1 0 0,-1-1 1 0 0,1 1-1 0 0,0-1 1 0 0,-1 0-1 0 0,1 1 1 0 0,-1-1-1 0 0,1 0 1 0 0,-1 1-1 0 0,1-1 1 0 0,-1 0-1 0 0,1 0 1 0 0,-1 0-1 0 0,1 1 1 0 0,-1-1-1 0 0,1 0 1 0 0,-1 0-1 0 0,1 0 1 0 0,-1 0-1 0 0,1 0 1 0 0,-1 0-1 0 0,0 0 1 0 0,0 0-1 0 0,-2 0-51 0 0,3 3 245 0 0,0-2-182 0 0,0 0 1 0 0,-1-1-1 0 0,1 1 0 0 0,0 0 1 0 0,-1 0-1 0 0,1 0 0 0 0,-1-1 1 0 0,1 1-1 0 0,-1 0 0 0 0,1-1 1 0 0,-1 1-1 0 0,0 0 0 0 0,1-1 1 0 0,-1 1-1 0 0,0-1 0 0 0,1 1 1 0 0,-1-1-1 0 0,0 1 0 0 0,0-1 1 0 0,0 1-1 0 0,1-1 1 0 0,-1 0-1 0 0,0 1 0 0 0,0-1 1 0 0,0 0-1 0 0,0 0 0 0 0,0 0 1 0 0,0 0-1 0 0,1 0 0 0 0,-1 0 1 0 0,0 0-1 0 0,0 0 0 0 0,0 0 1 0 0,0 0-1 0 0,0 0 0 0 0,-1-1 1 0 0,-1 1 48 0 0,0 0 1 0 0,0-1-1 0 0,1 1 1 0 0,-1-1 0 0 0,0 0-1 0 0,0 0 1 0 0,1 0-1 0 0,-1 0 1 0 0,0 0-1 0 0,1-1 1 0 0,-1 1 0 0 0,-2-3-1 0 0,2 1 453 0 0,6-5-176 0 0,4-8-74 0 0,1 1-1 0 0,20-28 0 0 0,-22 31-188 0 0,-6 11-64 0 0,1 1 1 0 0,-1-1-1 0 0,0 1 1 0 0,1-1 0 0 0,-1 1-1 0 0,0-1 1 0 0,1 1-1 0 0,-1-1 1 0 0,0 1-1 0 0,1 0 1 0 0,-1-1 0 0 0,1 1-1 0 0,-1 0 1 0 0,1-1-1 0 0,-1 1 1 0 0,1 0-1 0 0,-1-1 1 0 0,1 1 0 0 0,-1 0-1 0 0,1 0 1 0 0,0 0-1 0 0,-1-1 1 0 0,1 1-1 0 0,-1 0 1 0 0,1 0 0 0 0,-1 0-1 0 0,1 0 1 0 0,0 0-1 0 0,-1 0 1 0 0,1 0-1 0 0,-1 0 1 0 0,1 0 0 0 0,0 1-1 0 0,-1-1 1 0 0,1 0-1 0 0,0 0 1 0 0,1 0-9 0 0,-1 0 0 0 0,1 0 0 0 0,0-1 0 0 0,-1 1 0 0 0,1-1 0 0 0,0 1 0 0 0,-1-1 0 0 0,1 0 0 0 0,-1 1 1 0 0,1-1-1 0 0,1-1 0 0 0,-1 1-9 0 0,-1-1 1 0 0,1 1 0 0 0,0 0 0 0 0,0 1-1 0 0,0-1 1 0 0,0 0 0 0 0,0 0-1 0 0,0 1 1 0 0,0 0 0 0 0,0-1-1 0 0,4 1 1 0 0,15-2 82 0 0,-10 2-27 0 0,1 0 0 0 0,-1 1 0 0 0,1 0 0 0 0,20 4 0 0 0,109 20-59 0 0,-86-9-275 0 0,-53-15 239 0 0,0 0 0 0 0,0 0 0 0 0,1-1-1 0 0,-1 1 1 0 0,0-1 0 0 0,0 0 0 0 0,1 0 0 0 0,-1 0 0 0 0,4 0 0 0 0,-4 0 54 0 0,1 0 1 0 0,-1 1 0 0 0,0-1-1 0 0,0 1 1 0 0,0-1-1 0 0,0 1 1 0 0,0 0-1 0 0,0 0 1 0 0,0 0-1 0 0,0 0 1 0 0,2 1 0 0 0,-2-1 13 0 0,-1 0 0 0 0,1 0 1 0 0,-1 0-1 0 0,1 0 0 0 0,0-1 1 0 0,-1 1-1 0 0,1-1 0 0 0,0 1 1 0 0,0-1-1 0 0,3 1 0 0 0,-4-1-45 0 0,-1 0 0 0 0,1 1-1 0 0,0-1 1 0 0,0 0 0 0 0,0 1 0 0 0,0-1-1 0 0,0 0 1 0 0,0 1 0 0 0,0-1 0 0 0,0 1-1 0 0,-1 0 1 0 0,1-1 0 0 0,0 1 0 0 0,0 0-1 0 0,-1-1 1 0 0,1 1 0 0 0,0 1 0 0 0,3 2-158 0 0,-2-3 72 0 0,0-1 0 0 0,0 1 0 0 0,0-1 0 0 0,0 1 1 0 0,0-1-1 0 0,0 0 0 0 0,0 0 0 0 0,0 0 0 0 0,1 0 1 0 0,2 0-1 0 0,-3-1 31 0 0,0 1-1 0 0,0 0 1 0 0,0 0 0 0 0,0 0-1 0 0,0 0 1 0 0,0 1 0 0 0,0-1-1 0 0,0 0 1 0 0,0 1 0 0 0,3 1 0 0 0,35 16-4671 0 0,19 12-9727 0 0,-50-24 12338 0 0,-8-5 1946 0 0,1 0 0 0 0,-1 0 0 0 0,0 0 0 0 0,1 0 0 0 0,0 0 0 0 0,-1 0 0 0 0,1 0 0 0 0,-1-1 1 0 0,1 1-1 0 0,0-1 0 0 0,-1 1 0 0 0,1-1 0 0 0,0 0 0 0 0,0 1 0 0 0,2-1 0 0 0,12 0-463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7.8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118 179 1984 0 0,'-17'-3'7765'0'0,"17"3"-7720"0"0,0-1-1 0 0,0 1 0 0 0,0-1 1 0 0,0 1-1 0 0,0 0 1 0 0,0-1-1 0 0,0 1 1 0 0,0 0-1 0 0,-1-1 1 0 0,1 1-1 0 0,0 0 1 0 0,0-1-1 0 0,0 1 1 0 0,0 0-1 0 0,-1-1 1 0 0,1 1-1 0 0,0 0 1 0 0,0 0-1 0 0,-1-1 1 0 0,1 1-1 0 0,0 0 1 0 0,0 0-1 0 0,-1-1 1 0 0,1 1-1 0 0,0 0 1 0 0,-1 0-1 0 0,1 0 1 0 0,0 0-1 0 0,-1-1 1 0 0,1 1-1 0 0,0 0 1 0 0,-1 0-1 0 0,1 0 0 0 0,-1 0 1 0 0,1 0-1 0 0,0 0 1 0 0,-1 0-1 0 0,1 0 1 0 0,0 0-1 0 0,-1 0 1 0 0,1 0-1 0 0,0 0 1 0 0,-1 0-1 0 0,-2 1 151 0 0,1-1 0 0 0,-1 1 0 0 0,1-1-1 0 0,-1 1 1 0 0,1 0 0 0 0,-1 0 0 0 0,1 0-1 0 0,0 0 1 0 0,-1 1 0 0 0,1-1 0 0 0,0 1-1 0 0,0-1 1 0 0,0 1 0 0 0,0 0 0 0 0,0-1-1 0 0,1 1 1 0 0,-1 0 0 0 0,1 0 0 0 0,-1 0 0 0 0,1 1-1 0 0,-1-1 1 0 0,1 0 0 0 0,0 0 0 0 0,0 1-1 0 0,0-1 1 0 0,0 4 0 0 0,-7 18 399 0 0,1 1 0 0 0,1 0 0 0 0,2 0 0 0 0,-2 28 0 0 0,5-10-160 0 0,7-27-349 0 0,0-4 36 0 0,3 17 132 0 0,-5-15-237 0 0,0 0 0 0 0,1 0-1 0 0,1 0 1 0 0,0 0 0 0 0,1-1 0 0 0,0 0-1 0 0,16 20 1 0 0,13 18 213 0 0,-32-46-213 0 0,-3-1-14 0 0,1-1-1 0 0,0 0 1 0 0,1 0 0 0 0,-1-1 0 0 0,0 1 0 0 0,1 0 0 0 0,0-1-1 0 0,-1 1 1 0 0,1-1 0 0 0,0 0 0 0 0,4 2 0 0 0,117 69 78 0 0,-105-63-35 0 0,1-2 0 0 0,0 0 0 0 0,36 8 0 0 0,-41-12 57 0 0,-5-2-135 0 0,1 0 0 0 0,0-1 0 0 0,0 0 0 0 0,-1 0-1 0 0,1-1 1 0 0,12-2 0 0 0,17 0 249 0 0,-36 2-207 0 0,0-1-1 0 0,0 1 1 0 0,0-1-1 0 0,0 0 1 0 0,0 0-1 0 0,0 0 0 0 0,0-1 1 0 0,0 1-1 0 0,0-1 1 0 0,-1 0-1 0 0,5-3 1 0 0,29-17-47 0 0,33-27 1 0 0,-66 46 45 0 0,-1 1-1 0 0,0-2 1 0 0,0 1 0 0 0,0 0-1 0 0,0-1 1 0 0,3-5 0 0 0,-3 6 173 0 0,-2 2-181 0 0,0 1 0 0 0,0-1 0 0 0,0 1 0 0 0,0-1 0 0 0,0 0 0 0 0,0 1 1 0 0,0-1-1 0 0,0 0 0 0 0,0 0 0 0 0,0 1 0 0 0,0-1 0 0 0,-1 0 0 0 0,1 0 1 0 0,0 0-1 0 0,-1 0 0 0 0,1 0 0 0 0,-1 0 0 0 0,1 0 0 0 0,-1-1 0 0 0,1 1 1 0 0,-1 0-1 0 0,0 0 0 0 0,0 0 0 0 0,0 0 0 0 0,1-2 0 0 0,10-20-217 0 0,-11 23 213 0 0,1-1 0 0 0,-1 1-1 0 0,1-1 1 0 0,-1 1-1 0 0,0-1 1 0 0,1 1-1 0 0,-1-1 1 0 0,0 0 0 0 0,1 1-1 0 0,-1-1 1 0 0,0 1-1 0 0,0-1 1 0 0,1 0 0 0 0,-1 1-1 0 0,0-1 1 0 0,0 0-1 0 0,0 1 1 0 0,0-1-1 0 0,0 0 1 0 0,0 0 0 0 0,1-6 59 0 0,2 0 59 0 0,-1 4-87 0 0,0 0 1 0 0,-1 0 0 0 0,0-1 0 0 0,0 1 0 0 0,0 0-1 0 0,0-1 1 0 0,0 1 0 0 0,-1-1 0 0 0,1 1-1 0 0,-1-1 1 0 0,0 1 0 0 0,0-6 0 0 0,0-98 52 0 0,1 91 47 0 0,-2 3 21 0 0,-16-43 19 0 0,-3 0 84 0 0,-48-100 0 0 0,63 147-205 0 0,0 0 0 0 0,0 0 0 0 0,-1 1 0 0 0,-1 0 0 0 0,1 0 0 0 0,-1 0 0 0 0,-1 1 1 0 0,1 0-1 0 0,-1 0 0 0 0,0 1 0 0 0,-1 0 0 0 0,0 0 0 0 0,0 1 0 0 0,0 0 0 0 0,0 1 0 0 0,-15-5 1 0 0,-12-1 6 0 0,0 1 0 0 0,-1 2 1 0 0,-63-4-1 0 0,90 11-38 0 0,-1-1 0 0 0,1 1 1 0 0,0 1-1 0 0,0 0 0 0 0,-19 3 0 0 0,27-3-5 0 0,-10 2-8 0 0,1 0 0 0 0,-1 0 1 0 0,1 1-1 0 0,0 1 0 0 0,-17 9 0 0 0,3-1-68 0 0,17-10 17 0 0,1 0-1 0 0,-1 1 1 0 0,1 0-1 0 0,0 1 1 0 0,0-1 0 0 0,0 1-1 0 0,1 1 1 0 0,0-1 0 0 0,0 1-1 0 0,0 0 1 0 0,1 0-1 0 0,-1 1 1 0 0,2 0 0 0 0,-1 0-1 0 0,1 0 1 0 0,0 0 0 0 0,-6 15-1 0 0,4-9-250 0 0,5-11 234 0 0,-1 2-62 0 0,1-1-1 0 0,-1 1 1 0 0,1 0 0 0 0,0-1-1 0 0,0 1 1 0 0,0 0-1 0 0,1 0 1 0 0,-1 6-1 0 0,0 11-820 0 0,1-1 0 0 0,0 1-1 0 0,2-1 1 0 0,6 34 0 0 0,-3-37-302 0 0,1 1-1 0 0,0-1 1 0 0,2 0 0 0 0,13 23 0 0 0,-19-37 1027 0 0,1 4-325 0 0,1-1-1 0 0,-1 0 1 0 0,1 0-1 0 0,10 10 1 0 0,-12-15 337 0 0,0 1 0 0 0,0 0 0 0 0,0-1 1 0 0,1 0-1 0 0,-1 1 0 0 0,1-1 1 0 0,-1 0-1 0 0,5 1 0 0 0,21 10-1956 0 0,15 4-56 0 0,-7 1 784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8.2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8 1824 0 0,'-2'-7'12397'0'0,"3"25"-6935"0"0,2-9-6170 0 0,45 50 1391 0 0,105 139 784 0 0,-111-146-1191 0 0,-28-43-375 0 0,1-3-78 0 0,-12-3 152 0 0,1 0 1 0 0,-1 0-1 0 0,0 0 0 0 0,0 1 1 0 0,0-1-1 0 0,0 1 1 0 0,2 4-1 0 0,26 32-2125 0 0,32 22-6420 0 0,-62-61 8240 0 0,0 0 1 0 0,0 1 0 0 0,1-1 0 0 0,-1 0 0 0 0,0 0-1 0 0,1 0 1 0 0,-1 0 0 0 0,1 0 0 0 0,0 0-1 0 0,-1-1 1 0 0,1 1 0 0 0,-1-1 0 0 0,1 1-1 0 0,3 0 1 0 0,-2 16-4940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9.5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1632 0 0,'7'3'1048'0'0,"0"0"1"0"0,1-1-1 0 0,0 1 0 0 0,-1-2 1 0 0,1 1-1 0 0,11 0 1 0 0,49-1 2119 0 0,-33-2-2299 0 0,75-1-363 0 0,333-12 1233 0 0,-283 2-710 0 0,-142 10-847 0 0,58 1 269 0 0,-51 2-511 0 0,0-1 0 0 0,41-6 0 0 0,-17-1 398 0 0,0 2-1 0 0,79 3 1 0 0,-78 2-252 0 0,120 0-70 0 0,289-3 288 0 0,44-8-171 0 0,239 8-197 0 0,-533 3 176 0 0,-16-10-48 0 0,-140 6-154 0 0,-8 2 136 0 0,82 7 1 0 0,-101-3-22 0 0,1-1-1 0 0,-1-1 1 0 0,50-6 0 0 0,-70 5-32 0 0,5-1 36 0 0,0 1-1 0 0,0 0 1 0 0,0 1 0 0 0,0 0-1 0 0,16 1 1 0 0,32 3 131 0 0,333 24 261 0 0,-335-27-429 0 0,-34-8-15 0 0,-10 2 17 0 0,-12 5 8 0 0,0-1 1 0 0,0 1-1 0 0,0 0 0 0 0,0 0 0 0 0,0-1 1 0 0,1 1-1 0 0,-1 0 0 0 0,0 0 1 0 0,0 0-1 0 0,0 0 0 0 0,0 0 0 0 0,0 1 1 0 0,0-1-1 0 0,1 0 0 0 0,-1 0 0 0 0,0 1 1 0 0,0-1-1 0 0,0 1 0 0 0,0-1 1 0 0,0 1-1 0 0,0-1 0 0 0,0 1 0 0 0,1 1 1 0 0,10 4 86 0 0,62 0 55 0 0,-73-6-143 0 0,58 10-346 0 0,-12-6 865 0 0,-47-4-514 0 0,1 0-1 0 0,-1 0 1 0 0,1 0-1 0 0,-1 0 1 0 0,1 0 0 0 0,-1 0-1 0 0,0 0 1 0 0,1 0-1 0 0,-1 0 1 0 0,1 0-1 0 0,-1 1 1 0 0,0-1 0 0 0,1 0-1 0 0,-1 0 1 0 0,1 0-1 0 0,-1 1 1 0 0,0-1-1 0 0,1 0 1 0 0,-1 0 0 0 0,0 1-1 0 0,1-1 1 0 0,-1 0-1 0 0,0 1 1 0 0,0-1-1 0 0,1 0 1 0 0,-1 1 0 0 0,0-1-1 0 0,0 1 1 0 0,0-1-1 0 0,1 0 1 0 0,-1 1-1 0 0,0-1 1 0 0,0 1 0 0 0,0 0-21 0 0,0-1 1 0 0,0 1-1 0 0,1-1 1 0 0,-1 0-1 0 0,0 1 1 0 0,0-1-1 0 0,0 1 0 0 0,0-1 1 0 0,1 0-1 0 0,-1 1 1 0 0,0-1-1 0 0,1 0 1 0 0,-1 1-1 0 0,0-1 1 0 0,0 0-1 0 0,1 1 1 0 0,-1-1-1 0 0,1 0 1 0 0,-1 0-1 0 0,0 1 1 0 0,1-1-1 0 0,-1 0 1 0 0,0 0-1 0 0,1 0 1 0 0,-1 0-1 0 0,1 1 1 0 0,-1-1-1 0 0,1 0 1 0 0,-1 0-1 0 0,1 0 1 0 0,-1 0-1 0 0,0 0 1 0 0,1 0-1 0 0,5 0-52 0 0,-6-1 62 0 0,1 1 0 0 0,0 0-1 0 0,0 0 1 0 0,0-1 0 0 0,-1 1 0 0 0,1 0-1 0 0,0 0 1 0 0,0 0 0 0 0,0 0-1 0 0,-1 0 1 0 0,1 0 0 0 0,0 0 0 0 0,0 0-1 0 0,0 1 1 0 0,0-1 0 0 0,-1 0 0 0 0,1 0-1 0 0,0 1 1 0 0,0-1 0 0 0,-1 0 0 0 0,1 1-1 0 0,0-1 1 0 0,-1 1 0 0 0,1-1 0 0 0,0 1-1 0 0,-1-1 1 0 0,1 1 0 0 0,-1-1 0 0 0,1 1-1 0 0,0 0 1 0 0,-1-1 0 0 0,0 1 0 0 0,1 0-1 0 0,-1 0 1 0 0,1-1 0 0 0,-1 1 0 0 0,0 0-1 0 0,0 0 1 0 0,1 1 0 0 0,-1-2-9 0 0,1 0 0 0 0,-1 1 0 0 0,0-1 1 0 0,1 0-1 0 0,-1 1 0 0 0,0-1 0 0 0,1 0 0 0 0,-1 1 1 0 0,0-1-1 0 0,1 0 0 0 0,-1 0 0 0 0,1 0 1 0 0,-1 1-1 0 0,1-1 0 0 0,-1 0 0 0 0,1 0 0 0 0,-1 0 1 0 0,0 0-1 0 0,1 0 0 0 0,-1 0 0 0 0,1 0 0 0 0,-1 0 1 0 0,1 0-1 0 0,-1 0 0 0 0,1 0 0 0 0,-1 0 1 0 0,1 0-1 0 0,-1 0 0 0 0,1-1 0 0 0,-1 1 0 0 0,1 0 1 0 0,13-1-1568 0 0,37 1-5298 0 0,-12 0-3313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2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55 525 1984 0 0,'-2'0'7835'0'0,"-10"3"-6406"0"0,9 9 373 0 0,3-7-356 0 0,6 17 122 0 0,-5-18-1397 0 0,1 0 1 0 0,0-1-1 0 0,0 1 1 0 0,1-1 0 0 0,-1 0-1 0 0,1 0 1 0 0,-1 0-1 0 0,1 0 1 0 0,0 0 0 0 0,0-1-1 0 0,0 1 1 0 0,1-1 0 0 0,-1 0-1 0 0,1 0 1 0 0,-1 0-1 0 0,1 0 1 0 0,0-1 0 0 0,-1 1-1 0 0,1-1 1 0 0,8 2 0 0 0,2-1-33 0 0,1 0 0 0 0,0-1 0 0 0,27-1 0 0 0,-26 0-38 0 0,1 0 144 0 0,0 0-1 0 0,1-1 1 0 0,27-6 0 0 0,-37 5-223 0 0,-1-1 1 0 0,0 0-1 0 0,0 0 1 0 0,0-1-1 0 0,10-7 0 0 0,-12 8-26 0 0,2-1 16 0 0,0 0 0 0 0,-1-1 0 0 0,1 0 1 0 0,-1 0-1 0 0,9-11 0 0 0,8-7-384 0 0,-22 22 390 0 0,1-1 0 0 0,-1 1 0 0 0,1-1 0 0 0,-1 0 0 0 0,0 1 0 0 0,1-1 0 0 0,-1 0 1 0 0,0 0-1 0 0,0 0 0 0 0,0 0 0 0 0,-1 0 0 0 0,1 0 0 0 0,0 0 0 0 0,-1 0 0 0 0,1 0 0 0 0,0-4 0 0 0,-2-1 18 0 0,0-1 0 0 0,0 1 0 0 0,-1 0 1 0 0,0 0-1 0 0,0 0 0 0 0,-5-11 0 0 0,-21-43 524 0 0,-56-92 0 0 0,46 102-523 0 0,16 37-68 0 0,2 4 391 0 0,12 6-440 0 0,1 1 0 0 0,-1-1-1 0 0,0 1 1 0 0,0 1 0 0 0,0 0-1 0 0,0 0 1 0 0,-1 0-1 0 0,-9 0 1 0 0,17 2 101 0 0,-1 0 1 0 0,1 0-1 0 0,-1 0 0 0 0,1 0 1 0 0,-1 0-1 0 0,1 0 0 0 0,-1 0 1 0 0,1-1-1 0 0,0 1 0 0 0,-1 0 1 0 0,1-1-1 0 0,-1 1 0 0 0,1-1 1 0 0,0 0-1 0 0,-1 1 0 0 0,1-1 1 0 0,0 0-1 0 0,0 0 0 0 0,-1 0 1 0 0,1 0-1 0 0,0 0 0 0 0,0 0 1 0 0,-1-2-1 0 0,-3 2-11 0 0,0-1-1 0 0,0 1 1 0 0,0 1 0 0 0,0-1-1 0 0,0 1 1 0 0,0 0-1 0 0,-1 0 1 0 0,-8 2 0 0 0,6-2-369 0 0,-19 0-80 0 0,-10 3 889 0 0,27 3-418 0 0,11-6-25 0 0,-1 1 1 0 0,1 0 0 0 0,-1-1-1 0 0,1 1 1 0 0,-1-1-1 0 0,1 1 1 0 0,0-1 0 0 0,-1 1-1 0 0,1-1 1 0 0,0 1-1 0 0,-1-1 1 0 0,1 0 0 0 0,0 1-1 0 0,-1-1 1 0 0,1 0 0 0 0,0 0-1 0 0,0 1 1 0 0,0-1-1 0 0,-1 0 1 0 0,3 0 0 0 0,37 6 568 0 0,80 2 0 0 0,205-8-624 0 0,-60-11-86 0 0,-208 8 161 0 0,-1 3 58 0 0,-60 0-21 0 0,0-1-1 0 0,0 0 1 0 0,0 1-1 0 0,0-1 1 0 0,0 0-1 0 0,0-1 1 0 0,0 1-1 0 0,0-1 0 0 0,-5-3 1 0 0,-90-52 528 0 0,45 29-171 0 0,35 24-941 0 0,19 4 541 0 0,-1 0-1 0 0,1 1 1 0 0,-1-1-1 0 0,1 0 0 0 0,-1 0 1 0 0,1 0-1 0 0,-1 0 1 0 0,1 0-1 0 0,-1 0 1 0 0,1 0-1 0 0,-1-1 1 0 0,1 1-1 0 0,-1 0 1 0 0,1 0-1 0 0,-1 0 1 0 0,1 0-1 0 0,-1-1 1 0 0,1 1-1 0 0,0 0 0 0 0,-1 0 1 0 0,1-1-1 0 0,-1 1 1 0 0,1 0-1 0 0,0-1 1 0 0,-1 1-1 0 0,1 0 1 0 0,0-1-1 0 0,-1 1 1 0 0,1-1-1 0 0,0 1 1 0 0,0 0-1 0 0,-1-1 0 0 0,1 1 1 0 0,0-1-1 0 0,0 1 1 0 0,0-1-1 0 0,0 1 1 0 0,0-1-1 0 0,-1 1 1 0 0,1-1-1 0 0,0 1 1 0 0,0-1-1 0 0,0 1 1 0 0,0-1-1 0 0,1 0 1 0 0,-1-2-416 0 0,0 9-181 0 0,1 5 596 0 0,0-1 0 0 0,1 1 1 0 0,1-1-1 0 0,6 18 0 0 0,62 196 1543 0 0,-51-129-1176 0 0,-15-71-391 0 0,0-1-1 0 0,10 29 0 0 0,-5-7-544 0 0,-9-38 514 0 0,0 0 1 0 0,1 0-1 0 0,-1 0 0 0 0,2 0 1 0 0,2 7-1 0 0,10 14-414 0 0,-7-14 329 0 0,-1 1 0 0 0,-1 0 1 0 0,6 17-1 0 0,2 13-163 0 0,-11-37-725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2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 2816 0 0,'0'0'4576'0'0,"25"19"-6"0"0,-4-3-2931 0 0,82 67 3263 0 0,-83-64-4353 0 0,0 0 0 0 0,-1 1-1 0 0,26 38 1 0 0,-36-44-274 0 0,-8-12-227 0 0,0 0 0 0 0,0 0 0 0 0,1-1 0 0 0,-1 1-1 0 0,0 0 1 0 0,1 0 0 0 0,-1-1 0 0 0,1 1-1 0 0,-1-1 1 0 0,1 1 0 0 0,0-1 0 0 0,0 0-1 0 0,0 1 1 0 0,2 0 0 0 0,-2-1-102 0 0,-1 0 0 0 0,1 1 0 0 0,-1-1 0 0 0,1 1 0 0 0,-1-1-1 0 0,0 1 1 0 0,0 0 0 0 0,1 0 0 0 0,-1-1 0 0 0,0 1 0 0 0,-1 0 0 0 0,1 0 0 0 0,0 0 0 0 0,0 0 0 0 0,-1 0 0 0 0,1 0 0 0 0,-1 3-1 0 0,1-2 102 0 0,-1-1-1 0 0,1 1 0 0 0,0 0 0 0 0,0-1 0 0 0,0 1 0 0 0,0-1 1 0 0,0 0-1 0 0,1 1 0 0 0,2 2 0 0 0,1 15 125 0 0,4 51-822 0 0,-9-71 641 0 0,0 1 1 0 0,0 0-1 0 0,0 0 0 0 0,0 0 1 0 0,0 0-1 0 0,0 0 0 0 0,0 0 1 0 0,0 0-1 0 0,0 0 0 0 0,0 0 0 0 0,-1 0 1 0 0,1 0-1 0 0,0 0 0 0 0,-1-1 1 0 0,1 1-1 0 0,0 0 0 0 0,-1 0 1 0 0,1 0-1 0 0,-1-1 0 0 0,0 1 1 0 0,1 0-1 0 0,-1 0 0 0 0,1-1 0 0 0,-1 1 1 0 0,0 0-1 0 0,0-1 0 0 0,1 1 1 0 0,-1-1-1 0 0,0 1 0 0 0,0-1 1 0 0,0 0-1 0 0,0 1 0 0 0,1-1 1 0 0,-1 0-1 0 0,0 1 0 0 0,0-1 1 0 0,0 0-1 0 0,0 0 0 0 0,0 0 0 0 0,0 0 1 0 0,0 0-1 0 0,-1 0 0 0 0,-27-9 146 0 0,28 9-132 0 0,0-1 1 0 0,0 1 1 0 0,0 0-1 0 0,1 0 1 0 0,-1-1 0 0 0,0 1-1 0 0,0 0 1 0 0,1-1-1 0 0,-1 1 1 0 0,0 0-1 0 0,1-1 1 0 0,-1 1 0 0 0,0-1-1 0 0,1 0 1 0 0,-1 1-1 0 0,1-1 1 0 0,-1 1-1 0 0,1-1 1 0 0,-1 0 0 0 0,1 1-1 0 0,-1-1 1 0 0,1-1-1 0 0,-12-13 46 0 0,6 8 76 0 0,0-1 1 0 0,0 0-1 0 0,-6-13 0 0 0,6-19 193 0 0,1 4-401 0 0,1 12 92 0 0,1 0 0 0 0,1-41 0 0 0,2 8 469 0 0,0 52-531 0 0,0-1-1 0 0,1 0 0 0 0,-1 0 0 0 0,1 0 1 0 0,0 1-1 0 0,1-1 0 0 0,0 0 0 0 0,0 1 0 0 0,0-1 1 0 0,0 1-1 0 0,1 0 0 0 0,0 0 0 0 0,0 0 1 0 0,0 0-1 0 0,1 0 0 0 0,3-4 0 0 0,30-13-3772 0 0,70-26-9412 0 0,-103 46 12746 0 0,0 0 1 0 0,0 1 0 0 0,0-1-1 0 0,0 1 1 0 0,0 0 0 0 0,0 0-1 0 0,8-1 1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3.2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40 2176 0 0,'0'-6'4069'0'0,"0"-22"5707"0"0,0 28-9723 0 0,0 1 1 0 0,0-1-1 0 0,0 1 0 0 0,0-1 1 0 0,0 0-1 0 0,0 1 0 0 0,0-1 1 0 0,1 0-1 0 0,-1 1 0 0 0,0-1 1 0 0,0 0-1 0 0,0 0 1 0 0,1 1-1 0 0,-1-1 0 0 0,0 0 1 0 0,0 1-1 0 0,0-1 0 0 0,1 0 1 0 0,-1 0-1 0 0,0 0 0 0 0,1 1 1 0 0,-1-1-1 0 0,0 0 1 0 0,1 0-1 0 0,-1 0 0 0 0,0 0 1 0 0,1 1-1 0 0,-1-1 0 0 0,0 0 1 0 0,1 0-1 0 0,0 0-38 0 0,-1 0-1 0 0,1 0 0 0 0,-1 0 1 0 0,0 1-1 0 0,1-1 1 0 0,-1 0-1 0 0,1 0 1 0 0,-1 0-1 0 0,1 1 1 0 0,-1-1-1 0 0,0 0 1 0 0,1 1-1 0 0,-1-1 1 0 0,1 0-1 0 0,-1 1 1 0 0,0-1-1 0 0,0 0 1 0 0,1 1-1 0 0,-1-1 0 0 0,0 1 1 0 0,0-1-1 0 0,1 1 1 0 0,-1-1-1 0 0,0 1 1 0 0,0-1-1 0 0,0 1 1 0 0,0-1-1 0 0,0 1 1 0 0,1-1-1 0 0,-1 0 1 0 0,0 2-1 0 0,7 18 553 0 0,-6-18-486 0 0,1 0-1 0 0,-1 1 0 0 0,0-1 1 0 0,0 1-1 0 0,0-1 0 0 0,-1 1 1 0 0,1-1-1 0 0,0 1 0 0 0,-1 3 1 0 0,0 2-239 0 0,0-7 135 0 0,0 0 0 0 0,0 0-1 0 0,0 0 1 0 0,0 0 0 0 0,0 0-1 0 0,1 0 1 0 0,-1 0-1 0 0,0 0 1 0 0,1 0 0 0 0,-1 0-1 0 0,0-1 1 0 0,1 1 0 0 0,-1 0-1 0 0,1 0 1 0 0,0 0-1 0 0,-1 0 1 0 0,1-1 0 0 0,0 1-1 0 0,-1 0 1 0 0,1-1 0 0 0,0 1-1 0 0,-1 0 1 0 0,1-1 0 0 0,0 1-1 0 0,0-1 1 0 0,1 1-1 0 0,22 22-9 0 0,-24-22 35 0 0,3 2 25 0 0,0-1 0 0 0,0 1 1 0 0,0 0-1 0 0,1-1 1 0 0,-1 1-1 0 0,1-1 1 0 0,0 0-1 0 0,-1 0 1 0 0,1-1-1 0 0,0 1 1 0 0,8 1-1 0 0,10 2 83 0 0,0-2 1 0 0,42 3-1 0 0,-63-6-82 0 0,1 0 1 0 0,0 0 0 0 0,0 0-1 0 0,-1 0 1 0 0,1 0 0 0 0,0 0 0 0 0,-1-1-1 0 0,1 1 1 0 0,0-1 0 0 0,-1 1-1 0 0,1-1 1 0 0,0 0 0 0 0,2-1-1 0 0,2-11 423 0 0,-6 13-438 0 0,0-1 0 0 0,0 1 0 0 0,0 0 1 0 0,0-1-1 0 0,0 1 0 0 0,0-1 0 0 0,0 1 0 0 0,0 0 0 0 0,1-1 0 0 0,-1 1 0 0 0,0 0 0 0 0,0-1 0 0 0,0 1 0 0 0,0-1 0 0 0,1 1 0 0 0,-1 0 0 0 0,0-1 1 0 0,0 1-1 0 0,1 0 0 0 0,-1 0 0 0 0,0-1 0 0 0,1 1 0 0 0,-1 0 0 0 0,0 0 0 0 0,1-1 0 0 0,-1 1 0 0 0,0 0 0 0 0,1 0 0 0 0,-1 0 0 0 0,0 0 0 0 0,1 0 1 0 0,-1-1-1 0 0,1 1 0 0 0,-1 0 0 0 0,0 0 0 0 0,1 0 0 0 0,0 0 0 0 0,-1-17-626 0 0,0 17 608 0 0,0-1 0 0 0,0 1 1 0 0,0-1-1 0 0,0 1 0 0 0,0-1 1 0 0,0 1-1 0 0,0-1 0 0 0,0 1 1 0 0,0-1-1 0 0,0 1 0 0 0,0-1 1 0 0,0 0-1 0 0,0 1 0 0 0,1-1 1 0 0,-1 1-1 0 0,0-1 0 0 0,0 1 1 0 0,1 0-1 0 0,-1-1 1 0 0,0 1-1 0 0,1-1 0 0 0,-1 1 1 0 0,0-1-1 0 0,1 1 0 0 0,-1 0 1 0 0,1-1-1 0 0,-1 1 0 0 0,1-1 1 0 0,7-7 293 0 0,-5-14 159 0 0,-3 21-466 0 0,0 1-1 0 0,-1-1 0 0 0,1 1 0 0 0,0-1 0 0 0,0 1 0 0 0,0-1 1 0 0,0 1-1 0 0,0-1 0 0 0,1 1 0 0 0,-1-1 0 0 0,0 1 0 0 0,0-1 1 0 0,0 1-1 0 0,0-1 0 0 0,0 1 0 0 0,1-1 0 0 0,-1 1 0 0 0,0-1 1 0 0,0 1-1 0 0,1 0 0 0 0,-1-1 0 0 0,0 1 0 0 0,1-1 0 0 0,-1 1 1 0 0,1 0-1 0 0,-1-1 0 0 0,0 1 0 0 0,1 0 0 0 0,-1 0 0 0 0,1-1 1 0 0,-1 1-1 0 0,1 0 0 0 0,-1 0 0 0 0,1 0 0 0 0,0-1 0 0 0,-1 1 15 0 0,1 0 0 0 0,-1 0-1 0 0,0 0 1 0 0,1 0-1 0 0,-1 0 1 0 0,0-1-1 0 0,1 1 1 0 0,-1 0 0 0 0,1 0-1 0 0,-1 0 1 0 0,0-1-1 0 0,0 1 1 0 0,1 0-1 0 0,-1 0 1 0 0,0-1 0 0 0,1 1-1 0 0,-1 0 1 0 0,0-1-1 0 0,0 1 1 0 0,1 0-1 0 0,-1-1 1 0 0,0 1 0 0 0,0 0-1 0 0,0-1 1 0 0,0 1-1 0 0,0 0 1 0 0,1-1-1 0 0,-1 1 1 0 0,0-1 0 0 0,0 1-1 0 0,0 0 1 0 0,0-1-1 0 0,0 1 1 0 0,0-1 0 0 0,0 0-1 0 0,0-52 2755 0 0,0 98-2476 0 0,-1-41-190 0 0,1 0-1 0 0,0 0 1 0 0,1 0 0 0 0,-1 0 0 0 0,1 0-1 0 0,-1 0 1 0 0,1 0 0 0 0,0 0 0 0 0,3 4-1 0 0,3 15 509 0 0,-5 5-606 0 0,-1-17-1 0 0,1 0 0 0 0,-1 1 0 0 0,2-1 0 0 0,-1 0 1 0 0,2 0-1 0 0,-1-1 0 0 0,7 12 0 0 0,35 71-156 0 0,-38-81-1224 0 0,1 0 0 0 0,1-1 0 0 0,-1 0 0 0 0,17 14-1 0 0,-17-17-1030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4.9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2752 0 0,'0'34'16163'0'0,"0"-20"-13745"0"0,0-13-2380 0 0,1 0 0 0 0,-1 0-1 0 0,0 0 1 0 0,1 0 0 0 0,-1 0 0 0 0,0 0 0 0 0,1-1 0 0 0,-1 1 0 0 0,1 0 0 0 0,0 0 0 0 0,-1 0 0 0 0,1 0 0 0 0,0-1 0 0 0,-1 1 0 0 0,1 0-1 0 0,0-1 1 0 0,1 2 0 0 0,2 1 64 0 0,7 18 102 0 0,-6-14-155 0 0,-1 1 0 0 0,0-1-1 0 0,-1 1 1 0 0,4 9 0 0 0,-5-7 5 0 0,-2-9-41 0 0,0 1 0 0 0,1 0 0 0 0,-1 0 0 0 0,1-1 0 0 0,-1 1 0 0 0,1 0 0 0 0,0-1 0 0 0,-1 1 0 0 0,1-1 0 0 0,0 1-1 0 0,0-1 1 0 0,0 1 0 0 0,1-1 0 0 0,-1 0 0 0 0,2 3 0 0 0,17 27-221 0 0,5 0 224 0 0,-19-23 2 0 0,1 3 23 0 0,2 0 0 0 0,-1 0 0 0 0,13 11 0 0 0,-19-20-27 0 0,1 0 1 0 0,-1 0-1 0 0,0 0 1 0 0,1 0-1 0 0,0 0 0 0 0,-1-1 1 0 0,1 1-1 0 0,0-1 1 0 0,0 1-1 0 0,0-1 1 0 0,0 0-1 0 0,0 0 1 0 0,0-1-1 0 0,0 1 1 0 0,0-1-1 0 0,0 1 0 0 0,0-1 1 0 0,1 0-1 0 0,-1 0 1 0 0,5-1-1 0 0,-7 1-6 0 0,0-1 0 0 0,0 1 0 0 0,0 0 0 0 0,-1-1 0 0 0,1 1 0 0 0,0-1 0 0 0,-1 1-1 0 0,1-1 1 0 0,0 1 0 0 0,-1-1 0 0 0,1 1 0 0 0,0-1 0 0 0,-1 0 0 0 0,1 1 0 0 0,-1-1 0 0 0,1 0-1 0 0,-1 0 1 0 0,0 1 0 0 0,1-1 0 0 0,-1 0 0 0 0,0 0 0 0 0,1 0 0 0 0,-1 1 0 0 0,0-1 0 0 0,0 0 0 0 0,0 0-1 0 0,0 0 1 0 0,0 0 0 0 0,0 0 0 0 0,0 1 0 0 0,0-1 0 0 0,0 0 0 0 0,0 0 0 0 0,0 0 0 0 0,-1 0-1 0 0,1 1 1 0 0,-1-2 0 0 0,1-11-116 0 0,0-4 48 0 0,1-7-45 0 0,-1 0 1 0 0,-4-27 0 0 0,-1 15-392 0 0,1 12-206 0 0,1 0 0 0 0,1-35-1 0 0,2 56-209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5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2464 0 0,'0'0'12000'0'0,"0"17"-10560"0"0,17 67-193 0 0,0-67-1407 0 0,-17 0 96 0 0,17 0-128 0 0,-1 0-1215 0 0,-16-1 127 0 0,17-16 672 0 0,-17 18-3296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5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17 1920 0 0,'-17'-17'15359'0'0,"17"34"-15455"0"0,17-17 96 0 0,-17 17-991 0 0,34 1-6337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5.7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 2400 0 0,'-5'5'4941'0'0,"-12"13"2082"0"0,5-10-5995 0 0,5-5-825 0 0,7-3-195 0 0,-1 1 0 0 0,1-1 0 0 0,-1 0 0 0 0,1 0 0 0 0,-1 0 0 0 0,1 0 1 0 0,-1 1-1 0 0,1-1 0 0 0,0 0 0 0 0,-1 0 0 0 0,1 1 0 0 0,-1-1 0 0 0,1 0 0 0 0,0 1 1 0 0,-1-1-1 0 0,1 0 0 0 0,0 1 0 0 0,-1-1 0 0 0,1 1 0 0 0,0-1 0 0 0,0 0 1 0 0,-1 1-1 0 0,1-1 0 0 0,0 1 0 0 0,0-1 0 0 0,0 1 0 0 0,0-1 0 0 0,-1 1 1 0 0,1-1-1 0 0,0 1 0 0 0,0-1 0 0 0,0 1 0 0 0,0-1 0 0 0,0 1 0 0 0,1 0 1 0 0,-1 2 183 0 0,-1-3-181 0 0,0 0 1 0 0,0 0 0 0 0,0 1 0 0 0,0-1 0 0 0,1 0 0 0 0,-1 1 0 0 0,0-1 0 0 0,0 1 0 0 0,1-1 0 0 0,-1 1 0 0 0,0-1-1 0 0,1 1 1 0 0,-1-1 0 0 0,1 1 0 0 0,-1 0 0 0 0,1-1 0 0 0,-1 1 0 0 0,1 0 0 0 0,-1-1 0 0 0,1 1 0 0 0,-1 0 0 0 0,1 0-1 0 0,0 0 1 0 0,0-1 0 0 0,-1 1 0 0 0,1 0 0 0 0,0 0 0 0 0,0 0 0 0 0,0 0 0 0 0,0-1 0 0 0,0 2 0 0 0,-1 3 41 0 0,1-1 0 0 0,0 0 0 0 0,0 0 0 0 0,0 1 0 0 0,1-1 0 0 0,1 6-1 0 0,-1-6-45 0 0,1 1 0 0 0,0 0-1 0 0,0-1 1 0 0,0 0-1 0 0,0 0 1 0 0,1 1-1 0 0,0-1 1 0 0,0-1-1 0 0,0 1 1 0 0,0 0-1 0 0,0-1 1 0 0,1 0-1 0 0,0 1 1 0 0,0-1-1 0 0,0-1 1 0 0,0 1-1 0 0,0-1 1 0 0,8 4-1 0 0,-3-1-8 0 0,-1 0 0 0 0,0 0-1 0 0,0 1 1 0 0,12 11-1 0 0,-18-16-10 0 0,-1 0 0 0 0,1-1 0 0 0,0 1 0 0 0,0-1 0 0 0,0 1 0 0 0,0-1 0 0 0,0 0 0 0 0,-1 0 0 0 0,1 0 0 0 0,0 0 0 0 0,2-1 0 0 0,0 1-55 0 0,2 14-273 0 0,16-5-139 0 0,26 13-384 0 0,-47-22 855 0 0,-1 0-1 0 0,1 0 1 0 0,-1 0 0 0 0,1 0-1 0 0,-1 0 1 0 0,1 1 0 0 0,-1-1-1 0 0,1 0 1 0 0,-1 0-1 0 0,1 0 1 0 0,-1 1 0 0 0,0-1-1 0 0,1 0 1 0 0,-1 0 0 0 0,1 1-1 0 0,-1-1 1 0 0,0 0-1 0 0,1 1 1 0 0,-1-1 0 0 0,0 0-1 0 0,1 1 1 0 0,-1-1 0 0 0,0 1-1 0 0,1-1 1 0 0,-1 0-1 0 0,0 1 1 0 0,0-1 0 0 0,1 2-1 0 0,-1 9-134 0 0,14-6 139 0 0,-13-1 43 0 0,-1-1 0 0 0,1 1 0 0 0,0-1 0 0 0,-1 1 1 0 0,0-1-1 0 0,1 1 0 0 0,-1 0 0 0 0,-1-1 0 0 0,1 1 0 0 0,-1-1 1 0 0,1 1-1 0 0,-2 5 0 0 0,0-8-6 0 0,1 0 1 0 0,-1 0-1 0 0,1 0 0 0 0,0 0 1 0 0,-1 0-1 0 0,0 0 1 0 0,1-1-1 0 0,-1 1 0 0 0,1 0 1 0 0,-1-1-1 0 0,0 1 0 0 0,0-1 1 0 0,-3 1-1 0 0,-1 0-62 0 0,-1 0 0 0 0,1 0 0 0 0,-1-1-1 0 0,1 0 1 0 0,-1 0 0 0 0,1 0 0 0 0,-1-1-1 0 0,1 0 1 0 0,-1 0 0 0 0,1 0 0 0 0,-1-1 0 0 0,1 0-1 0 0,0-1 1 0 0,-8-3 0 0 0,12 4-292 0 0,0 1 1 0 0,1 0-1 0 0,-1-1 0 0 0,0 0 1 0 0,1 1-1 0 0,0-1 0 0 0,-1 0 1 0 0,1 0-1 0 0,0 0 1 0 0,0 0-1 0 0,0 0 0 0 0,0 0 1 0 0,0 0-1 0 0,0 0 0 0 0,1 0 1 0 0,-1 0-1 0 0,1 0 1 0 0,-1-3-1 0 0,1 2-101 0 0,-1 1 0 0 0,1 0 0 0 0,-1 0 0 0 0,1 0 0 0 0,-1 0 0 0 0,0 0 0 0 0,0 0 0 0 0,0 0 0 0 0,0 0 0 0 0,0 1 0 0 0,0-1 0 0 0,-2-1 0 0 0,1-3-1433 0 0,2-8 213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6.2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0 2304 0 0,'-3'0'2688'0'0,"0"0"-1984"0"0,1 0 0 0 0,-1 1 0 0 0,1-1-1 0 0,-1 1 1 0 0,1-1 0 0 0,-1 1 0 0 0,1 0 0 0 0,-1 0 0 0 0,1 0 0 0 0,0 0 0 0 0,-3 2 0 0 0,-21 21 1912 0 0,19-14-2592 0 0,1 0 0 0 0,0 0 1 0 0,-6 12-1 0 0,10-18 522 0 0,1-2-498 0 0,0 0 1 0 0,0 0-1 0 0,0 0 0 0 0,0 0 1 0 0,0 0-1 0 0,0 1 0 0 0,1-1 1 0 0,-1 0-1 0 0,0 0 0 0 0,1 0 1 0 0,0 1-1 0 0,0-1 0 0 0,0 0 1 0 0,0 1-1 0 0,0 1 0 0 0,1 13 96 0 0,-1 73 752 0 0,0-89-878 0 0,0 0-1 0 0,1 0 0 0 0,-1 0 0 0 0,0 0 0 0 0,1 0 1 0 0,-1 0-1 0 0,0 0 0 0 0,1-1 0 0 0,-1 1 0 0 0,1 0 1 0 0,0 0-1 0 0,-1 0 0 0 0,1-1 0 0 0,0 1 0 0 0,-1 0 0 0 0,1-1 1 0 0,1 2-1 0 0,2 2 4 0 0,2 29-85 0 0,19 2-128 0 0,2 3-1563 0 0,45 51 1 0 0,-60-80-821 0 0,-6-10 1889 0 0,-6 1 618 0 0,0-1-1 0 0,0 1 1 0 0,1 0 0 0 0,-1 0-1 0 0,0 0 1 0 0,0 0 0 0 0,0 0-1 0 0,1 0 1 0 0,-1-1 0 0 0,0 1-1 0 0,0 0 1 0 0,1 0 0 0 0,-1 0-1 0 0,0 0 1 0 0,1 0 0 0 0,-1 0-1 0 0,0 0 1 0 0,0 0 0 0 0,1 0-1 0 0,-1 0 1 0 0,0 0 0 0 0,0 0-1 0 0,1 1 1 0 0,-1-1 0 0 0,0 0-1 0 0,0 0 1 0 0,1 0 0 0 0,-1 0-1 0 0,0 0 1 0 0,0 0 0 0 0,0 1-1 0 0,1-1 1 0 0,-1 0 0 0 0,0 0-1 0 0,0 0 1 0 0,0 1 0 0 0,1-1-1 0 0,-1 0 1 0 0,0 0 0 0 0,0 0-1 0 0,0 1 1 0 0,0-1 0 0 0,0 0-1 0 0,1 1 1 0 0,-1 0-70 0 0,1-1 1 0 0,0 1-1 0 0,0 0 0 0 0,0-1 0 0 0,0 1 0 0 0,0 0 1 0 0,0-1-1 0 0,0 1 0 0 0,0-1 0 0 0,0 1 1 0 0,0-1-1 0 0,0 0 0 0 0,0 0 0 0 0,0 1 0 0 0,0-1 1 0 0,0 0-1 0 0,2 0 0 0 0,43-11-6123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6.5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16 170 2624 0 0,'-15'11'15585'0'0,"28"9"-14403"0"0,-13-19-1152 0 0,1-1-1 0 0,-1 1 1 0 0,1 0-1 0 0,0-1 0 0 0,-1 1 1 0 0,1 0-1 0 0,-1 0 0 0 0,1-1 1 0 0,-1 1-1 0 0,0 0 0 0 0,1 0 1 0 0,-1 0-1 0 0,0 0 1 0 0,0 0-1 0 0,0 0 0 0 0,1 1 1 0 0,-1-2-27 0 0,0 0 0 0 0,0 1 0 0 0,0-1 0 0 0,0 0 0 0 0,0 0 1 0 0,0 1-1 0 0,0-1 0 0 0,0 0 0 0 0,0 0 0 0 0,0 1 0 0 0,1-1 1 0 0,-1 0-1 0 0,0 0 0 0 0,0 1 0 0 0,0-1 0 0 0,0 0 0 0 0,1 0 0 0 0,-1 0 1 0 0,0 0-1 0 0,0 1 0 0 0,0-1 0 0 0,1 0 0 0 0,-1 0 0 0 0,0 0 1 0 0,0 0-1 0 0,1 0 0 0 0,-1 0 0 0 0,0 1 0 0 0,0-1 0 0 0,1 0 0 0 0,-1 0 1 0 0,0 0-1 0 0,0 0 0 0 0,1 0 0 0 0,-1 0 0 0 0,0 0 0 0 0,0 0 1 0 0,1 0-1 0 0,-1 0 0 0 0,0 0 0 0 0,1 0 0 0 0,-1-1 0 0 0,0 1 0 0 0,0 0 1 0 0,1 0-1 0 0,-1 0 0 0 0,0 0 0 0 0,3 0 173 0 0,-3 0-177 0 0,0 1 0 0 0,0 0-1 0 0,0-1 1 0 0,-1 1 0 0 0,1-1 0 0 0,0 1 0 0 0,0 0-1 0 0,0-1 1 0 0,1 1 0 0 0,-1 0 0 0 0,0-1-1 0 0,0 1 1 0 0,0 0 0 0 0,0-1 0 0 0,1 1 0 0 0,-1-1-1 0 0,0 1 1 0 0,0-1 0 0 0,1 1 0 0 0,-1 0 0 0 0,1 0-1 0 0,21 7-222 0 0,-11-4 145 0 0,25 12-123 0 0,-9 6-93 0 0,-27-21 275 0 0,1-1 0 0 0,-1 0 0 0 0,1 1 0 0 0,-1-1 0 0 0,1 0 0 0 0,-1 1 0 0 0,1-1 0 0 0,0 0-1 0 0,-1 0 1 0 0,1 1 0 0 0,-1-1 0 0 0,1 0 0 0 0,0 0 0 0 0,-1 0 0 0 0,1 0 0 0 0,0 0-1 0 0,-1 0 1 0 0,1 0 0 0 0,-1 0 0 0 0,1 0 0 0 0,0 0 0 0 0,-1 0 0 0 0,1 0 0 0 0,0 0 0 0 0,-1-1-1 0 0,1 1 1 0 0,-1 0 0 0 0,1 0 0 0 0,-1-1 0 0 0,2 0 0 0 0,15-13 17 0 0,-14 10 5 0 0,3-1 94 0 0,-1 0 0 0 0,0-1 0 0 0,-1 1 0 0 0,1-1 0 0 0,-1 0 0 0 0,0 0 0 0 0,0-1 0 0 0,-1 0 0 0 0,0 1 0 0 0,0-1 0 0 0,-1 0 0 0 0,0 0 0 0 0,0 0 0 0 0,0-1 0 0 0,-1 1 0 0 0,0 0 0 0 0,0-1 0 0 0,-1 1 0 0 0,0 0 0 0 0,-1-1 0 0 0,1 1 0 0 0,-1 0 0 0 0,-1-1 0 0 0,1 1 0 0 0,-1 0 0 0 0,-1 0 0 0 0,1 0 0 0 0,-1 0 0 0 0,0 1 0 0 0,-1-1 0 0 0,0 1 0 0 0,-6-10 0 0 0,1 0 105 0 0,8 15-201 0 0,1 0-1 0 0,-1 0 1 0 0,1 0-1 0 0,-1 0 1 0 0,1 0-1 0 0,-1 0 1 0 0,0-1-1 0 0,1 1 1 0 0,-1 1-1 0 0,0-1 1 0 0,0 0 0 0 0,0 0-1 0 0,0 0 1 0 0,0 0-1 0 0,0 1 1 0 0,0-1-1 0 0,0 0 1 0 0,0 1-1 0 0,0-1 1 0 0,0 1 0 0 0,0-1-1 0 0,0 1 1 0 0,-1-1-1 0 0,1 1 1 0 0,0 0-1 0 0,0 0 1 0 0,0 0-1 0 0,-1-1 1 0 0,1 1-1 0 0,-2 1 1 0 0,-88-1 21 0 0,60 5-85 0 0,30-4-49 0 0,-1 0 0 0 0,0 0 0 0 0,0 0 0 0 0,1 0 0 0 0,-1 0-1 0 0,0 0 1 0 0,1 0 0 0 0,-1 1 0 0 0,1-1 0 0 0,0 0 0 0 0,-1 1-1 0 0,1-1 1 0 0,0 1 0 0 0,0 0 0 0 0,0-1 0 0 0,0 1 0 0 0,0 0-1 0 0,0 0 1 0 0,1-1 0 0 0,-1 1 0 0 0,0 0 0 0 0,1 0 0 0 0,0 0-1 0 0,-1 0 1 0 0,1 0 0 0 0,0 0 0 0 0,0 0 0 0 0,0 0 0 0 0,0 0-1 0 0,0 0 1 0 0,1 3 0 0 0,6 29-6040 0 0,2 0 1 0 0,23 59-1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7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18 2016 0 0,'1'-2'5207'0'0,"-5"-10"-1385"0"0,0 11-2820 0 0,-1 0 0 0 0,1 0 0 0 0,-1 1 0 0 0,0 0 0 0 0,1-1 0 0 0,-9 2 0 0 0,9-1-1211 0 0,3 0 223 0 0,1 1-1 0 0,0-1 1 0 0,0 0 0 0 0,-1 0-1 0 0,1 0 1 0 0,0 0-1 0 0,0 0 1 0 0,0 1 0 0 0,-1-1-1 0 0,1 0 1 0 0,0 0-1 0 0,0 0 1 0 0,0 1 0 0 0,0-1-1 0 0,0 0 1 0 0,-1 0-1 0 0,1 1 1 0 0,0-1 0 0 0,0 0-1 0 0,0 0 1 0 0,0 1 0 0 0,0-1-1 0 0,0 0 1 0 0,0 0-1 0 0,0 1 1 0 0,0-1 0 0 0,0 0-1 0 0,0 0 1 0 0,0 1-1 0 0,0-1 1 0 0,0 0 0 0 0,0 0-1 0 0,0 1 1 0 0,0-1-1 0 0,1 1 1 0 0,-1-1-5 0 0,0 0 0 0 0,0 0 0 0 0,0 1 0 0 0,0-1 0 0 0,0 0 0 0 0,0 0 0 0 0,0 1 0 0 0,0-1 0 0 0,0 0 0 0 0,0 0 0 0 0,0 1 0 0 0,0-1-1 0 0,0 0 1 0 0,0 0 0 0 0,0 1 0 0 0,0-1 0 0 0,0 0 0 0 0,0 0 0 0 0,0 1 0 0 0,0-1 0 0 0,0 0 0 0 0,0 0 0 0 0,0 1 0 0 0,-1-1 0 0 0,1 0 0 0 0,0 0 0 0 0,0 1 0 0 0,0-1 0 0 0,0 0 0 0 0,-1 0 0 0 0,1 0 0 0 0,0 0 0 0 0,0 1 0 0 0,0-1-1 0 0,-1 0 1 0 0,1 0 0 0 0,-1 0-2 0 0,1 0 0 0 0,-1 0 0 0 0,1 0 0 0 0,-1 0 0 0 0,1 0 0 0 0,-1 1-1 0 0,1-1 1 0 0,-1 0 0 0 0,1 0 0 0 0,0 0 0 0 0,-1 0 0 0 0,1 1 0 0 0,-1-1-1 0 0,1 0 1 0 0,-1 1 0 0 0,1-1 0 0 0,0 0 0 0 0,-1 1 0 0 0,1-1 0 0 0,0 0-1 0 0,-1 1 1 0 0,1-1 0 0 0,0 0 0 0 0,0 1 0 0 0,-1-1 0 0 0,1 1 0 0 0,0-1-1 0 0,0 1 1 0 0,0-1 0 0 0,-1 1 0 0 0,1-1 0 0 0,0 1 0 0 0,0-1 0 0 0,0 1-1 0 0,-3 45 197 0 0,3-45-203 0 0,0 0 0 0 0,0 0-1 0 0,0 0 1 0 0,0 0 0 0 0,0 1 0 0 0,0-1-1 0 0,1 0 1 0 0,-1 0 0 0 0,0 0 0 0 0,0 0-1 0 0,1 0 1 0 0,-1 0 0 0 0,1 0 0 0 0,-1 0-1 0 0,1 0 1 0 0,0 0 0 0 0,-1 0 0 0 0,1 0-1 0 0,0 0 1 0 0,1 0 0 0 0,35 48-150 0 0,-33-45-25 0 0,0 0 0 0 0,1-1 0 0 0,-1 1 0 0 0,1-1 0 0 0,0 0 0 0 0,0 0 0 0 0,1 0 0 0 0,-1-1 0 0 0,0 1 0 0 0,8 1 0 0 0,19 10-1131 0 0,-31-13 1264 0 0,0-1 0 0 0,0 1 0 0 0,0 0 0 0 0,0-1 0 0 0,0 1 0 0 0,0 0 0 0 0,-1 0 0 0 0,1 0 0 0 0,0-1 0 0 0,-1 1 0 0 0,1 0 0 0 0,0 0 0 0 0,-1 0 0 0 0,1 0 0 0 0,-1 0 0 0 0,1 1 0 0 0,-1-1 0 0 0,0 0 0 0 0,0 0 0 0 0,1 0 0 0 0,-1 0 0 0 0,0 2 0 0 0,17 2-454 0 0,19 41-1072 0 0,-24-41 1622 0 0,-12-4-43 0 0,1-1 0 0 0,-1 1 0 0 0,0-1 0 0 0,0 1 0 0 0,0-1 0 0 0,1 1 0 0 0,-1-1 0 0 0,0 1 0 0 0,0-1 0 0 0,0 1 0 0 0,0-1 0 0 0,0 1 0 0 0,0-1 0 0 0,0 1 1 0 0,0-1-1 0 0,0 1 0 0 0,0-1 0 0 0,0 1 0 0 0,0-1 0 0 0,0 1 0 0 0,0-1 0 0 0,-1 1 0 0 0,1-1 0 0 0,0 1 0 0 0,0-1 0 0 0,-1 1 0 0 0,0 1 49 0 0,0-1-1 0 0,0 0 1 0 0,0 1 0 0 0,-1-1-1 0 0,1 0 1 0 0,0 0 0 0 0,-1 0-1 0 0,1 0 1 0 0,0 0-1 0 0,-1 0 1 0 0,1 0 0 0 0,-1-1-1 0 0,0 1 1 0 0,1 0-1 0 0,-1-1 1 0 0,-2 1 0 0 0,-8 3 316 0 0,4-1-132 0 0,0 0-1 0 0,0-1 1 0 0,-1 0 0 0 0,1-1-1 0 0,0 0 1 0 0,-1 0-1 0 0,-14-1 1 0 0,21-1-266 0 0,0 1 1 0 0,1-1 0 0 0,-1 1-1 0 0,0-1 1 0 0,0 0-1 0 0,1 0 1 0 0,-1 0 0 0 0,1 0-1 0 0,-1 0 1 0 0,1 0-1 0 0,-1-1 1 0 0,1 1 0 0 0,0 0-1 0 0,-1-1 1 0 0,1 1-1 0 0,0-1 1 0 0,0 1 0 0 0,0-1-1 0 0,0 0 1 0 0,-1-2-1 0 0,-15-19-2392 0 0,16 21 1848 0 0,-1-1 1 0 0,0 1-1 0 0,1 0 1 0 0,-1 0-1 0 0,1 0 0 0 0,-1-1 1 0 0,1 1-1 0 0,0-1 1 0 0,0 1-1 0 0,1-1 0 0 0,-1 1 1 0 0,0-1-1 0 0,1 0 1 0 0,-1 1-1 0 0,1-1 0 0 0,0 0 1 0 0,0 0-1 0 0,1-4 1 0 0,-1-9-2214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7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2880 0 0,'0'0'14495'0'0,"17"51"-10783"0"0,-17-34-4224 0 0,0 0-576 0 0,0-1-96 0 0,0 2-1823 0 0,17-18 191 0 0,0 34-9664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7.5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17 2272 0 0,'0'0'7680'0'0,"-17"-16"-2496"0"0,34 16-9888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7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48 2272 0 0,'-3'-3'5178'0'0,"1"2"-4844"0"0,1-1-1 0 0,0 1 1 0 0,0-1-1 0 0,-1 1 1 0 0,1-1-1 0 0,0 1 1 0 0,1-1-1 0 0,-1 0 1 0 0,0 1-1 0 0,0-1 1 0 0,1 0-1 0 0,-1 0 1 0 0,1 0-1 0 0,-1-3 1 0 0,1 2 589 0 0,0-11 1199 0 0,5 51 1457 0 0,15 155-342 0 0,-24-39-2414 0 0,1-110-919 0 0,2 0-1 0 0,6 65 0 0 0,-4-98-10 0 0,1-1-1 0 0,0 1 0 0 0,1 0 1 0 0,0-1-1 0 0,0 0 1 0 0,1 0-1 0 0,0 0 0 0 0,1 0 1 0 0,0 0-1 0 0,11 14 0 0 0,18 10-718 0 0,-30-30 472 0 0,-1 0 1 0 0,1 0-1 0 0,0-1 1 0 0,0 0-1 0 0,1 0 1 0 0,-1 0-1 0 0,0 0 1 0 0,1 0-1 0 0,-1-1 1 0 0,1 0-1 0 0,-1 0 1 0 0,1 0-1 0 0,5 0 1 0 0,26-2-7591 0 0,64-7 0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8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2112 0 0,'0'0'14463'0'0,"0"-17"-11007"0"0,16 17-3424 0 0,104 0-704 0 0,65 34-18719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8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14 2240 0 0,'0'0'8522'0'0,"0"20"-7087"0"0,0-16-1282 0 0,0-4-123 0 0,0 1-1 0 0,0 0 0 0 0,0 0 1 0 0,0 0-1 0 0,1 0 0 0 0,-1-1 1 0 0,0 1-1 0 0,1 0 0 0 0,-1 0 0 0 0,0 0 1 0 0,1-1-1 0 0,-1 1 0 0 0,1 0 1 0 0,-1-1-1 0 0,1 1 0 0 0,-1 0 1 0 0,1-1-1 0 0,0 1 0 0 0,-1-1 1 0 0,1 1-1 0 0,0-1 0 0 0,-1 1 1 0 0,3 0-1 0 0,7 10 330 0 0,-8-10-337 0 0,0 0 0 0 0,1 1 0 0 0,-1-1 0 0 0,0 0 0 0 0,0 0 0 0 0,1 0 0 0 0,-1 0 0 0 0,0-1 0 0 0,1 1 0 0 0,-1-1 0 0 0,1 1 0 0 0,-1-1 0 0 0,1 0 0 0 0,-1 0 0 0 0,6 0 0 0 0,9-1 31 0 0,0 0 1 0 0,0-2-1 0 0,17-3 0 0 0,-33 5-53 0 0,1 1 1 0 0,-1 0-1 0 0,1-1 0 0 0,-1 1 1 0 0,1-1-1 0 0,-1 1 0 0 0,1-1 0 0 0,-1 1 1 0 0,1-1-1 0 0,-1 0 0 0 0,0 0 0 0 0,1 0 1 0 0,-1 0-1 0 0,0 0 0 0 0,0 0 0 0 0,2-2 1 0 0,6 0-80 0 0,-4-3 207 0 0,6-17 586 0 0,-8 17 401 0 0,-3-8 2111 0 0,3 99-506 0 0,8 135-1893 0 0,-8 59-864 0 0,-3-185-235 0 0,0-88 317 0 0,0-1 1 0 0,0 1-1 0 0,0 0 1 0 0,-1-1-1 0 0,0 1 1 0 0,0-1-1 0 0,0 1 1 0 0,-1-1-1 0 0,1 1 1 0 0,-1-1-1 0 0,-1 0 1 0 0,1 0-1 0 0,-1 0 0 0 0,0 0 1 0 0,0 0-1 0 0,-5 5 1 0 0,8-10-19 0 0,-1 1-1 0 0,1-1 1 0 0,-1 1-1 0 0,1-1 1 0 0,0 1 0 0 0,-1-1-1 0 0,1 1 1 0 0,0 0 0 0 0,-1-1-1 0 0,1 1 1 0 0,0-1 0 0 0,0 1-1 0 0,0 0 1 0 0,-1-1-1 0 0,1 1 1 0 0,0 0 0 0 0,0-1-1 0 0,0 1 1 0 0,0 0 0 0 0,0 0-1 0 0,0 6 119 0 0,-12 7 228 0 0,7-12-305 0 0,-12-4 211 0 0,5 0-86 0 0,1 0-1 0 0,0-1 1 0 0,0 1 0 0 0,0-2-1 0 0,1 0 1 0 0,-1 0 0 0 0,-14-9-1 0 0,5-1-58 0 0,0-1-1 0 0,2 0 0 0 0,0-2 1 0 0,-19-21-1 0 0,-12-21-271 0 0,31 19 399 0 0,16 34-265 0 0,1 0 0 0 0,1 0 1 0 0,-1 0-1 0 0,1-1 1 0 0,0 1-1 0 0,1 0 1 0 0,-1 0-1 0 0,1 0 1 0 0,1 0-1 0 0,-1 0 0 0 0,1 0 1 0 0,0 0-1 0 0,0 0 1 0 0,5-7-1 0 0,-5 9-6 0 0,0 0-1 0 0,0 0 1 0 0,1 1-1 0 0,-1 0 1 0 0,1-1 0 0 0,0 1-1 0 0,0 0 1 0 0,0 0-1 0 0,0 1 1 0 0,1-1-1 0 0,-1 1 1 0 0,1-1 0 0 0,6-2-1 0 0,4-3-115 0 0,-9 5 104 0 0,-1 0 0 0 0,1 0 0 0 0,0 0 1 0 0,-1 1-1 0 0,1 0 0 0 0,0 0 0 0 0,1 0 0 0 0,-1 1 0 0 0,7-2 0 0 0,23-7-36 0 0,-32 9-39 0 0,1 0 0 0 0,-1 0 0 0 0,1 0 0 0 0,-1 0 0 0 0,1 1 0 0 0,0 0 0 0 0,-1 0-1 0 0,1 0 1 0 0,4 0 0 0 0,17-1-516 0 0,45-27-2342 0 0,-2 23-1983 0 0,135-10-11835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9.2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1024 0 0,'0'17'7584'0'0,"17"-17"-5440"0"0,18 17-1056 0 0,-19-17-384 0 0,1 0-384 0 0,288 50-2048 0 0,-271-50-7872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9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2272 0 0,'17'0'7168'0'0,"51"17"-2848"0"0,405 17-18080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3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1 382 2208 0 0,'0'3'385'0'0,"0"-1"0"0"0,0 1 1 0 0,0 0-1 0 0,0 0 0 0 0,1 0 0 0 0,-1-1 1 0 0,1 1-1 0 0,0 0 0 0 0,-1 0 0 0 0,1-1 1 0 0,1 1-1 0 0,-1-1 0 0 0,0 1 0 0 0,0-1 1 0 0,1 1-1 0 0,1 1 0 0 0,6 16 698 0 0,-6-11-700 0 0,-1 2-104 0 0,2 0 1 0 0,0-1-1 0 0,0 1 1 0 0,1-1-1 0 0,0 0 1 0 0,1 0-1 0 0,0 0 0 0 0,0-1 1 0 0,1 0-1 0 0,0 0 1 0 0,1 0-1 0 0,10 7 1 0 0,-7-6-64 0 0,27 21 247 0 0,-35-29-433 0 0,0 1 1 0 0,0-1-1 0 0,1-1 1 0 0,-1 1-1 0 0,1 0 1 0 0,-1-1-1 0 0,1 0 1 0 0,0 0-1 0 0,0 0 1 0 0,-1 0-1 0 0,6 0 1 0 0,-8-1-13 0 0,1 0 0 0 0,0 1 0 0 0,0-1 0 0 0,0 0 0 0 0,0 1 0 0 0,0-1 0 0 0,0 1 0 0 0,-1 0 0 0 0,1-1 0 0 0,0 1 0 0 0,-1 0 0 0 0,3 2 0 0 0,-3-2 3 0 0,1 0 0 0 0,0 0 0 0 0,-1-1 0 0 0,1 1 0 0 0,0 0 0 0 0,0 0 0 0 0,-1-1 0 0 0,1 1 0 0 0,0-1 0 0 0,0 0 0 0 0,0 1 0 0 0,2-1 0 0 0,81 0 341 0 0,-81 0-316 0 0,0-1 0 0 0,0 0 0 0 0,1 0 0 0 0,-1 0 0 0 0,0 0 0 0 0,0-1 0 0 0,6-2 0 0 0,21-9 443 0 0,30-17-1 0 0,-47 22-366 0 0,-1 0-1 0 0,-1 0 1 0 0,1-1 0 0 0,-1-1 0 0 0,-1 0 0 0 0,11-13-1 0 0,-19 20-93 0 0,0-1 0 0 0,0 1 0 0 0,-1-1 0 0 0,1 0 0 0 0,-1 0 0 0 0,0 0 0 0 0,-1-1 0 0 0,1 1 0 0 0,-1 0 0 0 0,1-1 0 0 0,0-7 0 0 0,2-12 107 0 0,0 0 1 0 0,-1-41-1 0 0,-3 52-87 0 0,0 0 1 0 0,-1-1-1 0 0,-1 1 1 0 0,-1 0 0 0 0,0 0-1 0 0,0 0 1 0 0,-1 0-1 0 0,-8-17 1 0 0,-22-55 234 0 0,17 63-130 0 0,3 2-24 0 0,11 7-78 0 0,3 12-53 0 0,0 0 0 0 0,0 0 0 0 0,0 0 0 0 0,-1 0 0 0 0,1 0 0 0 0,0 0 0 0 0,-1 0 0 0 0,1 0-1 0 0,0 0 1 0 0,-1 1 0 0 0,0-1 0 0 0,1 0 0 0 0,-1 0 0 0 0,1 0 0 0 0,-1 0 0 0 0,0 1 0 0 0,0-1 0 0 0,1 0 0 0 0,-1 1 0 0 0,0-1 0 0 0,0 1-1 0 0,0-1 1 0 0,0 1 0 0 0,0-1 0 0 0,1 1 0 0 0,-3-1 0 0 0,-11-14-51 0 0,12 12 33 0 0,-13-19 18 0 0,12 19 21 0 0,0 0-1 0 0,-1 0 0 0 0,1 1 1 0 0,-1-1-1 0 0,0 1 0 0 0,1 0 1 0 0,-8-3-1 0 0,3 2 2 0 0,0 1 1 0 0,0 0-1 0 0,0 1 0 0 0,0-1 1 0 0,0 2-1 0 0,0-1 0 0 0,-14 2 1 0 0,-22 3 0 0 0,-1 3 0 0 0,1 2 1 0 0,-63 21-1 0 0,101-28-15 0 0,0 0-1 0 0,0 1 1 0 0,0-1-1 0 0,0 1 1 0 0,0 0 0 0 0,-7 6-1 0 0,12-8-1 0 0,0 0 0 0 0,1 0 0 0 0,-1 0 0 0 0,0 0-1 0 0,0 0 1 0 0,0 0 0 0 0,1 0 0 0 0,-1 0 0 0 0,1 0 0 0 0,-1 1 0 0 0,1-1 0 0 0,-1 0-1 0 0,1 0 1 0 0,0 1 0 0 0,-1 1 0 0 0,1-2 2 0 0,-13 49 116 0 0,9-35-164 0 0,0 1 1 0 0,0-1-1 0 0,2 1 1 0 0,-2 19-1 0 0,4 33-32 0 0,0-66 79 0 0,0-1 1 0 0,0 1 0 0 0,0 0-1 0 0,1 0 1 0 0,-1 0-1 0 0,0-1 1 0 0,1 1-1 0 0,-1 0 1 0 0,1-1 0 0 0,0 1-1 0 0,0 0 1 0 0,1 1-1 0 0,5 15 35 0 0,-6 0 44 0 0,3 2-125 0 0,28 30-792 0 0,52 68-2244 0 0,-77-108 2291 0 0,1 0 0 0 0,-1-1-1 0 0,13 11 1 0 0,-19-19 602 0 0,0 0-1 0 0,1 0 1 0 0,-1 0 0 0 0,0 0 0 0 0,1 0 0 0 0,-1-1-1 0 0,1 1 1 0 0,0 0 0 0 0,-1-1 0 0 0,1 1-1 0 0,-1-1 1 0 0,1 0 0 0 0,2 0 0 0 0,13 4-1606 0 0,-2 2-527 0 0,0-1 1 0 0,23 15 0 0 0,-18-3 561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4.2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 2048 0 0,'3'3'6821'0'0,"-2"-2"-6619"0"0,1 1 1 0 0,-1-1-1 0 0,1 0 0 0 0,0 0 0 0 0,0 0 1 0 0,-1 0-1 0 0,1 0 0 0 0,0 0 1 0 0,0 0-1 0 0,0 0 0 0 0,0-1 0 0 0,0 1 1 0 0,4 0-1 0 0,-4-1-5 0 0,-1 1-176 0 0,-1 0 0 0 0,1 0 0 0 0,0 0 0 0 0,-1 0-1 0 0,1 0 1 0 0,0 0 0 0 0,0 0 0 0 0,0 0 0 0 0,0 0-1 0 0,0 0 1 0 0,0 0 0 0 0,0 0 0 0 0,0-1 0 0 0,0 1 0 0 0,0 0-1 0 0,0-1 1 0 0,1 1 0 0 0,-1-1 0 0 0,0 1 0 0 0,0-1-1 0 0,0 0 1 0 0,1 0 0 0 0,-1 1 0 0 0,0-1 0 0 0,2 0-1 0 0,0 0 26 0 0,0 1-1 0 0,1-1 1 0 0,-1 1-1 0 0,0-1 0 0 0,1 0 1 0 0,-1 0-1 0 0,0-1 0 0 0,0 1 1 0 0,1-1-1 0 0,-1 0 0 0 0,0 1 1 0 0,3-3-1 0 0,3-1 310 0 0,-1-1-1 0 0,-1 0 1 0 0,12-9 0 0 0,-19 13-318 0 0,1 0 1 0 0,-1 0 0 0 0,1 1 0 0 0,-1-1 0 0 0,0 0 0 0 0,1 0-1 0 0,-1 0 1 0 0,0 1 0 0 0,0-1 0 0 0,0 0 0 0 0,0 0 0 0 0,1 0 0 0 0,-1 0-1 0 0,0 0 1 0 0,-1 1 0 0 0,1-1 0 0 0,0 0 0 0 0,0 0 0 0 0,0 0-1 0 0,0 0 1 0 0,-1 0 0 0 0,1 1 0 0 0,0-1 0 0 0,-1 0 0 0 0,1 0 0 0 0,-1 1-1 0 0,1-1 1 0 0,-1 0 0 0 0,1 0 0 0 0,-1 1 0 0 0,1-1 0 0 0,-2 0-1 0 0,-20-21 1079 0 0,20 20-1161 0 0,-1 0 211 0 0,0 2-6 0 0,-56 0 192 0 0,58-1-356 0 0,0 1 0 0 0,0 0 0 0 0,0 0 1 0 0,0 0-1 0 0,0 0 0 0 0,0 0 0 0 0,0 0 1 0 0,0 0-1 0 0,0 0 0 0 0,0 1 0 0 0,0-1 0 0 0,0 0 1 0 0,0 0-1 0 0,1 1 0 0 0,-1-1 0 0 0,0 1 0 0 0,0-1 1 0 0,0 1-1 0 0,0-1 0 0 0,1 1 0 0 0,-1-1 1 0 0,0 1-1 0 0,1 0 0 0 0,-1-1 0 0 0,0 1 0 0 0,0 2 1 0 0,0-3-5 0 0,1 0-1 0 0,0 1 1 0 0,0-1 0 0 0,-1 1 0 0 0,1-1 0 0 0,0 1 0 0 0,-1-1-1 0 0,1 0 1 0 0,0 1 0 0 0,-1-1 0 0 0,1 0 0 0 0,-1 1 0 0 0,1-1-1 0 0,-1 0 1 0 0,1 0 0 0 0,0 0 0 0 0,-1 1 0 0 0,1-1 0 0 0,-1 0-1 0 0,1 0 1 0 0,-1 0 0 0 0,1 0 0 0 0,-1 0 0 0 0,1 0 0 0 0,-1 0-1 0 0,1 0 1 0 0,-2 0 0 0 0,0 0-264 0 0,2 20-3370 0 0,0-18 3278 0 0,0 0 0 0 0,1 0 0 0 0,-1 0 1 0 0,1-1-1 0 0,-1 1 0 0 0,1 0 1 0 0,0 0-1 0 0,0-1 0 0 0,0 1 0 0 0,0 0 1 0 0,0-1-1 0 0,0 1 0 0 0,0-1 0 0 0,3 3 1 0 0,15-1-5941 0 0,-2-3 4864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4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34 198 2240 0 0,'-28'59'16495'0'0,"22"-32"-12777"0"0,7-25-3746 0 0,-1 0 0 0 0,0-1 1 0 0,1 1-1 0 0,-1 0 0 0 0,1 0 1 0 0,-1 0-1 0 0,1-1 0 0 0,0 1 1 0 0,0 0-1 0 0,0 0 0 0 0,1 1 1 0 0,4 6 257 0 0,-3-3-194 0 0,1 4 35 0 0,0-1-1 0 0,1 0 1 0 0,1 0 0 0 0,8 11 0 0 0,-2-5-101 0 0,-11-11 15 0 0,1-1-1 0 0,1 0 0 0 0,-1 0 1 0 0,0 0-1 0 0,1 0 0 0 0,0 0 0 0 0,-1-1 1 0 0,4 3-1 0 0,7 4-46 0 0,0-2 0 0 0,0 0 0 0 0,1 0 0 0 0,-1-1 0 0 0,1-1-1 0 0,1 0 1 0 0,-1-1 0 0 0,1-1 0 0 0,-1 0 0 0 0,1-1 0 0 0,0 0 0 0 0,0-2 0 0 0,17 0 0 0 0,-28 0 56 0 0,0-1 0 0 0,0 1 1 0 0,0-1-1 0 0,0 0 0 0 0,-1 0 0 0 0,1 0 1 0 0,0-1-1 0 0,4-1 0 0 0,4-1 132 0 0,-11 4-128 0 0,0-1 0 0 0,0 1 0 0 0,0-1 0 0 0,0 1 0 0 0,1-1 0 0 0,-1 1 1 0 0,0-1-1 0 0,0 0 0 0 0,-1 1 0 0 0,1-1 0 0 0,0 0 0 0 0,0 0 0 0 0,0 0 0 0 0,0 1 0 0 0,-1-1 0 0 0,1 0 0 0 0,1-2 0 0 0,2-3-32 0 0,1 2 39 0 0,-1-1 1 0 0,1 0-1 0 0,-1 0 0 0 0,-1-1 1 0 0,1 1-1 0 0,3-7 0 0 0,2-9 251 0 0,10-35 0 0 0,-18 53-244 0 0,0 0-1 0 0,0 0 0 0 0,0 0 1 0 0,0 0-1 0 0,0-1 0 0 0,-1 1 1 0 0,0 0-1 0 0,0-1 0 0 0,0 1 1 0 0,0 0-1 0 0,0 0 0 0 0,0-1 1 0 0,-1 1-1 0 0,0 0 0 0 0,1 0 1 0 0,-1 0-1 0 0,0-1 0 0 0,-1 1 1 0 0,-1-3-1 0 0,-5-14 98 0 0,-12-65 547 0 0,17 76-636 0 0,-1 0-1 0 0,0 1 1 0 0,0-1 0 0 0,-1 1-1 0 0,0 0 1 0 0,0 0-1 0 0,-1 0 1 0 0,-9-9-1 0 0,-27-34 280 0 0,41 50-298 0 0,0 0-1 0 0,0 0 1 0 0,0 0-1 0 0,0 0 1 0 0,0 0-1 0 0,0 0 1 0 0,0 0 0 0 0,0 1-1 0 0,0-1 1 0 0,-1 0-1 0 0,1 1 1 0 0,0-1 0 0 0,-1 1-1 0 0,1-1 1 0 0,0 1-1 0 0,0 0 1 0 0,-1 0-1 0 0,1-1 1 0 0,-1 1 0 0 0,1 0-1 0 0,-2 0 1 0 0,-12-1-73 0 0,10-1 59 0 0,-26-5 21 0 0,28 7-28 0 0,1 0-1 0 0,0 0 1 0 0,0 1 0 0 0,0-1 0 0 0,0 1-1 0 0,0-1 1 0 0,0 1 0 0 0,0-1 0 0 0,0 1-1 0 0,0 0 1 0 0,0 0 0 0 0,-3 2 0 0 0,1 0-206 0 0,0 1 0 0 0,1-1 0 0 0,-1 1 0 0 0,0 0 0 0 0,1 0 0 0 0,0 0 0 0 0,0 1 0 0 0,1-1 0 0 0,-3 6 0 0 0,-8 17-2058 0 0,2 0-1 0 0,1 1 0 0 0,1 0 0 0 0,-8 48 1 0 0,17-73 2035 0 0,-1 0-1 0 0,1-1 1 0 0,0 1 0 0 0,-1 0 0 0 0,1-1 0 0 0,1 1 0 0 0,-1 0-1 0 0,0 0 1 0 0,1-1 0 0 0,-1 1 0 0 0,1 0 0 0 0,0-1 0 0 0,0 1-1 0 0,0 0 1 0 0,1 2 0 0 0,0-4 80 0 0,-1 0 0 0 0,0 1-1 0 0,1-1 1 0 0,-1 0 0 0 0,1 0-1 0 0,0 0 1 0 0,-1 0 0 0 0,1 0-1 0 0,0-1 1 0 0,-1 1 0 0 0,1 0-1 0 0,0-1 1 0 0,3 1 0 0 0,60 16-3186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5.1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20 176 2784 0 0,'-17'17'11504'0'0,"17"2"-8363"0"0,-1-13-2802 0 0,1-6-321 0 0,-1 1 1 0 0,1-1-1 0 0,0 1 0 0 0,0-1 0 0 0,0 1 0 0 0,0-1 0 0 0,0 1 0 0 0,-1 0 0 0 0,1-1 0 0 0,0 1 0 0 0,0-1 1 0 0,0 1-1 0 0,0-1 0 0 0,1 1 0 0 0,-1-1 0 0 0,0 1 0 0 0,0 0 0 0 0,0-1 0 0 0,0 1 0 0 0,1-1 0 0 0,-1 2 1 0 0,27 38 661 0 0,-1-6-240 0 0,2-1-1 0 0,36 33 0 0 0,-59-61-440 0 0,1 0-1 0 0,0 0 1 0 0,0-1 0 0 0,1 0 0 0 0,-1 0 0 0 0,1-1 0 0 0,0 1 0 0 0,0-2-1 0 0,0 1 1 0 0,0-1 0 0 0,0 0 0 0 0,1 0 0 0 0,-1-1 0 0 0,1 0-1 0 0,-1 0 1 0 0,1-1 0 0 0,-1 0 0 0 0,1 0 0 0 0,-1-1 0 0 0,1 0 0 0 0,-1 0-1 0 0,1-1 1 0 0,-1 0 0 0 0,13-5 0 0 0,-10 4-13 0 0,18-8 51 0 0,-28 11-40 0 0,0-1 1 0 0,1 1-1 0 0,-1 0 0 0 0,0 0 0 0 0,0-1 1 0 0,1 1-1 0 0,-1-1 0 0 0,0 1 1 0 0,0 0-1 0 0,0-1 0 0 0,1 1 0 0 0,-1-1 1 0 0,0 1-1 0 0,0 0 0 0 0,0-1 1 0 0,0 1-1 0 0,0-1 0 0 0,0 1 0 0 0,0-1 1 0 0,0 1-1 0 0,0 0 0 0 0,0-1 0 0 0,0 1 1 0 0,0-1-1 0 0,3-17-67 0 0,2 10 49 0 0,-4 7 34 0 0,0-1 1 0 0,0 1 0 0 0,0-1-1 0 0,0 1 1 0 0,-1-1 0 0 0,1 0-1 0 0,0 1 1 0 0,-1-1 0 0 0,1 0-1 0 0,-1 0 1 0 0,1 1-1 0 0,-1-1 1 0 0,0 0 0 0 0,0 0-1 0 0,0-2 1 0 0,1-11 84 0 0,0 9-95 0 0,-1 0 0 0 0,1 0 0 0 0,-2 0 1 0 0,1 0-1 0 0,-1 0 0 0 0,0 0 0 0 0,0 0 1 0 0,0 0-1 0 0,-1 0 0 0 0,-3-6 0 0 0,-32-101 547 0 0,30 89-312 0 0,-18-34 1 0 0,21 50-209 0 0,-1 1-1 0 0,0-1 1 0 0,0 1 0 0 0,-1 0 0 0 0,-10-10 0 0 0,15 16-36 0 0,0-1-1 0 0,-1 1 1 0 0,1 0 0 0 0,-1 0 0 0 0,1 0 0 0 0,-1 0 0 0 0,0 0-1 0 0,1 0 1 0 0,-1 0 0 0 0,0 1 0 0 0,0-1 0 0 0,1 0 0 0 0,-1 1-1 0 0,0 0 1 0 0,-3-1 0 0 0,-19-4-93 0 0,22 4 101 0 0,0 0-10 0 0,-1 1 0 0 0,1-1 0 0 0,-1 1 0 0 0,1 0 0 0 0,-1-1-1 0 0,0 1 1 0 0,1 1 0 0 0,-1-1 0 0 0,1 0 0 0 0,-1 0 0 0 0,1 1 0 0 0,-1 0 0 0 0,1-1 0 0 0,-1 1 0 0 0,1 0 0 0 0,0 0 0 0 0,0 0 0 0 0,-1 1-1 0 0,-2 1 1 0 0,-6 3-245 0 0,1-1-1 0 0,0 2 1 0 0,0 0-1 0 0,0 0 1 0 0,1 1-1 0 0,0 0 0 0 0,1 0 1 0 0,0 1-1 0 0,0 0 1 0 0,-12 19-1 0 0,17-22-231 0 0,1 0 0 0 0,0 1 0 0 0,0 0 0 0 0,1-1-1 0 0,-1 1 1 0 0,1 0 0 0 0,1 0 0 0 0,-1 0 0 0 0,1 0 0 0 0,1 0 0 0 0,-1 0-1 0 0,1-1 1 0 0,0 1 0 0 0,1 0 0 0 0,-1 0 0 0 0,2-1 0 0 0,-1 1 0 0 0,0-1-1 0 0,1 0 1 0 0,1 1 0 0 0,-1-1 0 0 0,1-1 0 0 0,0 1 0 0 0,0 0 0 0 0,0-1-1 0 0,1 0 1 0 0,0 0 0 0 0,0 0 0 0 0,6 4 0 0 0,-4-5-286 0 0,1 0 0 0 0,0 0-1 0 0,0-1 1 0 0,11 4 0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5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2528 0 0,'12'18'9036'0'0,"-11"-16"-8133"0"0,0 0 1 0 0,0 4-1 0 0,0 14 1121 0 0,-1-19-1945 0 0,1 0-1 0 0,-1 0 1 0 0,0 0 0 0 0,0 0-1 0 0,0 0 1 0 0,1 0 0 0 0,-1-1-1 0 0,1 1 1 0 0,-1 0-1 0 0,0 0 1 0 0,1 0 0 0 0,-1-1-1 0 0,1 1 1 0 0,0 0 0 0 0,-1-1-1 0 0,1 1 1 0 0,1 0-1 0 0,3 7 326 0 0,1 23 870 0 0,19 64-340 0 0,-9-25-687 0 0,42 174-222 0 0,6-45-2080 0 0,-58-180 1736 0 0,10 26-742 0 0,-9-30 130 0 0,-1-11 790 0 0,-4-1-461 0 0,12-6-4204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6.8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271 69 1824 0 0,'-17'-34'8096'0'0,"-34"0"-2464"0"0,17 34-3713 0 0,17 17-1215 0 0,17 0-256 0 0,-152 559 992 0 0,169-288-1856 0 0,254 50-7839 0 0,288-287-3137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7.2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2112 0 0,'0'0'5952'0'0,"17"0"-4832"0"0,0 0 1216 0 0,338 255 5311 0 0,-320-222-7487 0 0,202 543-1440 0 0,-322-254-2623 0 0,51-288 3967 0 0,17 0 96 0 0,0-17-160 0 0,-102 51 352 0 0,103-68-672 0 0,-103 17-6944 0 0,51-17 128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7.8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1952 0 0,'0'0'4224'0'0,"0"68"192"0"0,0-51-4096 0 0,0 0-64 0 0,0 0-96 0 0,0-1-128 0 0,0 2 0 0 0,0 16 0 0 0,0-1 64 0 0,34 272-8000 0 0,-34-288 6944 0 0,17 0 352 0 0,-17 0-1440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8.0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11 2400 0 0,'-3'-11'10345'0'0,"9"69"-6818"0"0,28 89-3112 0 0,62 178-3550 0 0,-62-232-1239 0 0,-32-82 2190 0 0,-2-10 2037 0 0,0 0-1 0 0,0 0 0 0 0,0-1 0 0 0,0 1 1 0 0,0 0-1 0 0,0-1 0 0 0,0 1 0 0 0,0 0 0 0 0,0 0 1 0 0,1-1-1 0 0,-1 1 0 0 0,0 0 0 0 0,0-1 1 0 0,1 1-1 0 0,-1 0 0 0 0,0-1 0 0 0,1 1 1 0 0,-1-1-1 0 0,1 1 0 0 0,-1 0 0 0 0,1-1 0 0 0,-1 1 1 0 0,1-1-1 0 0,-1 0 0 0 0,1 1 0 0 0,-1-1 1 0 0,1 1-1 0 0,0-1 0 0 0,-1 0 0 0 0,1 1 0 0 0,0-1 1 0 0,-1 0-1 0 0,1 0 0 0 0,0 1 0 0 0,1-1 1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8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1792 0 0,'152'17'9792'0'0,"-135"-17"-11456"0"0,-17 17 448 0 0,17-17-448 0 0,0 0-1632 0 0,0 0-448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8.7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3072 0 0,'3'0'9328'0'0,"56"0"-4891"0"0,-58 0-4404 0 0,-1 1 0 0 0,1-1-1 0 0,-1 0 1 0 0,1 1 0 0 0,-1-1 0 0 0,1 0 0 0 0,-1 1 0 0 0,1-1-1 0 0,-1 1 1 0 0,1-1 0 0 0,-1 1 0 0 0,0 0 0 0 0,1-1 0 0 0,-1 1 0 0 0,0-1-1 0 0,1 1 1 0 0,-1-1 0 0 0,0 1 0 0 0,0 0 0 0 0,0-1 0 0 0,1 1 0 0 0,-1 0-1 0 0,0-1 1 0 0,0 2 0 0 0,28 15 570 0 0,-25-14-641 0 0,-1 11 156 0 0,6-9 35 0 0,-8-5-148 0 0,0 0-1 0 0,1 0 1 0 0,-1 0 0 0 0,1 1-1 0 0,-1-1 1 0 0,0 0 0 0 0,1 0-1 0 0,-1 1 1 0 0,0-1 0 0 0,1 0-1 0 0,-1 1 1 0 0,0-1 0 0 0,1 0 0 0 0,-1 1-1 0 0,0-1 1 0 0,0 0 0 0 0,1 1-1 0 0,-1-1 1 0 0,0 1 0 0 0,0-1-1 0 0,0 1 1 0 0,0-1 0 0 0,0 0 0 0 0,0 1-1 0 0,0-1 1 0 0,1 1 0 0 0,-1-1-1 0 0,0 1 1 0 0,-1-1 0 0 0,1 1-1 0 0,0 2-105 0 0,0 3 32 0 0,0 0 64 0 0,-1-1 0 0 0,-1 1 0 0 0,1-1 0 0 0,-1 1 0 0 0,0-1 0 0 0,0 1 0 0 0,-1-1 0 0 0,1 0 1 0 0,-1 0-1 0 0,0 0 0 0 0,-1 0 0 0 0,1-1 0 0 0,-5 5 0 0 0,2-1-6 0 0,-4 9 105 0 0,11-13-73 0 0,-3 0 2 0 0,-10 2 15 0 0,7 1-89 0 0,5-6 45 0 0,0-1 0 0 0,-1 1 0 0 0,1-1 0 0 0,0 0-1 0 0,0 1 1 0 0,-1-1 0 0 0,1 1 0 0 0,0-1 0 0 0,0 0 0 0 0,-1 1 0 0 0,1-1 0 0 0,0 0 0 0 0,-1 0 0 0 0,1 1-1 0 0,-1-1 1 0 0,1 0 0 0 0,0 0 0 0 0,-1 0 0 0 0,1 1 0 0 0,-1-1 0 0 0,1 0 0 0 0,0 0 0 0 0,-1 0-1 0 0,1 0 1 0 0,-1 0 0 0 0,1 0 0 0 0,-1 0 0 0 0,1 0 0 0 0,-1 0 0 0 0,0 0 0 0 0,-4 14 278 0 0,-9-2-144 0 0,13-11-147 0 0,2 3 11 0 0,-1-1-93 0 0,0 2 111 0 0,0-3 5 0 0,0-1-1 0 0,0 0 0 0 0,0 0 0 0 0,1 1 0 0 0,-1-1 0 0 0,0 0 0 0 0,1 0 0 0 0,-1 1 0 0 0,1-1 0 0 0,-1 0 0 0 0,1 0 1 0 0,0 0-1 0 0,0 0 0 0 0,-1 0 0 0 0,1 0 0 0 0,0 0 0 0 0,0 0 0 0 0,0 0 0 0 0,0 0 0 0 0,0 0 0 0 0,0-1 1 0 0,0 1-1 0 0,0 0 0 0 0,0-1 0 0 0,1 1 0 0 0,-1-1 0 0 0,2 1 0 0 0,20 8 82 0 0,44 11 0 0 0,-59-18-398 0 0,-1 0-1 0 0,1 0 0 0 0,0-1 1 0 0,-1 0-1 0 0,1 0 1 0 0,0-1-1 0 0,0 0 1 0 0,12-1-1 0 0,9-1-2867 0 0,-10-1 151 0 0,27-11-7263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9.2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0 308 1920 0 0,'0'0'7344'0'0,"3"8"-5467"0"0,0-1-1153 0 0,-1-1 0 0 0,1 1-1 0 0,1-1 1 0 0,-1 0 0 0 0,1 0 0 0 0,0-1-1 0 0,7 8 1 0 0,0-2-139 0 0,0 0 1 0 0,1-1-1 0 0,17 11 1 0 0,-24-17-356 0 0,-4-3-188 0 0,1 1-1 0 0,0-1 1 0 0,-1 0-1 0 0,1 1 1 0 0,0-1-1 0 0,0 0 0 0 0,0 0 1 0 0,0 0-1 0 0,0-1 1 0 0,0 1-1 0 0,0 0 1 0 0,4 0-1 0 0,-3-1 76 0 0,-2 0-94 0 0,0 0 0 0 0,0 1 0 0 0,0-1 0 0 0,0 0 0 0 0,1 0 0 0 0,-1 0 0 0 0,0-1 0 0 0,0 1 0 0 0,0 0 0 0 0,1 0 0 0 0,-1-1 0 0 0,0 1 0 0 0,0 0 0 0 0,0-1 0 0 0,1 0 0 0 0,-1 0-31 0 0,1 0 7 0 0,-1-1 0 0 0,0 1 0 0 0,1 0 0 0 0,-1 0 0 0 0,0 0 0 0 0,1 0 0 0 0,-1 0 0 0 0,1 1 1 0 0,0-1-1 0 0,-1 0 0 0 0,1 1 0 0 0,-1-1 0 0 0,1 1 0 0 0,0 0 0 0 0,0-1 0 0 0,-1 1 0 0 0,1 0 1 0 0,0 0-1 0 0,2 0 0 0 0,-1 0 14 0 0,0-1 1 0 0,1 0 0 0 0,-1 1 0 0 0,0-1-1 0 0,0 0 1 0 0,0-1 0 0 0,0 1 0 0 0,0-1-1 0 0,0 1 1 0 0,0-1 0 0 0,0 0-1 0 0,0 0 1 0 0,-1 0 0 0 0,1 0 0 0 0,-1-1-1 0 0,1 1 1 0 0,-1-1 0 0 0,0 1 0 0 0,0-1-1 0 0,2-3 1 0 0,3-6 17 0 0,0-1 1 0 0,11-26-1 0 0,-15 32 29 0 0,1-2 108 0 0,0-1-1 0 0,-1 1 1 0 0,0-1-1 0 0,-1 1 1 0 0,0-1-1 0 0,-1 0 1 0 0,0 0-1 0 0,0 0 1 0 0,-2-16-1 0 0,1 9 25 0 0,1 2 51 0 0,0 9-141 0 0,-1 0 1 0 0,0 0-1 0 0,0 1 1 0 0,0-1-1 0 0,-1 0 1 0 0,1 0-1 0 0,-1 1 1 0 0,-1-1-1 0 0,1 0 1 0 0,-4-8 0 0 0,-1 5 10 0 0,1 0 0 0 0,-1 0 0 0 0,0 1 0 0 0,-8-8 0 0 0,12 14-66 0 0,-1-1 1 0 0,1 1-1 0 0,0 0 1 0 0,-1 1-1 0 0,1-1 1 0 0,-1 0-1 0 0,1 1 0 0 0,-1-1 1 0 0,0 1-1 0 0,0 0 1 0 0,0 0-1 0 0,-4-1 1 0 0,-9-4 50 0 0,11 3-68 0 0,0 0 0 0 0,0 1 0 0 0,-1-1 0 0 0,1 1 0 0 0,-1 1 0 0 0,0-1 0 0 0,1 1 0 0 0,-1 0 0 0 0,0 0 0 0 0,0 0 0 0 0,0 1 0 0 0,0 0 0 0 0,0 0-1 0 0,-7 2 2 0 0,-19-1 185 0 0,29 0-201 0 0,0 0 0 0 0,0 0 0 0 0,0 0-1 0 0,0 0 1 0 0,0 1 0 0 0,0-1 0 0 0,1 1 0 0 0,-1 0-1 0 0,1 0 1 0 0,-1 0 0 0 0,1 0 0 0 0,-1 0 0 0 0,-3 5 0 0 0,3-3 39 0 0,-6 24 154 0 0,-13 82 37 0 0,21-105-397 0 0,0 0 0 0 0,0 0 0 0 0,1 0 0 0 0,0 0 1 0 0,0 0-1 0 0,0 1 0 0 0,1-1 0 0 0,-1 0 0 0 0,1 0 0 0 0,0 0 1 0 0,1 0-1 0 0,-1 0 0 0 0,1 0 0 0 0,0-1 0 0 0,0 1 0 0 0,6 8 1 0 0,85 134-10798 0 0,-61-104 5571 0 0,-32-43 5191 0 0,1 1-1 0 0,-1-1 1 0 0,1 1-1 0 0,-1-1 1 0 0,1 1-1 0 0,0-1 1 0 0,-1 0-1 0 0,1 1 1 0 0,0-1-1 0 0,0 0 1 0 0,-1 1-1 0 0,1-1 0 0 0,0 0 1 0 0,0 0-1 0 0,-1 0 1 0 0,1 0-1 0 0,0 0 1 0 0,0 0-1 0 0,-1 0 1 0 0,1 0-1 0 0,0 0 1 0 0,1 0-1 0 0,6 0-2452 0 0,6 0 1659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25.7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0 2592 0 0,'0'0'2005'0'0,"0"28"4283"0"0,0 91-1349 0 0,-1-114-4806 0 0,1 1 1 0 0,0 0 0 0 0,0 0-1 0 0,1-1 1 0 0,0 1 0 0 0,0 0-1 0 0,3 10 1 0 0,4 10 130 0 0,-6 47 596 0 0,-3-53-716 0 0,2 1-1 0 0,2 23 0 0 0,3-19-153 0 0,-3-15 124 0 0,-1 1-1 0 0,0 0 0 0 0,0 19 0 0 0,1 55 431 0 0,8 95 229 0 0,-8-109-261 0 0,-3-70-498 0 0,-1 0 0 0 0,1 0 0 0 0,0 0 1 0 0,-1 0-1 0 0,1 0 0 0 0,0 0 0 0 0,-1 0 0 0 0,1-1 0 0 0,-1 1 0 0 0,1 0 0 0 0,-1 0 0 0 0,0 0 0 0 0,1-1 0 0 0,-1 1 0 0 0,0 0 0 0 0,1-1 0 0 0,-3 2 0 0 0,0 2-59 0 0,-9 21 51 0 0,10-22 126 0 0,1 1 0 0 0,-1 0 0 0 0,0 0 0 0 0,0-1 0 0 0,-1 0 1 0 0,1 1-1 0 0,-1-1 0 0 0,-3 3 0 0 0,-6 3 873 0 0,6-14-656 0 0,4-20-410 0 0,3 18 144 0 0,-3 0-349 0 0,2 7 277 0 0,1 0 0 0 0,-1-1 0 0 0,0 1 0 0 0,0-1 0 0 0,0 1 1 0 0,0-1-1 0 0,1 1 0 0 0,-1 0 0 0 0,0-1 0 0 0,0 1 0 0 0,1 0 0 0 0,-1-1 0 0 0,0 1 0 0 0,1 0 0 0 0,-1-1 0 0 0,0 1 1 0 0,1 0-1 0 0,-1 0 0 0 0,1-1 0 0 0,-1 1 0 0 0,0 0 0 0 0,1 0 0 0 0,-1 0 0 0 0,1 0 0 0 0,-1-1 0 0 0,1 1 0 0 0,-1 0 1 0 0,0 0-1 0 0,1 0 0 0 0,-1 0 0 0 0,1 0 0 0 0,-1 0 0 0 0,1 0 0 0 0,-1 0 0 0 0,1 1 0 0 0,13-2 16 0 0,18 1 90 0 0,-1 1 0 0 0,0 1 1 0 0,47 10-1 0 0,-10-4-1253 0 0,130 15-3872 0 0,-131-17 2394 0 0,-53-6 87 0 0,-6-1 1286 0 0,1 0-1 0 0,-1 0 1 0 0,0-1 0 0 0,8-2-1 0 0,-9 2 250 0 0,1 0 0 0 0,0 0 0 0 0,0 1 0 0 0,8-1 0 0 0,5 2-683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26.2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2400 0 0,'0'0'7168'0'0,"152"17"-896"0"0,-136-17-5952 0 0,2 0-384 0 0,-1 0-128 0 0,0 0-64 0 0,-1 0-320 0 0,36 17-1600 0 0,-36-17 64 0 0,1 0 704 0 0,0 0-1984 0 0,0 0 1824 0 0,0 17-736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26.4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1760 0 0,'0'1'215'0'0,"0"0"0"0"0,0 0-1 0 0,1 0 1 0 0,-1 0 0 0 0,1 0 0 0 0,-1 0 0 0 0,1 0 0 0 0,-1 0 0 0 0,1 0-1 0 0,0-1 1 0 0,0 1 0 0 0,-1 0 0 0 0,1 0 0 0 0,0-1 0 0 0,0 1-1 0 0,0 0 1 0 0,-1-1 0 0 0,1 1 0 0 0,0-1 0 0 0,0 1 0 0 0,0-1 0 0 0,0 1-1 0 0,0-1 1 0 0,0 0 0 0 0,0 1 0 0 0,0-1 0 0 0,1 0 0 0 0,-1 0-1 0 0,0 0 1 0 0,0 0 0 0 0,0 0 0 0 0,1 0 0 0 0,51-1 6305 0 0,-32 1-5400 0 0,-17 0-1123 0 0,-1 0 0 0 0,0 0 0 0 0,1 1 0 0 0,-1 0-1 0 0,0-1 1 0 0,0 1 0 0 0,6 3 0 0 0,12 3 225 0 0,6-4 180 0 0,0-1-1 0 0,49-3 0 0 0,-25-1-917 0 0,-9 2-2433 0 0,89 0-11477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8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129 135 2368 0 0,'0'11'6597'0'0,"-8"73"-382"0"0,4-52-5299 0 0,-1 41 1 0 0,-3-19-501 0 0,-26 101 240 0 0,31-143-668 0 0,1 0 0 0 0,0 1 0 0 0,1 15 0 0 0,0-21 6 0 0,1 1-1 0 0,-1-1 1 0 0,0 1 0 0 0,0-1 0 0 0,-4 10-1 0 0,-32 90 322 0 0,37-106-278 0 0,-1 0 0 0 0,1 1-1 0 0,-1-1 1 0 0,1 0 0 0 0,-1 0 0 0 0,1 1-1 0 0,-1-1 1 0 0,0 0 0 0 0,0 0 0 0 0,0 0-1 0 0,0 0 1 0 0,1 0 0 0 0,-1 0 0 0 0,-2 1-1 0 0,2-3 6 0 0,1 0 0 0 0,-1 0 0 0 0,1 0 0 0 0,-1 0 0 0 0,1 0 0 0 0,0 0 0 0 0,0 0 0 0 0,0 0 0 0 0,-1 0 0 0 0,1 0 0 0 0,0 0 0 0 0,0-1 0 0 0,1 1 0 0 0,-1 0 0 0 0,0 0 0 0 0,0 0 0 0 0,1-2 0 0 0,5-36 696 0 0,22-71 1 0 0,39-81-64 0 0,-47 136-513 0 0,99-261 804 0 0,-116 308-967 0 0,0 0 1 0 0,0 1 0 0 0,1-1-1 0 0,0 1 1 0 0,7-10 0 0 0,-4 17-89 0 0,-2 9 4 0 0,-3 0 52 0 0,7 18 94 0 0,1 0-1 0 0,19 35 1 0 0,18 27 286 0 0,67 96-1 0 0,-109-178-334 0 0,0-1-1 0 0,0 1 1 0 0,1-1 0 0 0,0 0-1 0 0,0 0 1 0 0,0 0-1 0 0,11 6 1 0 0,-15-11-14 0 0,0 0 1 0 0,0 0-1 0 0,0 0 1 0 0,0-1-1 0 0,0 1 1 0 0,0 0-1 0 0,0-1 1 0 0,0 0-1 0 0,0 0 0 0 0,1 1 1 0 0,-1-1-1 0 0,0 0 1 0 0,0-1-1 0 0,3 1 1 0 0,0-1 6 0 0,1 0 1 0 0,-1 0 0 0 0,-1-1 0 0 0,1 1-1 0 0,0-1 1 0 0,0 0 0 0 0,-1-1 0 0 0,1 1 0 0 0,-1-1-1 0 0,1 0 1 0 0,4-4 0 0 0,2-3 27 0 0,0 1 0 0 0,-1-1 1 0 0,-1-1-1 0 0,0 0 0 0 0,0 0 0 0 0,-1-1 0 0 0,-1 0 0 0 0,10-18 1 0 0,4-19 289 0 0,-2-1 1 0 0,14-57-1 0 0,-26 78-133 0 0,1 5 191 0 0,-3 46 206 0 0,17 170 1642 0 0,-18-159-2034 0 0,-2 1 1 0 0,-1 35-1 0 0,-2-30-104 0 0,1 107-203 0 0,0-136-106 0 0,0-1 0 0 0,1 0 0 0 0,0 0 0 0 0,1 1 0 0 0,0-1 0 0 0,4 11 0 0 0,2 0-3061 0 0,1-1-3561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9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2720 0 0,'0'0'12768'0'0,"17"17"-10273"0"0,0-17-1983 0 0,1 0-352 0 0,-2 0 352 0 0,1 0-224 0 0,288 0-3296 0 0,-220 0-13439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9.8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1856 0 0,'220'51'18143'0'0,"-67"-51"-18303"0"0,-103 0-1504 0 0,-33 0-223 0 0,34 0-2785 0 0,-17 0-6944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0.8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135 577 1664 0 0,'-26'0'5381'0'0,"-8"0"-1840"0"0,17 3-1914 0 0,14-2-1515 0 0,1 0 0 0 0,-1 1 1 0 0,0-1-1 0 0,0 1 0 0 0,1 0 0 0 0,-1 0 1 0 0,1 0-1 0 0,-1 0 0 0 0,1 0 0 0 0,0 0 1 0 0,0 1-1 0 0,0-1 0 0 0,0 1 0 0 0,1-1 1 0 0,-1 1-1 0 0,0 0 0 0 0,1 0 0 0 0,0 0 0 0 0,0 0 1 0 0,-1 3-1 0 0,-1 5 193 0 0,0 1 0 0 0,1 0-1 0 0,-1 18 1 0 0,2-16 12 0 0,-1 17 134 0 0,2-30-443 0 0,0-1-1 0 0,0 0 1 0 0,0 0 0 0 0,0 1 0 0 0,0-1 0 0 0,1 0 0 0 0,-1 0 0 0 0,0 1 0 0 0,0-1 0 0 0,0 0 0 0 0,0 0 0 0 0,0 1 0 0 0,0-1 0 0 0,0 0 0 0 0,1 0-1 0 0,-1 0 1 0 0,0 0 0 0 0,0 1 0 0 0,0-1 0 0 0,1 0 0 0 0,-1 0 0 0 0,0 0 0 0 0,0 0 0 0 0,0 1 0 0 0,1-1 0 0 0,-1 0 0 0 0,0 0 0 0 0,0 0-1 0 0,1 0 1 0 0,-1 0 0 0 0,0 0 0 0 0,0 0 0 0 0,1 0 0 0 0,-1 0 0 0 0,0 0 0 0 0,1 0 0 0 0,8 3 229 0 0,22 25 318 0 0,-30-27-517 0 0,1 0 1 0 0,-1-1-1 0 0,1 1 1 0 0,-1-1-1 0 0,0 1 0 0 0,1-1 1 0 0,-1 1-1 0 0,1-1 0 0 0,-1 0 1 0 0,1 0-1 0 0,-1 0 0 0 0,1 0 1 0 0,-1 0-1 0 0,1 0 0 0 0,-1 0 1 0 0,1 0-1 0 0,2-1 1 0 0,6 0 326 0 0,107 1 1187 0 0,-107-3-1477 0 0,11-20 223 0 0,-14 14-199 0 0,0-1 1 0 0,-1-1-1 0 0,0 1 0 0 0,0-1 0 0 0,-1 0 0 0 0,-1 0 0 0 0,1-1 0 0 0,-2 0 0 0 0,0 1 0 0 0,0-1 1 0 0,1-20-1 0 0,-5-7-23 0 0,-1 0 1 0 0,-2 0 0 0 0,-13-60 0 0 0,12 78-64 0 0,-8-51 109 0 0,1 20 54 0 0,11 49-179 0 0,0 1 0 0 0,1-1 0 0 0,-1 0 0 0 0,0 1 0 0 0,1-1 0 0 0,0 0-1 0 0,0 0 1 0 0,0 1 0 0 0,0-1 0 0 0,0 0 0 0 0,1-3 0 0 0,-1 2 21 0 0,1 0-1 0 0,-1 1 1 0 0,0-1 0 0 0,0 0 0 0 0,0 1 0 0 0,0-1-1 0 0,-1 0 1 0 0,-1-6 0 0 0,-10-30 318 0 0,10 31-277 0 0,-1 1 1 0 0,0-1-1 0 0,-9-15 0 0 0,10 20-44 0 0,0 0 0 0 0,-1-1 0 0 0,1 0-1 0 0,1 1 1 0 0,-1-1 0 0 0,1 0 0 0 0,0 0 0 0 0,0 0-1 0 0,0 0 1 0 0,0-8 0 0 0,1 12-19 0 0,0 1 0 0 0,0-1-1 0 0,0 1 1 0 0,0-1 0 0 0,0 1 0 0 0,0-1 0 0 0,0 0-1 0 0,0 1 1 0 0,0-1 0 0 0,0 1 0 0 0,0-1 0 0 0,-1 1-1 0 0,1-1 1 0 0,0 1 0 0 0,0 0 0 0 0,-1-1 0 0 0,1 1 0 0 0,0-1-1 0 0,-1 1 1 0 0,1-1 0 0 0,0 1 0 0 0,-1 0 0 0 0,1-1-1 0 0,0 1 1 0 0,-1 0 0 0 0,1-1 0 0 0,-1 1 0 0 0,1 0-1 0 0,-1 0 1 0 0,1-1 0 0 0,-1 1 0 0 0,1 0 0 0 0,-1 0-1 0 0,1 0 1 0 0,-1 0 0 0 0,1 0 0 0 0,-1 0 0 0 0,1 0 0 0 0,-1 0-1 0 0,1 0 1 0 0,-2 0 0 0 0,-1 0-289 0 0,-11 3-150 0 0,12 11 1158 0 0,16 34-209 0 0,42 146-159 0 0,-33-115-155 0 0,-23-77-188 0 0,9 21 50 0 0,0 1 1 0 0,2-2 0 0 0,0 1 0 0 0,22 30-1 0 0,-15-28 62 0 0,16 32 1 0 0,-1-3-254 0 0,-22-36 62 0 0,15 18-175 0 0,44 34-1217 0 0,-40-50 244 0 0,-23-17 478 0 0,6 6-1177 0 0,-11-7 1486 0 0,1 0 0 0 0,0 0 0 0 0,-1-1 0 0 0,1 1 0 0 0,0 0 0 0 0,0-1 0 0 0,0 0 0 0 0,0 0 0 0 0,0 0 0 0 0,0 0 0 0 0,0 0 0 0 0,0 0 0 0 0,6 0 0 0 0,-3 13-4172 0 0,-4-14 4065 0 0,0 1 0 0 0,-1 0 1 0 0,1-1-1 0 0,0 0 0 0 0,0 1 0 0 0,0-1 0 0 0,0 0 1 0 0,0 0-1 0 0,0 0 0 0 0,3 0 0 0 0,-1 0-190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1.3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2848 0 0,'-2'-1'8443'0'0,"-10"5"-6273"0"0,12-2-1744 0 0,-1 0 0 0 0,0 0 0 0 0,1 1 0 0 0,-1-1 0 0 0,1 0 0 0 0,0 0 0 0 0,0 1 0 0 0,0-1 0 0 0,0 4 0 0 0,1-4-793 0 0,-1 1 671 0 0,0-1 64 0 0,-1 4-150 0 0,1-1-111 0 0,0 1 0 0 0,0-1-1 0 0,0 0 1 0 0,0 1 0 0 0,1-1 0 0 0,1 6-1 0 0,2-7-89 0 0,-1 0 0 0 0,0 0 0 0 0,1-1-1 0 0,0 1 1 0 0,0-1 0 0 0,8 6 0 0 0,-2-1-25 0 0,0 0 1 0 0,1-1 0 0 0,0 0-1 0 0,0 0 1 0 0,1-1 0 0 0,-1-1-1 0 0,18 6 1 0 0,-26-11 8 0 0,1 0 0 0 0,-1 0 0 0 0,1 0 0 0 0,-1 0 0 0 0,1-1 1 0 0,-1 1-1 0 0,0-1 0 0 0,1 0 0 0 0,-1 0 0 0 0,0-1 0 0 0,1 1 0 0 0,-1 0 0 0 0,0-1 0 0 0,0 0 0 0 0,0 0 0 0 0,-1 0 0 0 0,1 0 0 0 0,5-5 1 0 0,-4 3-2 0 0,17-9-15 0 0,-21 13 16 0 0,0 0 0 0 0,1 0 0 0 0,-1 0-1 0 0,0-1 1 0 0,1 1 0 0 0,-1 0-1 0 0,0 0 1 0 0,0 0 0 0 0,1-1 0 0 0,-1 1-1 0 0,0 0 1 0 0,0 0 0 0 0,1-1 0 0 0,-1 1-1 0 0,0 0 1 0 0,0 0 0 0 0,0-1-1 0 0,0 1 1 0 0,1 0 0 0 0,-1-1 0 0 0,0 1-1 0 0,0 0 1 0 0,0 0 0 0 0,0-1 0 0 0,0 1-1 0 0,0 0 1 0 0,0-1 0 0 0,0 1-1 0 0,0 0 1 0 0,0-1 0 0 0,0 1 0 0 0,0 0-1 0 0,0-1 1 0 0,0 1 0 0 0,0 0-1 0 0,0-1 1 0 0,0 1 0 0 0,-1-1 0 0 0,1-5 28 0 0,0-22 1064 0 0,0 25-741 0 0,3 31 102 0 0,2 10 38 0 0,1 1 1 0 0,12 39-1 0 0,36 79-66 0 0,-37-111-420 0 0,1 14-120 0 0,-18-34 175 0 0,-1-4 88 0 0,0-21-160 0 0,1-1 0 0 0,0 1 0 0 0,0 0 0 0 0,0 0 0 0 0,0 0 0 0 0,-1 0 0 0 0,1 0 0 0 0,0-1 0 0 0,-1 1 0 0 0,1 0 0 0 0,-1 0 0 0 0,1 0-1 0 0,-1-1 1 0 0,1 1 0 0 0,-1 0 0 0 0,1-1 0 0 0,-1 1 0 0 0,-1 1 0 0 0,-10 13 216 0 0,12-14-180 0 0,-1 0 0 0 0,1 0 0 0 0,-1 0 0 0 0,0 0 0 0 0,0 0 1 0 0,1 0-1 0 0,-1-1 0 0 0,0 1 0 0 0,0 0 0 0 0,0 0 0 0 0,0 0 1 0 0,0-1-1 0 0,0 1 0 0 0,0 0 0 0 0,0-1 0 0 0,0 1 1 0 0,0-1-1 0 0,-2 1 0 0 0,-1 0 0 0 0,0-1 0 0 0,1 0 0 0 0,-1 0-1 0 0,0 0 1 0 0,0 0 0 0 0,0 0 0 0 0,-7-2 0 0 0,4 0 30 0 0,1 0 0 0 0,-1-1-1 0 0,1 1 1 0 0,0-1 0 0 0,0 0 0 0 0,0-1 0 0 0,0 1-1 0 0,1-1 1 0 0,-1 0 0 0 0,1-1 0 0 0,0 1 0 0 0,-6-8-1 0 0,3 4 28 0 0,1-1-1 0 0,1 0 0 0 0,-1-1 0 0 0,1 0 1 0 0,-5-12-1 0 0,10 20-66 0 0,0-1-1 0 0,0 0 1 0 0,0 0 0 0 0,0 0 0 0 0,1 1-1 0 0,-1-1 1 0 0,1 0 0 0 0,0 0-1 0 0,0 0 1 0 0,0 0 0 0 0,0 0 0 0 0,0 0-1 0 0,1 0 1 0 0,-1 0 0 0 0,1 1 0 0 0,0-1-1 0 0,0 0 1 0 0,0 0 0 0 0,0 1 0 0 0,2-4-1 0 0,9-5-258 0 0,-10 9 191 0 0,1 0-1 0 0,-1 0 1 0 0,0 0-1 0 0,0 0 1 0 0,0 0-1 0 0,0-1 1 0 0,0 1-1 0 0,-1-1 1 0 0,3-3 0 0 0,-4 5 34 0 0,1 0 1 0 0,0 0-1 0 0,0 0 1 0 0,-1 0-1 0 0,1 1 1 0 0,0-1-1 0 0,0 0 1 0 0,0 0-1 0 0,0 0 1 0 0,0 1-1 0 0,0-1 1 0 0,0 1 0 0 0,0-1-1 0 0,0 1 1 0 0,2-1-1 0 0,9-6-288 0 0,-7-1 21 0 0,-5 8 259 0 0,0 0 0 0 0,0-1 0 0 0,1 1 0 0 0,-1-1 1 0 0,0 1-1 0 0,0 0 0 0 0,1-1 0 0 0,-1 1 0 0 0,0 0 0 0 0,1-1 0 0 0,-1 1 0 0 0,0 0 0 0 0,1-1 0 0 0,-1 1 0 0 0,0 0 1 0 0,1 0-1 0 0,-1 0 0 0 0,1-1 0 0 0,-1 1 0 0 0,0 0 0 0 0,1 0 0 0 0,-1 0 0 0 0,1 0 0 0 0,-1 0 0 0 0,1 0 1 0 0,-1 0-1 0 0,0 0 0 0 0,1 0 0 0 0,-1 0 0 0 0,2 0 0 0 0,-2 0-12 0 0,0 0 1 0 0,1 0-1 0 0,-1 0 1 0 0,1 0-1 0 0,-1 0 1 0 0,1 0-1 0 0,-1 0 1 0 0,1-1-1 0 0,-1 1 0 0 0,0 0 1 0 0,1 0-1 0 0,-1 0 1 0 0,1 0-1 0 0,-1-1 1 0 0,0 1-1 0 0,1 0 1 0 0,-1 0-1 0 0,1-1 1 0 0,-1 1-1 0 0,0 0 0 0 0,1-1 1 0 0,-1 1-1 0 0,0 0 1 0 0,0-1-1 0 0,1 1 1 0 0,-1 0-1 0 0,0-1 1 0 0,0 1-1 0 0,1-1 1 0 0,-1 1-1 0 0,0 0 0 0 0,0-2 1 0 0,0 2-12 0 0,0-1 0 0 0,0 1 0 0 0,1 0 0 0 0,-1-1 0 0 0,0 1 0 0 0,0-1 0 0 0,0 1 0 0 0,1 0 0 0 0,-1-1 0 0 0,0 1 0 0 0,0-1 0 0 0,1 1 0 0 0,-1 0 0 0 0,0-1 0 0 0,1 1 0 0 0,-1 0 0 0 0,0 0 0 0 0,1-1 0 0 0,-1 1 0 0 0,1 0 0 0 0,-1 0 0 0 0,0 0 0 0 0,1-1 0 0 0,-1 1 0 0 0,1 0 0 0 0,-1 0-1 0 0,1 0 1 0 0,-1 0 0 0 0,1 0 0 0 0,-1 0 0 0 0,0 0 0 0 0,2 0 0 0 0,-1 0-51 0 0,0 0-1 0 0,0 0 1 0 0,1 0-1 0 0,-1 0 1 0 0,0 0-1 0 0,0-1 0 0 0,1 1 1 0 0,-1 0-1 0 0,0-1 1 0 0,0 1-1 0 0,0-1 1 0 0,0 1-1 0 0,0-1 0 0 0,2-1 1 0 0,2-1-584 0 0,0 1 1 0 0,0-1 0 0 0,1 1-1 0 0,-1 0 1 0 0,0 0-1 0 0,9-1 1 0 0,88-25-12777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1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29 1696 0 0,'0'0'5424'0'0,"-19"5"2437"0"0,18-2-7602 0 0,0 0 0 0 0,0 0-1 0 0,0 0 1 0 0,0-1 0 0 0,1 1 0 0 0,-1 0 0 0 0,1 0 0 0 0,0 0-1 0 0,0 0 1 0 0,0 0 0 0 0,0 0 0 0 0,1 0 0 0 0,-1 0 0 0 0,2 4-1 0 0,42 134 1894 0 0,-21-75-1493 0 0,-17-41-462 0 0,-6-22-111 0 0,0 0-76 0 0,0 8 17 0 0,1-40-137 0 0,1 1 0 0 0,9-39-1 0 0,-8 33-209 0 0,0 5 0 0 0,6 8-225 0 0,0-1 0 0 0,1 1-1 0 0,27-39 1 0 0,-36 59 519 0 0,-1-1 0 0 0,2 1 0 0 0,-1 0 1 0 0,0-1-1 0 0,0 1 0 0 0,0 0 0 0 0,0 0 0 0 0,1 0 0 0 0,-1 0 0 0 0,1 0 0 0 0,-1 0 0 0 0,1 0 0 0 0,-1 0 1 0 0,1 0-1 0 0,-1 1 0 0 0,1-1 0 0 0,0 1 0 0 0,-1-1 0 0 0,4 1 0 0 0,-3 0-12 0 0,0 1 0 0 0,1-1 0 0 0,-1 1-1 0 0,0 0 1 0 0,1 0 0 0 0,-1 0 0 0 0,0 0 0 0 0,0 1 0 0 0,0-1-1 0 0,3 3 1 0 0,22 14-379 0 0,-26-18 424 0 0,0 1 0 0 0,0 0 0 0 0,0 0-1 0 0,0-1 1 0 0,0 1 0 0 0,0 0-1 0 0,0 0 1 0 0,0 0 0 0 0,-1 0-1 0 0,1 0 1 0 0,0 0 0 0 0,-1 0-1 0 0,1 1 1 0 0,0 1 0 0 0,6 9 15 0 0,4-4-142 0 0,-10-7 114 0 0,1-1-1 0 0,-1 1 1 0 0,0 0 0 0 0,1 0-1 0 0,-1 0 1 0 0,0 0-1 0 0,0 0 1 0 0,0 0-1 0 0,0 0 1 0 0,0 0 0 0 0,0 1-1 0 0,0-1 1 0 0,0 0-1 0 0,0 1 1 0 0,-1-1-1 0 0,1 0 1 0 0,-1 1 0 0 0,1-1-1 0 0,-1 1 1 0 0,1-1-1 0 0,0 4 1 0 0,-1-2 4 0 0,0 1 0 0 0,1-1-1 0 0,0 1 1 0 0,0-1 0 0 0,0 1 0 0 0,0-1 0 0 0,1 0 0 0 0,-1 0 0 0 0,5 6-1 0 0,15 33-203 0 0,56 116-1374 0 0,-68-132 724 0 0,-5-22 368 0 0,6 0-723 0 0,-9-3 953 0 0,0-1 1 0 0,0 1-1 0 0,0 0 0 0 0,1 0 0 0 0,-1 0 0 0 0,0 0 0 0 0,0 0 0 0 0,0 0 1 0 0,-1 0-1 0 0,1 1 0 0 0,0-1 0 0 0,0 0 0 0 0,-1 0 0 0 0,1 1 1 0 0,-1-1-1 0 0,1 0 0 0 0,-1 1 0 0 0,1-1 0 0 0,-1 1 0 0 0,0-1 0 0 0,0 0 1 0 0,1 3-1 0 0,-1-1-553 0 0,16-3-5434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2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53 2048 0 0,'-42'-42'10128'0'0,"42"41"-10062"0"0,0 1 0 0 0,-1-1 0 0 0,1 0 1 0 0,-1 1-1 0 0,1-1 0 0 0,0 1 0 0 0,-1-1 1 0 0,0 0-1 0 0,1 1 0 0 0,-1-1 0 0 0,1 1 1 0 0,-1 0-1 0 0,1-1 0 0 0,-1 1 0 0 0,0-1 1 0 0,0 1-1 0 0,1 0 0 0 0,-1-1 0 0 0,0 1 1 0 0,1 0-1 0 0,-1 0 0 0 0,0 0 0 0 0,0 0 1 0 0,1 0-1 0 0,-1-1 0 0 0,0 1 0 0 0,0 0 1 0 0,1 1-1 0 0,-1-1 0 0 0,0 0 0 0 0,-1 0 1 0 0,-5 2 170 0 0,6-2-222 0 0,0 0 0 0 0,0 0 1 0 0,0 0-1 0 0,1 0 0 0 0,-1 1 0 0 0,0-1 0 0 0,0 0 1 0 0,1 1-1 0 0,-1-1 0 0 0,0 0 0 0 0,1 1 0 0 0,-1-1 1 0 0,0 1-1 0 0,1-1 0 0 0,-1 1 0 0 0,1-1 1 0 0,-1 1-1 0 0,1 0 0 0 0,-1-1 0 0 0,1 1 0 0 0,-1 0 1 0 0,1-1-1 0 0,0 1 0 0 0,-1 0 0 0 0,1-1 1 0 0,0 2-1 0 0,-1 0-5 0 0,0-1 1 0 0,1 0 0 0 0,-1 1-1 0 0,0-1 1 0 0,0 0 0 0 0,0 0-1 0 0,0 0 1 0 0,0 1 0 0 0,0-1-1 0 0,0 0 1 0 0,0 0 0 0 0,0 0-1 0 0,-2 1 1 0 0,-1-1 15 0 0,0 2 0 0 0,0-1 0 0 0,0 0-1 0 0,1 1 1 0 0,-1 0 0 0 0,-4 5 0 0 0,5 6 22 0 0,2-8-59 0 0,1 0-1 0 0,0 0 0 0 0,0 1 1 0 0,0-1-1 0 0,1 0 0 0 0,0 0 1 0 0,0 0-1 0 0,0 0 0 0 0,1 0 1 0 0,0 0-1 0 0,0 0 0 0 0,1-1 1 0 0,0 1-1 0 0,-1-1 0 0 0,6 8 1 0 0,-4-9-2 0 0,0 1 0 0 0,0-1 0 0 0,1 0 0 0 0,-1 0 0 0 0,1-1 0 0 0,0 1 0 0 0,0-1 0 0 0,0 0 0 0 0,0 0 0 0 0,1-1 1 0 0,-1 0-1 0 0,1 0 0 0 0,0 0 0 0 0,-1 0 0 0 0,1-1 0 0 0,0 0 0 0 0,0 0 0 0 0,10 0 0 0 0,-14-1 61 0 0,-2-1-46 0 0,0 1-1 0 0,0 0 0 0 0,1-1 1 0 0,-1 1-1 0 0,0 0 0 0 0,0-1 1 0 0,0 1-1 0 0,0 0 0 0 0,0-1 1 0 0,0 1-1 0 0,1 0 0 0 0,-1-1 1 0 0,0 1-1 0 0,0 0 0 0 0,1 0 1 0 0,-1-1-1 0 0,0 1 1 0 0,0 0-1 0 0,1 0 0 0 0,-1-1 1 0 0,0 1-1 0 0,0 0 0 0 0,1 0 1 0 0,-1 0-1 0 0,0 0 0 0 0,1-1 1 0 0,-1 1-1 0 0,0 0 0 0 0,1 0 1 0 0,0 0-1 0 0,-1 0-2 0 0,1 0 1 0 0,-1 0-1 0 0,1-1 0 0 0,-1 1 0 0 0,0 0 0 0 0,1 0 0 0 0,-1 0 1 0 0,1-1-1 0 0,-1 1 0 0 0,1 0 0 0 0,-1 0 0 0 0,0-1 1 0 0,1 1-1 0 0,-1-1 0 0 0,0 1 0 0 0,1 0 0 0 0,-1-1 1 0 0,0 1-1 0 0,1-1 0 0 0,-1 1 0 0 0,0 0 0 0 0,0-1 1 0 0,0 1-1 0 0,1-1 0 0 0,-1 1 0 0 0,0-1 0 0 0,0 1 0 0 0,0-1 1 0 0,0 1-1 0 0,0-1 0 0 0,0 0 0 0 0,0 1 2 0 0,0-1 0 0 0,0 1 0 0 0,0-1-1 0 0,0 1 1 0 0,0-1 0 0 0,0 1 0 0 0,0-1 0 0 0,0 1 0 0 0,0-1-1 0 0,0 1 1 0 0,1-1 0 0 0,-1 1 0 0 0,0-1 0 0 0,0 1-1 0 0,0 0 1 0 0,1-1 0 0 0,-1 1 0 0 0,0-1 0 0 0,0 1-1 0 0,1 0 1 0 0,-1-1 0 0 0,0 1 0 0 0,1 0 0 0 0,-1-1-1 0 0,0 1 1 0 0,1 0 0 0 0,-1 0 0 0 0,1-1 0 0 0,0 1 0 0 0,6-5 81 0 0,-6 2-46 0 0,-1 1 1 0 0,1 0 0 0 0,-1 0-1 0 0,1-1 1 0 0,-1 1-1 0 0,0 0 1 0 0,0 0-1 0 0,0-1 1 0 0,0 1 0 0 0,-1 0-1 0 0,1-1 1 0 0,-1 1-1 0 0,0-2 1 0 0,-10-89 1392 0 0,8 70-1034 0 0,3 32-182 0 0,0-4-134 0 0,0 1 0 0 0,1-1 0 0 0,0 1 0 0 0,0-1 0 0 0,0 1 0 0 0,1-1 0 0 0,-1 0 0 0 0,1 0 0 0 0,3 6-1 0 0,-4-5-19 0 0,-1-1-19 0 0,10 18 101 0 0,47 79-690 0 0,-54-95 250 0 0,-3-7 265 0 0,1 1 1 0 0,-1-1 0 0 0,0 1-1 0 0,0-1 1 0 0,0 0-1 0 0,0 1 1 0 0,1-1-1 0 0,-1 1 1 0 0,0-1-1 0 0,0 1 1 0 0,1-1-1 0 0,-1 0 1 0 0,0 1-1 0 0,1-1 1 0 0,-1 1-1 0 0,0-1 1 0 0,1 0 0 0 0,-1 0-1 0 0,1 1 1 0 0,-1-1-1 0 0,1 0 1 0 0,-1 0-1 0 0,0 1 1 0 0,1-1-1 0 0,-1 0 1 0 0,1 0-1 0 0,-1 0 1 0 0,1 0-1 0 0,-1 0 1 0 0,1 0 0 0 0,-1 1-1 0 0,1-1 1 0 0,-1-1-1 0 0,1 1 1 0 0,0 0-1 0 0,0 0-67 0 0,0 1-1 0 0,0-1 1 0 0,0 0-1 0 0,0 1 0 0 0,0-1 1 0 0,0 0-1 0 0,-1 1 1 0 0,1-1-1 0 0,0 1 1 0 0,0-1-1 0 0,0 1 1 0 0,-1 0-1 0 0,1-1 1 0 0,0 1-1 0 0,0 0 1 0 0,-1-1-1 0 0,2 2 0 0 0,2 2-390 0 0,27 13-5449 0 0,-18-14 2713 0 0,-13-3 3172 0 0,0 0 0 0 0,0 0 0 0 0,0 0 0 0 0,1-1 0 0 0,-1 1 0 0 0,0 0 0 0 0,0 0 0 0 0,0 0 0 0 0,1 0 0 0 0,-1 0 0 0 0,0 0 0 0 0,0 0 0 0 0,0 0 0 0 0,1 0 0 0 0,-1 0 0 0 0,0 0 0 0 0,0 0 0 0 0,0 0 1 0 0,1 0-1 0 0,-1 0 0 0 0,0 1 0 0 0,0-1 0 0 0,0 0 0 0 0,1 0 0 0 0,-1 0 0 0 0,0 0 0 0 0,0 0 0 0 0,0 0 0 0 0,0 0 0 0 0,1 1 0 0 0,-1-1 0 0 0,0 0 0 0 0,0 0 0 0 0,0 0 0 0 0,0 0 0 0 0,0 1 0 0 0,0-1 0 0 0,0 0 0 0 0,1 0 0 0 0,-1 0 1 0 0,0 1-1 0 0,3 11-1219 0 0,11-9-197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3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2240 0 0,'0'39'10979'0'0,"0"-13"-9334"0"0,2-24-1204 0 0,1 0-403 0 0,-1 1 0 0 0,0-1 0 0 0,1 0 0 0 0,-1 1 0 0 0,0-1 0 0 0,0 1 0 0 0,-1 0 0 0 0,1 0 0 0 0,2 6 0 0 0,44 120 964 0 0,-46-122-957 0 0,0-1 0 0 0,0 1-1 0 0,0-1 1 0 0,-1 1 0 0 0,0-1-1 0 0,0 1 1 0 0,-1 12-1 0 0,0-10-38 0 0,0-9-4 0 0,0 0 0 0 0,1 0 0 0 0,-1 1 0 0 0,0-1 0 0 0,1 0 0 0 0,-1 1-1 0 0,1-1 1 0 0,-1 0 0 0 0,0 0 0 0 0,1 0 0 0 0,-1 1 0 0 0,1-1 0 0 0,-1 0 0 0 0,1 0 0 0 0,-1 0-1 0 0,1 0 1 0 0,-1 0 0 0 0,0 0 0 0 0,1 0 0 0 0,-1 0 0 0 0,1 0 0 0 0,-1 0 0 0 0,1 0 0 0 0,-1 0 0 0 0,1 0-1 0 0,-1 0 1 0 0,0-1 0 0 0,1 1 0 0 0,-1 0 0 0 0,1 0 0 0 0,-1 0 0 0 0,1-1 0 0 0,-1 1 0 0 0,0 0 0 0 0,1-1-1 0 0,-1 1 1 0 0,0 0 0 0 0,1-1 0 0 0,-1 1 0 0 0,0 0 0 0 0,0-1 0 0 0,1 1 0 0 0,-1 0 0 0 0,0-1-1 0 0,0-98-177 0 0,6 62 400 0 0,19-64 646 0 0,-25 99-851 0 0,1 1 0 0 0,-1 0-1 0 0,1 0 1 0 0,-1 0 0 0 0,1 0 0 0 0,-1 0 0 0 0,1 0 0 0 0,0 0 0 0 0,-1 0 0 0 0,1 0 0 0 0,0 1-1 0 0,0-1 1 0 0,-1 0 0 0 0,1 0 0 0 0,2 0 0 0 0,-3 0-8 0 0,1 1 1 0 0,-1 0-1 0 0,1 0 1 0 0,-1 0-1 0 0,1 0 1 0 0,-1 0-1 0 0,1 0 1 0 0,-1 0 0 0 0,1 0-1 0 0,-1 0 1 0 0,1 0-1 0 0,-1 0 1 0 0,1 0-1 0 0,-1 0 1 0 0,1 0-1 0 0,-1 0 1 0 0,1 1-1 0 0,-1-1 1 0 0,1 0-1 0 0,-1 0 1 0 0,1 1-1 0 0,0-1 1 0 0,0 1 18 0 0,0 0 0 0 0,0 0 0 0 0,0 0 1 0 0,0 0-1 0 0,0 0 0 0 0,0 0 0 0 0,0 1 1 0 0,0-1-1 0 0,0 0 0 0 0,-1 0 0 0 0,1 1 1 0 0,1 2-1 0 0,-2-3-20 0 0,0 0 1 0 0,0 0 0 0 0,1 0 0 0 0,-1 0-1 0 0,1 0 1 0 0,-1 0 0 0 0,1 0-1 0 0,-1-1 1 0 0,1 1 0 0 0,0 0 0 0 0,0 0-1 0 0,-1 0 1 0 0,1-1 0 0 0,0 1-1 0 0,0 0 1 0 0,0-1 0 0 0,-1 1 0 0 0,1-1-1 0 0,0 1 1 0 0,0-1 0 0 0,0 1-1 0 0,0-1 1 0 0,0 1 0 0 0,0-1 0 0 0,0 0-1 0 0,0 0 1 0 0,2 1 0 0 0,6 2 179 0 0,-3 28 290 0 0,-2-23-429 0 0,-2-6-32 0 0,-1-1 0 0 0,0 1 0 0 0,0 0 0 0 0,0-1 1 0 0,-1 1-1 0 0,1 0 0 0 0,0 0 0 0 0,-1 0 0 0 0,1 0 1 0 0,0 3-1 0 0,-1-4-4 0 0,0 0 1 0 0,0 0-1 0 0,1 0 1 0 0,-1 0-1 0 0,0 0 1 0 0,1 0 0 0 0,-1 0-1 0 0,1 0 1 0 0,-1 0-1 0 0,1 0 1 0 0,0 0-1 0 0,-1 0 1 0 0,1-1-1 0 0,0 1 1 0 0,1 1-1 0 0,6 8 67 0 0,-4 2 69 0 0,-1 1-1 0 0,0 0 0 0 0,-1 0 0 0 0,0 0 0 0 0,0 24 1 0 0,-2-42-66 0 0,0-17 328 0 0,0 22-416 0 0,1-1 0 0 0,-1 1 0 0 0,0-1 0 0 0,0 0 0 0 0,0 1 0 0 0,0-1 0 0 0,1 1 0 0 0,-1-1 0 0 0,0 1 1 0 0,0-1-1 0 0,1 1 0 0 0,-1-1 0 0 0,0 1 0 0 0,1-1 0 0 0,-1 1 0 0 0,1-1 0 0 0,-1 1 0 0 0,1-1 0 0 0,-1 1 0 0 0,1 0 0 0 0,-1-1 0 0 0,1 1 0 0 0,-1 0 0 0 0,1 0 0 0 0,-1-1 0 0 0,1 1 0 0 0,-1 0 0 0 0,1 0 0 0 0,0 0 0 0 0,-1-1 0 0 0,1 1 0 0 0,0 0 0 0 0,0-1-9 0 0,-1 1 1 0 0,1-1-1 0 0,-1 0 1 0 0,1 0 0 0 0,-1 0-1 0 0,0 0 1 0 0,1 0-1 0 0,-1 0 1 0 0,0 0-1 0 0,0 0 1 0 0,0-1 0 0 0,0 1-1 0 0,0 0 1 0 0,0 0-1 0 0,0 0 1 0 0,0 0 0 0 0,0 0-1 0 0,-1 0 1 0 0,1-1-1 0 0,0-10 107 0 0,0 11-106 0 0,1 1 0 0 0,-1-1 0 0 0,0 1 0 0 0,0-1-1 0 0,1 1 1 0 0,-1-1 0 0 0,0 1 0 0 0,0-1 0 0 0,0 0-1 0 0,0 1 1 0 0,0-1 0 0 0,0 1 0 0 0,0-1 0 0 0,0 1-1 0 0,0-1 1 0 0,0 0 0 0 0,0 1 0 0 0,0-1 0 0 0,0 1-1 0 0,-1-1 1 0 0,1 0 0 0 0,-1 0-18 0 0,1 0 1 0 0,0-1-1 0 0,0 1 0 0 0,-1 0 0 0 0,1 0 1 0 0,0 0-1 0 0,0 0 0 0 0,0 0 0 0 0,0-1 1 0 0,0 1-1 0 0,0 0 0 0 0,1 0 0 0 0,-1 0 1 0 0,0 0-1 0 0,0 0 0 0 0,1 0 0 0 0,-1-1 1 0 0,1 1-1 0 0,0-1 0 0 0,0 1 27 0 0,1 0-1 0 0,-1-1 1 0 0,0 1 0 0 0,0-1-1 0 0,0 0 1 0 0,0 1 0 0 0,0-1-1 0 0,0 0 1 0 0,0 1 0 0 0,-1-1-1 0 0,1 0 1 0 0,0 0 0 0 0,-1 0-1 0 0,0 0 1 0 0,1-1 0 0 0,10-14-217 0 0,-8 13 196 0 0,0 0-1 0 0,0 1 0 0 0,0 0 1 0 0,0-1-1 0 0,0 1 1 0 0,1 0-1 0 0,-1 1 1 0 0,1-1-1 0 0,0 0 1 0 0,0 1-1 0 0,0 0 1 0 0,0 0-1 0 0,0 0 1 0 0,0 1-1 0 0,1-1 1 0 0,5 0-1 0 0,-1 3 86 0 0,-1-1 0 0 0,1 2 0 0 0,-1 0 0 0 0,1 0 0 0 0,-1 0 0 0 0,0 1 0 0 0,0 0 1 0 0,0 1-1 0 0,0-1 0 0 0,11 9 0 0 0,-17-11-46 0 0,0 0 0 0 0,0 1 0 0 0,1-1 0 0 0,-1 1 0 0 0,0 0 0 0 0,0 0 0 0 0,0 0 1 0 0,-1 0-1 0 0,3 3 0 0 0,-2 8-4 0 0,-1-4 76 0 0,5 0 86 0 0,-5-8-161 0 0,0 1-1 0 0,0-1 1 0 0,0 0-1 0 0,-1 1 0 0 0,1-1 1 0 0,0 1-1 0 0,-1-1 1 0 0,1 1-1 0 0,0 0 1 0 0,-1-1-1 0 0,0 1 1 0 0,1 0-1 0 0,-1-1 0 0 0,0 1 1 0 0,0 3-1 0 0,0-3-24 0 0,0 0-1 0 0,1-1 1 0 0,-1 1 0 0 0,1 0-1 0 0,-1 0 1 0 0,1 0-1 0 0,0 0 1 0 0,0-1-1 0 0,0 1 1 0 0,0 0-1 0 0,0-1 1 0 0,0 1 0 0 0,0-1-1 0 0,3 3 1 0 0,-3-3 21 0 0,-1 1 0 0 0,1-1 1 0 0,0 1-1 0 0,-1 0 1 0 0,1-1-1 0 0,-1 1 0 0 0,1 0 1 0 0,-1-1-1 0 0,0 1 1 0 0,0 0-1 0 0,0-1 0 0 0,0 1 1 0 0,0 0-1 0 0,0-1 1 0 0,0 1-1 0 0,-1 2 0 0 0,0-2-18 0 0,1-1 0 0 0,0 0 0 0 0,0 1-1 0 0,0-1 1 0 0,0 0 0 0 0,0 0 0 0 0,0 1 0 0 0,0-1-1 0 0,0 0 1 0 0,0 0 0 0 0,1 1 0 0 0,-1-1-1 0 0,0 0 1 0 0,1 2 0 0 0,1-2-76 0 0,-1 0-1 0 0,0 0 1 0 0,0 0-1 0 0,0 0 1 0 0,1 0-1 0 0,-1 0 1 0 0,0 1-1 0 0,-1-1 1 0 0,1 0-1 0 0,0 1 1 0 0,0-1-1 0 0,0 1 1 0 0,-1-1-1 0 0,1 0 1 0 0,-1 1-1 0 0,1 1 1 0 0,3 8-2691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3.6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2720 0 0,'17'16'10912'0'0,"-1"-16"-9856"0"0,-16 17 128 0 0,18 0-65 0 0,-18 0-671 0 0,34 17 160 0 0,-18 33-608 0 0,-16-49 256 0 0,17-1-512 0 0,-17 16-5055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3.8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17 120 2240 0 0,'0'-3'992'0'0,"1"-3"266"0"0,0 2-720 0 0,-1 0 0 0 0,0 0 1 0 0,0 0-1 0 0,0-1 0 0 0,0 1 0 0 0,0 0 0 0 0,-1 0 0 0 0,0 0 1 0 0,-1-7-1 0 0,-1 6 282 0 0,1 0 1 0 0,0 0 0 0 0,0 0 0 0 0,1-1-1 0 0,-1 1 1 0 0,1-1 0 0 0,0 1-1 0 0,1-12 1 0 0,0 16-819 0 0,0 1 0 0 0,1 0 0 0 0,-1 0 0 0 0,1-1 0 0 0,-1 1-1 0 0,0 0 1 0 0,1-1 0 0 0,-1 1 0 0 0,1 0 0 0 0,-1 0 0 0 0,1 0 0 0 0,-1 0 0 0 0,1 0 0 0 0,-1-1-1 0 0,1 1 1 0 0,-1 0 0 0 0,1 0 0 0 0,0 0 0 0 0,-1 0 0 0 0,1 1 0 0 0,-1-1 0 0 0,1 0-1 0 0,-1 0 1 0 0,1 0 0 0 0,-1 0 0 0 0,1 0 0 0 0,-1 1 0 0 0,1-1 0 0 0,-1 0 0 0 0,0 0 0 0 0,1 1-1 0 0,-1-1 1 0 0,1 1 0 0 0,-1-1-35 0 0,0 1-1 0 0,0-1 1 0 0,0 1-1 0 0,0 0 1 0 0,0-1-1 0 0,0 1 0 0 0,0-1 1 0 0,0 1-1 0 0,1-1 1 0 0,-1 1-1 0 0,0-1 1 0 0,0 1-1 0 0,0-1 1 0 0,1 1-1 0 0,-1-1 1 0 0,0 1-1 0 0,0-1 1 0 0,1 1-1 0 0,-1-1 1 0 0,1 1-1 0 0,-1-1 1 0 0,0 0-1 0 0,1 1 1 0 0,-1-1-1 0 0,1 0 1 0 0,-1 1-1 0 0,1-1 1 0 0,-1 0-1 0 0,1 1 0 0 0,-1-1 1 0 0,1 0-1 0 0,-1 0 1 0 0,1 0-1 0 0,-1 0 1 0 0,1 1-1 0 0,-1-1 1 0 0,1 0-1 0 0,-1 0 1 0 0,1 0-1 0 0,-1 0 1 0 0,2 0-1 0 0,7 16-7038 0 0,19 1-1770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4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1 2880 0 0,'-85'33'15935'0'0,"35"35"-13503"0"0,50-51-2176 0 0,0 17 256 0 0,0 0-512 0 0,16-34 224 0 0,-16 34 32 0 0,17-34-224 0 0,-17 17 64 0 0,17-1-224 0 0,0 2 64 0 0,0-1-64 0 0,0-17 352 0 0,17 17-160 0 0,51 16-672 0 0,16-33-21375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0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62 1440 0 0,'0'0'1397'0'0,"0"-13"-96"0"0,0 4 2033 0 0,0-20 1144 0 0,0 18-786 0 0,0 28-2599 0 0,0 51-85 0 0,0 112-26 0 0,-3 58-502 0 0,-8-122-107 0 0,10-93-254 0 0,0-16-52 0 0,0 1-1 0 0,0-1 1 0 0,0 1-1 0 0,-1-1 1 0 0,0 0-1 0 0,0 0 0 0 0,-4 9 1 0 0,-3 37 13 0 0,-14 69-38 0 0,20-103-108 0 0,-2 2 48 0 0,-1-18 95 0 0,1-4-43 0 0,1 9 63 0 0,5-3-121 0 0,-1-7-124 0 0,0-20 532 0 0,0 21-382 0 0,0 1 0 0 0,1-1 0 0 0,-1 1 0 0 0,1-1 0 0 0,-1 1 0 0 0,0-1 0 0 0,1 1 0 0 0,-1-1 0 0 0,1 1 0 0 0,-1-1 0 0 0,1 1 0 0 0,0 0 0 0 0,-1-1 0 0 0,1 1 0 0 0,-1 0 0 0 0,1 0 0 0 0,0-1 0 0 0,-1 1 0 0 0,1 0 0 0 0,0 0 0 0 0,-1 0 0 0 0,1 0 0 0 0,1 0 0 0 0,-2-1 7 0 0,1 1-1 0 0,-1-1 0 0 0,0 1 1 0 0,1-1-1 0 0,-1 0 1 0 0,0 1-1 0 0,0-1 0 0 0,1 1 1 0 0,-1-1-1 0 0,0 1 0 0 0,0-1 1 0 0,0 0-1 0 0,0 1 1 0 0,0-1-1 0 0,0 0 0 0 0,0 1 1 0 0,0-1-1 0 0,0 1 0 0 0,0-1 1 0 0,0 0-1 0 0,0 0 0 0 0,-1-2-18 0 0,1 1 0 0 0,0 0-1 0 0,0-1 1 0 0,0 1-1 0 0,1 0 1 0 0,-1-1 0 0 0,0 1-1 0 0,1 0 1 0 0,0-3-1 0 0,11-29 182 0 0,-11 32-135 0 0,0-1 0 0 0,0 1 0 0 0,0 0 0 0 0,-1-1 0 0 0,1 1-1 0 0,-1-1 1 0 0,0 1 0 0 0,1-1 0 0 0,-1 1 0 0 0,-1-4 0 0 0,2-9 60 0 0,3-1-106 0 0,4-23 70 0 0,-6 9 188 0 0,-2-1-397 0 0,3 0 128 0 0,39-223 661 0 0,-41 243-616 0 0,1-3 32 0 0,0 0-1 0 0,-2-24 1 0 0,0 8-93 0 0,0-35-149 0 0,3 26 602 0 0,2 15-250 0 0,-2 9-161 0 0,0 0 0 0 0,0-22 0 0 0,-3 32 539 0 0,-2 11-823 0 0,10 24 739 0 0,68 250-817 0 0,-73-273 359 0 0,20 61 55 0 0,-20-62-25 0 0,-1-1 0 0 0,2 1 0 0 0,-1-1 0 0 0,0 0 0 0 0,1 0 0 0 0,8 9 0 0 0,13 6-192 0 0,-16-13 169 0 0,1 0 1 0 0,-1 0 0 0 0,1-1 0 0 0,0 0 0 0 0,1 0-1 0 0,0-1 1 0 0,0-1 0 0 0,0 0 0 0 0,0 0-1 0 0,0-1 1 0 0,19 3 0 0 0,-27-5-1 0 0,0-1 0 0 0,-1 1 0 0 0,1-1 0 0 0,0 1-1 0 0,-1-1 1 0 0,1 0 0 0 0,0 0 0 0 0,0 0 0 0 0,-1-1 0 0 0,1 1 0 0 0,0-1 0 0 0,-1 1 0 0 0,1-1-1 0 0,0 0 1 0 0,-1 0 0 0 0,1 0 0 0 0,-1 0 0 0 0,4-2 0 0 0,2-1-55 0 0,-6 3 50 0 0,0 1 1 0 0,-1-1-1 0 0,1 1 1 0 0,0-1-1 0 0,0 0 1 0 0,-1 0-1 0 0,1 0 1 0 0,-1 0-1 0 0,1 0 0 0 0,-1 0 1 0 0,1 0-1 0 0,-1 0 1 0 0,0 0-1 0 0,1-1 1 0 0,-1 1-1 0 0,0 0 1 0 0,0-1-1 0 0,1-1 1 0 0,8-11-32 0 0,0 5 95 0 0,-2 0 0 0 0,1 0 0 0 0,-1-1 0 0 0,-1 0 0 0 0,1-1 0 0 0,-2 1 0 0 0,0-1 0 0 0,0-1 0 0 0,-1 1 0 0 0,0-1 0 0 0,-1 0 0 0 0,0 0 0 0 0,3-20 0 0 0,-6 27-38 0 0,0-3-23 0 0,0 0 1 0 0,1 0-1 0 0,0 1 1 0 0,1-1 0 0 0,-1 1-1 0 0,7-11 1 0 0,-8 14 15 0 0,0 0 0 0 0,0 0 0 0 0,0 0 0 0 0,0 0 0 0 0,-1 0-1 0 0,0 0 1 0 0,1 0 0 0 0,-1 0 0 0 0,-1 0 0 0 0,0-6 0 0 0,0-6-312 0 0,1-110 769 0 0,0 114-624 0 0,0-18 448 0 0,0-13 247 0 0,0 83-1150 0 0,0 103 908 0 0,8 1-48 0 0,26 54-127 0 0,-25-135-84 0 0,-10-50-266 0 0,1-10 224 0 0,0 0 0 0 0,0-1-1 0 0,0 1 1 0 0,1 0 0 0 0,-1 0-1 0 0,1-1 1 0 0,-1 1 0 0 0,1 0-1 0 0,0-1 1 0 0,0 1 0 0 0,0 0-1 0 0,0-1 1 0 0,1 1 0 0 0,-1-1-1 0 0,3 3 1 0 0,-1-2-99 0 0,-5 4-85 0 0,21 26 582 0 0,12 40-582 0 0,-28-67 586 0 0,-3-74-26633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1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49 1504 0 0,'0'0'688'0'0,"0"-2"-598"0"0,0 1 1 0 0,1 0-1 0 0,-1 0 0 0 0,0 0 1 0 0,0-1-1 0 0,0 1 0 0 0,-1 0 1 0 0,1 0-1 0 0,0 0 0 0 0,0 0 1 0 0,0-1-1 0 0,-1 1 0 0 0,1 0 1 0 0,-1 0-1 0 0,0-1 0 0 0,0 0 216 0 0,-1 1 0 0 0,1-1 1 0 0,0 1-1 0 0,0-1 0 0 0,0 0 0 0 0,0 1 0 0 0,0-1 0 0 0,0 0 0 0 0,0 0 0 0 0,0 0 1 0 0,1 0-1 0 0,-1 0 0 0 0,1 0 0 0 0,-1-2 0 0 0,-2 15 2179 0 0,2-10-2360 0 0,0 0 0 0 0,-1 1 0 0 0,1-1-1 0 0,0 0 1 0 0,0 0 0 0 0,0 1 0 0 0,0-1 0 0 0,0 1-1 0 0,0-1 1 0 0,0 1 0 0 0,1-1 0 0 0,-1 1 0 0 0,0 2-1 0 0,2 38 66 0 0,3 10 215 0 0,19 304 1184 0 0,-17-196-1322 0 0,-6-128-235 0 0,0 2 10 0 0,1-31 55 0 0,4-32 356 0 0,17-129 1536 0 0,-19 143-1862 0 0,-2-1 0 0 0,1 1 0 0 0,-2-25 0 0 0,2-1 74 0 0,5-4 111 0 0,0-91 0 0 0,-7 136-313 0 0,0-1 1 0 0,0 0-1 0 0,0 0 0 0 0,0 1 1 0 0,0-1-1 0 0,0 0 0 0 0,0 1 1 0 0,0-1-1 0 0,0 0 0 0 0,-1 0 1 0 0,1 1-1 0 0,0-1 0 0 0,0 0 1 0 0,-1 1-1 0 0,1-1 0 0 0,-1 1 1 0 0,1-1-1 0 0,0 0 0 0 0,-1 1 1 0 0,1-1-1 0 0,-1 1 0 0 0,0-1 1 0 0,1 1-1 0 0,-1-1 0 0 0,0 0 1 0 0,0 1-8 0 0,1 0 0 0 0,-1-1 1 0 0,0 1-1 0 0,1-1 1 0 0,-1 1-1 0 0,1-1 1 0 0,-1 1-1 0 0,1-1 1 0 0,0 1-1 0 0,-1-1 1 0 0,1 0-1 0 0,-1 1 1 0 0,1-1-1 0 0,0 0 1 0 0,-1 1-1 0 0,1-1 1 0 0,0 0-1 0 0,0 1 0 0 0,0-1 1 0 0,0 0-1 0 0,-1 1 1 0 0,1-1-1 0 0,0 0 1 0 0,0 0-1 0 0,1 0 1 0 0,-1-68 342 0 0,0 22-105 0 0,-1 79-319 0 0,-7 43 0 0 0,4-44 37 0 0,0 43-1 0 0,4 123-181 0 0,0-191 249 0 0,0-1 1 0 0,0 1-1 0 0,1-1 1 0 0,0 1-1 0 0,0-1 1 0 0,0 1-1 0 0,1-1 0 0 0,0 0 1 0 0,4 9-1 0 0,-5-10-44 0 0,1 1 0 0 0,-1 0-1 0 0,0-1 1 0 0,-1 1-1 0 0,1 0 1 0 0,-1 0-1 0 0,0 0 1 0 0,0 0-1 0 0,0 0 1 0 0,-2 5-1 0 0,1 19-46 0 0,1 44-20 0 0,0-41 374 0 0,0-21-1013 0 0,0-62-17159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2.6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 1440 0 0,'0'-35'12858'0'0,"2"41"-12426"0"0,3 9-52 0 0,-1 0 0 0 0,0 0-1 0 0,-1 0 1 0 0,1 24 0 0 0,35 286 1726 0 0,-37-299-1968 0 0,2 1-1 0 0,0 0 0 0 0,2-1 0 0 0,9 27 0 0 0,-9-35-108 0 0,0 28-120 0 0,-6-44 90 0 0,5 23 97 0 0,-1 0 1 0 0,1 30-1 0 0,-5-54-100 0 0,0 0-1 0 0,1 0 0 0 0,-1 0 0 0 0,0 0 0 0 0,1 0 0 0 0,-1 0 0 0 0,0-1 1 0 0,1 1-1 0 0,-1 0 0 0 0,1 0 0 0 0,0 0 0 0 0,-1 0 0 0 0,1-1 0 0 0,0 1 1 0 0,-1 0-1 0 0,1-1 0 0 0,1 2 0 0 0,2 2-4 0 0,-3-2 0 0 0,0 0-1 0 0,0 0 0 0 0,-1 0 0 0 0,1 1 0 0 0,0-1 0 0 0,-1 0 0 0 0,0 1 1 0 0,1-1-1 0 0,-1 0 0 0 0,0 1 0 0 0,0-1 0 0 0,-1 1 0 0 0,1 2 0 0 0,-1 0 24 0 0,0 0 1 0 0,1 1-1 0 0,0-1 0 0 0,1 0 0 0 0,1 10 0 0 0,2 4 119 0 0,1-1 1 0 0,14 32-1 0 0,-17-44-32 0 0,-2 14 555 0 0,0-18-617 0 0,1 1-1 0 0,-2 0 0 0 0,1 0 1 0 0,0-1-1 0 0,-1 1 0 0 0,1 0 1 0 0,-1-1-1 0 0,0 1 0 0 0,1 0 1 0 0,-1-1-1 0 0,-1 1 0 0 0,1-1 1 0 0,0 1-1 0 0,-1-1 0 0 0,-2 4 1 0 0,2-4 1017 0 0,0-2-1562 0 0,1 0 518 0 0,0 0 0 0 0,-1 0-1 0 0,1 0 1 0 0,0-1 0 0 0,-1 1 0 0 0,1-1-1 0 0,0 1 1 0 0,0-1 0 0 0,0 1 0 0 0,-1-1-1 0 0,1 0 1 0 0,0 1 0 0 0,0-1 0 0 0,0 0-1 0 0,0 0 1 0 0,0 0 0 0 0,0 0 0 0 0,1 0-1 0 0,-1 0 1 0 0,0 0 0 0 0,0 0 0 0 0,1 0-1 0 0,-1 0 1 0 0,0 0 0 0 0,1 0 0 0 0,-1-1-1 0 0,1 1 1 0 0,-1-2 0 0 0,-3-34 118 0 0,4 37-133 0 0,0-6 110 0 0,0-31 176 0 0,0-177-497 0 0,0 208 194 0 0,0 0 0 0 0,0 0 0 0 0,-1 1 0 0 0,0-1-1 0 0,0 1 1 0 0,-2-9 0 0 0,-5-18 65 0 0,7 1-171 0 0,2 23 70 0 0,-1 1 1 0 0,0-1 0 0 0,-1 0-1 0 0,0 1 1 0 0,-3-14 0 0 0,-2 5-23 0 0,5 13 85 0 0,-1-1 0 0 0,1 1 0 0 0,0-1 1 0 0,0 1-1 0 0,1-1 0 0 0,-1 0 0 0 0,1 1 1 0 0,-1-1-1 0 0,1-4 0 0 0,0 4-40 0 0,0-1-1 0 0,-1 1 1 0 0,0 0-1 0 0,0 0 0 0 0,0 0 1 0 0,0 0-1 0 0,-1 0 1 0 0,1 0-1 0 0,-5-7 0 0 0,3-2-84 0 0,3 9 82 0 0,1 1 0 0 0,-1-1 1 0 0,1 1-1 0 0,-1-1 0 0 0,0 1 0 0 0,0-1 0 0 0,-1 1 0 0 0,1-1 0 0 0,-1 1 0 0 0,0-1 0 0 0,-1-3 0 0 0,2 6 56 0 0,-9-37-1809 0 0,4 66-4980 0 0,5-26 5819 0 0,0 29-6473 0 0,0-25 5092 0 0,0 8 555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7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1 220 2624 0 0,'5'31'1856'0'0,"32"142"3312"0"0,25 52-2363 0 0,-59-216-2633 0 0,-1 0 0 0 0,1 0 0 0 0,-2 0 0 0 0,1 0 0 0 0,0 15 0 0 0,2-16 247 0 0,-4-8-315 0 0,0 0 1 0 0,0 0-1 0 0,1 1 1 0 0,-1-1-1 0 0,0 0 1 0 0,0 0-1 0 0,1 0 1 0 0,-1 1-1 0 0,0-1 1 0 0,0 0-1 0 0,1 0 1 0 0,-1 0-1 0 0,0 0 1 0 0,1 1-1 0 0,-1-1 1 0 0,0 0-1 0 0,1 0 1 0 0,-1 0-1 0 0,0 0 1 0 0,1 0-1 0 0,-1 0 1 0 0,0 0-1 0 0,1 0 1 0 0,-1 0-1 0 0,0 0 1 0 0,1 0-1 0 0,-1 0 1 0 0,0 0-1 0 0,1 0 1 0 0,-1 0-1 0 0,0-1 1 0 0,0 1-1 0 0,1 0 1 0 0,-1 0-1 0 0,0 0 1 0 0,1-1-1 0 0,0 0 22 0 0,-1 0-1 0 0,0-1 0 0 0,1 1 1 0 0,-1-1-1 0 0,0 1 0 0 0,1 0 1 0 0,-1-1-1 0 0,0 1 0 0 0,0-1 1 0 0,0 1-1 0 0,0-1 0 0 0,-1 1 1 0 0,1-1-1 0 0,0 1 0 0 0,-1-1 0 0 0,1 1 1 0 0,-1-2-1 0 0,0-2 45 0 0,-3-10 369 0 0,1 1 0 0 0,0-1-1 0 0,0-26 1 0 0,-3-13 480 0 0,4 40-889 0 0,-19-178 961 0 0,16-28-451 0 0,5 172-330 0 0,0-14-897 0 0,0 59 1526 0 0,0-1-782 0 0,-1 4-173 0 0,1-1 0 0 0,0 1-1 0 0,0-1 1 0 0,0 1 0 0 0,0-1-1 0 0,0 1 1 0 0,0-1 0 0 0,0 1 0 0 0,0-1-1 0 0,0 1 1 0 0,0-1 0 0 0,0 1-1 0 0,0-1 1 0 0,0 1 0 0 0,0-1-1 0 0,0 1 1 0 0,0 0 0 0 0,1-1-1 0 0,-1 1 1 0 0,0-1 0 0 0,0 1-1 0 0,1-1 1 0 0,-1 1 0 0 0,0 0-1 0 0,0-1 1 0 0,1 0 0 0 0,34 1 432 0 0,-15 5-502 0 0,36 30-164 0 0,155 125-646 0 0,-129-100 752 0 0,-80-59 46 0 0,2 3 42 0 0,0-1 0 0 0,-1 1 0 0 0,1 0 0 0 0,-1 0 0 0 0,0 0 0 0 0,0 0 0 0 0,0 1-1 0 0,2 4 1 0 0,-2-3 280 0 0,13 12-517 0 0,-16-10 164 0 0,-2 0-206 0 0,3-1 301 0 0,-1-4 56 0 0,0 0-1 0 0,0 0 1 0 0,0-1-1 0 0,0 1 1 0 0,-1 0-1 0 0,1 0 0 0 0,-1-1 1 0 0,0 1-1 0 0,1 0 1 0 0,-1-1-1 0 0,0 1 0 0 0,-1-1 1 0 0,1 1-1 0 0,0-1 1 0 0,-1 1-1 0 0,1-1 0 0 0,-1 0 1 0 0,-2 2-1 0 0,-14 18-333 0 0,-37 33 0 0 0,50-50 138 0 0,-1-1 0 0 0,0 0 0 0 0,1 0-1 0 0,-1 0 1 0 0,-1 0 0 0 0,1-1 0 0 0,-1 0 0 0 0,1 0-1 0 0,-1-1 1 0 0,-10 3 0 0 0,2-1 208 0 0,11-2-264 0 0,1-1 235 0 0,1 0 0 0 0,-1-1-1 0 0,0 1 1 0 0,1 0 0 0 0,-1-1-1 0 0,0 0 1 0 0,0 1-1 0 0,1-1 1 0 0,-5-1 0 0 0,-29-8-4814 0 0,-31-14-6839 0 0,50 18 6907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7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2304 0 0,'0'0'8256'0'0,"17"51"-2752"0"0,17 17-5121 0 0,-34-51-95 0 0,17 68-3103 0 0,-17-68 607 0 0,0-1-3520 0 0,0 1 1184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7.6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35 2144 0 0,'-17'0'3168'0'0,"17"-17"1600"0"0,17 0-2016 0 0,0 17-2336 0 0,17 17-13664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8.2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55 204 3584 0 0,'28'314'9717'0'0,"-23"-238"-8117"0"0,-5-76-1598 0 0,0 1-1 0 0,0 0 1 0 0,0-1 0 0 0,0 1 0 0 0,0 0 0 0 0,0-1-1 0 0,0 1 1 0 0,0 0 0 0 0,1-1 0 0 0,-1 1 0 0 0,0 0 0 0 0,0-1-1 0 0,1 1 1 0 0,-1-1 0 0 0,0 1 0 0 0,1 0 0 0 0,-1-1-1 0 0,0 1 1 0 0,1-1 0 0 0,-1 1 0 0 0,1-1 0 0 0,-1 1-1 0 0,1-1 1 0 0,-1 1 0 0 0,1-1 0 0 0,0 1 0 0 0,0-1 20 0 0,0 1 1 0 0,-1-1 0 0 0,1 1-1 0 0,-1-1 1 0 0,1 1 0 0 0,0 0-1 0 0,-1-1 1 0 0,1 1 0 0 0,-1 0-1 0 0,1-1 1 0 0,-1 1 0 0 0,0 0 0 0 0,1-1-1 0 0,-1 1 1 0 0,0 0 0 0 0,1 0-1 0 0,-1 0 1 0 0,0-1 0 0 0,0 1-1 0 0,0 0 1 0 0,0 0 0 0 0,1 0-1 0 0,-1-1 1 0 0,0 1 0 0 0,-1 0-1 0 0,1 1 1 0 0,0 61 404 0 0,0-61-203 0 0,-3 10 122 0 0,3-13-279 0 0,-1 1-1 0 0,1 0 1 0 0,-1 0-1 0 0,1 0 0 0 0,-1 0 1 0 0,1 0-1 0 0,-1 0 0 0 0,1-1 1 0 0,-1 1-1 0 0,1 0 1 0 0,0 0-1 0 0,-1-1 0 0 0,1 1 1 0 0,-1 0-1 0 0,1-1 0 0 0,0 1 1 0 0,-1-1-1 0 0,1 1 1 0 0,0 0-1 0 0,-1-1 0 0 0,1 1 1 0 0,0-1-1 0 0,-1 1 0 0 0,1-1 1 0 0,0 1-1 0 0,0-1 1 0 0,0 1-1 0 0,0-1 0 0 0,-1 1 1 0 0,1-1-1 0 0,0 1 0 0 0,0-1 1 0 0,0 1-1 0 0,0-1 1 0 0,0 1-1 0 0,0-1 0 0 0,1 0 1 0 0,-7-21 520 0 0,-11-32 517 0 0,-21-145 1335 0 0,34 166-2180 0 0,-2-10-165 0 0,-9-38-337 0 0,13 72 329 0 0,1-1 1 0 0,0 1-1 0 0,0-1 0 0 0,1 1 1 0 0,0-1-1 0 0,1-10 1 0 0,1-13-676 0 0,-3 25 485 0 0,1 2 201 0 0,0 0 0 0 0,0 1 1 0 0,0-1-1 0 0,0 0 1 0 0,3-10-1 0 0,0 8-144 0 0,0-1 0 0 0,0 1 0 0 0,0 1 0 0 0,6-9 0 0 0,-7 12 49 0 0,0 1 0 0 0,0 0 0 0 0,0-1 0 0 0,1 1 0 0 0,-1 0 0 0 0,1 0-1 0 0,0 1 1 0 0,0-1 0 0 0,0 1 0 0 0,0-1 0 0 0,1 1 0 0 0,-1 0 0 0 0,1 0 0 0 0,-1 1-1 0 0,1-1 1 0 0,0 1 0 0 0,-1-1 0 0 0,1 1 0 0 0,0 0 0 0 0,0 1 0 0 0,0-1-1 0 0,5 0 1 0 0,1 1-43 0 0,0 1 0 0 0,0 0 0 0 0,0 1 0 0 0,0-1-1 0 0,-1 2 1 0 0,14 4 0 0 0,5 6-205 0 0,-21-2 53 0 0,-2-1 168 0 0,2-5 194 0 0,-6-5-153 0 0,-1 1 0 0 0,1 0 0 0 0,0 0 0 0 0,0-1-1 0 0,-1 1 1 0 0,1 0 0 0 0,0 0 0 0 0,-1 0-1 0 0,1 0 1 0 0,-1 0 0 0 0,1 0 0 0 0,-1 0-1 0 0,1 0 1 0 0,-1 0 0 0 0,0 0 0 0 0,0 0 0 0 0,1 2-1 0 0,3 8-204 0 0,2 0 0 0 0,-1 0 0 0 0,1-1 0 0 0,7 11 0 0 0,-4-9 37 0 0,-1 0-1 0 0,-1 1 0 0 0,0 0 0 0 0,-1 1 1 0 0,5 15-1 0 0,-9-15 153 0 0,0 0 1 0 0,-1 0-1 0 0,0 0 1 0 0,-1-1-1 0 0,0 1 1 0 0,-1 0-1 0 0,-1 0 1 0 0,0 0-1 0 0,-1-1 0 0 0,-1 1 1 0 0,-5 12-1 0 0,9-23 21 0 0,-1-1-1 0 0,0 1 0 0 0,0-1 0 0 0,0 1 0 0 0,-1-1 0 0 0,1 0 1 0 0,-1 1-1 0 0,1-1 0 0 0,-1 0 0 0 0,0 0 0 0 0,1 0 0 0 0,-1 0 1 0 0,0-1-1 0 0,0 1 0 0 0,0 0 0 0 0,-1-1 0 0 0,1 1 0 0 0,0-1 1 0 0,-1 0-1 0 0,1 0 0 0 0,-1 0 0 0 0,-2 1 0 0 0,-5 2-254 0 0,7-3 213 0 0,0 0 1 0 0,0 0 0 0 0,0-1-1 0 0,-1 1 1 0 0,1-1 0 0 0,0 0 0 0 0,0 0-1 0 0,0 0 1 0 0,-7-1 0 0 0,-6 1 111 0 0,11 0-284 0 0,-11-1-676 0 0,-5-9-2565 0 0,-39-38-8614 0 0,59 47 11808 0 0,0 0 0 0 0,0 0-1 0 0,0 1 1 0 0,0-1 0 0 0,0 0 0 0 0,0 0-1 0 0,1-1 1 0 0,-1 1 0 0 0,0 0 0 0 0,0 0-1 0 0,1 0 1 0 0,-1 0 0 0 0,1-1 0 0 0,-1 1-1 0 0,1 0 1 0 0,-1 0 0 0 0,1-1 0 0 0,0 1-1 0 0,0-1 1 0 0,-1 0 0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8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117 218 1856 0 0,'3'0'3377'0'0,"21"-1"6974"0"0,-22 1-10263 0 0,1 0 0 0 0,-1 0 1 0 0,0 0-1 0 0,1-1 0 0 0,-1 1 1 0 0,0-1-1 0 0,1 1 0 0 0,-1-1 1 0 0,0 0-1 0 0,0 0 0 0 0,0 0 1 0 0,0 0-1 0 0,0 0 0 0 0,0 0 0 0 0,4-3 1 0 0,-4 1 337 0 0,-1 3-388 0 0,-1 0 0 0 0,1 0-1 0 0,-1 0 1 0 0,1 0-1 0 0,-1 0 1 0 0,1 0 0 0 0,-1 0-1 0 0,1 0 1 0 0,-1 0-1 0 0,1 0 1 0 0,0 0 0 0 0,-1 0-1 0 0,1 0 1 0 0,-1 0-1 0 0,1 0 1 0 0,-1-1 0 0 0,0 1-1 0 0,1 0 1 0 0,-1 0-1 0 0,1-1 1 0 0,-1 1 0 0 0,1 0-1 0 0,-1-1 1 0 0,0 1-1 0 0,1 0 1 0 0,-1-1-1 0 0,0 1 1 0 0,1-1 0 0 0,-1 1-1 0 0,0 0 1 0 0,1-1-1 0 0,-1 0 1 0 0,5-6 284 0 0,-3 5-320 0 0,-1 1 21 0 0,0 1 0 0 0,0-1 0 0 0,0 0 0 0 0,0 1 0 0 0,0-1 0 0 0,-1 0-1 0 0,1 0 1 0 0,0 0 0 0 0,0 0 0 0 0,-1 0 0 0 0,1 0 0 0 0,-1 0 0 0 0,1 0-1 0 0,-1 0 1 0 0,1-1 0 0 0,0-2 94 0 0,0-1 0 0 0,0 1 0 0 0,0 0 0 0 0,-1-1 0 0 0,1 1 0 0 0,-1-1-1 0 0,0 1 1 0 0,0 0 0 0 0,-1-1 0 0 0,0 1 0 0 0,1-1 0 0 0,-1 1 0 0 0,-1 0 0 0 0,1 0 0 0 0,-1-1 0 0 0,1 1 0 0 0,-1 0 0 0 0,0 1-1 0 0,-4-6 1 0 0,-1-2 195 0 0,0 1 0 0 0,-1 1 1 0 0,0-1-1 0 0,-19-16 0 0 0,6 12 247 0 0,6 17-260 0 0,9 0-251 0 0,2-1-74 0 0,-1 0-1 0 0,1 0 1 0 0,0 0 0 0 0,0 1 0 0 0,0 0 0 0 0,0 0-1 0 0,0 0 1 0 0,0 0 0 0 0,1 1 0 0 0,-1-1-1 0 0,1 1 1 0 0,-3 5 0 0 0,5-8 51 0 0,0 1 0 0 0,1-1 1 0 0,-1 0-1 0 0,0 1 0 0 0,0-1 0 0 0,0 0 1 0 0,0 0-1 0 0,-1 0 0 0 0,1 0 0 0 0,0 0 0 0 0,0 0 1 0 0,-1 0-1 0 0,-1 1 0 0 0,1-1 35 0 0,0 1 0 0 0,0-1 1 0 0,0 0-1 0 0,0 1 0 0 0,0 0 0 0 0,1-1 0 0 0,-1 1 0 0 0,0 0 0 0 0,-1 3 1 0 0,-2 1 38 0 0,-5 12 161 0 0,9-14-321 0 0,1 1-1 0 0,0-1 0 0 0,0 0 1 0 0,0 0-1 0 0,1 0 0 0 0,0 0 1 0 0,2 8-1 0 0,-1-3-49 0 0,1 0-1 0 0,1-1 1 0 0,0 0 0 0 0,0 0-1 0 0,0 0 1 0 0,1 0-1 0 0,1-1 1 0 0,-1 0-1 0 0,1 0 1 0 0,0 0 0 0 0,1 0-1 0 0,-1-1 1 0 0,1 0-1 0 0,13 8 1 0 0,3 0-84 0 0,1-1 0 0 0,49 21 0 0 0,-56-27 105 0 0,-9-3-325 0 0,0-1 0 0 0,1 1 0 0 0,-1-1 0 0 0,12 2 0 0 0,45 7-8235 0 0,-9-10-2918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9.5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1 534 3072 0 0,'3'3'6560'0'0,"8"8"-3579"0"0,-8-8-2314 0 0,-4-2-619 0 0,1-1 1 0 0,0 1 0 0 0,0-1-1 0 0,0 1 1 0 0,0 0 0 0 0,0-1-1 0 0,0 1 1 0 0,0-1 0 0 0,0 1 0 0 0,0 0-1 0 0,0-1 1 0 0,0 1 0 0 0,0-1-1 0 0,1 1 1 0 0,-1 0 0 0 0,0-1-1 0 0,0 1 1 0 0,1-1 0 0 0,-1 1-1 0 0,0-1 1 0 0,1 1 0 0 0,-1 0 0 0 0,32 5 2174 0 0,-18 5-1295 0 0,-13-11-877 0 0,-1 1 0 0 0,1-1 0 0 0,0 0 0 0 0,-1 1-1 0 0,1-1 1 0 0,0 0 0 0 0,-1 1 0 0 0,1-1 0 0 0,0 0-1 0 0,0 0 1 0 0,-1 0 0 0 0,1 0 0 0 0,0 0 0 0 0,0 1-1 0 0,0-1 1 0 0,-1-1 0 0 0,1 1 0 0 0,0 0 0 0 0,0 0-1 0 0,1 0 1 0 0,6 0 79 0 0,0 0 0 0 0,0-1 0 0 0,0 0 0 0 0,0 0 0 0 0,-1-1 0 0 0,1 1 0 0 0,0-2-1 0 0,-1 1 1 0 0,1-1 0 0 0,-1 0 0 0 0,0-1 0 0 0,0 0 0 0 0,0 0 0 0 0,0 0 0 0 0,-1-1 0 0 0,1 0 0 0 0,-1 0 0 0 0,-1-1 0 0 0,1 1-1 0 0,-1-1 1 0 0,0-1 0 0 0,0 1 0 0 0,-1-1 0 0 0,6-10 0 0 0,4-7-180 0 0,-10 18 128 0 0,-1 1-1 0 0,0-1 0 0 0,0 0 0 0 0,0 0 0 0 0,-1 0 0 0 0,3-9 1 0 0,1 0-207 0 0,1-12-130 0 0,-7 12 345 0 0,0 0 1 0 0,-5-25 0 0 0,-17-113 1049 0 0,15 107-1094 0 0,7 43-67 0 0,0 0-1 0 0,0 0 1 0 0,0-1 0 0 0,-1 1-1 0 0,0 0 1 0 0,1 0-1 0 0,-1 0 1 0 0,0 0 0 0 0,-1 0-1 0 0,-2-5 1 0 0,-8-14 294 0 0,-11-15 253 0 0,23 37-504 0 0,-1 0-1 0 0,1 0 1 0 0,-1 0-1 0 0,1 0 1 0 0,0 0-1 0 0,-1 0 1 0 0,1 0-1 0 0,-1 0 1 0 0,1 0-1 0 0,-1 1 0 0 0,1-1 1 0 0,-1 0-1 0 0,1 0 1 0 0,-1 0-1 0 0,1 1 1 0 0,-1-1-1 0 0,1 0 1 0 0,0 0-1 0 0,-1 1 1 0 0,1-1-1 0 0,-1 0 1 0 0,1 1-1 0 0,0-1 1 0 0,-1 0-1 0 0,1 1 1 0 0,0-1-1 0 0,0 1 1 0 0,-1-1-1 0 0,1 1 0 0 0,0 0 1 0 0,-13 17 523 0 0,8-10-460 0 0,4-7-90 0 0,0 1 0 0 0,0-1 0 0 0,0 1 0 0 0,0 0 0 0 0,1-1 0 0 0,-1 1 0 0 0,0 0 0 0 0,1 0 0 0 0,-1-1 0 0 0,1 1 0 0 0,0 0 0 0 0,-1 0 0 0 0,1 0 1 0 0,0 3-1 0 0,0-1 101 0 0,-1 0 0 0 0,1 1 0 0 0,-1-1 1 0 0,0 0-1 0 0,0 0 0 0 0,0 0 0 0 0,-1 0 1 0 0,0 0-1 0 0,-3 6 0 0 0,2 13-353 0 0,6 42 266 0 0,3-1 143 0 0,4 0-1 0 0,19 73 1 0 0,-6-69-575 0 0,-22-66 379 0 0,0 1 0 0 0,0-1 0 0 0,1 0 0 0 0,-1 0 1 0 0,0 0-1 0 0,1 0 0 0 0,0 0 0 0 0,-1 0 0 0 0,4 2 0 0 0,9 13-43 0 0,-6-4 144 0 0,-2-5 10 0 0,0 1 1 0 0,0-1-1 0 0,1 0 0 0 0,0-1 1 0 0,1 1-1 0 0,-1-1 0 0 0,11 7 1 0 0,106 84-870 0 0,-114-90 174 0 0,0 0 0 0 0,0-1-1 0 0,1-1 1 0 0,21 11-1 0 0,-20-12 110 0 0,-6-2-400 0 0,8-3-1417 0 0,0 0 96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9.9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52 238 2752 0 0,'71'0'14927'0'0,"-70"0"-14927"0"0,-1 0-1 0 0,1 0 1 0 0,-1 0-1 0 0,1-1 0 0 0,-1 1 1 0 0,1 0-1 0 0,0 0 1 0 0,-1 0-1 0 0,1 0 0 0 0,-1 0 1 0 0,1-1-1 0 0,-1 1 1 0 0,1 0-1 0 0,-1 0 0 0 0,1-1 1 0 0,-1 1-1 0 0,0 0 0 0 0,1-1 1 0 0,-1 1-1 0 0,1 0 1 0 0,-1-1-1 0 0,0 1 0 0 0,1-1 1 0 0,-1 1-1 0 0,1-2 1 0 0,-1 2 7 0 0,1-1 1 0 0,-1 0-1 0 0,1 1 1 0 0,-1-1-1 0 0,1 0 1 0 0,0 1 0 0 0,-1-1-1 0 0,1 1 1 0 0,0-1-1 0 0,-1 1 1 0 0,1-1 0 0 0,0 1-1 0 0,0-1 1 0 0,0 1-1 0 0,-1 0 1 0 0,1-1 0 0 0,0 1-1 0 0,0 0 1 0 0,0 0-1 0 0,0 0 1 0 0,0-1-1 0 0,-1 1 1 0 0,1 0 0 0 0,0 0-1 0 0,2 1 1 0 0,-3-1-1 0 0,1 0 1 0 0,-1 0 0 0 0,1 0-1 0 0,-1 0 1 0 0,1 0 0 0 0,0 0-1 0 0,-1 0 1 0 0,1 0-1 0 0,-1 0 1 0 0,1 0 0 0 0,-1 0-1 0 0,1 0 1 0 0,-1 0 0 0 0,1 0-1 0 0,0-1 1 0 0,-1 1-1 0 0,1 0 1 0 0,-1 0 0 0 0,1-1-1 0 0,-1 1 1 0 0,0 0 0 0 0,1-1-1 0 0,-1 1 1 0 0,1 0 0 0 0,-1-1-1 0 0,0 1 1 0 0,1-1-1 0 0,-1 1 1 0 0,0-1 0 0 0,1 1-1 0 0,-1-1 1 0 0,0 1 0 0 0,1-1-1 0 0,-1 1 1 0 0,0-1-1 0 0,0 1 1 0 0,0-1 0 0 0,0 1-1 0 0,0-1 1 0 0,0 1 0 0 0,0-1-1 0 0,0 0 1 0 0,1 0 0 0 0,13-5-259 0 0,-14 4 252 0 0,0 1 0 0 0,0-1 0 0 0,0 1-1 0 0,0-1 1 0 0,1 0 0 0 0,-1 1 0 0 0,1-1 0 0 0,-1 1-1 0 0,1-1 1 0 0,0 1 0 0 0,0-1 0 0 0,-1 1 0 0 0,1 0-1 0 0,0-1 1 0 0,2-1 0 0 0,-2 2 22 0 0,1-1 0 0 0,-1 0 0 0 0,0 1-1 0 0,0-1 1 0 0,0 0 0 0 0,0 0 0 0 0,0 0 0 0 0,0 0 0 0 0,-1 0 0 0 0,1 0-1 0 0,-1 0 1 0 0,1 0 0 0 0,-1 0 0 0 0,0 0 0 0 0,0-3 0 0 0,-1-7 357 0 0,-1 0 0 0 0,0 1 0 0 0,-7-21 0 0 0,6 22-114 0 0,-9-23 730 0 0,2 25-638 0 0,-4-1 294 0 0,9 3-426 0 0,5 5-230 0 0,-1 0 0 0 0,1 1 0 0 0,0-1 0 0 0,-1 1 0 0 0,1-1 0 0 0,0 1 0 0 0,-1-1 0 0 0,1 1 0 0 0,-1-1 0 0 0,1 1 0 0 0,-1 0 0 0 0,1-1 0 0 0,-1 1 0 0 0,1 0 0 0 0,-1-1 0 0 0,0 1 0 0 0,1 0 0 0 0,-1 0 0 0 0,-1-1 0 0 0,-1 1 47 0 0,0 0 1 0 0,0 1 0 0 0,-1-1-1 0 0,1 0 1 0 0,0 1 0 0 0,0 0-1 0 0,-1 0 1 0 0,-2 1-1 0 0,0 0-37 0 0,0 0 0 0 0,0 1-1 0 0,0-1 1 0 0,1 1 0 0 0,-1 0-1 0 0,1 0 1 0 0,-1 1-1 0 0,1 0 1 0 0,0 0 0 0 0,1 0-1 0 0,-1 1 1 0 0,1-1 0 0 0,0 1-1 0 0,0 0 1 0 0,0 0 0 0 0,-5 11-1 0 0,6-12-26 0 0,0 1 0 0 0,1 0-1 0 0,0-1 1 0 0,0 1 0 0 0,1 0-1 0 0,-1 0 1 0 0,1 0 0 0 0,0 1-1 0 0,0-1 1 0 0,1 0 0 0 0,0 0-1 0 0,-1 0 1 0 0,2 7 0 0 0,1 1 79 0 0,0-1 1 0 0,1 1 0 0 0,0 0-1 0 0,1-1 1 0 0,1 1 0 0 0,-1-1-1 0 0,10 15 1 0 0,9-1-534 0 0,-15-18-92 0 0,0 0-1 0 0,1-1 1 0 0,0 0-1 0 0,0-1 0 0 0,1 0 1 0 0,16 8-1 0 0,22 5-8669 0 0,70 16 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0.4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2112 0 0,'4'4'907'0'0,"0"1"-1"0"0,0 0 1 0 0,-1 1-1 0 0,0-1 1 0 0,1 1 0 0 0,2 8-1 0 0,-5-12-759 0 0,20 41 2357 0 0,-2 0 0 0 0,16 58 0 0 0,-28-87-2362 0 0,0 6-529 0 0,-7-17 131 0 0,0 16 341 0 0,0-12 235 0 0,2-15-188 0 0,5-25 104 0 0,27-108 521 0 0,-20 98-431 0 0,-6 35-115 0 0,-8 8-210 0 0,0 0 0 0 0,1-1 1 0 0,-1 1-1 0 0,0 0 0 0 0,1-1 0 0 0,-1 1 0 0 0,0 0 0 0 0,1-1 0 0 0,-1 1 1 0 0,0 0-1 0 0,0-1 0 0 0,1 1 0 0 0,-1-1 0 0 0,0 1 0 0 0,0 0 0 0 0,0-1 1 0 0,0 1-1 0 0,0-1 0 0 0,0 1 0 0 0,0-1 0 0 0,1 1 0 0 0,-1-1 1 0 0,0 1-1 0 0,0-1 0 0 0,-1 1 0 0 0,1 0 0 0 0,0-1 0 0 0,0 1 0 0 0,0-1 1 0 0,0 1-1 0 0,0-1 0 0 0,0 1 0 0 0,-1-1 0 0 0,1 0 7 0 0,0-1 0 0 0,0 1 0 0 0,1 0 0 0 0,-1 0 0 0 0,0-1 0 0 0,1 1 0 0 0,-1 0 1 0 0,1 0-1 0 0,-1-1 0 0 0,1 1 0 0 0,-1 0 0 0 0,1 0 0 0 0,0 0 0 0 0,0 0 0 0 0,-1 0 0 0 0,1 0 0 0 0,0 0 0 0 0,0 0 0 0 0,0 0 0 0 0,0 1 0 0 0,0-1 0 0 0,0 0 0 0 0,0 0 0 0 0,1 1 0 0 0,-1-1 0 0 0,0 1 0 0 0,0-1 0 0 0,0 1 0 0 0,2-1 1 0 0,38-4 234 0 0,-13 25-419 0 0,74 62 310 0 0,-77-55-206 0 0,-23-13 49 0 0,-1-1 214 0 0,1-6-14 0 0,-1-2-107 0 0,0-1 0 0 0,1 1 0 0 0,-1-1 0 0 0,1 1 0 0 0,0-1-1 0 0,4 7 1 0 0,-3-8-139 0 0,-1-2 25 0 0,-1 0-1 0 0,-1 0 1 0 0,1 0-1 0 0,0 0 1 0 0,0 1-1 0 0,0-1 1 0 0,0 0 0 0 0,-1 0-1 0 0,1 0 1 0 0,-1 1-1 0 0,1-1 1 0 0,-1 0-1 0 0,1 1 1 0 0,-1-1-1 0 0,0 0 1 0 0,1 1 0 0 0,-1-1-1 0 0,0 1 1 0 0,0-1-1 0 0,0 0 1 0 0,0 1-1 0 0,0-1 1 0 0,-1 3-1 0 0,1 1-22 0 0,1 18 279 0 0,-1-22-242 0 0,0-1-1 0 0,0 1 1 0 0,1-1-1 0 0,-1 0 1 0 0,0 1-1 0 0,0-1 1 0 0,0 0 0 0 0,0 1-1 0 0,1-1 1 0 0,-1 1-1 0 0,0-1 1 0 0,0 0-1 0 0,1 0 1 0 0,-1 1-1 0 0,0-1 1 0 0,0 0-1 0 0,1 1 1 0 0,-1-1-1 0 0,0 0 1 0 0,1 0 0 0 0,-1 1-1 0 0,0-1 1 0 0,1 0-1 0 0,-1 0 1 0 0,1 0-1 0 0,-1 0 1 0 0,0 0-1 0 0,1 0 1 0 0,-1 1-1 0 0,1-1 1 0 0,-1 0 0 0 0,0 0-1 0 0,1 0 1 0 0,-1 0-1 0 0,1 0 1 0 0,-1 0-1 0 0,0-1 1 0 0,1 1-1 0 0,-1 0 1 0 0,1 0-1 0 0,-1 0 1 0 0,0 0-1 0 0,1 0 1 0 0,-1 0 0 0 0,0-1-1 0 0,1 1 1 0 0,0 0-1 0 0,-2 12-1985 0 0,4-2-1664 0 0,12 18-7098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1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18 2624 0 0,'0'0'3994'0'0,"0"0"-3844"0"0,0-1 0 0 0,0 0 0 0 0,1 1 0 0 0,-1-1 0 0 0,0 1-1 0 0,0-1 1 0 0,0 0 0 0 0,0 1 0 0 0,0-1 0 0 0,-1 0-1 0 0,1 1 1 0 0,0-1 0 0 0,0 1 0 0 0,0-1 0 0 0,0 0-1 0 0,-1 1 1 0 0,1-1 0 0 0,0 1 0 0 0,-1-1 0 0 0,1 0 0 0 0,-1 0-1 0 0,-1-1 349 0 0,-2 1-214 0 0,-23 2 1969 0 0,25-2-2203 0 0,1 1 0 0 0,0 0 1 0 0,0 1-1 0 0,0-1 0 0 0,0 0 1 0 0,0 0-1 0 0,-1 0 0 0 0,1 1 0 0 0,0-1 1 0 0,0 1-1 0 0,0-1 0 0 0,0 1 0 0 0,0-1 1 0 0,0 1-1 0 0,0-1 0 0 0,0 1 0 0 0,0 0 1 0 0,1 0-1 0 0,-1-1 0 0 0,0 1 0 0 0,0 0 1 0 0,1 0-1 0 0,-1 0 0 0 0,0 0 0 0 0,1 0 1 0 0,-1 0-1 0 0,1 0 0 0 0,-1 0 1 0 0,1 0-1 0 0,-1 0 0 0 0,1 0 0 0 0,0 2 1 0 0,-6 19 187 0 0,1-1 0 0 0,-1 26 0 0 0,4-27-150 0 0,4-17-85 0 0,31 8-680 0 0,-30-12 718 0 0,0 1 0 0 0,-1-1 0 0 0,1 0 1 0 0,0 0-1 0 0,-1 0 0 0 0,1 0 0 0 0,-1-1 1 0 0,0 1-1 0 0,5-4 0 0 0,11-6 635 0 0,-16 10-670 0 0,0 0 1 0 0,0 0-1 0 0,0 0 1 0 0,-1 0-1 0 0,1 0 1 0 0,0 0-1 0 0,-1 0 1 0 0,1-1-1 0 0,-1 1 1 0 0,1-1-1 0 0,-1 1 1 0 0,1-1-1 0 0,-1 0 1 0 0,0 1-1 0 0,0-1 1 0 0,0 0-1 0 0,0 0 1 0 0,0 0-1 0 0,1-2 1 0 0,0-2 151 0 0,3-10 993 0 0,5 11-1160 0 0,-10 5 47 0 0,0 0-1 0 0,0 0 1 0 0,0 0 0 0 0,0 0-1 0 0,0-1 1 0 0,0 1 0 0 0,0 0-1 0 0,0 0 1 0 0,1 0 0 0 0,-1 0-1 0 0,0 0 1 0 0,0 0 0 0 0,0-1-1 0 0,0 1 1 0 0,0 0 0 0 0,0 0-1 0 0,0 0 1 0 0,1 0 0 0 0,-1 0-1 0 0,0 0 1 0 0,0 0-1 0 0,0 0 1 0 0,0 0 0 0 0,1 0-1 0 0,-1 0 1 0 0,0 0 0 0 0,0 0-1 0 0,0 0 1 0 0,0 0 0 0 0,1 0-1 0 0,-1 0 1 0 0,0 0 0 0 0,0 0-1 0 0,0 0 1 0 0,0 0 0 0 0,0 0-1 0 0,1 0 1 0 0,-1 0 0 0 0,0 0-1 0 0,0 0 1 0 0,0 0-1 0 0,0 0 1 0 0,0 0 0 0 0,1 0-1 0 0,-1 1 1 0 0,0-1 0 0 0,0 0-1 0 0,0 0 1 0 0,0 0 0 0 0,0 0-1 0 0,0 0 1 0 0,0 0 0 0 0,0 1-1 0 0,1-1 1 0 0,-1 0 0 0 0,0 0-1 0 0,0 0 1 0 0,0 0-1 0 0,0 0 1 0 0,0 1 0 0 0,0-1-1 0 0,0 0 1 0 0,22 102 1562 0 0,-14-73-1433 0 0,35 171-110 0 0,-34-151-628 0 0,2 88 1 0 0,-11-128 590 0 0,0-1 0 0 0,0 1-1 0 0,-1 0 1 0 0,0 0 0 0 0,-4 11 0 0 0,1 12-806 0 0,4-30 765 0 0,-1 0 0 0 0,1 0-1 0 0,0 0 1 0 0,-1 0 0 0 0,0 0 0 0 0,1 0 0 0 0,-1 0-1 0 0,0-1 1 0 0,0 1 0 0 0,0 0 0 0 0,0 0 0 0 0,0-1-1 0 0,0 1 1 0 0,-1-1 0 0 0,1 1 0 0 0,-1-1 0 0 0,-1 2-1 0 0,2-2 22 0 0,-1 0-1 0 0,1 1 1 0 0,0-1-1 0 0,0 0 0 0 0,-1 0 1 0 0,1 1-1 0 0,0-1 0 0 0,0 1 1 0 0,1-1-1 0 0,-1 1 1 0 0,0-1-1 0 0,0 1 0 0 0,1-1 1 0 0,-1 1-1 0 0,1 0 1 0 0,-1-1-1 0 0,1 1 0 0 0,0 0 1 0 0,0-1-1 0 0,0 4 0 0 0,-34-13 289 0 0,-105-28 726 0 0,91 17-893 0 0,35 15 110 0 0,12 1-196 0 0,0 1 0 0 0,0-1 0 0 0,1 0 0 0 0,-1 0 0 0 0,1 0 0 0 0,0 0 0 0 0,0 0 0 0 0,0 0 0 0 0,1-3 0 0 0,-1 4-151 0 0,0 0 133 0 0,0 1 0 0 0,0-1-1 0 0,1 1 1 0 0,-1-1 0 0 0,1 1-1 0 0,-1-1 1 0 0,1 1 0 0 0,-1-1-1 0 0,1 1 1 0 0,0-1-1 0 0,0 1 1 0 0,0 0 0 0 0,0 0-1 0 0,0-1 1 0 0,0 1 0 0 0,0 0-1 0 0,0 0 1 0 0,0 0 0 0 0,0 0-1 0 0,1 0 1 0 0,-1 0 0 0 0,0 1-1 0 0,1-1 1 0 0,-1 0-1 0 0,1 1 1 0 0,-1-1 0 0 0,1 1-1 0 0,-1-1 1 0 0,1 1 0 0 0,-1 0-1 0 0,1-1 1 0 0,2 1 0 0 0,25-8-423 0 0,-19 3 350 0 0,17-6-1759 0 0,52-16 1 0 0,163-23-15780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1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86 1504 0 0,'-3'-11'2389'0'0,"-1"-3"175"0"0,2 8-1162 0 0,0-1 0 0 0,0 1 0 0 0,1-1 0 0 0,0 1 0 0 0,0-1 0 0 0,-2-11 1274 0 0,-6 14-2231 0 0,9 5-325 0 0,-1 0-1 0 0,0-1 1 0 0,1 1-1 0 0,-1 0 1 0 0,1 0-1 0 0,-1 0 1 0 0,1 0-1 0 0,-1 0 0 0 0,1-1 1 0 0,0 1-1 0 0,0 0 1 0 0,-1 0-1 0 0,1 0 1 0 0,0 0-1 0 0,0 0 0 0 0,0 0 1 0 0,0 0-1 0 0,0 0 1 0 0,0 0-1 0 0,0 0 1 0 0,1 2-1 0 0,-2 9 233 0 0,0 0-1 0 0,-1 0 0 0 0,0 0 1 0 0,-5 12-1 0 0,5-14-428 0 0,-4 69 173 0 0,-5 155 304 0 0,11-76-272 0 0,14-88-741 0 0,-14-69 594 0 0,0-1 0 0 0,0 1 0 0 0,-1-1 0 0 0,1 1 0 0 0,0-1 0 0 0,0 1 0 0 0,0-1 0 0 0,0 1 0 0 0,0-1 1 0 0,0 1-1 0 0,1 0 0 0 0,-1-1 0 0 0,0 1 0 0 0,0-1 0 0 0,0 1 0 0 0,0-1 0 0 0,1 0 0 0 0,-1 1 0 0 0,0-1 0 0 0,0 1 1 0 0,1-1-1 0 0,-1 1 0 0 0,0-1 0 0 0,1 0 0 0 0,-1 1 0 0 0,0-1 0 0 0,1 0 0 0 0,-1 1 0 0 0,1-1 0 0 0,-1 0 0 0 0,1 1 0 0 0,0-1 1 0 0,9 8-254 0 0,21 37 448 0 0,-30-44-238 0 0,-1 0 0 0 0,0 0 0 0 0,1 0 0 0 0,-1 0 0 0 0,1 0 0 0 0,-1-1 0 0 0,1 1 1 0 0,-1 0-1 0 0,1 0 0 0 0,0 0 0 0 0,-1-1 0 0 0,1 1 0 0 0,0 0 0 0 0,0-1 0 0 0,-1 1 1 0 0,1-1-1 0 0,0 1 0 0 0,0-1 0 0 0,0 1 0 0 0,0-1 0 0 0,0 0 0 0 0,0 1 0 0 0,0-1 0 0 0,0 0 1 0 0,1 1-1 0 0,9 2-452 0 0,6 13-118 0 0,-17-15 615 0 0,1 0 0 0 0,-1 0 0 0 0,1 0 0 0 0,0 0 0 0 0,-1 0 1 0 0,1 0-1 0 0,0-1 0 0 0,0 1 0 0 0,0 0 0 0 0,-1 0 0 0 0,1-1 1 0 0,0 1-1 0 0,0 0 0 0 0,0-1 0 0 0,0 1 0 0 0,0-1 1 0 0,0 0-1 0 0,1 1 0 0 0,-1-1 0 0 0,0 0 0 0 0,1 1 0 0 0,34 3-3488 0 0,-31-3 3048 0 0,-1 0 0 0 0,0 0-1 0 0,0-1 1 0 0,0 0 0 0 0,0 0-1 0 0,0 0 1 0 0,1 0 0 0 0,7-2-1 0 0,21-6-4963 0 0,58-23 0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1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1696 0 0,'0'0'10016'0'0,"68"-17"-6208"0"0,119 0-9312 0 0,-170 17 3200 0 0,-1 0 32 0 0,1 0 224 0 0,1 0 512 0 0,-1 0-320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2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1888 0 0,'2'16'14387'0'0,"7"23"-10435"0"0,5 19-1988 0 0,37 151 20 0 0,-25-113-1584 0 0,-7-29-1024 0 0,6 80 587 0 0,-16-94 756 0 0,-10-78-770 0 0,-1-17 226 0 0,2 27-73 0 0,1 0 1 0 0,0 0 0 0 0,5-25-1 0 0,-4 32-48 0 0,0 0 0 0 0,1 0 0 0 0,-1 0 0 0 0,2 0 0 0 0,-1 0 0 0 0,1 0 0 0 0,0 1 1 0 0,1 0-1 0 0,9-13 0 0 0,-11 17-34 0 0,-1 1 1 0 0,1 0 0 0 0,-1 0-1 0 0,1 0 1 0 0,0 0 0 0 0,0 0-1 0 0,0 1 1 0 0,0-1 0 0 0,0 1-1 0 0,0 0 1 0 0,1 0 0 0 0,-1 0-1 0 0,0 0 1 0 0,0 0 0 0 0,1 1-1 0 0,-1 0 1 0 0,1-1 0 0 0,-1 1-1 0 0,0 1 1 0 0,1-1 0 0 0,-1 0-1 0 0,0 1 1 0 0,1 0 0 0 0,-1-1 0 0 0,0 1-1 0 0,6 3 1 0 0,-2-1-114 0 0,-1 0 1 0 0,1 1-1 0 0,-1-1 0 0 0,0 1 1 0 0,0 1-1 0 0,-1-1 1 0 0,1 1-1 0 0,-1 0 1 0 0,0 0-1 0 0,-1 1 0 0 0,1-1 1 0 0,-1 1-1 0 0,0 0 1 0 0,0 0-1 0 0,5 13 0 0 0,18 25 476 0 0,-13-28-725 0 0,0 5 370 0 0,14 41-5186 0 0,6 8-9956 0 0,-25-53 10533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4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1888 0 0,'85'0'4224'0'0,"-51"0"-4064"0"0,-1 0-96 0 0,-16 0-384 0 0,1 0-32 0 0,-1 0-640 0 0,-1 0 320 0 0,1 0-96 0 0,17 0-2464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4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2432 0 0,'0'0'5952'0'0,"102"18"2367"0"0,-85-18-8063 0 0,0 0-608 0 0,17 0-127 0 0,-1 0 1182 0 0,-15 0-799 0 0,-1 0-128 0 0,-1 17-511 0 0,1-17-97 0 0,0 0-64 0 0,101 17-13152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5.4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21 244 1632 0 0,'-1'4'1482'0'0,"1"-4"-1311"0"0,0 1 1 0 0,0 0-1 0 0,-1 0 0 0 0,1 0 1 0 0,0 0-1 0 0,0 0 0 0 0,0-1 0 0 0,0 1 1 0 0,0 0-1 0 0,1 0 0 0 0,-1 0 1 0 0,0 0-1 0 0,0 0 0 0 0,1-1 1 0 0,-1 1-1 0 0,0 0 0 0 0,1 0 0 0 0,-1 0 1 0 0,1-1-1 0 0,-1 1 0 0 0,1 0 1 0 0,-1-1-1 0 0,1 1 0 0 0,-1 0 0 0 0,2 0 1 0 0,34 52 4196 0 0,-27-41-4125 0 0,-3-3-88 0 0,1-1-1 0 0,0 0 1 0 0,0-1 0 0 0,1 1 0 0 0,-1-2 0 0 0,2 1 0 0 0,-1-1 0 0 0,15 8 0 0 0,67 48 837 0 0,-70-47-855 0 0,1-4-178 0 0,26-9 212 0 0,-34-1-77 0 0,0-2 0 0 0,0 0 0 0 0,0 0 0 0 0,1-1 1 0 0,24-8-1 0 0,-28 6 53 0 0,-1-1 1 0 0,0-1-1 0 0,0 0 0 0 0,0 0 1 0 0,0 0-1 0 0,-1-1 0 0 0,11-12 0 0 0,5-8 266 0 0,-20 12-404 0 0,-4 12-20 0 0,0-3 240 0 0,1-16 384 0 0,0 10-280 0 0,-1-1 1 0 0,0 0-1 0 0,0 1 1 0 0,-1-1-1 0 0,-6-23 1 0 0,3 22-204 0 0,-4-16 445 0 0,-22-53 0 0 0,30 82-570 0 0,-12-9 56 0 0,-46-13 203 0 0,-213-56 1075 0 0,213 67-1035 0 0,46 15-245 0 0,11-3-59 0 0,-11 7-74 0 0,11-6 61 0 0,0-1 0 0 0,0 0 0 0 0,0 1 0 0 0,0 0 0 0 0,0-1 0 0 0,-1 1 0 0 0,1 0 0 0 0,0-1 0 0 0,1 1-1 0 0,-1 0 1 0 0,0 0 0 0 0,0 0 0 0 0,0 0 0 0 0,0 0 0 0 0,0 2 0 0 0,-7 16-243 0 0,7-16 253 0 0,0 0 1 0 0,-1 0-1 0 0,1 1 0 0 0,-1-1 1 0 0,1 0-1 0 0,-1 0 0 0 0,-3 3 1 0 0,4-5 38 0 0,0 0 1 0 0,0 0-1 0 0,0 0 0 0 0,0 0 1 0 0,0 0-1 0 0,0 1 1 0 0,0-1-1 0 0,0 0 1 0 0,0 0-1 0 0,0 1 1 0 0,1-1-1 0 0,-1 0 0 0 0,1 1 1 0 0,-1-1-1 0 0,1 1 1 0 0,-1-1-1 0 0,1 1 1 0 0,0-1-1 0 0,0 1 1 0 0,0-1-1 0 0,0 1 0 0 0,0-1 1 0 0,0 3-1 0 0,0-2-44 0 0,0 0-1 0 0,0 0 1 0 0,0 0-1 0 0,-1 0 1 0 0,1 0-1 0 0,0 0 1 0 0,-1 0-1 0 0,0 0 1 0 0,1 0-1 0 0,-1-1 1 0 0,0 1-1 0 0,0 0 1 0 0,-1 1-1 0 0,1-1-21 0 0,0 0-1 0 0,0-1 0 0 0,0 1 0 0 0,0 0 1 0 0,0 0-1 0 0,0 0 0 0 0,1 0 0 0 0,-1 0 1 0 0,1 0-1 0 0,0 0 0 0 0,-1 0 0 0 0,1 0 1 0 0,0 2-1 0 0,-1 14-184 0 0,0-12 231 0 0,0-1 0 0 0,1 1-1 0 0,0 0 1 0 0,0 0 0 0 0,0 0 0 0 0,0-1-1 0 0,1 1 1 0 0,0 0 0 0 0,1 0 0 0 0,-1-1-1 0 0,1 1 1 0 0,0-1 0 0 0,0 1 0 0 0,4 6-1 0 0,5 4-709 0 0,0 0 0 0 0,25 26 0 0 0,-29-35 166 0 0,0 0 0 0 0,0-1 1 0 0,1 0-1 0 0,0 0 0 0 0,0-1 0 0 0,0 1 1 0 0,1-2-1 0 0,0 1 0 0 0,0-1 0 0 0,14 4 1 0 0,-6-5-429 0 0,-11-2 404 0 0,0 0 0 0 0,0 1 1 0 0,0-1-1 0 0,0 1 0 0 0,9 5 0 0 0,33 10-4045 0 0,-19-14 1550 0 0,-18-3 2067 0 0,20 0-1169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5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 2880 0 0,'-28'59'12640'0'0,"28"-58"-12477"0"0,-1 0 0 0 0,1 0 1 0 0,0 0-1 0 0,-1 1 1 0 0,1-1-1 0 0,0 0 1 0 0,0 0-1 0 0,-1 0 1 0 0,1 0-1 0 0,0 0 1 0 0,0 0-1 0 0,0 1 1 0 0,1-1-1 0 0,-1 0 1 0 0,0 0-1 0 0,0 0 0 0 0,1 0 1 0 0,-1 1-1 0 0,1 0-193 0 0,0-1-1 0 0,0 0 0 0 0,1 0 1 0 0,-1 0-1 0 0,0 1 0 0 0,0-1 0 0 0,1-1 1 0 0,-1 1-1 0 0,0 0 0 0 0,1 0 1 0 0,-1 0-1 0 0,1-1 0 0 0,-1 1 0 0 0,3 0 1 0 0,3 2-24 0 0,4 2 402 0 0,-8-2-359 0 0,1-1 0 0 0,0-1 0 0 0,0 1-1 0 0,0-1 1 0 0,-1 1 0 0 0,1-1 0 0 0,0 0 0 0 0,1 0 0 0 0,-1-1 0 0 0,0 1-1 0 0,0-1 1 0 0,6 0 0 0 0,-9 0 42 0 0,0 0 0 0 0,0 0-1 0 0,0 0 1 0 0,0-1 0 0 0,0 1-1 0 0,0 0 1 0 0,-1 0 0 0 0,1 0 0 0 0,0-1-1 0 0,0 1 1 0 0,0 0 0 0 0,0-1-1 0 0,-1 1 1 0 0,1-1 0 0 0,0 1 0 0 0,0-1-1 0 0,-1 0 1 0 0,1 1 0 0 0,0-1 0 0 0,-1 1-1 0 0,1-1 1 0 0,-1 0 0 0 0,1 0-1 0 0,0-1 1 0 0,3-3 4 0 0,-1 0 0 0 0,0-1 0 0 0,0 1-1 0 0,4-12 1 0 0,-7 16-40 0 0,1-1-1 0 0,0 0 1 0 0,-1 0-1 0 0,1 0 1 0 0,-1 0-1 0 0,0 0 1 0 0,1 0-1 0 0,-1 0 1 0 0,0 1-1 0 0,0-1 1 0 0,0 0-1 0 0,-1 0 1 0 0,1 0 0 0 0,0 0-1 0 0,-1 0 1 0 0,1 0-1 0 0,-1 0 1 0 0,0 1-1 0 0,1-1 1 0 0,-1 0-1 0 0,0 0 1 0 0,0 1-1 0 0,-2-3 1 0 0,2 2-4 0 0,-1 0 26 0 0,0 1 0 0 0,1-1 0 0 0,-1 0-1 0 0,0 1 1 0 0,0-1 0 0 0,0 1 0 0 0,0-1 0 0 0,0 1-1 0 0,0 0 1 0 0,0 0 0 0 0,0 0 0 0 0,-1 0 0 0 0,1 0-1 0 0,0 0 1 0 0,-1 1 0 0 0,1-1 0 0 0,-1 1 0 0 0,1 0-1 0 0,0-1 1 0 0,-1 1 0 0 0,1 0 0 0 0,-1 1 0 0 0,-2-1-1 0 0,-55 0-1664 0 0,55 14 464 0 0,-4-8 341 0 0,9-6 797 0 0,-1 0-1 0 0,1 1 1 0 0,0-1 0 0 0,-1 0 0 0 0,1 0-1 0 0,0 0 1 0 0,-1 1 0 0 0,1-1-1 0 0,0 0 1 0 0,0 0 0 0 0,-1 1-1 0 0,1-1 1 0 0,0 0 0 0 0,0 0 0 0 0,-1 1-1 0 0,1-1 1 0 0,0 0 0 0 0,0 1-1 0 0,0-1 1 0 0,0 0 0 0 0,0 1-1 0 0,-1-1 1 0 0,1 0 0 0 0,0 1 0 0 0,0-1-1 0 0,0 1 1 0 0,0-1 0 0 0,0 0-1 0 0,0 1 1 0 0,0-1 0 0 0,0 0-1 0 0,0 1 1 0 0,0-1 0 0 0,1 1 0 0 0,-15 16-4861 0 0,16-8 848 0 0,-2-8 3862 0 0,1 0 1 0 0,0 0 0 0 0,0 0 0 0 0,-1-1 0 0 0,1 1-1 0 0,0 0 1 0 0,0 0 0 0 0,0-1 0 0 0,0 1 0 0 0,0-1-1 0 0,0 1 1 0 0,0-1 0 0 0,0 1 0 0 0,2 0 0 0 0,11-1-2119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6.4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169 18 3776 0 0,'-44'-15'13151'0'0,"43"15"-13044"0"0,0 0 0 0 0,1-1 0 0 0,-1 1 0 0 0,0 0 0 0 0,1-1 0 0 0,-1 1 0 0 0,0 0 0 0 0,1 0 0 0 0,-1 0-1 0 0,0 0 1 0 0,1 0 0 0 0,-1 0 0 0 0,0 0 0 0 0,0 0 0 0 0,1 0 0 0 0,-1 0 0 0 0,0 0 0 0 0,1 0 0 0 0,-1 0-1 0 0,0 0 1 0 0,0 1 0 0 0,1-1 0 0 0,-1 0 0 0 0,0 0 0 0 0,1 1 0 0 0,-1-1 0 0 0,1 1 0 0 0,-1-1-1 0 0,1 0 1 0 0,-1 1 0 0 0,0-1 0 0 0,1 1 0 0 0,0-1 0 0 0,-1 1 0 0 0,1 0 0 0 0,-1 0 0 0 0,0 0-112 0 0,1-1 1 0 0,0 1-1 0 0,-1 0 1 0 0,1-1-1 0 0,-1 1 1 0 0,1-1-1 0 0,0 1 1 0 0,-1-1-1 0 0,1 1 1 0 0,-1-1 0 0 0,0 0-1 0 0,1 1 1 0 0,-1-1-1 0 0,1 0 1 0 0,-1 1-1 0 0,1-1 1 0 0,-1 0-1 0 0,0 1 1 0 0,1-1-1 0 0,-1 0 1 0 0,0 0-1 0 0,1 0 1 0 0,-1 0-1 0 0,0 0 1 0 0,1 0-1 0 0,-2 0 1 0 0,-9 9 503 0 0,2 2 170 0 0,6-9-656 0 0,0 1 1 0 0,0-1-1 0 0,1 1 0 0 0,-1 0 0 0 0,1 0 1 0 0,0 0-1 0 0,-1 0 0 0 0,1 0 0 0 0,-2 7 1 0 0,-3 0-200 0 0,1-7 76 0 0,5-2 118 0 0,0-1 0 0 0,1 1 0 0 0,-1-1 0 0 0,0 1 0 0 0,0 0 0 0 0,0-1 0 0 0,0 1 0 0 0,0 0 0 0 0,1 0 0 0 0,-1-1-1 0 0,0 1 1 0 0,1 0 0 0 0,-1 0 0 0 0,1 0 0 0 0,-1 0 0 0 0,0 2 0 0 0,0 0 24 0 0,0 1 0 0 0,1 0-1 0 0,0 0 1 0 0,0-1-1 0 0,0 1 1 0 0,0 0 0 0 0,1 0-1 0 0,-1-1 1 0 0,1 1-1 0 0,2 6 1 0 0,4 16-8 0 0,2-1 0 0 0,1 0 0 0 0,22 42 0 0 0,-20-48-64 0 0,1-2 0 0 0,0 0 0 0 0,1 0 0 0 0,1-1 0 0 0,17 14 0 0 0,-19-18-70 0 0,6 4-180 0 0,-2 1 0 0 0,0 1 1 0 0,22 29-1 0 0,-28-28 58 0 0,-1 1 0 0 0,0 0 0 0 0,12 40 0 0 0,-22-60 232 0 0,11 37-246 0 0,-13-32 380 0 0,2-4-102 0 0,0 0 0 0 0,0 0 0 0 0,0-1 0 0 0,0 1 0 0 0,0 0 0 0 0,0 0 0 0 0,-1-1 0 0 0,1 1 0 0 0,0 0 0 0 0,0 0 0 0 0,-1-1 0 0 0,1 1 0 0 0,0 0 1 0 0,-1 0-1 0 0,1-1 0 0 0,-1 1 0 0 0,1-1 0 0 0,-1 1 0 0 0,1 0 0 0 0,-1-1 0 0 0,1 1 0 0 0,-1-1 0 0 0,0 1 0 0 0,0 0 0 0 0,0-1-46 0 0,1 0 0 0 0,-1 1 0 0 0,1-1 0 0 0,-1 0 0 0 0,1 1 0 0 0,-1-1 0 0 0,1 1 0 0 0,-1-1 0 0 0,1 1 0 0 0,0-1-1 0 0,-1 1 1 0 0,1-1 0 0 0,0 1 0 0 0,-1-1 0 0 0,1 1 0 0 0,0-1 0 0 0,0 1 0 0 0,0 0 0 0 0,-1-1 0 0 0,1 1 0 0 0,0-1 0 0 0,0 1 0 0 0,0 1 0 0 0,-14 4-189 0 0,13-5 264 0 0,0 0 0 0 0,-1 1 0 0 0,1-1 0 0 0,0 0 0 0 0,-1 0 0 0 0,1 0 0 0 0,-1 0 0 0 0,1 0 0 0 0,-1-1 0 0 0,0 1 0 0 0,1 0 0 0 0,-4 0 0 0 0,-29 1-269 0 0,14-3 66 0 0,15 1-17 0 0,1 0 1 0 0,0-1 0 0 0,-1 0-1 0 0,1 0 1 0 0,0 0 0 0 0,0-1-1 0 0,0 1 1 0 0,0-1 0 0 0,0 0-1 0 0,0 0 1 0 0,0 0 0 0 0,1-1-1 0 0,-1 1 1 0 0,1-1 0 0 0,-5-5-1 0 0,-30-24-6142 0 0,-57-66 0 0 0,68 59 2639 0 0,24 19 1959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6.6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69 2624 0 0,'0'0'10005'0'0,"14"0"-8186"0"0,6-3 463 0 0,-3 1-1198 0 0,-7 1-609 0 0,-1-1 0 0 0,0 0 0 0 0,0 0 0 0 0,0-1 1 0 0,0 0-1 0 0,-1 0 0 0 0,13-7 0 0 0,-17 9-493 0 0,-1 0 0 0 0,1 0-1 0 0,0 0 1 0 0,-1 0 0 0 0,1 1-1 0 0,0 0 1 0 0,0 0 0 0 0,-1 0-1 0 0,5 0 1 0 0,16-1 383 0 0,-11-3-497 0 0,0 1 0 0 0,0 0 0 0 0,0 1 0 0 0,0 0 0 0 0,0 1 0 0 0,26 1 0 0 0,-17 1-320 0 0,-16-2 43 0 0,1 1 1 0 0,-1-1 0 0 0,1 0-1 0 0,-1 0 1 0 0,10-3 0 0 0,-9 1-951 0 0,1 1 0 0 0,0 1 0 0 0,0-1 1 0 0,0 2-1 0 0,12-1 0 0 0,25 1-8459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7.6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3392 0 0,'28'28'12640'0'0,"-27"-27"-12442"0"0,0 0 1 0 0,0 0 0 0 0,0-1 0 0 0,0 1-1 0 0,-1 0 1 0 0,1 0 0 0 0,0 0 0 0 0,-1 0 0 0 0,1 0-1 0 0,-1 0 1 0 0,1 0 0 0 0,-1 0 0 0 0,1 0 0 0 0,-1 1-1 0 0,0-1 1 0 0,0 0 0 0 0,1 1 0 0 0,-1-1-207 0 0,0-1 0 0 0,0 0 1 0 0,0 0-1 0 0,0 1 1 0 0,0-1-1 0 0,0 0 0 0 0,0 0 1 0 0,0 1-1 0 0,1-1 0 0 0,-1 0 1 0 0,0 0-1 0 0,0 0 0 0 0,0 1 1 0 0,0-1-1 0 0,0 0 0 0 0,1 0 1 0 0,-1 0-1 0 0,0 1 0 0 0,0-1 1 0 0,1 0-1 0 0,-1 0 0 0 0,0 0 1 0 0,0 0-1 0 0,0 0 0 0 0,1 0 1 0 0,-1 1-1 0 0,0-1 0 0 0,0 0 1 0 0,1 0-1 0 0,-1 0 0 0 0,0 0 1 0 0,1 0-1 0 0,-1 0 0 0 0,0 0 1 0 0,0 0-1 0 0,1 0 0 0 0,-1 0 1 0 0,0 0-1 0 0,0 0 0 0 0,1 0 1 0 0,-1-1-1 0 0,0 1 0 0 0,0 0 1 0 0,1 0-1 0 0,-1 0 0 0 0,0 0 1 0 0,1 0-1 0 0,-1 0 13 0 0,0 0 0 0 0,1 1 0 0 0,-1-1 0 0 0,0 1 0 0 0,1-1 0 0 0,-1 1 0 0 0,0-1 0 0 0,1 1 0 0 0,-1-1 0 0 0,0 1 1 0 0,0 0-1 0 0,0-1 0 0 0,0 1 0 0 0,1-1 0 0 0,-1 1 0 0 0,0-1 0 0 0,0 1 0 0 0,0 0 0 0 0,0-1 0 0 0,0 1 0 0 0,-1-1 0 0 0,1 1 0 0 0,0 0 0 0 0,0 0 0 0 0,0 4 909 0 0,-1-4-891 0 0,1-1-1 0 0,0 1 1 0 0,1-1 0 0 0,-1 1 0 0 0,0-1-1 0 0,0 1 1 0 0,0 0 0 0 0,0-1-1 0 0,0 1 1 0 0,0-1 0 0 0,1 1-1 0 0,-1-1 1 0 0,0 1 0 0 0,0-1 0 0 0,1 1-1 0 0,-1-1 1 0 0,0 0 0 0 0,1 1-1 0 0,-1-1 1 0 0,1 1 0 0 0,-1-1-1 0 0,0 0 1 0 0,1 1 0 0 0,-1-1-1 0 0,2 1 1 0 0,-2-1-31 0 0,1 1 0 0 0,0-1-1 0 0,0 1 1 0 0,-1-1-1 0 0,1 1 1 0 0,-1 0 0 0 0,1-1-1 0 0,0 1 1 0 0,-1 0 0 0 0,1-1-1 0 0,-1 1 1 0 0,0 0 0 0 0,1 0-1 0 0,-1 0 1 0 0,0-1 0 0 0,1 1-1 0 0,-1 0 1 0 0,0 0 0 0 0,0 0-1 0 0,0 0 1 0 0,1 0 0 0 0,-1-1-1 0 0,0 1 1 0 0,0 0 0 0 0,-1 2-1 0 0,2-1 29 0 0,-1-1-1 0 0,0 1 0 0 0,0 0 0 0 0,1 0 0 0 0,-1-1 0 0 0,1 1 1 0 0,0 0-1 0 0,0-1 0 0 0,-1 1 0 0 0,3 2 0 0 0,-2-2 69 0 0,0 0 0 0 0,0 0 0 0 0,0 0-1 0 0,0 0 1 0 0,0 0 0 0 0,0 0 0 0 0,-1 0-1 0 0,1 0 1 0 0,-1 0 0 0 0,1 0 0 0 0,-1 3-1 0 0,0 1-59 0 0,0 1-1 0 0,0-1 1 0 0,1 1-1 0 0,0-1 0 0 0,0 0 1 0 0,4 10-1 0 0,1 11 352 0 0,-4-7 10 0 0,1 2 333 0 0,-2-22-711 0 0,-1 0 0 0 0,0 1 0 0 0,0-1 1 0 0,0 0-1 0 0,0 0 0 0 0,1 0 0 0 0,-1 1 0 0 0,0-1 0 0 0,0 0 0 0 0,0 0 0 0 0,1 0 1 0 0,-1 0-1 0 0,0 0 0 0 0,0 1 0 0 0,1-1 0 0 0,-1 0 0 0 0,0 0 0 0 0,0 0 0 0 0,1 0 1 0 0,-1 0-1 0 0,0 0 0 0 0,0 0 0 0 0,1 0 0 0 0,-1 0 0 0 0,0 0 0 0 0,0 0 0 0 0,1 0 1 0 0,-1 0-1 0 0,0 0 0 0 0,1 0 0 0 0,-1 0 0 0 0,0 0 0 0 0,0 0 0 0 0,1 0 1 0 0,-1-1-1 0 0,0 1 0 0 0,0 0 0 0 0,0 0 0 0 0,1 0 0 0 0,-1 0 0 0 0,0 0 0 0 0,0-1 1 0 0,0 1-1 0 0,1 0 0 0 0,-1 0 0 0 0,0-1 0 0 0,0 1 0 0 0,0 0 0 0 0,0 0 0 0 0,1 0 1 0 0,-1-1-1 0 0,0 1 0 0 0,0-1 0 0 0,1-1 11 0 0,0 1 0 0 0,0-1 0 0 0,-1 0 0 0 0,1 0 0 0 0,-1 0 0 0 0,1 0 0 0 0,-1 0 1 0 0,0 0-1 0 0,0-1 0 0 0,1 1 0 0 0,-1 0 0 0 0,-1 0 0 0 0,1 0 0 0 0,-1-2 0 0 0,3-18-225 0 0,9-3 830 0 0,-9 18-655 0 0,1 0-1 0 0,0 0 0 0 0,1 0 1 0 0,-1 1-1 0 0,1-1 1 0 0,0 1-1 0 0,1 0 1 0 0,0 0-1 0 0,0 0 1 0 0,0 0-1 0 0,0 1 0 0 0,9-6 1 0 0,-10 8 90 0 0,0 1-1 0 0,1 0 1 0 0,-1 0 0 0 0,0 1-1 0 0,1-1 1 0 0,-1 1-1 0 0,1 0 1 0 0,0 0 0 0 0,8 0-1 0 0,-11 1-77 0 0,0 0 0 0 0,0 0-1 0 0,0 1 1 0 0,0-1 0 0 0,0 0-1 0 0,0 1 1 0 0,0 0 0 0 0,0-1-1 0 0,0 1 1 0 0,-1 0 0 0 0,1 0-1 0 0,0 0 1 0 0,0 0 0 0 0,-1 0-1 0 0,1 0 1 0 0,0 0 0 0 0,-1 1-1 0 0,0-1 1 0 0,1 1 0 0 0,-1-1-1 0 0,0 1 1 0 0,1-1 0 0 0,-1 1-1 0 0,1 3 1 0 0,40 71 539 0 0,-33-34-769 0 0,-7-37 283 0 0,0 0-1 0 0,0-1 1 0 0,0 1-1 0 0,0 0 0 0 0,-1 0 1 0 0,0 0-1 0 0,0 0 1 0 0,0 1-1 0 0,-1-1 1 0 0,1 0-1 0 0,-2 5 1 0 0,1-7 325 0 0,0 0-239 0 0,0-3-133 0 0,1 0 1 0 0,-1-1-1 0 0,0 1 1 0 0,0 0-1 0 0,0 0 1 0 0,0 0-1 0 0,1 0 1 0 0,-1 0-1 0 0,0 0 0 0 0,0 0 1 0 0,0-1-1 0 0,0 1 1 0 0,1 0-1 0 0,-1 0 1 0 0,0 0-1 0 0,0 0 1 0 0,0 0-1 0 0,1 0 1 0 0,-1 0-1 0 0,0 0 1 0 0,0 0-1 0 0,0 0 0 0 0,1 0 1 0 0,-1 0-1 0 0,0 0 1 0 0,0 0-1 0 0,0 0 1 0 0,1 0-1 0 0,-1 0 1 0 0,0 1-1 0 0,0-1 1 0 0,0 0-1 0 0,1 0 1 0 0,-1 0-1 0 0,0 0 0 0 0,0 0 1 0 0,0 0-1 0 0,0 0 1 0 0,0 1-1 0 0,1-1 1 0 0,-1 0-1 0 0,0 0 1 0 0,0 0-1 0 0,0 0 1 0 0,0 1-1 0 0,0-1 1 0 0,0 0-1 0 0,0 0 0 0 0,0 0 1 0 0,1 1-1 0 0,-1-1 1 0 0,0 0-1 0 0,0 0 1 0 0,0 0-1 0 0,0 1 1 0 0,0-1-1 0 0,0 0 1 0 0,0 0-1 0 0,0 0 1 0 0,0 1-1 0 0,0-1 0 0 0,0 0 1 0 0,-1 0-1 0 0,1 0 1 0 0,0 1-1 0 0,0-1 1 0 0,9-11-200 0 0,-7 8 215 0 0,0 0 0 0 0,0 0-1 0 0,0 0 1 0 0,0-1 0 0 0,-1 1 0 0 0,0-1 0 0 0,1 1-1 0 0,-1-1 1 0 0,-1 0 0 0 0,2-6 0 0 0,-2 9 11 0 0,0 1 1 0 0,0-1-1 0 0,0 1 1 0 0,0-1-1 0 0,0 1 0 0 0,0-1 1 0 0,0 1-1 0 0,0-1 1 0 0,0 1-1 0 0,0 0 1 0 0,1-1-1 0 0,-1 1 0 0 0,0-1 1 0 0,0 1-1 0 0,0 0 1 0 0,1-1-1 0 0,-1 1 1 0 0,0-1-1 0 0,1 1 0 0 0,-1 0 1 0 0,0-1-1 0 0,1 1 1 0 0,-1 0-1 0 0,0 0 1 0 0,1-1-1 0 0,-1 1 0 0 0,0 0 1 0 0,1 0-1 0 0,-1 0 1 0 0,1-1-1 0 0,-1 1 1 0 0,1 0-1 0 0,0 0-28 0 0,-1 0 0 0 0,1 0 0 0 0,-1-1 0 0 0,1 1 0 0 0,-1 0 0 0 0,0 0 0 0 0,1 0 0 0 0,-1-1 0 0 0,0 1 0 0 0,1 0 0 0 0,-1 0 0 0 0,1-1 1 0 0,-1 1-1 0 0,0 0 0 0 0,0-1 0 0 0,1 1 0 0 0,-1 0 0 0 0,0-1 0 0 0,0 1 0 0 0,1-1 0 0 0,-1 1 0 0 0,0 0 0 0 0,0-1 0 0 0,0 1 0 0 0,0-1 0 0 0,1 1 0 0 0,-1-1 0 0 0,0 1 0 0 0,0 0 0 0 0,0-1 0 0 0,0 1 0 0 0,0-2 0 0 0,1-1-30 0 0,-1-1 0 0 0,2 1-1 0 0,-1-1 1 0 0,0 1 0 0 0,1 0 0 0 0,-1 0-1 0 0,1 0 1 0 0,4-6 0 0 0,9-17 684 0 0,2-23-749 0 0,-11 32-110 0 0,-6 17 232 0 0,1 0 0 0 0,-1-1 1 0 0,0 1-1 0 0,0 0 0 0 0,0-1 1 0 0,0 1-1 0 0,0 0 0 0 0,0 0 0 0 0,0-1 1 0 0,0 1-1 0 0,1 0 0 0 0,-1 0 1 0 0,0-1-1 0 0,0 1 0 0 0,0 0 0 0 0,1 0 1 0 0,-1-1-1 0 0,0 1 0 0 0,0 0 1 0 0,1 0-1 0 0,-1 0 0 0 0,0 0 0 0 0,0 0 1 0 0,1-1-1 0 0,-1 1 0 0 0,0 0 1 0 0,0 0-1 0 0,1 0 0 0 0,-1 0 0 0 0,0 0 1 0 0,1 0-1 0 0,-1 0 0 0 0,0 0 0 0 0,0 0 1 0 0,1 0-1 0 0,-1 0 0 0 0,0 0 1 0 0,1 0-1 0 0,-1 0 0 0 0,0 0 0 0 0,1 0 1 0 0,-1 0-1 0 0,0 0 0 0 0,0 1 1 0 0,1-1-1 0 0,5-3 315 0 0,-5 2-346 0 0,0 0 1 0 0,1 0-1 0 0,-1 0 1 0 0,1 0-1 0 0,-1 0 1 0 0,1 0-1 0 0,-1 0 1 0 0,1 1-1 0 0,0-1 1 0 0,-1 0-1 0 0,1 1 1 0 0,0 0-1 0 0,3-1 1 0 0,-1 0-51 0 0,0 1 0 0 0,0 0 0 0 0,0 0 0 0 0,0 0 0 0 0,0 0 0 0 0,-1 0 0 0 0,1 1 0 0 0,0 0 1 0 0,0 0-1 0 0,0 0 0 0 0,0 0 0 0 0,-1 1 0 0 0,1-1 0 0 0,0 1 0 0 0,-1 0 0 0 0,6 4 0 0 0,-2 0 119 0 0,-1-1 0 0 0,1 2 0 0 0,-1-1 0 0 0,0 1 0 0 0,-1 0 0 0 0,6 9 1 0 0,26 40-983 0 0,-35-53 721 0 0,0 1 0 0 0,0-1 1 0 0,1 0-1 0 0,-1 0 0 0 0,1 0 1 0 0,0 0-1 0 0,-1 0 1 0 0,6 3-1 0 0,-1 0 115 0 0,-6-6 103 0 0,-1 1 1 0 0,1 0 0 0 0,-1-1 0 0 0,1 1-1 0 0,0 0 1 0 0,-1 0 0 0 0,0-1-1 0 0,1 1 1 0 0,-1 0 0 0 0,1 0 0 0 0,-1 0-1 0 0,0 0 1 0 0,0 0 0 0 0,1-1-1 0 0,-1 1 1 0 0,0 2 0 0 0,0-3-14 0 0,0 0-1 0 0,0 0 1 0 0,0 1 0 0 0,0-1-1 0 0,0 0 1 0 0,0 0 0 0 0,0 1 0 0 0,1-1-1 0 0,-1 0 1 0 0,0 0 0 0 0,0 1 0 0 0,0-1-1 0 0,0 0 1 0 0,0 0 0 0 0,1 1 0 0 0,-1-1-1 0 0,0 0 1 0 0,0 0 0 0 0,0 0 0 0 0,1 0-1 0 0,-1 1 1 0 0,0-1 0 0 0,0 0 0 0 0,0 0-1 0 0,1 0 1 0 0,-1 0 0 0 0,0 0 0 0 0,0 0-1 0 0,1 0 1 0 0,-1 1 0 0 0,0-1-1 0 0,1 0 1 0 0,-1 0 0 0 0,0 0 0 0 0,0 0-1 0 0,1 0 1 0 0,-1 0 0 0 0,0 0 0 0 0,0 0-1 0 0,1-1 1 0 0,-1 1 0 0 0,0 0 0 0 0,0 0-1 0 0,1 0 1 0 0,-1 0 0 0 0,0 0 0 0 0,1 0-1 0 0,2 0-461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0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356 1 2720 0 0,'-322'643'12480'0'0,"306"-593"-12256"0"0,16 18-128 0 0,-17 0-64 0 0,17-17-128 0 0,0 0-32 0 0,17 67 32 0 0,-17-50 128 0 0,0-17 0 0 0,220 338 512 0 0,51-237 319 0 0,50-84-1470 0 0,35-16-15489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1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18 307 2016 0 0,'0'14'1115'0'0,"0"-11"-273"0"0,-3 0 156 0 0,-8 8 580 0 0,8-8-655 0 0,3 8 815 0 0,0 60 3409 0 0,14-66-4715 0 0,-8 23 304 0 0,22-5-107 0 0,-23-11-549 0 0,43 24 832 0 0,-11-10-469 0 0,-27-21-316 0 0,-1 0 1 0 0,1-1-1 0 0,0 0 1 0 0,1 0 0 0 0,-1-1-1 0 0,1 0 1 0 0,-1-1-1 0 0,1 0 1 0 0,0-1-1 0 0,0 0 1 0 0,13-1-1 0 0,12-5 337 0 0,-1-1 0 0 0,0-1 0 0 0,65-23 0 0 0,-93 28-414 0 0,0 0 1 0 0,-1-1-1 0 0,0 0 0 0 0,1 0 0 0 0,-1 0 0 0 0,0 0 0 0 0,8-7 0 0 0,-14 9-59 0 0,1 0 0 0 0,-1 1-1 0 0,1-1 1 0 0,-1 0 0 0 0,1 1-1 0 0,-1-1 1 0 0,0 0 0 0 0,1 1-1 0 0,-1-1 1 0 0,0 0 0 0 0,0 0-1 0 0,0 0 1 0 0,1 1 0 0 0,-1-1-1 0 0,0 0 1 0 0,0 0 0 0 0,0 0-1 0 0,0 1 1 0 0,0-1 0 0 0,0 0 0 0 0,0 0-1 0 0,-1 0 1 0 0,1 1 0 0 0,0-1-1 0 0,0 0 1 0 0,-1-1 0 0 0,-1-10 9 0 0,2 7 61 0 0,1 0 0 0 0,0 1 0 0 0,0-1 1 0 0,0 0-1 0 0,1 0 0 0 0,0 1 0 0 0,3-7 0 0 0,-4 10-70 0 0,-1 1 7 0 0,1-1 0 0 0,-1 0 0 0 0,0 0 0 0 0,1 1 0 0 0,-1-1 0 0 0,0 0 0 0 0,1 0 1 0 0,-1 0-1 0 0,0 1 0 0 0,0-1 0 0 0,0 0 0 0 0,0 0 0 0 0,1 0 0 0 0,-1 0 0 0 0,0 0 0 0 0,-1 1 1 0 0,1-1-1 0 0,0 0 0 0 0,0 0 0 0 0,0 0 0 0 0,0 0 0 0 0,-1 1 0 0 0,0-3 0 0 0,0-1-22 0 0,-27-84-42 0 0,-15-36 100 0 0,29 92-114 0 0,-1 0 0 0 0,-24-36 0 0 0,39 66 75 0 0,-1 0-1 0 0,0 1 0 0 0,1-1 0 0 0,-1 1 1 0 0,0-1-1 0 0,0 1 0 0 0,0 0 0 0 0,0-1 1 0 0,-1 1-1 0 0,1 0 0 0 0,0 0 0 0 0,0 0 1 0 0,-1 0-1 0 0,1 0 0 0 0,-1 0 1 0 0,1 0-1 0 0,-4-1 0 0 0,-6-3 88 0 0,5 3-90 0 0,1-1-1 0 0,-1 1 1 0 0,0 1 0 0 0,0-1 0 0 0,0 1-1 0 0,0 0 1 0 0,-1 0 0 0 0,-6 0-1 0 0,12 1 6 0 0,0 0 1 0 0,0 0-1 0 0,1 0 0 0 0,-1 0 0 0 0,0 0 0 0 0,1 0 0 0 0,-1 0 0 0 0,0 0 0 0 0,1 0 0 0 0,-1 0 0 0 0,0-1 0 0 0,1 1 0 0 0,-1 0 1 0 0,0 0-1 0 0,1-1 0 0 0,-1 1 0 0 0,1-1 0 0 0,-1 1 0 0 0,0 0 0 0 0,1-1 0 0 0,-1 1 0 0 0,1-1 0 0 0,0 1 0 0 0,-1-1 0 0 0,0-1 1 0 0,1 2 9 0 0,-1-1 0 0 0,1 0 0 0 0,-1 1 0 0 0,0-1 0 0 0,1 0 0 0 0,-1 1 0 0 0,0-1 0 0 0,1 1 0 0 0,-1-1 0 0 0,0 1 0 0 0,1-1 0 0 0,-1 1 0 0 0,0 0 0 0 0,0-1 0 0 0,0 1 0 0 0,1 0 0 0 0,-1 0 0 0 0,0-1 0 0 0,0 1 0 0 0,0 0 0 0 0,0 0 0 0 0,0 0 0 0 0,0 0 0 0 0,1 0 0 0 0,-3 0 0 0 0,-13-1 34 0 0,12 1-68 0 0,1 0 1 0 0,0-1-1 0 0,0 1 0 0 0,-1 0 0 0 0,1 1 1 0 0,0-1-1 0 0,0 1 0 0 0,-4 0 0 0 0,0 2 22 0 0,1 0 0 0 0,-1 0 0 0 0,1 0 0 0 0,-1 1 0 0 0,1 0 0 0 0,-7 6 0 0 0,11-8 4 0 0,-9 6-27 0 0,1 1 0 0 0,0-1-1 0 0,0 2 1 0 0,1-1 0 0 0,0 1 0 0 0,1 1 0 0 0,0 0 0 0 0,0 0 0 0 0,-6 13 0 0 0,4 3-127 0 0,1 1 0 0 0,2-1 1 0 0,0 1-1 0 0,-5 57 0 0 0,11-73 38 0 0,-1 1-1 0 0,2-1 0 0 0,0 1 0 0 0,2 17 1 0 0,-1-27 5 0 0,0 1 0 0 0,0 0 0 0 0,0-1 0 0 0,1 1 0 0 0,-1-1 0 0 0,1 1 0 0 0,4 5 0 0 0,3 7-366 0 0,-1 2-185 0 0,-8-16 571 0 0,1 0-1 0 0,0 0 1 0 0,1 1-1 0 0,-1-1 1 0 0,0 0-1 0 0,1 0 1 0 0,-1 0-1 0 0,1 0 1 0 0,0-1-1 0 0,2 3 1 0 0,22 30-1263 0 0,-21-27 959 0 0,0 0 0 0 0,0-1 1 0 0,0 1-1 0 0,11 9 1 0 0,-5-10-305 0 0,0 0 0 0 0,0-1 1 0 0,1 0-1 0 0,-1 0 1 0 0,1-2-1 0 0,17 5 0 0 0,41 12-2882 0 0,20 11-946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1.6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75 2016 0 0,'-1'-1'584'0'0,"-1"-1"0"0"0,1 1-1 0 0,0 0 1 0 0,-1-1 0 0 0,1 1 0 0 0,-1 0 0 0 0,0 0 0 0 0,1 0-1 0 0,-1 0 1 0 0,0 0 0 0 0,-15-3 6754 0 0,24 9-6958 0 0,-5-4-352 0 0,0 0 0 0 0,0 0 0 0 0,-1 0 1 0 0,1 0-1 0 0,0 0 0 0 0,0 0 0 0 0,0-1 0 0 0,0 1 0 0 0,0 0 0 0 0,0-1 0 0 0,0 0 0 0 0,0 0 0 0 0,3 0 0 0 0,74 3 407 0 0,-40-3-246 0 0,-38 0-187 0 0,0 0 1 0 0,0 0-1 0 0,-1 0 0 0 0,1-1 1 0 0,0 1-1 0 0,0 0 0 0 0,0-1 1 0 0,-1 1-1 0 0,1-1 0 0 0,0 1 1 0 0,-1-1-1 0 0,1 1 0 0 0,0-1 1 0 0,-1 1-1 0 0,1-1 1 0 0,-1 0-1 0 0,1 1 0 0 0,-1-1 1 0 0,1 0-1 0 0,-1 1 0 0 0,1-1 1 0 0,-1 0-1 0 0,0 0 0 0 0,1 1 1 0 0,-1-1-1 0 0,0 0 0 0 0,0 0 1 0 0,0 1-1 0 0,0-1 1 0 0,1 0-1 0 0,-1 0 0 0 0,0 0 1 0 0,0 0-1 0 0,-1 1 0 0 0,1-1 1 0 0,0 0-1 0 0,0 0 0 0 0,0 0 1 0 0,0 0-1 0 0,-1 0 0 0 0,1-4-56 0 0,0 3 54 0 0,0-1 59 0 0,0 2-56 0 0,0 1 0 0 0,0-1 0 0 0,0 0-1 0 0,1 1 1 0 0,-1-1 0 0 0,0 1 0 0 0,0-1-1 0 0,0 1 1 0 0,-1-1 0 0 0,1 0 0 0 0,0 1 0 0 0,0-1-1 0 0,0 1 1 0 0,0-1 0 0 0,0 1 0 0 0,-1-1 0 0 0,1 1-1 0 0,0-1 1 0 0,0 1 0 0 0,-1-1 0 0 0,1 1-1 0 0,-1-1 1 0 0,1 1 0 0 0,0-1 0 0 0,-1 1 0 0 0,1-1-1 0 0,-1 1 1 0 0,1 0 0 0 0,-1-1 0 0 0,1 1 0 0 0,-1 0-1 0 0,1 0 1 0 0,-1-1 0 0 0,1 1 0 0 0,-1 0-1 0 0,1 0 1 0 0,-1 0 0 0 0,1-1 0 0 0,-1 1 0 0 0,0 0-1 0 0,1 0 1 0 0,-1 0 0 0 0,0 0 0 0 0,0 0 2 0 0,0-4-22 0 0,0 0-1 0 0,-19-5-11 0 0,17 9 32 0 0,2-1-116 0 0,0 1 0 0 0,0-1-1 0 0,0 1 1 0 0,0-1 0 0 0,-1 1 0 0 0,1 0 0 0 0,0 0 0 0 0,0 0-1 0 0,-1 0 1 0 0,1 0 0 0 0,0 0 0 0 0,0 0 0 0 0,-1 0-1 0 0,1 0 1 0 0,0 0 0 0 0,0 1 0 0 0,0-1 0 0 0,-1 0 0 0 0,1 1-1 0 0,0-1 1 0 0,0 1 0 0 0,0 0 0 0 0,0-1 0 0 0,-2 2 0 0 0,-6 8-2790 0 0,1 1 1 0 0,-1-1 0 0 0,2 1-1 0 0,-8 15 1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2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54 1568 0 0,'0'0'1851'0'0,"6"-9"847"0"0,17-25 5361 0 0,-23 34-7978 0 0,0-1 1 0 0,0 1 0 0 0,0-1-1 0 0,0 1 1 0 0,1-1 0 0 0,-1 1-1 0 0,0-1 1 0 0,0 1 0 0 0,1-1-1 0 0,-1 1 1 0 0,0-1 0 0 0,1 1 0 0 0,-1-1-1 0 0,0 1 1 0 0,1 0 0 0 0,-1-1-1 0 0,0 1 1 0 0,1 0 0 0 0,-1-1-1 0 0,1 1 1 0 0,-1 0 0 0 0,1 0-1 0 0,-1-1 1 0 0,1 1 0 0 0,-1 0-1 0 0,1 0 1 0 0,-1 0 0 0 0,1 0 0 0 0,-1-1-1 0 0,1 1 1 0 0,-1 0 0 0 0,1 0-1 0 0,0 0 1 0 0,-1 0 0 0 0,1 0-1 0 0,-1 1 1 0 0,1-1 0 0 0,-1 0-1 0 0,1 0 1 0 0,0 0 0 0 0,7 19 378 0 0,-5-10-131 0 0,19 41 780 0 0,-20-47-1078 0 0,-1 0-1 0 0,0 0 1 0 0,0 0-1 0 0,0 0 1 0 0,0 1-1 0 0,-1-1 1 0 0,1 0-1 0 0,-1 0 0 0 0,0 1 1 0 0,0-1-1 0 0,-1 7 1 0 0,0 10 185 0 0,18 121 109 0 0,-18-113-405 0 0,1-16 97 0 0,0-1 0 0 0,0 0 1 0 0,4 20-1 0 0,-4-29-12 0 0,5 20-46 0 0,-1 1 0 0 0,-1 0 0 0 0,-1 23-1 0 0,-2-43-37 0 0,1 1 0 0 0,-1-1 0 0 0,0 1 0 0 0,1-1 0 0 0,0 1 0 0 0,0-1-1 0 0,0 0 1 0 0,0 1 0 0 0,1-1 0 0 0,-1 0 0 0 0,3 3 0 0 0,9 22-1958 0 0,37 79-8987 0 0,-34-85 7786 0 0,-9-19 1820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2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1 120 2304 0 0,'28'7'5101'0'0,"-21"-4"-3667"0"0,0-1 0 0 0,0-1 1 0 0,0 1-1 0 0,0-1 0 0 0,14 0 0 0 0,-20-1-1421 0 0,1 1 1 0 0,-1 0-1 0 0,0-1 0 0 0,0 1 1 0 0,0 0-1 0 0,0 0 0 0 0,0 0 1 0 0,-1 0-1 0 0,1 0 0 0 0,0 0 0 0 0,0 0 1 0 0,-1 0-1 0 0,1 0 0 0 0,0 0 1 0 0,-1 0-1 0 0,1 1 0 0 0,-1-1 1 0 0,1 0-1 0 0,-1 0 0 0 0,0 0 1 0 0,1 3-1 0 0,2 5 147 0 0,25 31 268 0 0,-24-36-409 0 0,-1 0-1 0 0,1 0 1 0 0,-1 0 0 0 0,0 1 0 0 0,0-1 0 0 0,0 1-1 0 0,-1-1 1 0 0,0 1 0 0 0,0 0 0 0 0,0 0 0 0 0,0 0-1 0 0,-1 0 1 0 0,0 1 0 0 0,1 8 0 0 0,7 23 55 0 0,17 47-818 0 0,18 100 1 0 0,-38-111-111 0 0,-6-62 988 0 0,-20-11 74 0 0,20 0-208 0 0,-1 0 0 0 0,1 0 0 0 0,-1 0 0 0 0,1 0 0 0 0,-1 0 0 0 0,1 0 0 0 0,-1 0 0 0 0,1 0 0 0 0,-1 0 0 0 0,1 0 0 0 0,-1 0 0 0 0,1 0 0 0 0,-1-1 0 0 0,1 1 0 0 0,-1 0 0 0 0,1 0 0 0 0,-1-1 0 0 0,1 1 0 0 0,-1 0 0 0 0,1-1 0 0 0,0 1 0 0 0,-1-1 0 0 0,1 1 0 0 0,0 0 0 0 0,-1-1 0 0 0,1 1 0 0 0,0-1 0 0 0,0 1 0 0 0,-1-1 0 0 0,1 1 0 0 0,0-1 0 0 0,0 1 0 0 0,0-1 0 0 0,-1 1 0 0 0,1-1 0 0 0,0 1 0 0 0,0-1 0 0 0,0 1 0 0 0,0-1 0 0 0,0 1 0 0 0,0-2 0 0 0,-3-1 85 0 0,2 3-78 0 0,0 0 0 0 0,0 0 1 0 0,0 0-1 0 0,0-1 0 0 0,-1 1 1 0 0,1 0-1 0 0,0-1 0 0 0,0 1 1 0 0,0-1-1 0 0,0 1 0 0 0,0-1 0 0 0,0 0 1 0 0,0 1-1 0 0,0-1 0 0 0,0 0 1 0 0,1 0-1 0 0,-1 0 0 0 0,-1-1 1 0 0,-5-6 34 0 0,0-1 1 0 0,1 0 0 0 0,0 0-1 0 0,0-1 1 0 0,1 1 0 0 0,-6-15-1 0 0,-42-126 534 0 0,42 110-381 0 0,11 39-193 0 0,0 1 0 0 0,0 0 1 0 0,0 0-1 0 0,0 0 0 0 0,0-1 1 0 0,0 1-1 0 0,0 0 0 0 0,0 0 1 0 0,0 0-1 0 0,0-1 1 0 0,0 1-1 0 0,0 0 0 0 0,0 0 1 0 0,0 0-1 0 0,0 0 0 0 0,1-1 1 0 0,-1 1-1 0 0,0 0 0 0 0,0 0 1 0 0,0 0-1 0 0,0 0 0 0 0,0-1 1 0 0,0 1-1 0 0,0 0 0 0 0,1 0 1 0 0,-1 0-1 0 0,0 0 1 0 0,0 0-1 0 0,0-1 0 0 0,0 1 1 0 0,0 0-1 0 0,1 0 0 0 0,-1 0 1 0 0,0 0-1 0 0,0 0 0 0 0,0 0 1 0 0,1 0-1 0 0,-1 0 0 0 0,0 0 1 0 0,0 0-1 0 0,0 0 0 0 0,0 0 1 0 0,1 0-1 0 0,-1 0 1 0 0,0 0-1 0 0,0 0 0 0 0,0 0 1 0 0,1 0-1 0 0,-1 0 0 0 0,1 0-3 0 0,-1 0 0 0 0,1 0 0 0 0,-1 0 0 0 0,1 0 0 0 0,-1 0 0 0 0,1 0 0 0 0,-1-1 0 0 0,1 1 0 0 0,-1 0 0 0 0,1 0 0 0 0,0 0 0 0 0,-1 0 0 0 0,0-1 0 0 0,1 1-1 0 0,-1 0 1 0 0,1-1 0 0 0,-1 1 0 0 0,1 0 0 0 0,-1-1 0 0 0,1 1 0 0 0,-1 0 0 0 0,0-1 0 0 0,1 1 0 0 0,-1-1 0 0 0,0 1 0 0 0,0-1 0 0 0,1 0 0 0 0,11-22-244 0 0,-9 18 335 0 0,-3 5-84 0 0,1 0 0 0 0,0 0 0 0 0,-1 0 0 0 0,1 1 0 0 0,-1-1 1 0 0,1 0-1 0 0,0 0 0 0 0,-1 0 0 0 0,1-1 0 0 0,0 1 0 0 0,-1 0 0 0 0,1 0 0 0 0,0 0 0 0 0,-1 0 0 0 0,1 0 0 0 0,-1-1 0 0 0,1 1 0 0 0,-1 0 0 0 0,1-1 0 0 0,0 1 0 0 0,0-1 0 0 0,5-9 0 0 0,-4 7-26 0 0,-1 0-1 0 0,1 0 1 0 0,0 0 0 0 0,-1 0 0 0 0,2 0-1 0 0,-1 0 1 0 0,0 1 0 0 0,0-1-1 0 0,6-3 1 0 0,68-70 116 0 0,-59 48-197 0 0,-10 22 93 0 0,-7 6 8 0 0,1 0 0 0 0,-1 0 0 0 0,1 0 0 0 0,-1-1 0 0 0,0 1-1 0 0,1 0 1 0 0,-1-1 0 0 0,1 1 0 0 0,-1 0 0 0 0,0-1 0 0 0,1 1 0 0 0,-1 0 0 0 0,0-1 0 0 0,0 1 0 0 0,1-1 0 0 0,-1 1-1 0 0,0 0 1 0 0,0-1 0 0 0,0 1 0 0 0,1-1 0 0 0,-1 1 0 0 0,0-1 0 0 0,0 1 0 0 0,0-1 0 0 0,0 1 0 0 0,0-1-1 0 0,0 1 1 0 0,0 0 0 0 0,0-2 0 0 0,3-4 53 0 0,11-11-16 0 0,-15 10-41 0 0,1 7 2 0 0,0 0 0 0 0,0 0 0 0 0,-1 0 0 0 0,1-1 0 0 0,0 1 0 0 0,0 0 0 0 0,0 0 0 0 0,0-1 0 0 0,0 1 0 0 0,0 0 0 0 0,0 0 0 0 0,0-1 0 0 0,0 1-1 0 0,0 0 1 0 0,0 0 0 0 0,0-1 0 0 0,0 1 0 0 0,0 0 0 0 0,0 0 0 0 0,0-1 0 0 0,0 1 0 0 0,0 0 0 0 0,0 0 0 0 0,0-1 0 0 0,0 1 0 0 0,0 0 0 0 0,1 0 0 0 0,-1-1 0 0 0,0 1 0 0 0,0 0 0 0 0,0 0 0 0 0,0 0 0 0 0,1-1 0 0 0,-1 1 0 0 0,0 0 0 0 0,0 0 0 0 0,0 0 0 0 0,1 0 0 0 0,-1-1 0 0 0,0 1 0 0 0,0 0 0 0 0,1 0 0 0 0,-1 0 0 0 0,0 0 0 0 0,2-3 9 0 0,0 0 0 0 0,0 0 0 0 0,0 0 0 0 0,-1-1 0 0 0,0 1-1 0 0,1 0 1 0 0,-1-1 0 0 0,0 1 0 0 0,-1-1 0 0 0,1 1 0 0 0,-1-1 0 0 0,1 1 0 0 0,-1-1 0 0 0,0 1 0 0 0,-1-1 0 0 0,1 0 0 0 0,0 1 0 0 0,-1-1 0 0 0,-1-5-1 0 0,1 8 12 0 0,0-1-1 0 0,1 0 0 0 0,-1 0 0 0 0,0 0 0 0 0,0 1 0 0 0,0-1 0 0 0,0 0 1 0 0,0 1-1 0 0,-1-1 0 0 0,1 1 0 0 0,0-1 0 0 0,-1 1 0 0 0,1 0 0 0 0,-1-1 1 0 0,1 1-1 0 0,-1 0 0 0 0,0 0 0 0 0,1 0 0 0 0,-1 0 0 0 0,0 1 0 0 0,0-1 1 0 0,0 0-1 0 0,0 1 0 0 0,-3-1 0 0 0,-19-12-72 0 0,20 10 51 0 0,3 2 10 0 0,0 0-1 0 0,0 0 1 0 0,0 0 0 0 0,0 0 0 0 0,-1 0-1 0 0,1 0 1 0 0,0 0 0 0 0,-1 1-1 0 0,1-1 1 0 0,-1 0 0 0 0,1 1 0 0 0,-1-1-1 0 0,1 1 1 0 0,-1 0 0 0 0,1-1-1 0 0,-1 1 1 0 0,1 0 0 0 0,-1 0 0 0 0,1 0-1 0 0,-1 0 1 0 0,1 0 0 0 0,-1 1-1 0 0,-2-1 1 0 0,-7 0-75 0 0,7 4-282 0 0,-9 24-1879 0 0,-44 96-8165 0 0,43-93 6406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3.5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1 224 1824 0 0,'0'3'4147'0'0,"0"13"-2081"0"0,0-11-1783 0 0,0-1-1 0 0,1 0 1 0 0,0 0 0 0 0,0 1-1 0 0,0-1 1 0 0,0 0 0 0 0,1 0-1 0 0,-1 0 1 0 0,5 6 0 0 0,-5-8-210 0 0,-1 0 1 0 0,1 0-1 0 0,0 0 1 0 0,-1-1-1 0 0,1 1 1 0 0,-1 0-1 0 0,0 0 1 0 0,1 0-1 0 0,-1 0 1 0 0,0 0-1 0 0,0 0 1 0 0,-1 0-1 0 0,1 3 1 0 0,-1 0 5 0 0,1 0-1 0 0,0 0 1 0 0,0 0 0 0 0,0 0 0 0 0,0 0 0 0 0,1 0 0 0 0,0 0-1 0 0,2 7 1 0 0,26 67 513 0 0,5-8-421 0 0,-6 19 346 0 0,-22-59 674 0 0,-7-48-446 0 0,-2 0-526 0 0,1 10-63 0 0,1 2-73 0 0,0 0 0 0 0,0 1-1 0 0,-1-1 1 0 0,0 1 0 0 0,0 0 0 0 0,-3-7 0 0 0,2 8-47 0 0,1-1 0 0 0,0 0 0 0 0,-1 0 0 0 0,2 0 0 0 0,-1 0 0 0 0,0 0 0 0 0,1 0 0 0 0,0 0 0 0 0,0 0 0 0 0,0 0 0 0 0,1-1 0 0 0,-1-5 0 0 0,-7-34 386 0 0,-1-9-43 0 0,-14-105 282 0 0,20 136-641 0 0,1-1 0 0 0,1-25 0 0 0,1 28 86 0 0,0 11-41 0 0,1 0-1 0 0,-1 0 1 0 0,1 1 0 0 0,1-1-1 0 0,4-17 1 0 0,-1 9 5 0 0,3-6-19 0 0,-2 19-80 0 0,-3 2 18 0 0,3 0 91 0 0,5 2-53 0 0,-10 0-36 0 0,1 0-1 0 0,0 0 1 0 0,-1 0 0 0 0,1 0 0 0 0,-1-1 0 0 0,1 1-1 0 0,0 0 1 0 0,-1-1 0 0 0,1 1 0 0 0,-1-1 0 0 0,1 1-1 0 0,-1-1 1 0 0,1 0 0 0 0,-1 0 0 0 0,0 0 0 0 0,1 1 0 0 0,-1-1-1 0 0,0 0 1 0 0,0-1 0 0 0,2-1 0 0 0,-2 2 15 0 0,3 0-8 0 0,0 0 0 0 0,-1 0 0 0 0,1 0-1 0 0,0 0 1 0 0,0 1 0 0 0,-1 0 0 0 0,1 0 0 0 0,0 0 0 0 0,0 0 0 0 0,-1 0-1 0 0,5 2 1 0 0,-6-2-36 0 0,21 3 17 0 0,11 14 282 0 0,-29-14-256 0 0,0 1 0 0 0,0-1 0 0 0,-1 1-1 0 0,1 0 1 0 0,-1 0 0 0 0,4 5 0 0 0,-5-5-5 0 0,0 0 1 0 0,0 0 0 0 0,-1 1-1 0 0,0-1 1 0 0,0 1-1 0 0,0 0 1 0 0,-1 0 0 0 0,1 0-1 0 0,-1-1 1 0 0,0 1-1 0 0,0 0 1 0 0,-1 1 0 0 0,0-1-1 0 0,0 6 1 0 0,-5 38-89 0 0,3-31 6 0 0,0-1-1 0 0,0 25 0 0 0,2-40 85 0 0,0 0 1 0 0,-1 0-1 0 0,1 0 1 0 0,0 0-1 0 0,-1 0 1 0 0,1-1-1 0 0,-1 1 1 0 0,0 0 0 0 0,0 0-1 0 0,0-1 1 0 0,0 1-1 0 0,0-1 1 0 0,0 1-1 0 0,0 0 1 0 0,0-1-1 0 0,0 0 1 0 0,-1 1-1 0 0,-1 1 1 0 0,-12 14-131 0 0,4-2 80 0 0,11-14 59 0 0,-1-1 0 0 0,0 1 0 0 0,0 0 0 0 0,1 0 0 0 0,-1 0 0 0 0,1-1 0 0 0,-1 1 0 0 0,0 0 0 0 0,1 0 0 0 0,0 0 0 0 0,-1 0 0 0 0,1 0 0 0 0,0 0 0 0 0,-1 0 0 0 0,1 0-1 0 0,0 1 1 0 0,0-1-9 0 0,-1 0-1 0 0,1 0 0 0 0,0 0 1 0 0,0 0-1 0 0,0 0 0 0 0,-1-1 1 0 0,1 1-1 0 0,-1 0 0 0 0,1 0 1 0 0,0-1-1 0 0,-1 1 0 0 0,1 0 1 0 0,-1-1-1 0 0,0 1 0 0 0,1 0 1 0 0,-1-1-1 0 0,1 1 0 0 0,-1-1 1 0 0,0 1-1 0 0,0-1 0 0 0,1 1 1 0 0,-1-1-1 0 0,0 1 0 0 0,0-1 1 0 0,1 0-1 0 0,-1 0 0 0 0,0 1 1 0 0,0-1-1 0 0,0 0 0 0 0,-1 0 1 0 0,-25 2-330 0 0,25-2 252 0 0,-15 3-3129 0 0,-53 11-12427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4.1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34 1440 0 0,'0'0'7669'0'0,"0"0"-7547"0"0,0-1-1 0 0,0 0 1 0 0,0 0-1 0 0,0 1 1 0 0,0-1 0 0 0,0 0-1 0 0,0 0 1 0 0,0 0-1 0 0,0 1 1 0 0,0-1 0 0 0,0 0-1 0 0,0 0 1 0 0,0 0-1 0 0,-1 1 1 0 0,1-1 0 0 0,0 0-1 0 0,-1 0 1 0 0,1 1-1 0 0,-1-2 1 0 0,-9-1 394 0 0,9 3-422 0 0,0-1 1 0 0,0 1 0 0 0,0-1 0 0 0,0 1 0 0 0,0-1 0 0 0,0 1 0 0 0,0 0 0 0 0,0 0-1 0 0,0 0 1 0 0,0 0 0 0 0,-1 0 0 0 0,1 0 0 0 0,0 0 0 0 0,0 0 0 0 0,0 0 0 0 0,0 0-1 0 0,0 0 1 0 0,0 1 0 0 0,0-1 0 0 0,-1 1 0 0 0,1-1 0 0 0,0 0 0 0 0,0 1 0 0 0,0 0-1 0 0,0-1 1 0 0,-1 2 0 0 0,-5 5 207 0 0,0-1-1 0 0,1 2 0 0 0,0-1 1 0 0,0 1-1 0 0,-7 12 0 0 0,12-18-290 0 0,1 0 0 0 0,-1 0 0 0 0,1 0 0 0 0,-1 0 0 0 0,1-1 1 0 0,0 1-1 0 0,-1 0 0 0 0,1 0 0 0 0,0 0 0 0 0,0 0 0 0 0,1 0 0 0 0,-1 0 0 0 0,0 0 0 0 0,1 0 0 0 0,-1 0 0 0 0,1 0 0 0 0,-1-1 0 0 0,1 1 0 0 0,0 0 0 0 0,0 0 0 0 0,0-1 0 0 0,0 1 0 0 0,0-1 1 0 0,0 1-1 0 0,0-1 0 0 0,1 1 0 0 0,-1-1 0 0 0,1 1 0 0 0,-1-1 0 0 0,1 0 0 0 0,-1 0 0 0 0,1 0 0 0 0,-1 0 0 0 0,1 0 0 0 0,0 0 0 0 0,0 0 0 0 0,0-1 0 0 0,-1 1 0 0 0,1-1 0 0 0,2 1 0 0 0,-1-1 219 0 0,-2 1-226 0 0,0 0 0 0 0,0 0 0 0 0,0-1 0 0 0,0 1 0 0 0,0 0 0 0 0,1-1 1 0 0,-1 1-1 0 0,0-1 0 0 0,0 1 0 0 0,0-1 0 0 0,1 1 0 0 0,-1-1 0 0 0,0 0 0 0 0,1 0 0 0 0,-1 0 0 0 0,0 1 1 0 0,1-1-1 0 0,-1-1 0 0 0,0 1 0 0 0,0 0 0 0 0,1 0 0 0 0,-1 0 0 0 0,0-1 0 0 0,1 1 0 0 0,1-1 0 0 0,-1-1 21 0 0,1 1-1 0 0,-1-1 1 0 0,0 0-1 0 0,0 0 0 0 0,0 1 1 0 0,0-1-1 0 0,0-1 1 0 0,0 1-1 0 0,0 0 0 0 0,0 0 1 0 0,-1-1-1 0 0,1 1 0 0 0,-1-1 1 0 0,0 1-1 0 0,0-1 1 0 0,0 0-1 0 0,0 1 0 0 0,0-1 1 0 0,-1 0-1 0 0,1-6 0 0 0,-1 7 302 0 0,0-4-76 0 0,0-68 2390 0 0,0 69-2266 0 0,2 6-357 0 0,-1 0 0 0 0,0 0 0 0 0,1 0 1 0 0,-1 0-1 0 0,0 0 0 0 0,0 0 0 0 0,0 0 0 0 0,0 0 1 0 0,0 1-1 0 0,0-1 0 0 0,0 0 0 0 0,0 1 0 0 0,0-1 1 0 0,-1 1-1 0 0,1-1 0 0 0,0 1 0 0 0,-1-1 0 0 0,1 1 1 0 0,-1 0-1 0 0,0-1 0 0 0,0 1 0 0 0,0-1 0 0 0,0 3 1 0 0,2 1 17 0 0,0 2-26 0 0,0-1 1 0 0,0 0 0 0 0,1 0-1 0 0,0 0 1 0 0,0 0 0 0 0,1 0 0 0 0,0 0-1 0 0,0-1 1 0 0,0 0 0 0 0,7 7-1 0 0,2 3-799 0 0,1-1-1 0 0,20 16 0 0 0,-7-9-4471 0 0,46 28 1 0 0,-70-47 4641 0 0,0 0 0 0 0,0 0 1 0 0,0-1-1 0 0,0 1 1 0 0,0-1-1 0 0,1 0 0 0 0,-1 0 1 0 0,0 0-1 0 0,1-1 1 0 0,6 1-1 0 0,-4-1-1540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4.5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1856 0 0,'31'9'6114'0'0,"40"17"1"0"0,-66-24-5898 0 0,-1 1 0 0 0,0 0-1 0 0,1 0 1 0 0,-1 0 0 0 0,0 0 0 0 0,0 1 0 0 0,-1 0 0 0 0,1 0 0 0 0,-1 0-1 0 0,0 0 1 0 0,0 0 0 0 0,0 1 0 0 0,0-1 0 0 0,2 8 0 0 0,12 16 172 0 0,-8-13-164 0 0,-2-4 22 0 0,1 0-1 0 0,1 0 0 0 0,-1-1 0 0 0,16 14 0 0 0,-13-13-127 0 0,-1 1-1 0 0,0 0 0 0 0,0 0 1 0 0,-1 1-1 0 0,-1 1 0 0 0,10 20 1 0 0,-4-7 76 0 0,9 15 527 0 0,24 63 0 0 0,-22-43-784 0 0,-16-38-22 0 0,-1 1 0 0 0,-1 0 0 0 0,6 42 0 0 0,38 272-39 0 0,-46-310 130 0 0,-1 0 1 0 0,-1 56-1 0 0,-4-45-56 0 0,2-9-67 0 0,0-20 49 0 0,-1 0-1 0 0,0 0 0 0 0,-1 0 0 0 0,0 0 1 0 0,-1 0-1 0 0,0-1 0 0 0,-1 1 1 0 0,-7 18-1 0 0,-4 27-279 0 0,14-52 329 0 0,-2 3-293 0 0,1 0 0 0 0,-1-1-1 0 0,-1 1 1 0 0,1 0 0 0 0,-1-1 0 0 0,0 0-1 0 0,0 0 1 0 0,-1 0 0 0 0,-7 9 0 0 0,-113 162-12057 0 0,97-134 9086 0 0,23-29 2031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7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17 1184 0 0,'12'-3'5803'0'0,"-21"-9"-1633"0"0,5 10-3984 0 0,-9 7 92 0 0,-46 18 581 0 0,55-22-829 0 0,1 0 0 0 0,0 1 0 0 0,-1-1 0 0 0,1 1 0 0 0,0 0 0 0 0,0 0 0 0 0,0 0 0 0 0,0 0 1 0 0,0 0-1 0 0,1 1 0 0 0,-1-1 0 0 0,1 1 0 0 0,0 0 0 0 0,-1 0 0 0 0,-2 5 0 0 0,-3 3 118 0 0,-1 3 49 0 0,-2 21 182 0 0,8-27-320 0 0,3 0 63 0 0,1 3-4 0 0,1-1 0 0 0,0 0 0 0 0,0 0 0 0 0,1 0 0 0 0,0 0 0 0 0,0-1 0 0 0,1 1 0 0 0,8 12 0 0 0,-7-15-94 0 0,0 0 0 0 0,1 0 0 0 0,0-1 0 0 0,0 0 0 0 0,11 9 0 0 0,18 16 58 0 0,-3-4-47 0 0,-1 2 1 0 0,-2 1-1 0 0,30 39 1 0 0,-48-49 17 0 0,-8-13-26 0 0,-1-2-21 0 0,0 0 0 0 0,0 0-1 0 0,0 0 1 0 0,-1 0 0 0 0,0 0 0 0 0,1 8-1 0 0,-2-11 0 0 0,0 0 0 0 0,0 1 0 0 0,-1-1 0 0 0,1 0 0 0 0,0 1 0 0 0,-1-1 0 0 0,0 0 0 0 0,1 0 0 0 0,-1 1 0 0 0,0-1 0 0 0,0 0 0 0 0,0 0 0 0 0,0 0 0 0 0,-1 0 0 0 0,1 0 0 0 0,0 0 0 0 0,-1-1-1 0 0,1 1 1 0 0,-1 0 0 0 0,0-1 0 0 0,0 1 0 0 0,-3 2 0 0 0,-1-1 32 0 0,1 0-1 0 0,-1-1 1 0 0,0 1-1 0 0,0-1 1 0 0,0-1-1 0 0,0 1 1 0 0,0-1-1 0 0,-1 0 1 0 0,1 0-1 0 0,0 0 1 0 0,0-1-1 0 0,-1 0 1 0 0,1-1-1 0 0,0 1 1 0 0,-1-1-1 0 0,1 0 1 0 0,0-1-1 0 0,0 1 1 0 0,0-1-1 0 0,0-1 1 0 0,0 1-1 0 0,0-1 1 0 0,1 0-1 0 0,-1 0 1 0 0,1-1-1 0 0,0 1 1 0 0,0-1-1 0 0,0 0 1 0 0,0-1-1 0 0,1 1 1 0 0,-5-7-1 0 0,6 7 6 0 0,0 1-1 0 0,1-1 1 0 0,-1 0 0 0 0,1-1-1 0 0,0 1 1 0 0,0 0-1 0 0,1 0 1 0 0,-1-1 0 0 0,0-6-1 0 0,-12-65 503 0 0,13 74-535 0 0,0-1 0 0 0,0 1 0 0 0,1-1 1 0 0,-1 1-1 0 0,1-1 0 0 0,0 0 0 0 0,0 1 0 0 0,0-1 0 0 0,0 1 0 0 0,0-1 0 0 0,1 0 0 0 0,-1 1 0 0 0,1-1 1 0 0,0 1-1 0 0,-1-1 0 0 0,1 1 0 0 0,0 0 0 0 0,1-1 0 0 0,-1 1 0 0 0,0 0 0 0 0,1 0 0 0 0,-1 0 1 0 0,1 0-1 0 0,-1 0 0 0 0,5-4 0 0 0,7-10 42 0 0,4-5-8 0 0,15-18 82 0 0,38-36 0 0 0,-68 73-131 0 0,-1 0-1 0 0,1 0 0 0 0,-1 0 0 0 0,1-1 0 0 0,-1 1 0 0 0,0 0 0 0 0,0-1 0 0 0,0 1 0 0 0,0 0 0 0 0,0-1 1 0 0,0 0-1 0 0,-1 1 0 0 0,1-1 0 0 0,-1 1 0 0 0,0-1 0 0 0,1-5 0 0 0,-1 7 8 0 0,0 0 0 0 0,0 0 1 0 0,0 1-1 0 0,0-1 0 0 0,0 0 0 0 0,0 0 0 0 0,1 0 1 0 0,-1 0-1 0 0,0 0 0 0 0,1 0 0 0 0,-1 0 0 0 0,1 1 1 0 0,-1-1-1 0 0,1 0 0 0 0,-1 0 0 0 0,1 1 0 0 0,0-1 0 0 0,-1 0 1 0 0,1 1-1 0 0,0-1 0 0 0,-1 0 0 0 0,2 0 0 0 0,2-2 47 0 0,0-6 81 0 0,-1 5-147 0 0,-1 0 1 0 0,0 0 0 0 0,0 0-1 0 0,-1 0 1 0 0,1-1-1 0 0,-1 1 1 0 0,2-9-1 0 0,-3 11 26 0 0,0 0 0 0 0,-1 1 0 0 0,1-1 0 0 0,0 0 0 0 0,-1 1 0 0 0,1-1 0 0 0,-1 1 0 0 0,0-1 0 0 0,1 1 0 0 0,-1-1 0 0 0,0 1 0 0 0,0-1 0 0 0,0 1 0 0 0,0-1 0 0 0,0 1 0 0 0,-1 0 0 0 0,0-1 0 0 0,-8-9 71 0 0,0 0 0 0 0,0 1 0 0 0,-1 1 0 0 0,-13-10 0 0 0,22 18-169 0 0,-1-1 1 0 0,1 1 0 0 0,-1 0 0 0 0,1 0-1 0 0,0 0 1 0 0,-1 0 0 0 0,0 1-1 0 0,1-1 1 0 0,-1 1 0 0 0,1-1-1 0 0,-1 1 1 0 0,0 0 0 0 0,1 0-1 0 0,-1 0 1 0 0,0 0 0 0 0,1 1 0 0 0,-1-1-1 0 0,1 1 1 0 0,-1-1 0 0 0,0 1-1 0 0,1 0 1 0 0,-1 0 0 0 0,1 0-1 0 0,-4 2 1 0 0,0 1-710 0 0,1 0 1 0 0,-1 1-1 0 0,1-1 0 0 0,0 1 0 0 0,-9 11 1 0 0,9-10-273 0 0,-4 4-997 0 0,12-3 488 0 0,20 15-2628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13.2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294 112 1984 0 0,'0'0'544'0'0,"0"0"-443"0"0,-1-1 1 0 0,1 0-1 0 0,0 1 0 0 0,0-1 1 0 0,0 1-1 0 0,0-1 0 0 0,0 1 1 0 0,0-1-1 0 0,0 0 0 0 0,0 1 1 0 0,0-1-1 0 0,0 1 0 0 0,1-1 1 0 0,-1 1-1 0 0,0-1 0 0 0,0 0 1 0 0,0 1-1 0 0,1-1 0 0 0,-1 1 1 0 0,0-1-1 0 0,1 1 0 0 0,-1-1 1 0 0,5-3 423 0 0,-4 3-302 0 0,0 0 1 0 0,0 0-1 0 0,-1 0 1 0 0,1 0-1 0 0,0 0 1 0 0,0 0-1 0 0,0 0 0 0 0,-1-1 1 0 0,1 1-1 0 0,-1 0 1 0 0,1 0-1 0 0,-1-1 1 0 0,1 1-1 0 0,-1 0 1 0 0,0-1-1 0 0,0 1 1 0 0,1 0-1 0 0,-1-1 1 0 0,0 1-1 0 0,0-1 0 0 0,0 1 1 0 0,-1 0-1 0 0,1-1 1 0 0,-1-1-1 0 0,2 2-93 0 0,-1-1-1 0 0,0 1 1 0 0,0 0-1 0 0,0-1 1 0 0,0 1-1 0 0,0 0 0 0 0,0-1 1 0 0,-1 1-1 0 0,1 0 1 0 0,0 0-1 0 0,-1-1 1 0 0,1 1-1 0 0,0 0 0 0 0,-1 0 1 0 0,0 0-1 0 0,1-1 1 0 0,-1 1-1 0 0,0 0 1 0 0,1 0-1 0 0,-1 0 0 0 0,0 0 1 0 0,0 0-1 0 0,0 0 1 0 0,-2-1-1 0 0,1 0-10 0 0,-3-11 1486 0 0,5 13-1589 0 0,-1 0 0 0 0,1 0 1 0 0,-1 0-1 0 0,1 0 0 0 0,-1 0 0 0 0,1 0 0 0 0,-1 0 0 0 0,1 0 0 0 0,-1 0 0 0 0,1 0 1 0 0,-1 0-1 0 0,1 0 0 0 0,-1-1 0 0 0,1 1 0 0 0,-1 0 0 0 0,1 0 0 0 0,0-1 0 0 0,-1 1 1 0 0,1 0-1 0 0,-1-1 0 0 0,1 1 0 0 0,0 0 0 0 0,-1-1 0 0 0,1 1 0 0 0,0-1 0 0 0,-1 1 1 0 0,1 0-1 0 0,0-1 0 0 0,0 1 0 0 0,0-1 0 0 0,-1 1 0 0 0,1-1 0 0 0,0 1 0 0 0,0-1 1 0 0,0 1-1 0 0,0-1 0 0 0,0 1 0 0 0,0-1 0 0 0,0 1 0 0 0,0-1 0 0 0,0 0 0 0 0,-1 1 7 0 0,1-1-1 0 0,-1 1 1 0 0,1 0-1 0 0,-1 0 0 0 0,1-1 1 0 0,-1 1-1 0 0,0 0 0 0 0,1 0 1 0 0,-1 0-1 0 0,1 0 0 0 0,-1 0 1 0 0,0 0-1 0 0,1 0 1 0 0,-1 0-1 0 0,1 0 0 0 0,-1 0 1 0 0,0 0-1 0 0,1 0 0 0 0,-1 0 1 0 0,1 0-1 0 0,-1 0 0 0 0,0 1 1 0 0,1-1-1 0 0,-1 0 0 0 0,0 1 1 0 0,-5 3 120 0 0,-1 1 0 0 0,1 0 0 0 0,0 0 0 0 0,1 0 0 0 0,-1 0 0 0 0,1 1 0 0 0,0 0 0 0 0,1 0 0 0 0,-1 1 1 0 0,-6 12-1 0 0,-3 4 0 0 0,6-11-124 0 0,-1 1 156 0 0,0 0 1 0 0,1 0-1 0 0,1 0 1 0 0,0 1-1 0 0,-6 17 1 0 0,-43 156 427 0 0,-3 108-27 0 0,55-251-418 0 0,2 0 0 0 0,5 60 0 0 0,-2-93-131 0 0,-1 7 25 0 0,1 0 0 0 0,1 0 0 0 0,1 0 1 0 0,6 21-1 0 0,-3-26 19 0 0,-1-1 0 0 0,2-1 0 0 0,-1 1 0 0 0,2-1-1 0 0,0 0 1 0 0,9 9 0 0 0,-16-18-52 0 0,10 13 20 0 0,1 0 0 0 0,0 0 1 0 0,1-2-1 0 0,1 0 0 0 0,0 0 1 0 0,0-1-1 0 0,1-1 0 0 0,1 0 1 0 0,0-1-1 0 0,1-1 1 0 0,22 10-1 0 0,56 22 279 0 0,-8-2-1251 0 0,-16-13-2628 0 0,-49-20 1051 0 0,41 4-10979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45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44 163 2208 0 0,'0'0'2469'0'0,"-19"0"3798"0"0,-5 0 3191 0 0,38 0-8426 0 0,239 0 3875 0 0,-252 0-4896 0 0,-1 0 1 0 0,1 0-1 0 0,0 0 1 0 0,-1 0 0 0 0,1 0-1 0 0,0 0 1 0 0,-1 0-1 0 0,1 0 1 0 0,0 0-1 0 0,-1-1 1 0 0,1 1 0 0 0,0 0-1 0 0,-1-1 1 0 0,1 1-1 0 0,-1 0 1 0 0,1-1 0 0 0,0 1-1 0 0,-1 0 1 0 0,1-1-1 0 0,-1 1 1 0 0,1-1 0 0 0,-1 1-1 0 0,0-1 1 0 0,1 0-1 0 0,0 0 1 0 0,-1 1-7 0 0,0-1 0 0 0,1 0-1 0 0,-1 1 1 0 0,1-1 0 0 0,-1 1 0 0 0,1-1 0 0 0,-1 1-1 0 0,1 0 1 0 0,-1-1 0 0 0,1 1 0 0 0,-1-1 0 0 0,1 1 0 0 0,0 0-1 0 0,-1-1 1 0 0,1 1 0 0 0,0 0 0 0 0,-1 0 0 0 0,1 0-1 0 0,0-1 1 0 0,-1 1 0 0 0,1 0 0 0 0,0 0 0 0 0,-1 0 0 0 0,1 0-1 0 0,1 0 1 0 0,36 0 107 0 0,-1-2 0 0 0,55-9 0 0 0,-80 9-38 0 0,-1 0 1 0 0,1 1-1 0 0,0 0 0 0 0,-1 1 1 0 0,15 2-1 0 0,10-1-296 0 0,55-1 643 0 0,77 0-250 0 0,-135-7-102 0 0,-27 5-109 0 0,-1 0-1 0 0,1 1 1 0 0,-1 0 0 0 0,1-1-1 0 0,-1 2 1 0 0,9-1 0 0 0,145 1-40 0 0,-111-7 508 0 0,-36 4-467 0 0,0 1 0 0 0,0 0 0 0 0,19 0 0 0 0,-20 3 10 0 0,-5 0 76 0 0,0-1 0 0 0,0 1 0 0 0,1-1 0 0 0,-1 0 0 0 0,0-1 0 0 0,0 1 0 0 0,0-1 0 0 0,8-3 0 0 0,-9 2-82 0 0,0 0 0 0 0,0 0 0 0 0,1 0 0 0 0,-1 1-1 0 0,0-1 1 0 0,1 1 0 0 0,-1 1 0 0 0,1-1 0 0 0,10 1-1 0 0,-6 0 51 0 0,0 0 0 0 0,0 0-1 0 0,0-1 1 0 0,-1 0 0 0 0,1-1-1 0 0,0 0 1 0 0,12-5 0 0 0,-20 6-14 0 0,1 0 1 0 0,-1 0-1 0 0,1 0 0 0 0,0 1 1 0 0,0-1-1 0 0,-1 1 1 0 0,1 0-1 0 0,0-1 1 0 0,0 1-1 0 0,-1 0 0 0 0,1 1 1 0 0,5 0-1 0 0,8 0 269 0 0,186-1-116 0 0,-201 0-152 0 0,-1 1 0 0 0,1-1 0 0 0,0 0 0 0 0,-1 0 0 0 0,1 0 0 0 0,0 0 0 0 0,-1 0 0 0 0,1 0 0 0 0,-1-1 0 0 0,1 1-1 0 0,0 0 1 0 0,-1 0 0 0 0,1 0 0 0 0,0-1 0 0 0,-1 1 0 0 0,1 0 0 0 0,-1 0 0 0 0,1-1 0 0 0,-1 1 0 0 0,1-1 0 0 0,-1 1-1 0 0,1 0 1 0 0,0-2 0 0 0,0 2-4 0 0,0-1-1 0 0,-1 0 0 0 0,1 0 0 0 0,0 1 1 0 0,0-1-1 0 0,0 1 0 0 0,-1-1 1 0 0,1 1-1 0 0,0-1 0 0 0,0 1 1 0 0,0-1-1 0 0,0 1 0 0 0,0 0 1 0 0,0 0-1 0 0,0-1 0 0 0,2 1 0 0 0,36-3-37 0 0,-1 3 27 0 0,415 0 488 0 0,-310 0-497 0 0,-139 1 34 0 0,-1-1-1 0 0,1-1 0 0 0,-1 1 0 0 0,1-1 0 0 0,-1 1 0 0 0,1-1 0 0 0,-1 0 0 0 0,0 0 0 0 0,5-2 0 0 0,-4 1 18 0 0,0 1-1 0 0,0 0 1 0 0,0-1-1 0 0,0 1 0 0 0,0 1 1 0 0,1-1-1 0 0,-1 1 0 0 0,0-1 1 0 0,6 2-1 0 0,160-1-81 0 0,-167-1 46 0 0,1 1 0 0 0,-1 0 0 0 0,0-1 0 0 0,0 0 0 0 0,0 1 0 0 0,0-1 0 0 0,0 0 0 0 0,0-1 0 0 0,0 1 0 0 0,5-3 0 0 0,-4 2-18 0 0,-2 1 0 0 0,1 0-1 0 0,-1 0 0 0 0,1 0 0 0 0,0 0 0 0 0,-1 1 0 0 0,1-1 1 0 0,0 1-1 0 0,0 0 0 0 0,-1 0 0 0 0,1 0 0 0 0,0 0 0 0 0,0 1 1 0 0,5 0-1 0 0,-3 0 35 0 0,194-1 530 0 0,-143 0-59 0 0,-55 0-489 0 0,0 0 0 0 0,0 0 1 0 0,0 0-1 0 0,-1 0 0 0 0,1-1 0 0 0,0 1 0 0 0,0 0 0 0 0,0 0 0 0 0,0-1 1 0 0,0 1-1 0 0,-1-1 0 0 0,1 1 0 0 0,0 0 0 0 0,0-1 0 0 0,0 0 0 0 0,-1 1 1 0 0,1-1-1 0 0,0 1 0 0 0,-1-1 0 0 0,1 0 0 0 0,0-1 0 0 0,3-1-47 0 0,1 1 83 0 0,0 1-1 0 0,1 0 0 0 0,-1 1 1 0 0,1-1-1 0 0,0 1 0 0 0,-1 0 1 0 0,1 0-1 0 0,-1 1 0 0 0,1-1 1 0 0,-1 1-1 0 0,1 1 0 0 0,-1-1 1 0 0,0 1-1 0 0,1 0 0 0 0,8 4 1 0 0,-13-5-34 0 0,0 0 0 0 0,0-1 1 0 0,0 1-1 0 0,0-1 0 0 0,1 0 1 0 0,-1 1-1 0 0,0-1 0 0 0,0 0 1 0 0,1 0-1 0 0,-1 0 0 0 0,0 1 1 0 0,0-1-1 0 0,1-1 0 0 0,1 1 1 0 0,24-1 244 0 0,-7 0-456 0 0,-16 0 248 0 0,-1 1 0 0 0,0-1 0 0 0,1 1-1 0 0,-1 0 1 0 0,1 0 0 0 0,-1 1-1 0 0,1-1 1 0 0,-1 1 0 0 0,0 0 0 0 0,1-1-1 0 0,2 3 1 0 0,-1-1-42 0 0,-1 0-1 0 0,1 0 1 0 0,-1 0 0 0 0,1-1 0 0 0,0 1-1 0 0,0-1 1 0 0,-1 0 0 0 0,1 0-1 0 0,0-1 1 0 0,0 0 0 0 0,0 0-1 0 0,7 0 1 0 0,529 0 236 0 0,-530-1-190 0 0,1 2 1 0 0,-1 0-1 0 0,1 0 0 0 0,14 4 0 0 0,-13-2-73 0 0,0-1-1 0 0,0 0 1 0 0,0-1-1 0 0,17-1 0 0 0,43-1 273 0 0,-47-1-203 0 0,-1 1-1 0 0,1 1 1 0 0,-1 2 0 0 0,1 0-1 0 0,45 12 1 0 0,-62-12-114 0 0,1-1 1 0 0,-1 1-1 0 0,1-1 0 0 0,-1-1 0 0 0,1 0 0 0 0,16-2 1 0 0,6 0 8 0 0,412 2 475 0 0,-443 0-381 0 0,0 1 0 0 0,-1-1 0 0 0,1 0 0 0 0,0 0 0 0 0,0 1 0 0 0,0-1 1 0 0,0 1-1 0 0,0-1 0 0 0,0 1 0 0 0,-1-1 0 0 0,1 1 0 0 0,0-1 0 0 0,0 1 0 0 0,-1 0 1 0 0,1-1-1 0 0,0 1 0 0 0,0 1 0 0 0,3 1 42 0 0,0-1-100 0 0,0-1 0 0 0,1 0 0 0 0,-1 0 0 0 0,1 0 0 0 0,-1-1 0 0 0,0 1-1 0 0,1-1 1 0 0,-1 0 0 0 0,1-1 0 0 0,6 0 0 0 0,16-1 421 0 0,-15 0-346 0 0,1 2-14 0 0,37 15-507 0 0,-44-13 501 0 0,0 0 0 0 0,1-1 0 0 0,-1 0 0 0 0,1-1 0 0 0,-1 1 0 0 0,1-1 0 0 0,0 0 0 0 0,8-2 0 0 0,16 0-426 0 0,251 2 335 0 0,-90 0 0 0 0,-175 0 140 0 0,0-1 1 0 0,0-1-1 0 0,-1-1 0 0 0,18-4 0 0 0,-25 5-38 0 0,-1 1 0 0 0,0 0 0 0 0,1 0 0 0 0,-1 1 0 0 0,14 1-1 0 0,23 0 10 0 0,102-1 337 0 0,18 0-1370 0 0,-8 0 1232 0 0,298 0 602 0 0,-454 0-823 0 0,0 0 1 0 0,0 0-1 0 0,0 0 1 0 0,0 0-1 0 0,0 0 0 0 0,-1-1 1 0 0,1 1-1 0 0,0 0 1 0 0,0 0-1 0 0,0-1 0 0 0,0 1 1 0 0,-1 0-1 0 0,1-1 1 0 0,0 1-1 0 0,0-1 0 0 0,-1 1 1 0 0,1-1-1 0 0,0 0 1 0 0,-1 1-1 0 0,1-2 0 0 0,6-3 9 0 0,7 3-106 0 0,0 0-1 0 0,0 1 1 0 0,-1 1-1 0 0,19 2 0 0 0,-18-2 140 0 0,793 0 50 0 0,-792 1-80 0 0,-1 0-1 0 0,27 5 1 0 0,-26-3-100 0 0,1-1 1 0 0,29 1-1 0 0,289-3 272 0 0,-277 1 92 0 0,85 11 1 0 0,-120-9-180 0 0,0 0 0 0 0,0-2 0 0 0,43-3 0 0 0,-9 0-443 0 0,353 2 705 0 0,-408 0-378 0 0,0 0 0 0 0,0-1-1 0 0,0 1 1 0 0,0 0-1 0 0,0-1 1 0 0,0 1 0 0 0,0 0-1 0 0,-1-1 1 0 0,1 1 0 0 0,0-1-1 0 0,0 1 1 0 0,-1-1-1 0 0,1 0 1 0 0,0 1 0 0 0,-1-1-1 0 0,1 0 1 0 0,1-1 0 0 0,1-1-69 0 0,1 2 126 0 0,1 0 0 0 0,-1 0 1 0 0,1 1-1 0 0,-1-1 0 0 0,1 1 0 0 0,7 1 1 0 0,-3-1-121 0 0,23 0-300 0 0,221 0-282 0 0,-251 0 653 0 0,0 0-1 0 0,0 0 1 0 0,-1 0 0 0 0,1 1 0 0 0,0-1 0 0 0,0 0-1 0 0,-1 1 1 0 0,1 0 0 0 0,0-1 0 0 0,0 1 0 0 0,-1 0 0 0 0,1 0-1 0 0,2 1 1 0 0,-3-1 18 0 0,1 0 1 0 0,-1 0-1 0 0,1 0 0 0 0,0 0 0 0 0,-1-1 0 0 0,1 1 0 0 0,0-1 1 0 0,-1 1-1 0 0,1-1 0 0 0,0 1 0 0 0,0-1 0 0 0,0 0 1 0 0,2 0-1 0 0,122 0-69 0 0,-125 0 32 0 0,1 0 1 0 0,0 0-1 0 0,-1 0 1 0 0,1 1-1 0 0,-1-1 1 0 0,1 1-1 0 0,0-1 1 0 0,-1 1-1 0 0,1-1 0 0 0,-1 1 1 0 0,1 0-1 0 0,1 1 1 0 0,-1 0 2 0 0,0-1 0 0 0,-1 0 1 0 0,1-1-1 0 0,0 1 0 0 0,0 0 0 0 0,0 0 0 0 0,-1-1 1 0 0,1 1-1 0 0,0-1 0 0 0,0 0 0 0 0,0 1 0 0 0,4-1 1 0 0,98 0 156 0 0,-103 0-134 0 0,-1 0 0 0 0,1 0 1 0 0,0 0-1 0 0,0 0 0 0 0,0 1 1 0 0,0-1-1 0 0,0 0 0 0 0,0 0 1 0 0,-1 1-1 0 0,1-1 0 0 0,0 1 0 0 0,0-1 1 0 0,0 1-1 0 0,-1-1 0 0 0,1 1 1 0 0,0-1-1 0 0,-1 1 0 0 0,1 0 1 0 0,0-1-1 0 0,-1 1 0 0 0,2 1 1 0 0,1 2 34 0 0,3-3-74 0 0,1 1 1 0 0,-1-1 0 0 0,1-1 0 0 0,-1 1-1 0 0,1-1 1 0 0,0 0 0 0 0,-1 0 0 0 0,8-2-1 0 0,-8 1 65 0 0,311 1 369 0 0,-213 0-341 0 0,-103 0-78 0 0,0 0 0 0 0,0 0-1 0 0,0-1 1 0 0,0 1 0 0 0,-1 0-1 0 0,1-1 1 0 0,0 1-1 0 0,0-1 1 0 0,0 1 0 0 0,0-1-1 0 0,-1 1 1 0 0,1-1 0 0 0,0 0-1 0 0,-1 1 1 0 0,1-1-1 0 0,0 0 1 0 0,0-1 0 0 0,2-1-5 0 0,1 1 23 0 0,1 1 0 0 0,-1 0 0 0 0,0 0 0 0 0,0 0 0 0 0,0 1 0 0 0,1-1 0 0 0,-1 1 0 0 0,0 0 1 0 0,0 0-1 0 0,1 1 0 0 0,4 0 0 0 0,18 1 64 0 0,143-2-478 0 0,-165 3 618 0 0,13 12-388 0 0,-10-15 62 0 0,-1-2-230 0 0,-4 3 9 0 0,-1-1-48 0 0,0 0 0 0 0,-1 1-1 0 0,1-1 1 0 0,0 0 0 0 0,0 0-1 0 0,-1 0 1 0 0,1 0 0 0 0,0 0-1 0 0,0-1 1 0 0,-1 1 0 0 0,1-1-1 0 0,0 1 1 0 0,0-1 0 0 0,1 0-1 0 0,0-1-33 0 0,-1 0-1 0 0,0 1 1 0 0,1-1 0 0 0,-1 1-1 0 0,1 0 1 0 0,0 0-1 0 0,-1 0 1 0 0,1 0-1 0 0,0 0 1 0 0,-1 0 0 0 0,1 1-1 0 0,0-1 1 0 0,4 1-1 0 0,40 0-6575 0 0,-34 1 4929 0 0,41-1-6118 0 0,-35 0 6938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47.2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1 210 3456 0 0,'0'0'8522'0'0,"18"0"-6148"0"0,-15 1-2152 0 0,-1-1 0 0 0,1 1 1 0 0,-1 0-1 0 0,0 0 1 0 0,1 0-1 0 0,-1 0 1 0 0,0 0-1 0 0,0 0 1 0 0,0 0-1 0 0,0 1 1 0 0,0-1-1 0 0,0 1 0 0 0,2 2 1 0 0,27 28 701 0 0,-20-20-360 0 0,119 118 1271 0 0,-109-117-1964 0 0,-19-12 141 0 0,1 1 0 0 0,0-1-1 0 0,0 1 1 0 0,-1 0 0 0 0,1-1-1 0 0,-1 1 1 0 0,0 0 0 0 0,1 0-1 0 0,-1 1 1 0 0,3 3 0 0 0,6 10 200 0 0,-5-7-68 0 0,0-1 0 0 0,0 0 1 0 0,10 10-1 0 0,3 11-277 0 0,-15-26 162 0 0,-1 1 1 0 0,1-1-1 0 0,0 1 1 0 0,-1 0 0 0 0,0 0-1 0 0,0 0 1 0 0,0 0-1 0 0,0 1 1 0 0,-1-1 0 0 0,1 1-1 0 0,-1-1 1 0 0,-1 1-1 0 0,1 0 1 0 0,-1 0 0 0 0,1 0-1 0 0,-1 0 1 0 0,-1 0-1 0 0,1 0 1 0 0,-1 10 0 0 0,0 31 55 0 0,0-45-63 0 0,0 0-1 0 0,-1 0 1 0 0,1 0-1 0 0,-1 0 1 0 0,1 0 0 0 0,-1 0-1 0 0,0 0 1 0 0,1 0 0 0 0,-1 0-1 0 0,0 0 1 0 0,0 0-1 0 0,0 0 1 0 0,0-1 0 0 0,1 1-1 0 0,-1 0 1 0 0,0-1-1 0 0,0 1 1 0 0,-2 1 0 0 0,-3 1 100 0 0,-2 4 20 0 0,6-5-113 0 0,-1 0 1 0 0,1 0 0 0 0,-1 0-1 0 0,1 0 1 0 0,-1 0 0 0 0,0-1 0 0 0,0 1-1 0 0,0-1 1 0 0,0 0 0 0 0,0 1-1 0 0,0-1 1 0 0,0-1 0 0 0,0 1-1 0 0,-6 0 1 0 0,8-1-21 0 0,0 1-1 0 0,0-1 1 0 0,0 0 0 0 0,0 0-1 0 0,1 1 1 0 0,-1-1-1 0 0,0 1 1 0 0,0-1 0 0 0,0 1-1 0 0,0-1 1 0 0,1 1 0 0 0,-1-1-1 0 0,0 1 1 0 0,1 0 0 0 0,-1-1-1 0 0,0 1 1 0 0,0 1-1 0 0,-3 1 50 0 0,2-1-7 0 0,-1-1 1 0 0,0 0-1 0 0,0-1 0 0 0,1 1 0 0 0,-1 0 0 0 0,0-1 0 0 0,0 0 1 0 0,0 0-1 0 0,0 0 0 0 0,0 0 0 0 0,0 0 0 0 0,-5-1 0 0 0,-14-1 244 0 0,5 3-321 0 0,13-1 57 0 0,-1 1 0 0 0,1-1 0 0 0,-1 0 0 0 0,1 0 0 0 0,-1 0 0 0 0,1 0 0 0 0,-1-1 1 0 0,1 0-1 0 0,0 0 0 0 0,-1 0 0 0 0,1 0 0 0 0,0-1 0 0 0,0 1 0 0 0,0-1 0 0 0,0 0 0 0 0,0-1 0 0 0,-4-2 1 0 0,-51-27-272 0 0,54 26 222 0 0,-9-4 105 0 0,12 9-63 0 0,0-1 0 0 0,0 0 0 0 0,0 1 1 0 0,1-1-1 0 0,-1 0 0 0 0,0 0 0 0 0,1 0 0 0 0,-1 0 0 0 0,1 0 1 0 0,-1 0-1 0 0,1 0 0 0 0,0-1 0 0 0,0 1 0 0 0,0 0 0 0 0,0-1 1 0 0,1 1-1 0 0,-2-4 0 0 0,0-4 90 0 0,1-1 0 0 0,0 1 0 0 0,0-15 0 0 0,2 20-135 0 0,0 0 0 0 0,1 0 1 0 0,-1-1-1 0 0,1 1 0 0 0,0 0 1 0 0,1 1-1 0 0,-1-1 0 0 0,1 0 1 0 0,0 1-1 0 0,0 0 0 0 0,1-1 1 0 0,-1 1-1 0 0,1 0 0 0 0,0 1 1 0 0,5-5-1 0 0,-3 3 7 0 0,-1 0 0 0 0,1 0 1 0 0,-1 1-1 0 0,1 0 0 0 0,1 0 1 0 0,7-4-1 0 0,7-11 137 0 0,-3 4-166 0 0,1 0 0 0 0,21-13 1 0 0,-24 18 19 0 0,-1-2 0 0 0,-1 0 1 0 0,18-18-1 0 0,-6 12-13 0 0,-22 16-6 0 0,0 0-1 0 0,-1 0 0 0 0,1-1 0 0 0,-1 1 0 0 0,1-1 0 0 0,-1 0 0 0 0,0 0 1 0 0,0 0-1 0 0,4-6 0 0 0,15-16-98 0 0,-19 23 143 0 0,-1 0 0 0 0,0 1 0 0 0,0-1 0 0 0,-1 0 0 0 0,1 0-1 0 0,0-1 1 0 0,-1 1 0 0 0,1 0 0 0 0,-1 0 0 0 0,1-1 0 0 0,-1 1 0 0 0,0-1 0 0 0,0 1-1 0 0,0-1 1 0 0,-1 1 0 0 0,1-1 0 0 0,-1 0 0 0 0,1 1 0 0 0,-1-1 0 0 0,0-4 0 0 0,0-51 238 0 0,0 53-259 0 0,0 0 0 0 0,0 1 1 0 0,0-1-1 0 0,-1 0 1 0 0,0 1-1 0 0,0-1 0 0 0,0 1 1 0 0,0-1-1 0 0,-1 1 1 0 0,0-1-1 0 0,-3-6 1 0 0,1 3 43 0 0,-18-13 114 0 0,15 15-149 0 0,-1 1 1 0 0,-1-1 0 0 0,1 2-1 0 0,-1-1 1 0 0,1 1-1 0 0,-16-4 1 0 0,19 6-60 0 0,-1 1-1 0 0,1-1 1 0 0,-1 2 0 0 0,0-1 0 0 0,1 0 0 0 0,-1 1-1 0 0,0 0 1 0 0,1 1 0 0 0,-1-1 0 0 0,0 1 0 0 0,1 0-1 0 0,-1 0 1 0 0,1 1 0 0 0,-1 0 0 0 0,1 0-1 0 0,-8 4 1 0 0,-16 14-1620 0 0,2 0 1 0 0,-48 49-1 0 0,71-65 1313 0 0,1-1 0 0 0,0 1 0 0 0,0 0 1 0 0,0 0-1 0 0,0 0 0 0 0,0 0 0 0 0,1 1 0 0 0,0-1 1 0 0,0 1-1 0 0,0-1 0 0 0,1 1 0 0 0,-1 0 0 0 0,1 0 0 0 0,0 5 1 0 0,-1 24-4655 0 0,7 0 897 0 0,21 25 480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47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275 50 1984 0 0,'0'-18'4730'0'0,"0"16"-4501"0"0,-1 0 0 0 0,1 0 0 0 0,0 0 0 0 0,-1 1 0 0 0,1-1 0 0 0,-1 0 0 0 0,0 1 0 0 0,0-1 0 0 0,1 0 0 0 0,-1 1 0 0 0,0-1 0 0 0,0 1 0 0 0,-1 0 0 0 0,1-1 0 0 0,-1 0 0 0 0,-1-1 273 0 0,-6 3 824 0 0,8 0-1162 0 0,-1-1 0 0 0,1 1-1 0 0,-1 0 1 0 0,1 0 0 0 0,-1 0 0 0 0,1 0-1 0 0,-1 0 1 0 0,1 0 0 0 0,-1 0 0 0 0,1 0-1 0 0,-1 1 1 0 0,1-1 0 0 0,-1 1 0 0 0,1-1-1 0 0,-2 2 1 0 0,-24 27 1063 0 0,5 3-662 0 0,12-14-194 0 0,-6 12 266 0 0,8 2-379 0 0,-2 0-1 0 0,-18 40 0 0 0,10-30-10 0 0,-6 8 31 0 0,20-42-245 0 0,0 0 0 0 0,0 0-1 0 0,1 0 1 0 0,0 0 0 0 0,-3 14-1 0 0,-26 149 182 0 0,30-161-166 0 0,0 1 1 0 0,1 0 0 0 0,1 1-1 0 0,1 19 1 0 0,0 16-63 0 0,-1-34 13 0 0,0 1 0 0 0,0-1-1 0 0,1 1 1 0 0,1-1 0 0 0,1 0 0 0 0,0 0-1 0 0,0 0 1 0 0,1 0 0 0 0,1 0 0 0 0,0-1 0 0 0,1 1-1 0 0,11 16 1 0 0,30 46 342 0 0,-45-72-360 0 0,0-1-1 0 0,1 1 1 0 0,-1 0-1 0 0,1-1 1 0 0,-1 0-1 0 0,1 0 1 0 0,0 1-1 0 0,4 1 0 0 0,84 48-654 0 0,34 19-1116 0 0,-107-61 738 0 0,0-1 0 0 0,1-1 0 0 0,33 10 0 0 0,-11-3-1315 0 0,-22-6 1020 0 0,-16-7 996 0 0,-1-1 0 0 0,1 0 1 0 0,0 1-1 0 0,0-1 0 0 0,0 0 0 0 0,1 0 1 0 0,-1-1-1 0 0,0 1 0 0 0,0-1 0 0 0,5 1 0 0 0,-7-1 173 0 0,1 0 0 0 0,0 0 0 0 0,-1 0 0 0 0,1 1 0 0 0,0-1 0 0 0,-1 0 0 0 0,1 1 0 0 0,-1 0 0 0 0,1-1 0 0 0,-1 1 0 0 0,1 0 0 0 0,-1 0 0 0 0,1 0 0 0 0,-1 0-1 0 0,0 0 1 0 0,1 0 0 0 0,1 2 0 0 0,2-1-910 0 0,8-2-85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54.1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15 226 1888 0 0,'0'18'5941'0'0,"0"-4"-4353"0"0,0 18 232 0 0,0-31-1789 0 0,0-1 1 0 0,0 1-1 0 0,0 0 0 0 0,0-1 0 0 0,0 1 0 0 0,0 0 1 0 0,1-1-1 0 0,-1 1 0 0 0,0-1 0 0 0,0 1 1 0 0,1 0-1 0 0,-1-1 0 0 0,0 1 0 0 0,1-1 0 0 0,-1 1 1 0 0,0-1-1 0 0,1 1 0 0 0,-1-1 0 0 0,1 1 0 0 0,-1-1 1 0 0,1 1-1 0 0,-1-1 0 0 0,1 0 0 0 0,-1 1 0 0 0,1-1 1 0 0,-1 0-1 0 0,1 1 0 0 0,0-1 0 0 0,-1 0 0 0 0,1 0 1 0 0,0 1-1 0 0,-1-1 0 0 0,2 0 0 0 0,3 16 577 0 0,-3-14-516 0 0,-1 0 0 0 0,1 0 1 0 0,0 0-1 0 0,0 0 0 0 0,1 0 0 0 0,-1-1 0 0 0,0 1 0 0 0,0-1 0 0 0,1 1 0 0 0,-1-1 0 0 0,4 1 1 0 0,13 9 684 0 0,-6-4-461 0 0,0 0 0 0 0,1-1 0 0 0,26 9 0 0 0,7-1 313 0 0,-32-13-696 0 0,5-3 171 0 0,98 2 94 0 0,-117 0-192 0 0,0 0 0 0 0,-1 0 1 0 0,1 0-1 0 0,0-1 0 0 0,0 1 0 0 0,0 0 1 0 0,0 0-1 0 0,0-1 0 0 0,-1 1 1 0 0,1 0-1 0 0,0-1 0 0 0,0 1 0 0 0,0-1 1 0 0,-1 1-1 0 0,1-1 0 0 0,0 1 1 0 0,-1-1-1 0 0,1 1 0 0 0,0-1 0 0 0,-1 0 1 0 0,1 1-1 0 0,0-2 0 0 0,2-1 10 0 0,26-3-150 0 0,-24 0 117 0 0,9-4 125 0 0,-13 10-106 0 0,0-1 0 0 0,0 1 0 0 0,0-1 0 0 0,0 0 0 0 0,0 0 0 0 0,0 1 0 0 0,0-1 0 0 0,0 0 0 0 0,0 0 0 0 0,0 0 0 0 0,-1 0 0 0 0,1 0 0 0 0,0 0 0 0 0,-1 0 0 0 0,1-1 1 0 0,-1 1-1 0 0,1 0 0 0 0,-1 0 0 0 0,1 0 0 0 0,-1-1 0 0 0,0 1 0 0 0,0 0 0 0 0,1 0 0 0 0,-1-1 0 0 0,0 1 0 0 0,0 0 0 0 0,0 0 0 0 0,-1-3 0 0 0,1 3-3 0 0,0 1 1 0 0,0-1-1 0 0,0 1 1 0 0,0-1-1 0 0,0 1 0 0 0,0-1 1 0 0,0 1-1 0 0,1-1 1 0 0,-1 1-1 0 0,0-1 1 0 0,0 1-1 0 0,0-1 0 0 0,1 1 1 0 0,-1-1-1 0 0,0 1 1 0 0,1 0-1 0 0,-1-1 1 0 0,0 1-1 0 0,1-1 0 0 0,-1 1 1 0 0,0 0-1 0 0,1-1 1 0 0,-1 1-1 0 0,1 0 1 0 0,0-1-1 0 0,0 1 17 0 0,-1-1 0 0 0,1 1 0 0 0,0-1 0 0 0,-1 1 0 0 0,1-1 0 0 0,-1 0 0 0 0,1 1 0 0 0,-1-1 0 0 0,1 0 0 0 0,-1 1 0 0 0,1-1-1 0 0,-1 0 1 0 0,1 1 0 0 0,-1-1 0 0 0,0 0 0 0 0,0 0 0 0 0,1 0 0 0 0,-1 1 0 0 0,0-1 0 0 0,0 0 0 0 0,0 0 0 0 0,0 0 0 0 0,0 0 0 0 0,0 1 0 0 0,0-3 0 0 0,0-39 336 0 0,0 41-351 0 0,0 0 1 0 0,-1 0 0 0 0,1 0-1 0 0,0 0 1 0 0,0 0 0 0 0,-1 1-1 0 0,1-1 1 0 0,-1 0 0 0 0,1 0-1 0 0,-1 0 1 0 0,1 0 0 0 0,-1 1-1 0 0,0-1 1 0 0,1 0 0 0 0,-1 1-1 0 0,0-1 1 0 0,-1-1 0 0 0,-1-1 48 0 0,-3-29 398 0 0,-79-115 1194 0 0,83 144-1630 0 0,0-1-1 0 0,0 0 0 0 0,-1 1 0 0 0,0-1 1 0 0,1 1-1 0 0,-1 0 0 0 0,0 0 0 0 0,-1 0 1 0 0,1 0-1 0 0,-1 0 0 0 0,1 1 1 0 0,-1-1-1 0 0,0 1 0 0 0,0 0 0 0 0,1 1 1 0 0,-2-1-1 0 0,-7-2 0 0 0,-4-2 170 0 0,14 5-177 0 0,1 1 0 0 0,-1-1 0 0 0,1 0-1 0 0,-1 1 1 0 0,1-1 0 0 0,-1 1 0 0 0,1 0-1 0 0,-1-1 1 0 0,0 1 0 0 0,1 0 0 0 0,-1 0-1 0 0,1 0 1 0 0,-1 0 0 0 0,0 0 0 0 0,-1 1-1 0 0,-13 0-148 0 0,5-1 164 0 0,-6 0-8 0 0,0 0 1 0 0,-26 3-1 0 0,32 1-7 0 0,0 1 0 0 0,0 0 0 0 0,-15 10 0 0 0,21-12-14 0 0,0 1-35 0 0,0 0 0 0 0,0 0 0 0 0,1 0 1 0 0,-1 0-1 0 0,1 1 0 0 0,0 0 0 0 0,0 0 0 0 0,1 0 1 0 0,-6 11-1 0 0,5 0-112 0 0,3-8 84 0 0,-9 15-261 0 0,7-19 34 0 0,1 1 1 0 0,-1 0 0 0 0,1 0 0 0 0,0 0 0 0 0,0 0 0 0 0,1 0 0 0 0,0 1 0 0 0,0-1 0 0 0,0 0 0 0 0,0 1 0 0 0,1-1 0 0 0,0 0 0 0 0,0 1 0 0 0,1-1 0 0 0,0 7 0 0 0,5-2-960 0 0,0 0 1 0 0,0 0 0 0 0,1-1 0 0 0,0 1 0 0 0,1-1 0 0 0,0-1 0 0 0,0 0 0 0 0,1 0 0 0 0,19 13 0 0 0,-25-20 1058 0 0,0 0 1 0 0,0 0-1 0 0,0 0 1 0 0,-1 0-1 0 0,1-1 1 0 0,0 0-1 0 0,0 1 1 0 0,0-1-1 0 0,3 0 1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54.5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49 2976 0 0,'0'0'7562'0'0,"-1"0"-7439"0"0,0 0-1 0 0,0 0 0 0 0,0-1 1 0 0,1 1-1 0 0,-1 0 1 0 0,0 0-1 0 0,0 0 0 0 0,0 0 1 0 0,0 1-1 0 0,1-1 1 0 0,-1 0-1 0 0,0 0 0 0 0,0 0 1 0 0,0 1-1 0 0,1-1 0 0 0,-1 0 1 0 0,0 1-1 0 0,-1 0 1 0 0,2 3 91 0 0,0 0 1 0 0,1 0-1 0 0,-1-1 0 0 0,1 1 1 0 0,0 0-1 0 0,0 0 1 0 0,0 0-1 0 0,1-1 1 0 0,-1 1-1 0 0,1-1 1 0 0,2 5-1 0 0,-3-7-188 0 0,0 0 0 0 0,0 0 0 0 0,0 0 0 0 0,0 0 0 0 0,0 1 0 0 0,0-1 0 0 0,1-1 0 0 0,-1 1 0 0 0,0 0 0 0 0,1 0 0 0 0,-1 0 0 0 0,0-1 0 0 0,1 1 0 0 0,-1-1 0 0 0,1 1 0 0 0,-1-1 0 0 0,1 1 0 0 0,-1-1 0 0 0,1 0 0 0 0,0 0 0 0 0,-1 0 0 0 0,1 0-1 0 0,-1 0 1 0 0,1 0 0 0 0,-1 0 0 0 0,1 0 0 0 0,-1-1 0 0 0,1 1 0 0 0,-1-1 0 0 0,1 1 0 0 0,-1-1 0 0 0,1 1 0 0 0,-1-1 0 0 0,2-1 0 0 0,3-2 111 0 0,-1 0-1 0 0,0 0 1 0 0,0-1 0 0 0,-1 0-1 0 0,1 0 1 0 0,-1 0 0 0 0,5-8-1 0 0,-8 11-106 0 0,0 1 0 0 0,0-1-1 0 0,0 1 1 0 0,0-1 0 0 0,-1 0-1 0 0,1 1 1 0 0,-1-1 0 0 0,1 0-1 0 0,-1 0 1 0 0,1 0 0 0 0,-1 0-1 0 0,0 1 1 0 0,0-1 0 0 0,0 0-1 0 0,0 0 1 0 0,0 0 0 0 0,-1 0-1 0 0,1 1 1 0 0,0-1 0 0 0,-1 0-1 0 0,0 0 1 0 0,1 1 0 0 0,-1-1-1 0 0,0 0 1 0 0,-1-1 0 0 0,0 1-95 0 0,0 0 1 0 0,0 1-1 0 0,0-1 1 0 0,0 1-1 0 0,0-1 1 0 0,0 1 0 0 0,0 0-1 0 0,-1 0 1 0 0,1 0-1 0 0,0 0 1 0 0,-1 1-1 0 0,1-1 1 0 0,-1 0-1 0 0,1 1 1 0 0,-1 0-1 0 0,1 0 1 0 0,-1 0 0 0 0,-2 0-1 0 0,3 0-354 0 0,1 0 0 0 0,-1 0-1 0 0,1 0 1 0 0,-1 0 0 0 0,1 0 0 0 0,-1 0 0 0 0,1 0-1 0 0,0 1 1 0 0,-1-1 0 0 0,1 0 0 0 0,-1 1-1 0 0,1-1 1 0 0,0 1 0 0 0,0 0 0 0 0,-1-1-1 0 0,1 1 1 0 0,0 0 0 0 0,0 0 0 0 0,0 0-1 0 0,0 0 1 0 0,-1 0 0 0 0,0 2 0 0 0,-6 3-2221 0 0,7-6 2548 0 0,1 0-1 0 0,0 0 1 0 0,-1 0 0 0 0,1 1 0 0 0,0-1 0 0 0,-1 0 0 0 0,1 0 0 0 0,0 1 0 0 0,0-1 0 0 0,-1 0 0 0 0,1 0 0 0 0,0 1 0 0 0,0-1 0 0 0,-1 0 0 0 0,1 1 0 0 0,0-1-1 0 0,0 0 1 0 0,0 1 0 0 0,0-1 0 0 0,0 0 0 0 0,-1 1 0 0 0,1-1 0 0 0,0 0 0 0 0,0 1 0 0 0,0-1 0 0 0,0 0 0 0 0,0 1 0 0 0,0-1 0 0 0,0 1 0 0 0,0-1-1 0 0,0 0 1 0 0,0 1 0 0 0,1 0 0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55.6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1 240 2048 0 0,'0'0'1872'0'0,"18"3"4416"0"0,-8 13-4844 0 0,-9-14-1276 0 0,0 1-1 0 0,0-1 1 0 0,1 0 0 0 0,-1 1 0 0 0,0-1 0 0 0,1 0 0 0 0,0 0 0 0 0,0 0 0 0 0,-1 0-1 0 0,4 2 1 0 0,27 17 952 0 0,-3 0-284 0 0,-25-17-741 0 0,-1-1-1 0 0,1 0 1 0 0,0 0 0 0 0,0-1-1 0 0,0 1 1 0 0,6 1 0 0 0,8 8 32 0 0,-18-12-123 0 0,1 1 1 0 0,-1 0-1 0 0,1-1 1 0 0,-1 1-1 0 0,1-1 0 0 0,-1 1 1 0 0,1-1-1 0 0,0 1 1 0 0,-1-1-1 0 0,1 0 0 0 0,0 1 1 0 0,0-1-1 0 0,-1 0 1 0 0,1 0-1 0 0,0 1 0 0 0,0-1 1 0 0,-1 0-1 0 0,1 0 1 0 0,0 0-1 0 0,0 0 0 0 0,1 0 1 0 0,0 0 28 0 0,0 0 1 0 0,0 1 0 0 0,0-1-1 0 0,0 1 1 0 0,0-1-1 0 0,0 1 1 0 0,0 0-1 0 0,0 0 1 0 0,4 2 0 0 0,-5-2-12 0 0,1 0 1 0 0,0 0 0 0 0,0 0 0 0 0,0 0 0 0 0,0-1-1 0 0,0 1 1 0 0,1-1 0 0 0,-1 1 0 0 0,0-1 0 0 0,2 1-1 0 0,8-1-12 0 0,-8 0 2 0 0,0 1 1 0 0,0-1-1 0 0,0 0 1 0 0,0 0-1 0 0,1 0 1 0 0,-1-1 0 0 0,0 1-1 0 0,0-1 1 0 0,-1 0-1 0 0,1 0 1 0 0,0-1-1 0 0,0 1 1 0 0,0-1-1 0 0,6-3 1 0 0,-5 2-61 0 0,-4 3 41 0 0,0 0 1 0 0,0 0-1 0 0,0 0 0 0 0,0 0 1 0 0,0 0-1 0 0,0 0 1 0 0,0 0-1 0 0,0 0 0 0 0,1 0 1 0 0,-1 0-1 0 0,0-1 1 0 0,0 1-1 0 0,0 0 1 0 0,0-1-1 0 0,-1 1 0 0 0,1-1 1 0 0,0 1-1 0 0,0-1 1 0 0,0 1-1 0 0,0-1 0 0 0,0 0 1 0 0,-1 0-1 0 0,1 1 1 0 0,0-1-1 0 0,0 0 0 0 0,-1 0 1 0 0,1 0-1 0 0,0-1 1 0 0,1-1-11 0 0,15-10 84 0 0,-16 12-74 0 0,1 0-1 0 0,0-1 1 0 0,-1 1 0 0 0,1 0-1 0 0,-1-1 1 0 0,0 1-1 0 0,1-1 1 0 0,-1 1 0 0 0,0-1-1 0 0,0 1 1 0 0,1-3-1 0 0,0 1-26 0 0,8-22 146 0 0,-8 2 82 0 0,-2 13-126 0 0,-1-1 0 0 0,-1 0-1 0 0,0 0 1 0 0,0 1-1 0 0,-5-11 1 0 0,4 11 127 0 0,-1 1 0 0 0,0 0 0 0 0,-11-17 0 0 0,11 20-118 0 0,0-1-1 0 0,0 0 1 0 0,1 0-1 0 0,-3-8 0 0 0,4 9-6 0 0,1 1 0 0 0,-1 0 0 0 0,0-1-1 0 0,-1 1 1 0 0,1 0 0 0 0,-1 0 0 0 0,0 0-1 0 0,-1 1 1 0 0,1-1 0 0 0,-1 1 0 0 0,-6-7-1 0 0,3 5 17 0 0,6 5-78 0 0,0-1 1 0 0,0 1-1 0 0,0 0 0 0 0,-1 0 1 0 0,1 0-1 0 0,-1 0 0 0 0,1 1 0 0 0,0-1 1 0 0,-1 0-1 0 0,0 1 0 0 0,1-1 1 0 0,-1 1-1 0 0,-2-2 0 0 0,0 2 15 0 0,-4-3 50 0 0,-4 0-78 0 0,0 1 0 0 0,1-1 0 0 0,-18 0 0 0 0,28 3 8 0 0,0 0 0 0 0,0 0 1 0 0,-1 0-1 0 0,1 0 0 0 0,0 0 0 0 0,0 1 0 0 0,0-1 1 0 0,0 0-1 0 0,0 0 0 0 0,0 1 0 0 0,0-1 0 0 0,0 1 1 0 0,0-1-1 0 0,0 1 0 0 0,0-1 0 0 0,0 1 1 0 0,1 0-1 0 0,-1-1 0 0 0,0 1 0 0 0,-1 1 0 0 0,-11 8 111 0 0,12-10-112 0 0,1 1-1 0 0,-1-1 0 0 0,0 1 1 0 0,0 0-1 0 0,0-1 0 0 0,1 1 1 0 0,-1 0-1 0 0,0-1 0 0 0,1 1 1 0 0,-1 0-1 0 0,1 0 0 0 0,-1 0 1 0 0,1-1-1 0 0,-1 1 0 0 0,1 0 1 0 0,-1 2-1 0 0,-9 13-130 0 0,2-8 23 0 0,2-3 10 0 0,0 1-1 0 0,1 1 1 0 0,0-1 0 0 0,0 1 0 0 0,-5 9 0 0 0,-14 32-848 0 0,22-42 632 0 0,0-1-1 0 0,1 1 1 0 0,0 0-1 0 0,0-1 1 0 0,0 1-1 0 0,1 0 1 0 0,0 0-1 0 0,0-1 1 0 0,0 1-1 0 0,1 0 1 0 0,0 0 0 0 0,2 7-1 0 0,-3-12 274 0 0,1 1-153 0 0,0 0-1 0 0,0 0 1 0 0,0 1-1 0 0,0-1 1 0 0,0 0-1 0 0,0-1 1 0 0,1 1 0 0 0,-1 0-1 0 0,1 0 1 0 0,-1 0-1 0 0,1-1 1 0 0,2 2 0 0 0,10 13-1917 0 0,-3-4 278 0 0,0 0-1 0 0,1 0 1 0 0,17 11-1 0 0,0-7 547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56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0 176 2080 0 0,'0'0'6624'0'0,"0"19"-3936"0"0,0 58 954 0 0,1-74-3590 0 0,0-1-1 0 0,0 1 1 0 0,0-1 0 0 0,0 1-1 0 0,1-1 1 0 0,-1 1 0 0 0,1-1-1 0 0,-1 0 1 0 0,1 0 0 0 0,0 1-1 0 0,0-1 1 0 0,0-1 0 0 0,0 1-1 0 0,0 0 1 0 0,1 0-1 0 0,-1-1 1 0 0,3 2 0 0 0,5 5 58 0 0,-2 2 33 0 0,3-5 168 0 0,-1-1-61 0 0,12 4-113 0 0,-13-4-92 0 0,0-1-1 0 0,0 0 1 0 0,0 0-1 0 0,0 0 0 0 0,0-2 1 0 0,19 3-1 0 0,-6-3-91 0 0,-17 0 25 0 0,0-1 1 0 0,0 1 0 0 0,1-1-1 0 0,-1 0 1 0 0,0 0-1 0 0,0-1 1 0 0,0 0 0 0 0,0 0-1 0 0,7-2 1 0 0,-8 1 16 0 0,0 0 0 0 0,0 0 1 0 0,0 0-1 0 0,0-1 0 0 0,-1 1 1 0 0,1-1-1 0 0,-1 0 0 0 0,0 0 1 0 0,0 0-1 0 0,0-1 0 0 0,0 1 1 0 0,0-1-1 0 0,-1 0 0 0 0,3-5 1 0 0,-2 1 117 0 0,0 0 1 0 0,-1 0-1 0 0,-1-1 0 0 0,1 1 1 0 0,-1-1-1 0 0,-1 0 1 0 0,0-13-1 0 0,0 11-3 0 0,-1 1 0 0 0,-1 0-1 0 0,0-1 1 0 0,0 1 0 0 0,-1 0 0 0 0,0 0 0 0 0,-1 1-1 0 0,0-1 1 0 0,0 0 0 0 0,-1 1 0 0 0,-10-15-1 0 0,-13-17 177 0 0,24 34-259 0 0,0 1 0 0 0,0-1 0 0 0,-1 1 0 0 0,1 0 0 0 0,-7-5 1 0 0,8 9-28 0 0,0 0 0 0 0,1 0 1 0 0,-1 0-1 0 0,0 1 0 0 0,0-1 1 0 0,0 1-1 0 0,0 0 0 0 0,0 0 0 0 0,0 0 1 0 0,-1 1-1 0 0,1-1 0 0 0,0 1 1 0 0,0-1-1 0 0,0 1 0 0 0,-4 0 1 0 0,2 0-272 0 0,0 1-1 0 0,-1 0 1 0 0,1 0 0 0 0,0 0 0 0 0,0 0 0 0 0,0 1 0 0 0,0-1 0 0 0,1 1 0 0 0,-1 1-1 0 0,0-1 1 0 0,1 1 0 0 0,-1-1 0 0 0,1 1 0 0 0,0 1 0 0 0,0-1 0 0 0,0 1-1 0 0,1-1 1 0 0,-1 1 0 0 0,1 0 0 0 0,0 0 0 0 0,0 0 0 0 0,0 1 0 0 0,-4 9-1 0 0,7-14 236 0 0,-13 17-1948 0 0,12-16 1712 0 0,0 1 0 0 0,1-1 1 0 0,-1 0-1 0 0,0 0 1 0 0,0 1-1 0 0,1-1 1 0 0,-1 0-1 0 0,0 1 1 0 0,1-1-1 0 0,-1 1 1 0 0,1-1-1 0 0,-1 3 0 0 0,-1 63-7242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56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2944 0 0,'0'0'13098'0'0,"0"18"-10111"0"0,0-17-2958 0 0,0 0 1 0 0,0-1-1 0 0,0 1 0 0 0,0 0 1 0 0,1-1-1 0 0,-1 1 0 0 0,0 0 1 0 0,0-1-1 0 0,0 1 1 0 0,1-1-1 0 0,-1 1 0 0 0,0 0 1 0 0,1-1-1 0 0,-1 1 0 0 0,1-1 1 0 0,-1 1-1 0 0,1-1 1 0 0,-1 1-1 0 0,1-1 0 0 0,-1 0 1 0 0,1 1-1 0 0,0 0 0 0 0,-1-1 5 0 0,1 0 0 0 0,0 1 0 0 0,-1-1-1 0 0,1 1 1 0 0,-1-1 0 0 0,1 0-1 0 0,-1 1 1 0 0,0-1 0 0 0,1 1-1 0 0,-1 0 1 0 0,1-1 0 0 0,-1 1-1 0 0,0-1 1 0 0,1 1 0 0 0,-1-1 0 0 0,0 1-1 0 0,0 0 1 0 0,0-1 0 0 0,1 1-1 0 0,-1 0 1 0 0,0-1 0 0 0,0 2-1 0 0,0 0 81 0 0,0 0-1 0 0,0 0 1 0 0,0 0-1 0 0,1-1 0 0 0,-1 1 1 0 0,1 0-1 0 0,-1 0 1 0 0,1 0-1 0 0,0 0 0 0 0,0-1 1 0 0,0 1-1 0 0,1 2 1 0 0,-1-3-67 0 0,0 1 0 0 0,0 0 0 0 0,0-1 0 0 0,-1 1 0 0 0,1 0 0 0 0,0-1 0 0 0,-1 1 0 0 0,1 0 0 0 0,-1 0 0 0 0,0 0 0 0 0,1 0 0 0 0,-1 2 0 0 0,-2 17 237 0 0,1-18-251 0 0,1 0-1 0 0,0 0 1 0 0,-1 0 0 0 0,1-1-1 0 0,0 1 1 0 0,1 0 0 0 0,-1 0-1 0 0,0 0 1 0 0,1 0 0 0 0,0 0 0 0 0,-1-1-1 0 0,3 6 1 0 0,-1-4 49 0 0,0-1-1 0 0,0 1 1 0 0,-1 0-1 0 0,1 0 1 0 0,-1 0 0 0 0,0 0-1 0 0,0 0 1 0 0,0 0-1 0 0,0 7 1 0 0,-1-5-46 0 0,0-1-1 0 0,1 1 1 0 0,0 0 0 0 0,0-1-1 0 0,0 1 1 0 0,3 5 0 0 0,3 24-163 0 0,-6-27 214 0 0,-1 0 0 0 0,1 0-1 0 0,1 0 1 0 0,3 14 0 0 0,-3-16-30 0 0,-1 1 0 0 0,1 0 1 0 0,-1 0-1 0 0,0 10 0 0 0,-1-12-67 0 0,0 1 1 0 0,0-1 0 0 0,1 0 0 0 0,0 0 0 0 0,0 1-1 0 0,0-1 1 0 0,0 0 0 0 0,1 0 0 0 0,0 0-1 0 0,3 7 1 0 0,0 1 240 0 0,0 1-1 0 0,-1 0 0 0 0,0 1 0 0 0,2 22 1 0 0,2 6 356 0 0,-7-40-642 0 0,7 15-353 0 0,-1-13 263 0 0,-5 9-44 0 0,-3-13 151 0 0,1 0 0 0 0,0-1 0 0 0,0 1 0 0 0,0 0 0 0 0,0 0 0 0 0,0 0 0 0 0,0 0 0 0 0,0 0 0 0 0,0-1 0 0 0,0 1 0 0 0,0 0 0 0 0,0 0 0 0 0,1 0 0 0 0,-1 0 0 0 0,0 0 0 0 0,1-1 0 0 0,-1 1 0 0 0,1 0 0 0 0,-1 0 0 0 0,1 0 0 0 0,0 0-220 0 0,1 1 1 0 0,-1-1-1 0 0,0 0 0 0 0,1 0 0 0 0,-1 0 1 0 0,1 0-1 0 0,-1 0 0 0 0,1 0 0 0 0,0-1 1 0 0,-1 1-1 0 0,1 0 0 0 0,0-1 0 0 0,-1 0 0 0 0,4 1 1 0 0,-2-1-165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58.2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1728 0 0,'0'0'2635'0'0,"19"0"2671"0"0,26 0-2719 0 0,-45 0-2575 0 0,0 0 1 0 0,1 0 0 0 0,-1 0-1 0 0,1 0 1 0 0,-1 0-1 0 0,0 1 1 0 0,1-1 0 0 0,-1 0-1 0 0,0 0 1 0 0,0 0 0 0 0,1 0-1 0 0,-1 1 1 0 0,0-1 0 0 0,1 0-1 0 0,-1 0 1 0 0,0 0 0 0 0,0 1-1 0 0,1-1 1 0 0,-1 0-1 0 0,0 1 1 0 0,0-1 0 0 0,0 0-1 0 0,1 0 1 0 0,-1 1 0 0 0,0-1-1 0 0,0 0 1 0 0,0 1 0 0 0,0-1-1 0 0,0 1 1 0 0,1 0 0 0 0,-1-1 0 0 0,0 0 0 0 0,0 1 0 0 0,0-1 0 0 0,0 1 0 0 0,1-1 0 0 0,-1 1 0 0 0,0-1 0 0 0,0 0 0 0 0,1 1 0 0 0,-1-1 0 0 0,0 1 0 0 0,1-1 0 0 0,-1 0 0 0 0,0 1 0 0 0,1-1 0 0 0,-1 0 0 0 0,1 0 0 0 0,-1 1 0 0 0,0-1 0 0 0,1 0-1 0 0,-1 0 1 0 0,1 0 0 0 0,-1 1 0 0 0,1-1 0 0 0,-1 0 0 0 0,1 0 0 0 0,-1 0 0 0 0,1 0 0 0 0,-1 0 0 0 0,1 0 0 0 0,2 0 49 0 0,0 0-1 0 0,0 1 1 0 0,-1-1 0 0 0,1 1-1 0 0,0 0 1 0 0,0-1-1 0 0,-1 1 1 0 0,1 0-1 0 0,0 1 1 0 0,-1-1-1 0 0,1 0 1 0 0,-1 1 0 0 0,0 0-1 0 0,1-1 1 0 0,1 3-1 0 0,31 38 756 0 0,-5-6-213 0 0,63 71-44 0 0,-88-101-485 0 0,0 1 0 0 0,0 0 1 0 0,-1 1-1 0 0,6 12 1 0 0,11 19 170 0 0,-14-27-237 0 0,-2-1-1 0 0,0 1 0 0 0,0 0 1 0 0,-1 1-1 0 0,3 15 0 0 0,9 23 145 0 0,13 34 295 0 0,-27-73-435 0 0,-1-1 1 0 0,0 0-1 0 0,0 1 0 0 0,-1-1 0 0 0,-2 13 1 0 0,1 2 34 0 0,3 11 75 0 0,-1-24-74 0 0,-1-1 0 0 0,0 1 0 0 0,0-1 0 0 0,-5 23 0 0 0,2-20-53 0 0,-1-2-3 0 0,2 1 0 0 0,0 0 0 0 0,0 15 0 0 0,1-21 52 0 0,0-1 0 0 0,0 0 0 0 0,-1 0-1 0 0,1 0 1 0 0,-2 0 0 0 0,1 0 0 0 0,-1 0-1 0 0,-4 7 1 0 0,-4 14 299 0 0,-51 110 24 0 0,49-109-415 0 0,10-22-117 0 0,0-1-1 0 0,0 0 1 0 0,0 0 0 0 0,-1 0 0 0 0,0-1-1 0 0,0 1 1 0 0,-1-1 0 0 0,-6 7-1 0 0,3 0-3721 0 0,7-11 3495 0 0,1 0 1 0 0,0 0-1 0 0,-1 0 0 0 0,1 0 1 0 0,-1 0-1 0 0,0 0 1 0 0,1 0-1 0 0,-15 9-5077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00.0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240 66 1568 0 0,'0'0'2208'0'0,"0"-20"1178"0"0,1 8-2709 0 0,-1-10 3109 0 0,-1 21-3718 0 0,1 1-1 0 0,0-1 0 0 0,0 1 1 0 0,0-1-1 0 0,0 1 1 0 0,-1-1-1 0 0,1 1 1 0 0,0-1-1 0 0,-1 1 0 0 0,1-1 1 0 0,0 1-1 0 0,-1 0 1 0 0,1-1-1 0 0,0 1 1 0 0,-1-1-1 0 0,1 1 0 0 0,-1 0 1 0 0,1-1-1 0 0,-1 1 1 0 0,1 0-1 0 0,-1 0 1 0 0,1-1-1 0 0,-1 1 0 0 0,1 0 1 0 0,-1 0-1 0 0,1 0 1 0 0,-1 0-1 0 0,1 0 1 0 0,-1-1-1 0 0,-4 2 2194 0 0,-4-1-1389 0 0,8-1-734 0 0,-1 1 0 0 0,1 0-1 0 0,-1-1 1 0 0,1 1 0 0 0,-1 0 0 0 0,1 0 0 0 0,-1 0 0 0 0,1 1-1 0 0,-1-1 1 0 0,1 0 0 0 0,-1 0 0 0 0,1 1 0 0 0,-1-1-1 0 0,1 1 1 0 0,-3 0 0 0 0,-4 11 216 0 0,-1 0 1 0 0,2 0-1 0 0,-1 0 0 0 0,2 1 0 0 0,-1 0 1 0 0,-6 25-1 0 0,-54 140 1694 0 0,26-1-1731 0 0,37-154-197 0 0,-1 46 275 0 0,-2-20-373 0 0,3-1 1 0 0,1 71-1 0 0,3-111 23 0 0,3 21-7 0 0,0 0 0 0 0,2 0 0 0 0,11 37 0 0 0,2 13-217 0 0,-16-71 219 0 0,0 1-1 0 0,0-1 1 0 0,0 0-1 0 0,1 0 1 0 0,7 14 0 0 0,-2-3 122 0 0,2 9 25 0 0,8 16-288 0 0,-9-28 109 0 0,1-1 1 0 0,0 1-1 0 0,1-2 1 0 0,25 26-1 0 0,-10-25 164 0 0,-21-14-163 0 0,-1 1 0 0 0,0 0 0 0 0,-1 1 1 0 0,1-1-1 0 0,0 0 0 0 0,-1 1 0 0 0,6 5 1 0 0,-4-3-48 0 0,0 1 0 0 0,1-1 0 0 0,0-1 0 0 0,0 1 0 0 0,0-1 1 0 0,1 0-1 0 0,-1 0 0 0 0,10 4 0 0 0,7-1-849 0 0,0-1-1 0 0,30 5 1 0 0,51 10-7609 0 0,-98-19 7036 0 0,1 0 0 0 0,0-1 0 0 0,-1 0 1 0 0,1-1-1 0 0,0 1 0 0 0,10-2 0 0 0,-7 1-384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02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0 144 2528 0 0,'0'0'1861'0'0,"0"19"5552"0"0,0-12-6941 0 0,1 0 0 0 0,-1 1 0 0 0,2-1-1 0 0,-1 0 1 0 0,1 0 0 0 0,2 8 0 0 0,-2-11-379 0 0,-1 0 0 0 0,1-1 0 0 0,0 1 0 0 0,0-1 1 0 0,0 0-1 0 0,0 1 0 0 0,5 3 0 0 0,10 18 412 0 0,3 4 430 0 0,-15-24-858 0 0,0 0-1 0 0,1 0 1 0 0,0-1 0 0 0,0 1-1 0 0,0-1 1 0 0,1-1-1 0 0,-1 1 1 0 0,1-1 0 0 0,0 0-1 0 0,12 3 1 0 0,28 9 73 0 0,-33-15 2 0 0,2-2-12 0 0,-8 3-172 0 0,-1-1-1 0 0,0 0 0 0 0,1-1 1 0 0,-1 1-1 0 0,0-2 0 0 0,1 1 1 0 0,-1-1-1 0 0,13-5 0 0 0,-16 6 50 0 0,26-3 171 0 0,-27 4-195 0 0,0 1 0 0 0,0-1 0 0 0,-1-1 1 0 0,1 1-1 0 0,0 0 0 0 0,0-1 0 0 0,-1 0 0 0 0,1 1 0 0 0,0-1 1 0 0,-1 0-1 0 0,1 0 0 0 0,0-1 0 0 0,-1 1 0 0 0,4-3 0 0 0,-3 2-174 0 0,13-11 181 0 0,-10 10 61 0 0,-5 3-48 0 0,-1-1 1 0 0,1 1 0 0 0,-1 0-1 0 0,1 0 1 0 0,-1 0 0 0 0,0-1-1 0 0,1 1 1 0 0,-1 0 0 0 0,1 0-1 0 0,-1-1 1 0 0,1 1 0 0 0,-1 0-1 0 0,0-1 1 0 0,1 1 0 0 0,-1 0-1 0 0,0-1 1 0 0,1 1 0 0 0,-1-1-1 0 0,0 1 1 0 0,0-1 0 0 0,1 1-1 0 0,-1 0 1 0 0,0-2 0 0 0,4-5-72 0 0,-2 2 123 0 0,0 0 1 0 0,0-1 0 0 0,0 1-1 0 0,-1-1 1 0 0,0 1-1 0 0,0-1 1 0 0,0 1 0 0 0,0-1-1 0 0,-1-9 1 0 0,0 9 7 0 0,-1 1-1 0 0,0-1 1 0 0,0 1 0 0 0,0 0 0 0 0,0-1 0 0 0,-1 1 0 0 0,0 0 0 0 0,0 0 0 0 0,0 0-1 0 0,-3-5 1 0 0,-35-45 495 0 0,30 44-452 0 0,1-1 0 0 0,-13-23 0 0 0,18 30-107 0 0,-1 0 1 0 0,0 0-1 0 0,0 0 0 0 0,0 0 1 0 0,0 1-1 0 0,-1 0 0 0 0,0 0 1 0 0,0 1-1 0 0,0 0 0 0 0,0 0 1 0 0,-11-4-1 0 0,0-1 162 0 0,14 7-165 0 0,-5-1 27 0 0,-5 3-142 0 0,1 0 16 0 0,0 0-1 0 0,0 1 0 0 0,0 0 1 0 0,0 1-1 0 0,1 1 1 0 0,-1 0-1 0 0,1 0 0 0 0,-15 9 1 0 0,25-12 66 0 0,-1 0 0 0 0,1 0 1 0 0,0 0-1 0 0,0 0 0 0 0,-1 1 1 0 0,1-1-1 0 0,0 0 1 0 0,0 0-1 0 0,0 1 0 0 0,0-1 1 0 0,1 1-1 0 0,-1-1 0 0 0,0 1 1 0 0,0 1-1 0 0,0-1-8 0 0,1-1 0 0 0,-1 1 0 0 0,0-1 0 0 0,1 1 0 0 0,-1-1 0 0 0,0 1 0 0 0,0-1-1 0 0,0 1 1 0 0,0-1 0 0 0,0 0 0 0 0,-1 0 0 0 0,1 0 0 0 0,-3 2 0 0 0,2-2-140 0 0,0 1 1 0 0,0-1-1 0 0,0 1 0 0 0,0-1 1 0 0,0 1-1 0 0,0 0 0 0 0,0 0 1 0 0,0 0-1 0 0,1 0 0 0 0,-1 0 1 0 0,1 0-1 0 0,-1 0 0 0 0,1 0 1 0 0,0 0-1 0 0,0 1 1 0 0,0-1-1 0 0,0 1 0 0 0,1-1 1 0 0,-1 1-1 0 0,0-1 0 0 0,1 1 1 0 0,0-1-1 0 0,0 5 0 0 0,-1-5-18 0 0,1-1-1 0 0,0 1 1 0 0,-1 0 0 0 0,1 0-1 0 0,-1-1 1 0 0,0 1-1 0 0,1 0 1 0 0,-1-1-1 0 0,0 1 1 0 0,0 0 0 0 0,0-1-1 0 0,0 1 1 0 0,0-1-1 0 0,-3 2 1 0 0,4-1-132 0 0,-1-1 1 0 0,0 1-1 0 0,1-1 0 0 0,0 1 1 0 0,-1-1-1 0 0,1 1 0 0 0,0-1 1 0 0,-1 1-1 0 0,1-1 0 0 0,0 1 1 0 0,0-1-1 0 0,0 1 0 0 0,1 0 1 0 0,-1-1-1 0 0,0 1 0 0 0,0-1 1 0 0,1 1-1 0 0,-1-1 0 0 0,1 1 1 0 0,0-1-1 0 0,-1 0 1 0 0,1 1-1 0 0,1 1 0 0 0,24 26-4176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02.8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33 2400 0 0,'0'0'7040'0'0,"-18"0"-432"0"0,17 0-6572 0 0,1 0 0 0 0,-1 0 0 0 0,1 0 0 0 0,-1 0 1 0 0,0 0-1 0 0,1 0 0 0 0,-1 0 0 0 0,1 1 1 0 0,-1-1-1 0 0,1 0 0 0 0,-1 0 0 0 0,1 0 1 0 0,-1 1-1 0 0,1-1 0 0 0,-1 0 0 0 0,1 1 1 0 0,-1-1-1 0 0,1 0 0 0 0,-1 1 0 0 0,1-1 0 0 0,0 1 1 0 0,-1-1-1 0 0,1 1 0 0 0,0-1 0 0 0,-1 1 1 0 0,1-1-1 0 0,0 1 0 0 0,0-1 0 0 0,-1 1 1 0 0,1-1-1 0 0,0 1 0 0 0,0-1 0 0 0,0 2 1 0 0,0 22 456 0 0,1-10 69 0 0,-2-9-512 0 0,4 2-70 0 0,26 8 668 0 0,-26-14-619 0 0,-1 0 1 0 0,1 0-1 0 0,-1-1 1 0 0,1 1 0 0 0,-1-1-1 0 0,1 1 1 0 0,-1-1-1 0 0,1 0 1 0 0,-1 0-1 0 0,1 0 1 0 0,-1-1-1 0 0,1 1 1 0 0,-1-1 0 0 0,1 1-1 0 0,-1-1 1 0 0,1 0-1 0 0,-1 0 1 0 0,1 0-1 0 0,-1 0 1 0 0,0 0-1 0 0,0 0 1 0 0,0-1-1 0 0,4-2 1 0 0,-3-9 365 0 0,-4 13-387 0 0,1 0 0 0 0,0 0 1 0 0,0 0-1 0 0,0 0 0 0 0,0-1 1 0 0,0 1-1 0 0,0 0 0 0 0,0 0 1 0 0,0 0-1 0 0,0-1 0 0 0,0 1 1 0 0,0 0-1 0 0,0 0 0 0 0,0 0 1 0 0,0-1-1 0 0,0 1 0 0 0,0 0 0 0 0,0 0 1 0 0,0 0-1 0 0,0-1 0 0 0,0 1 1 0 0,0 0-1 0 0,0 0 0 0 0,0 0 1 0 0,1 0-1 0 0,-1-1 0 0 0,0 1 1 0 0,0 0-1 0 0,0 0 0 0 0,0 0 1 0 0,0 0-1 0 0,0-1 0 0 0,1 1 1 0 0,-1 0-1 0 0,0 0 0 0 0,0 0 1 0 0,0 0-1 0 0,0 0 0 0 0,1 0 1 0 0,-1 0-1 0 0,1 0-8 0 0,-1 0 1 0 0,1 0-1 0 0,-1 0 1 0 0,1 0-1 0 0,-1 0 0 0 0,1 0 1 0 0,-1 0-1 0 0,1-1 0 0 0,-1 1 1 0 0,1 0-1 0 0,-1 0 1 0 0,1 0-1 0 0,-1 0 0 0 0,0-1 1 0 0,1 1-1 0 0,-1 0 1 0 0,1 0-1 0 0,-1-1 0 0 0,0 1 1 0 0,1 0-1 0 0,-1-1 0 0 0,1 1 1 0 0,-1 0-1 0 0,0-1 1 0 0,0 1-1 0 0,1-1 0 0 0,-1 1 1 0 0,0 0-1 0 0,0-1 0 0 0,1 1 1 0 0,-1-1-1 0 0,0 1 1 0 0,0-1-1 0 0,0 1 0 0 0,0-1 1 0 0,0 1-1 0 0,0-1 1 0 0,1 1-1 0 0,-1-1 0 0 0,0 1 1 0 0,-1-2-1 0 0,1 0 27 0 0,1-4 99 0 0,-1 0 0 0 0,0 0 0 0 0,0 0 1 0 0,-1 0-1 0 0,-1-9 0 0 0,-11 10-227 0 0,12 4 108 0 0,1 0 1 0 0,0 0-1 0 0,0 1 0 0 0,-1-1 1 0 0,1 0-1 0 0,0 1 1 0 0,-1-1-1 0 0,1 0 1 0 0,-1 1-1 0 0,1-1 1 0 0,-1 0-1 0 0,1 1 0 0 0,-1-1 1 0 0,1 1-1 0 0,-1-1 1 0 0,0 1-1 0 0,1-1 1 0 0,-1 1-1 0 0,0 0 1 0 0,1-1-1 0 0,-1 1 1 0 0,0 0-1 0 0,1-1 0 0 0,-1 1 1 0 0,0 0-1 0 0,0 0 1 0 0,1 0-1 0 0,-1 0 1 0 0,0 0-1 0 0,0 0 1 0 0,1 0-1 0 0,-2 0 0 0 0,-30 0-320 0 0,25 0 50 0 0,5 0 76 0 0,1 0-1 0 0,-1 0 1 0 0,0 0-1 0 0,1 0 1 0 0,-1 0 0 0 0,1 0-1 0 0,-1 0 1 0 0,1 1 0 0 0,-1-1-1 0 0,1 1 1 0 0,-1-1-1 0 0,1 1 1 0 0,-1-1 0 0 0,1 1-1 0 0,-1 0 1 0 0,1 0-1 0 0,0 0 1 0 0,0 0 0 0 0,-1 0-1 0 0,-1 2 1 0 0,1-1 271 0 0,2 29-12456 0 0,14-25 10100 0 0,1 7-59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03.3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1 3008 0 0,'0'0'11792'0'0,"-1"0"-11728"0"0,1 0 1 0 0,-1 0-1 0 0,0 0 0 0 0,1 0 1 0 0,-1 0-1 0 0,1 0 1 0 0,-1 0-1 0 0,0 0 1 0 0,1 0-1 0 0,-1 0 1 0 0,1 0-1 0 0,-1 0 1 0 0,0 0-1 0 0,1 1 1 0 0,-1-1-1 0 0,1 0 1 0 0,-1 0-1 0 0,1 1 1 0 0,-1-1-1 0 0,1 0 1 0 0,-1 1-1 0 0,-4 6 287 0 0,4-7-322 0 0,1 1 0 0 0,0-1 1 0 0,0 1-1 0 0,0-1 0 0 0,-1 0 0 0 0,1 1 0 0 0,0-1 1 0 0,-1 0-1 0 0,1 1 0 0 0,0-1 0 0 0,-1 0 0 0 0,1 1 1 0 0,0-1-1 0 0,-1 0 0 0 0,1 0 0 0 0,0 0 0 0 0,-1 1 1 0 0,1-1-1 0 0,-1 0 0 0 0,1 0 0 0 0,-1 0 0 0 0,1 0 0 0 0,0 0 1 0 0,-1 0-1 0 0,1 0 0 0 0,-1 1 0 0 0,1-1 0 0 0,-1-1 1 0 0,0 1-1 0 0,-4 14 685 0 0,-7-7-524 0 0,11-6-163 0 0,0-1 1 0 0,0 1-1 0 0,0-1 0 0 0,0 1 1 0 0,0-1-1 0 0,0 1 0 0 0,0 0 1 0 0,1-1-1 0 0,-1 1 0 0 0,0 0 1 0 0,0 0-1 0 0,0-1 1 0 0,1 1-1 0 0,-1 0 0 0 0,0 0 1 0 0,1 0-1 0 0,-1 0 0 0 0,1 0 1 0 0,-1 0-1 0 0,1 0 0 0 0,0 0 1 0 0,-1 1-1 0 0,1-1 0 0 0,0 0 1 0 0,0 0-1 0 0,0 2 0 0 0,-14 2 357 0 0,9 22-389 0 0,1-24-29 0 0,3-2 62 0 0,0 0 0 0 0,1 0 1 0 0,-1 0-1 0 0,0 1 0 0 0,0-1 0 0 0,0 0 1 0 0,0 0-1 0 0,1 0 0 0 0,-1 1 1 0 0,1-1-1 0 0,-1 0 0 0 0,1 1 1 0 0,-1-1-1 0 0,1 1 0 0 0,0-1 1 0 0,0 0-1 0 0,0 1 0 0 0,0-1 1 0 0,0 1-1 0 0,0-1 0 0 0,0 1 1 0 0,0-1-1 0 0,1 3 0 0 0,-1-1-3 0 0,0 0-1 0 0,0-1 0 0 0,0 1 0 0 0,1 0 0 0 0,-1 0 1 0 0,1 0-1 0 0,0 0 0 0 0,0 0 0 0 0,0-1 1 0 0,0 1-1 0 0,0 0 0 0 0,1-1 0 0 0,-1 1 0 0 0,1-1 1 0 0,0 1-1 0 0,0-1 0 0 0,0 0 0 0 0,0 0 1 0 0,0 0-1 0 0,0 0 0 0 0,0 0 0 0 0,1 0 0 0 0,2 1 1 0 0,147 88 49 0 0,-109-65-53 0 0,-35-22-6 0 0,1 1 0 0 0,-1 0 0 0 0,-1 1 1 0 0,1 0-1 0 0,8 8 0 0 0,-16-13-10 0 0,1 0 0 0 0,-1-1 0 0 0,1 1-1 0 0,-1-1 1 0 0,1 1 0 0 0,0-1 0 0 0,-1 0-1 0 0,1 1 1 0 0,0-1 0 0 0,-1 1 0 0 0,1-1-1 0 0,0 0 1 0 0,-1 0 0 0 0,1 1 0 0 0,0-1-1 0 0,0 0 1 0 0,-1 0 0 0 0,2 0 0 0 0,-2 0-4 0 0,1 0 0 0 0,-1 0 1 0 0,0 0-1 0 0,1 0 1 0 0,-1 1-1 0 0,0-1 0 0 0,1 0 1 0 0,-1 0-1 0 0,0 0 0 0 0,0 0 1 0 0,1 1-1 0 0,-1-1 1 0 0,0 0-1 0 0,0 0 0 0 0,1 0 1 0 0,-1 1-1 0 0,0-1 0 0 0,0 0 1 0 0,1 0-1 0 0,-1 1 0 0 0,0-1 1 0 0,0 0-1 0 0,0 1 1 0 0,0-1-1 0 0,0 0 0 0 0,0 0 1 0 0,1 1-1 0 0,-1-1 0 0 0,0 0 1 0 0,0 1-1 0 0,0-1 1 0 0,0 0-1 0 0,0 1 0 0 0,0-1 1 0 0,0 0-1 0 0,0 1 0 0 0,0-1 1 0 0,0 0-1 0 0,0 1 0 0 0,-1-1 1 0 0,1 0-1 0 0,0 1 1 0 0,0-1-1 0 0,0 0 0 0 0,0 0 1 0 0,-1 1-1 0 0,1 0 6 0 0,0-1-1 0 0,0 1 1 0 0,0 0 0 0 0,0-1 0 0 0,0 1-1 0 0,0-1 1 0 0,0 1 0 0 0,0 0 0 0 0,1-1-1 0 0,-1 1 1 0 0,0 0 0 0 0,0-1 0 0 0,0 1-1 0 0,1-1 1 0 0,-1 1 0 0 0,0-1-1 0 0,1 1 1 0 0,-1 0 0 0 0,1-1 0 0 0,-1 1-1 0 0,0-1 1 0 0,1 0 0 0 0,-1 1 0 0 0,1-1-1 0 0,-1 1 1 0 0,2-1 0 0 0,-2 1-1 0 0,1-1-1 0 0,0 1 1 0 0,-1-1 0 0 0,1 1-1 0 0,-1-1 1 0 0,1 1 0 0 0,-1-1-1 0 0,1 1 1 0 0,-1 0 0 0 0,1-1 0 0 0,-1 1-1 0 0,1 0 1 0 0,-1-1 0 0 0,0 1-1 0 0,0 0 1 0 0,1 0 0 0 0,-1-1 0 0 0,0 1-1 0 0,0 0 1 0 0,0 0 0 0 0,0-1-1 0 0,0 1 1 0 0,1 0 0 0 0,-2 0 0 0 0,1-1-1 0 0,0 2 1 0 0,0 3 4 0 0,-1 0 0 0 0,0 0 0 0 0,0 0 0 0 0,0-1 0 0 0,0 1 0 0 0,-1 0 0 0 0,0-1 0 0 0,-4 9 0 0 0,3-8 76 0 0,-7 7-39 0 0,-7-2-307 0 0,12-8 105 0 0,1 3 165 0 0,0-1 0 0 0,0 0 0 0 0,-1 0-1 0 0,0 0 1 0 0,1-1 0 0 0,-1 1 0 0 0,0-1 0 0 0,-9 3 0 0 0,2 0-152 0 0,10-5 39 0 0,0-1 0 0 0,0 1 0 0 0,0 0 1 0 0,0-1-1 0 0,0 1 0 0 0,0-1 0 0 0,0 0 0 0 0,0 1 1 0 0,-1-1-1 0 0,1 0 0 0 0,0 0 0 0 0,0-1 0 0 0,0 1 1 0 0,0 0-1 0 0,0-1 0 0 0,-1 1 0 0 0,1-1 0 0 0,0 0 1 0 0,0 0-1 0 0,0 0 0 0 0,0 0 0 0 0,-3-2 1 0 0,3 2-279 0 0,0 0 1 0 0,0 0 0 0 0,-1 0 0 0 0,1 0 0 0 0,0 0 0 0 0,-1 0 0 0 0,1 1 0 0 0,-1-1 0 0 0,-2 0 0 0 0,4 1 283 0 0,1 0 0 0 0,-1 0 1 0 0,0 0-1 0 0,1 0 0 0 0,-1 0 1 0 0,0-1-1 0 0,1 1 1 0 0,-1 0-1 0 0,0 0 0 0 0,1-1 1 0 0,-1 1-1 0 0,0-1 0 0 0,1 1 1 0 0,-1-1-1 0 0,1 1 1 0 0,-1 0-1 0 0,1-1 0 0 0,-1 0 1 0 0,1 1-1 0 0,0-1 1 0 0,-1 1-1 0 0,1-1 0 0 0,-1 0 1 0 0,-6-8-2599 0 0,5 7 2313 0 0,1 0-1 0 0,-1 0 0 0 0,1-1 1 0 0,0 1-1 0 0,0 0 0 0 0,0-1 1 0 0,0 1-1 0 0,0-1 0 0 0,0 1 1 0 0,1-1-1 0 0,-1 1 1 0 0,1-1-1 0 0,0 1 0 0 0,0-1 1 0 0,0-3-1 0 0,-3-11-1404 0 0,-10 14 582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03.5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48 3648 0 0,'16'0'6560'0'0,"32"-16"-3264"0"0,-32 16-2720 0 0,0 0-32 0 0,-1 0 32 0 0,34-15 32 0 0,-33 15-448 0 0,-1 0-160 0 0,17 0 0 0 0,1 0 96 0 0,14-16-480 0 0,-31 16-192 0 0,0 0-448 0 0,0 0-544 0 0,16 0-6144 0 0,-16 0 2912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04.1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3264 0 0,'0'0'14223'0'0,"3"0"-13828"0"0,-1 1-298 0 0,1 0-1 0 0,-1 0 0 0 0,1 0 1 0 0,-1 1-1 0 0,1-1 0 0 0,-1 1 1 0 0,0-1-1 0 0,0 1 1 0 0,0 0-1 0 0,0 0 0 0 0,0 0 1 0 0,0 0-1 0 0,0 0 1 0 0,-1 0-1 0 0,1 0 0 0 0,-1 0 1 0 0,1 1-1 0 0,1 3 0 0 0,18 22 478 0 0,32 27 130 0 0,53 62 464 0 0,-39-48-400 0 0,-6-2-314 0 0,94 146 378 0 0,-148-202-780 0 0,-1 0-1 0 0,0 0 1 0 0,-1 1 0 0 0,5 15 0 0 0,9 18-39 0 0,-14-31 51 0 0,0-1 1 0 0,-1 1-1 0 0,0 0 1 0 0,-1 1 0 0 0,-1-1-1 0 0,1 15 1 0 0,0-1 155 0 0,0 34 82 0 0,-3-33-215 0 0,0 75-50 0 0,-1-91 60 0 0,0 0 0 0 0,-1-1-1 0 0,-1 1 1 0 0,0 0 0 0 0,0-1 0 0 0,-11 22-1 0 0,-5 24 486 0 0,14-34-449 0 0,5-19-130 0 0,-1-1 0 0 0,0 0 0 0 0,0 1 0 0 0,0-1 0 0 0,-1 0 0 0 0,1 0 0 0 0,-1 0 0 0 0,0 0 0 0 0,-5 6 0 0 0,-9 19 95 0 0,-21 40 78 0 0,35-66-195 0 0,1-1 0 0 0,0 1 0 0 0,-1-1 0 0 0,1 1 0 0 0,-1-1 0 0 0,0 0 0 0 0,0 0 0 0 0,0 0 0 0 0,0 0 0 0 0,0 0 0 0 0,0 0 0 0 0,-4 2 0 0 0,5-4-7 0 0,0 1-1 0 0,0 0 1 0 0,0-1 0 0 0,0 1 0 0 0,0 0 0 0 0,0 0-1 0 0,0-1 1 0 0,0 1 0 0 0,0 0 0 0 0,1 0 0 0 0,-1 0-1 0 0,0 0 1 0 0,1 0 0 0 0,-1 0 0 0 0,0 1 0 0 0,-25 27-1238 0 0,25-28 1102 0 0,1-1 0 0 0,-1 1 0 0 0,1-1 0 0 0,0 1 0 0 0,-1-1 0 0 0,1 1 0 0 0,-1-1 0 0 0,1 1 0 0 0,0 0 1 0 0,-1-1-1 0 0,1 1 0 0 0,0-1 0 0 0,0 1 0 0 0,0 0 0 0 0,-1-1 0 0 0,1 1 0 0 0,0 0 0 0 0,0-1 1 0 0,0 1-1 0 0,0 1 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2.6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32 193 2400 0 0,'-1'0'191'0'0,"0"0"1"0"0,1 0-1 0 0,-1 0 1 0 0,0 0-1 0 0,0-1 1 0 0,1 1-1 0 0,-1 0 1 0 0,0 1-1 0 0,0-1 1 0 0,1 0-1 0 0,-1 0 0 0 0,0 0 1 0 0,0 0-1 0 0,1 0 1 0 0,-1 1-1 0 0,0-1 1 0 0,1 0-1 0 0,-1 1 1 0 0,-1 0-1 0 0,2-1-122 0 0,0 1 0 0 0,0-1 0 0 0,1 1 0 0 0,-1-1 0 0 0,0 1 0 0 0,0-1 0 0 0,0 1 0 0 0,0-1 0 0 0,0 1 0 0 0,0-1 1 0 0,-1 1-1 0 0,1-1 0 0 0,0 1 0 0 0,0-1 0 0 0,0 1 0 0 0,0-1 0 0 0,0 0 0 0 0,-1 1 0 0 0,1-1 0 0 0,0 1 0 0 0,0-1 0 0 0,-1 0 0 0 0,1 1 0 0 0,0-1 0 0 0,-1 0 0 0 0,1 1 0 0 0,0-1 0 0 0,-1 0 0 0 0,1 1 0 0 0,-1-1 0 0 0,1 0 0 0 0,0 0 0 0 0,-1 1 0 0 0,1-1 0 0 0,-1 0 0 0 0,1 0 0 0 0,-1 0 0 0 0,1 0 1 0 0,-1 0-1 0 0,1 1 0 0 0,-1-1 0 0 0,1 0 0 0 0,-1 0 0 0 0,1 0 0 0 0,0 0 0 0 0,-1 0 0 0 0,1-1 0 0 0,-1 1 0 0 0,1 0 0 0 0,-1 0 0 0 0,1 0 0 0 0,-1 0 0 0 0,0-1 0 0 0,4 46 3286 0 0,10-40-2918 0 0,-12-1-296 0 0,0 0 0 0 0,1 0 0 0 0,-1 0 0 0 0,1 0 0 0 0,0-1 0 0 0,0 1 0 0 0,0-1 0 0 0,1 0 0 0 0,-1 1 0 0 0,1-1 0 0 0,0 0 0 0 0,6 5 0 0 0,0 1 256 0 0,2 0 0 0 0,19 13 0 0 0,7-3 67 0 0,-26-11-291 0 0,-10-7-150 0 0,0 0 0 0 0,0 0 0 0 0,0 0-1 0 0,0-1 1 0 0,0 1 0 0 0,1 0 0 0 0,-1-1 0 0 0,0 1-1 0 0,0-1 1 0 0,0 0 0 0 0,1 1 0 0 0,-1-1 0 0 0,0 0-1 0 0,0 0 1 0 0,1 0 0 0 0,-1 0 0 0 0,0 0 0 0 0,1 0-1 0 0,1 0 1 0 0,-1 0 21 0 0,0 0 0 0 0,0 0-1 0 0,0 1 1 0 0,1-1 0 0 0,-1 1 0 0 0,0-1 0 0 0,0 1-1 0 0,0 0 1 0 0,0 0 0 0 0,0 0 0 0 0,0 0-1 0 0,2 1 1 0 0,15 5 240 0 0,-18-7-279 0 0,0 0-1 0 0,-1 0 0 0 0,1 0 0 0 0,0 0 0 0 0,0 0 0 0 0,0 0 0 0 0,-1 0 0 0 0,1 0 1 0 0,0 0-1 0 0,0 1 0 0 0,0-1 0 0 0,-1 0 0 0 0,1 1 0 0 0,0-1 0 0 0,0 0 0 0 0,-1 1 1 0 0,1-1-1 0 0,0 1 0 0 0,-1-1 0 0 0,1 1 0 0 0,-1-1 0 0 0,1 1 0 0 0,0 1 0 0 0,0-2 13 0 0,-1 1 0 0 0,1 0 0 0 0,0-1 0 0 0,-1 1-1 0 0,1-1 1 0 0,-1 1 0 0 0,1-1 0 0 0,0 1-1 0 0,-1-1 1 0 0,1 1 0 0 0,0-1 0 0 0,0 0-1 0 0,-1 1 1 0 0,1-1 0 0 0,0 0 0 0 0,0 0-1 0 0,0 1 1 0 0,-1-1 0 0 0,1 0 0 0 0,0 0-1 0 0,0 0 1 0 0,0 0 0 0 0,1 0 0 0 0,4 0 46 0 0,-1 0 0 0 0,1 0 0 0 0,0-1 1 0 0,-1 0-1 0 0,1 0 0 0 0,-1 0 0 0 0,1 0 0 0 0,-1-1 1 0 0,1 0-1 0 0,-1 0 0 0 0,0-1 0 0 0,0 1 0 0 0,0-1 1 0 0,0 0-1 0 0,0-1 0 0 0,-1 1 0 0 0,0-1 0 0 0,1 0 0 0 0,5-7 1 0 0,36-34 0 0 0,-41 31 144 0 0,-2 3-109 0 0,0 3-27 0 0,-1-1-1 0 0,0 0 1 0 0,0 0-1 0 0,-1 0 0 0 0,0 0 1 0 0,0 0-1 0 0,-1 0 1 0 0,0 0-1 0 0,-1 0 1 0 0,-3-13-1 0 0,0 10-6 0 0,-1 0 0 0 0,0 0 0 0 0,-1 0 0 0 0,0 1 0 0 0,-1 0 0 0 0,0 0 0 0 0,-1 1 1 0 0,0 0-1 0 0,-13-12 0 0 0,16 16-54 0 0,-1 0 0 0 0,1 1 0 0 0,-2 0 0 0 0,1 0 1 0 0,0 0-1 0 0,-1 1 0 0 0,0 0 0 0 0,0 0 0 0 0,0 0 0 0 0,0 1 1 0 0,-1 0-1 0 0,1 1 0 0 0,-1 0 0 0 0,0 0 0 0 0,1 0 0 0 0,-1 1 1 0 0,0 0-1 0 0,0 1 0 0 0,0 0 0 0 0,-11 1 0 0 0,14-1-18 0 0,1 0 0 0 0,0 0 0 0 0,0 1 0 0 0,0 0 0 0 0,-1 0 0 0 0,1 0 0 0 0,0 1 0 0 0,0-1-1 0 0,0 1 1 0 0,0 0 0 0 0,1 0 0 0 0,-1 0 0 0 0,0 0 0 0 0,1 1 0 0 0,0 0 0 0 0,-1-1 0 0 0,1 1 0 0 0,0 1-1 0 0,1-1 1 0 0,-1 0 0 0 0,-4 8 0 0 0,-20 19-199 0 0,18-19-141 0 0,1 0 0 0 0,1 0 0 0 0,0 0 1 0 0,0 1-1 0 0,1 0 0 0 0,-7 20 1 0 0,11-28 213 0 0,1 0-253 0 0,0-1 1 0 0,0 1-1 0 0,0-1 1 0 0,0 1-1 0 0,0-1 1 0 0,1 1-1 0 0,0 0 1 0 0,0-1-1 0 0,0 1 1 0 0,0 6-1 0 0,1-3-173 0 0,-1-3 127 0 0,1-1 0 0 0,-1 0 0 0 0,1 0 0 0 0,0 1 0 0 0,0-1 1 0 0,0 0-1 0 0,0 0 0 0 0,0 0 0 0 0,1 0 0 0 0,-1 0 0 0 0,1 0 0 0 0,0-1 0 0 0,0 1 0 0 0,0 0 0 0 0,0-1 1 0 0,0 1-1 0 0,1-1 0 0 0,-1 0 0 0 0,1 0 0 0 0,0 0 0 0 0,5 3 0 0 0,15 14-2140 0 0,9 13-159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3.0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3264 0 0,'0'0'18335'0'0,"16"16"-24916"0"0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3.6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0 3264 0 0,'-2'0'6622'0'0,"-15"3"227"0"0,13 1-6623 0 0,0 0-1 0 0,0 0 0 0 0,0 1 0 0 0,1-1 0 0 0,-1 1 0 0 0,1 0 0 0 0,0 0 0 0 0,1 0 0 0 0,-1 0 0 0 0,1 0 0 0 0,0 1 0 0 0,0-1 0 0 0,1 1 0 0 0,-1-1 0 0 0,1 1 0 0 0,1 0 1 0 0,-1-1-1 0 0,1 1 0 0 0,0 10 0 0 0,0-13-194 0 0,1 0 1 0 0,-1 0-1 0 0,0 1 1 0 0,1-1-1 0 0,0 0 1 0 0,0 0-1 0 0,0 0 1 0 0,0 0-1 0 0,0 0 1 0 0,1 0-1 0 0,-1 0 1 0 0,1 0-1 0 0,0 0 1 0 0,0-1-1 0 0,0 1 1 0 0,0-1-1 0 0,0 1 1 0 0,0-1-1 0 0,1 0 1 0 0,-1 0-1 0 0,5 3 1 0 0,3 1-49 0 0,1 0 0 0 0,0-1 1 0 0,0-1-1 0 0,16 5 0 0 0,-24-7 16 0 0,6 0-4 0 0,0 2 0 0 0,0-1 1 0 0,-1 1-1 0 0,1 0 0 0 0,-1 1 1 0 0,0 0-1 0 0,12 10 0 0 0,-19-14 3 0 0,-1-1-1 0 0,1 1 0 0 0,-1-1 1 0 0,1 1-1 0 0,-1-1 0 0 0,1 0 1 0 0,-1 1-1 0 0,1-1 0 0 0,-1 0 1 0 0,1 0-1 0 0,-1 1 0 0 0,1-1 1 0 0,0 0-1 0 0,-1 0 0 0 0,1 0 1 0 0,0 0-1 0 0,-1 0 0 0 0,1 0 1 0 0,-1 0-1 0 0,2 0 0 0 0,4 1 27 0 0,2 3 14 0 0,-7-3-22 0 0,1 0-1 0 0,-1 0 0 0 0,1 0 1 0 0,-1 0-1 0 0,1 0 1 0 0,0 0-1 0 0,-1-1 1 0 0,1 1-1 0 0,0-1 1 0 0,3 1-1 0 0,-4-1 6 0 0,0 1 0 0 0,0 0 0 0 0,0-1 0 0 0,0 1 0 0 0,1-1 0 0 0,-1 1 0 0 0,-1 0 0 0 0,1 0 0 0 0,0 0 0 0 0,0 0 0 0 0,0-1 0 0 0,0 1 0 0 0,-1 0 0 0 0,1 0 0 0 0,0 0 0 0 0,-1 1 0 0 0,1-1-1 0 0,-1 0 1 0 0,1 0 0 0 0,-1 0 0 0 0,1 0 0 0 0,-1 1 0 0 0,0-1 0 0 0,0 0 0 0 0,0 0 0 0 0,1 0 0 0 0,-2 3 0 0 0,15 1 22 0 0,-13 0-36 0 0,0-1 0 0 0,-1 1 0 0 0,1-1 0 0 0,-1 1 0 0 0,0-1 0 0 0,-1 8 0 0 0,1-8 141 0 0,0-1-148 0 0,-2 0-85 0 0,-2 0-13 0 0,2 0 119 0 0,0-1 0 0 0,0 0-1 0 0,0 0 1 0 0,0 0 0 0 0,0 0 0 0 0,-1 0-1 0 0,1-1 1 0 0,-1 1 0 0 0,1-1-1 0 0,-1 1 1 0 0,1-1 0 0 0,-1 0 0 0 0,0 0-1 0 0,-3 1 1 0 0,5-2-43 0 0,-1 0 0 0 0,0 0 0 0 0,0 0 0 0 0,0 0 0 0 0,1 1 0 0 0,-1-1 0 0 0,0 1 0 0 0,1-1 1 0 0,-1 1-1 0 0,0 0 0 0 0,1 0 0 0 0,-4 1 0 0 0,4-1 15 0 0,-1 0 1 0 0,0 0 0 0 0,0 0-1 0 0,0 0 1 0 0,1 0 0 0 0,-1 0-1 0 0,0-1 1 0 0,0 1-1 0 0,0-1 1 0 0,0 0 0 0 0,0 0-1 0 0,-4 1 1 0 0,-52-1-2527 0 0,54-2 2192 0 0,1 0 0 0 0,0 0 0 0 0,0 0 1 0 0,0-1-1 0 0,0 1 0 0 0,1-1 0 0 0,-1 1 0 0 0,1-1 1 0 0,-5-5-1 0 0,7 7 263 0 0,0 1-1 0 0,-1 0 1 0 0,1-1 0 0 0,0 1 0 0 0,-1 0 0 0 0,1 0 0 0 0,0-1-1 0 0,0 1 1 0 0,-1-1 0 0 0,1 1 0 0 0,0 0 0 0 0,0-1-1 0 0,-1 1 1 0 0,1-1 0 0 0,0 1 0 0 0,0 0 0 0 0,0-1-1 0 0,0 1 1 0 0,0-1 0 0 0,0 1 0 0 0,0-1 0 0 0,0 1 0 0 0,0 0-1 0 0,0-1 1 0 0,0 1 0 0 0,0-1 0 0 0,-1-4-499 0 0,-4 0-423 0 0,-2-5-711 0 0,6-16-3226 0 0,1-16 580 0 0,0 26 2421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3.8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64 2080 0 0,'0'0'6746'0'0,"0"-1"-6530"0"0,0 1-1 0 0,0-1 1 0 0,0 0-1 0 0,-1 0 1 0 0,1 1-1 0 0,0-1 1 0 0,0 0-1 0 0,0 0 1 0 0,1 1-1 0 0,-1-1 0 0 0,0 0 1 0 0,0 0-1 0 0,0 1 1 0 0,0-1-1 0 0,1 0 1 0 0,-1 1-1 0 0,0-1 1 0 0,1 0-1 0 0,0-1 1 0 0,8 3 784 0 0,-5 0-779 0 0,0-1 1 0 0,0 0 0 0 0,0 1-1 0 0,-1-2 1 0 0,1 1-1 0 0,0 0 1 0 0,0-1-1 0 0,-1 0 1 0 0,7-1 0 0 0,8-5-333 0 0,0 2 1 0 0,0 0-1 0 0,1 1 1 0 0,-1 0-1 0 0,1 2 1 0 0,23 0-1 0 0,-13 4-1805 0 0,-24-1 1435 0 0,-1-1-1 0 0,0 0 1 0 0,0 1 0 0 0,1-2-1 0 0,-1 1 1 0 0,0 0 0 0 0,0-1 0 0 0,1 0-1 0 0,-1 0 1 0 0,6-2 0 0 0,19-8-2826 0 0,3 9-1754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4.3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112 17 3104 0 0,'-3'-17'14143'0'0,"1"18"-13981"0"0,1-1 0 0 0,-1 1 0 0 0,0 0 0 0 0,1-1 0 0 0,-1 1 0 0 0,0 0-1 0 0,1 0 1 0 0,-1 0 0 0 0,1 1 0 0 0,-1-1 0 0 0,1 0 0 0 0,0 0 0 0 0,-2 3-1 0 0,0-1-112 0 0,-13 29 618 0 0,-32 111-17 0 0,42-68-468 0 0,1-61-234 0 0,4-11 68 0 0,0-1-1 0 0,-1 1 0 0 0,2-1 0 0 0,-1 1 0 0 0,0 0 0 0 0,0-1 0 0 0,1 1 0 0 0,0 0 0 0 0,-1-1 0 0 0,1 1 0 0 0,0 0 1 0 0,0-1-1 0 0,1 1 0 0 0,-1 0 0 0 0,0 0 0 0 0,1-1 0 0 0,0 1 0 0 0,-1-1 0 0 0,2 4 0 0 0,-1-5-3 0 0,0 2-4 0 0,0 0 0 0 0,0 0 0 0 0,1 0 0 0 0,-1-1 0 0 0,1 1 0 0 0,-1 0 0 0 0,1-1 0 0 0,0 1 1 0 0,0-1-1 0 0,0 0 0 0 0,0 0 0 0 0,0 1 0 0 0,1-1 0 0 0,-1-1 0 0 0,1 1 0 0 0,-1 0 0 0 0,1-1 1 0 0,5 3-1 0 0,8 9 67 0 0,-15-11-63 0 0,0-1 1 0 0,1 0-1 0 0,-1 1 0 0 0,1-1 0 0 0,-1 0 0 0 0,1 0 0 0 0,-1 0 0 0 0,1 0 0 0 0,0 0 0 0 0,0 0 0 0 0,-1 0 0 0 0,1-1 1 0 0,0 1-1 0 0,0 0 0 0 0,0-1 0 0 0,0 0 0 0 0,2 1 0 0 0,41-1 655 0 0,-44 0-674 0 0,0 0 0 0 0,0-1 0 0 0,0 1-1 0 0,0 0 1 0 0,-1-1 0 0 0,1 1 0 0 0,0 0 0 0 0,0-1 0 0 0,0 1 0 0 0,0-1 0 0 0,-1 1 0 0 0,1-1 0 0 0,0 0 0 0 0,0 1 0 0 0,-1-1 0 0 0,1 0 0 0 0,0-1 0 0 0,3-1-26 0 0,12-2 53 0 0,-9 0 92 0 0,2-19 49 0 0,4-17-38 0 0,-13 41-131 0 0,1-1 1 0 0,-1 1 0 0 0,0-1 0 0 0,0 1 0 0 0,0 0 0 0 0,1-1 0 0 0,-1 1-1 0 0,0-1 1 0 0,0 1 0 0 0,0-1 0 0 0,0 1 0 0 0,0 0 0 0 0,0-1-1 0 0,0 1 1 0 0,0-1 0 0 0,0 1 0 0 0,0-1 0 0 0,0 1 0 0 0,0-1 0 0 0,0 1-1 0 0,0-1 1 0 0,0 1 0 0 0,0 0 0 0 0,-1-1 0 0 0,1 1 0 0 0,0-1-1 0 0,0 1 1 0 0,0 0 0 0 0,-1-1 0 0 0,1 1 0 0 0,0-1 0 0 0,-1 1 0 0 0,1 0-1 0 0,0 0 1 0 0,-1-1 0 0 0,1 1 0 0 0,0 0 0 0 0,-1-1 0 0 0,1 1-1 0 0,0 0 1 0 0,-1 0 0 0 0,1 0 0 0 0,-1-1 0 0 0,0 1 6 0 0,1 0 0 0 0,-1 0 1 0 0,1 0-1 0 0,0 0 0 0 0,-1-1 1 0 0,1 1-1 0 0,-1 0 0 0 0,1 0 1 0 0,0-1-1 0 0,-1 1 0 0 0,1 0 0 0 0,0 0 1 0 0,-1-1-1 0 0,1 1 0 0 0,0 0 1 0 0,0-1-1 0 0,-1 1 0 0 0,1 0 0 0 0,0-1 1 0 0,0 1-1 0 0,0-1 0 0 0,-1 1 1 0 0,1 0-1 0 0,0-1 0 0 0,0 1 0 0 0,0-1 1 0 0,0 1-1 0 0,0 0 0 0 0,0-2 1 0 0,-1 0-9 0 0,0-1 1 0 0,-1 0-1 0 0,1 0 1 0 0,0 1-1 0 0,-1-1 1 0 0,0 1-1 0 0,0-1 1 0 0,1 1-1 0 0,-1 0 1 0 0,-1 0-1 0 0,1 0 1 0 0,0 0-1 0 0,0 0 1 0 0,-1 0-1 0 0,1 1 1 0 0,-1-1-1 0 0,0 1 1 0 0,1-1-1 0 0,-1 1 1 0 0,0 0-1 0 0,-5-1 1 0 0,-8 1-66 0 0,9 1-300 0 0,0-1 1 0 0,0 1 0 0 0,0 1-1 0 0,0-1 1 0 0,0 1-1 0 0,-6 2 1 0 0,-12 15-4075 0 0,23-17 3900 0 0,0 0 0 0 0,0 1 0 0 0,0-1 0 0 0,0 1 0 0 0,0-1 0 0 0,1 1 0 0 0,-1 0 0 0 0,0-1 0 0 0,1 1 0 0 0,-1 0 0 0 0,1 0 0 0 0,0 0 0 0 0,0 0 0 0 0,0 0 0 0 0,0 1 0 0 0,0-1 0 0 0,0 0 1 0 0,0 0-1 0 0,0 4 0 0 0,1 13-3527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4.7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14 2208 0 0,'0'0'8976'0'0,"0"-13"-3771"0"0,-1 19-4964 0 0,0 1 0 0 0,0-1 1 0 0,0 0-1 0 0,-1 0 0 0 0,0 0 0 0 0,0 0 0 0 0,-4 7 1 0 0,3-8-147 0 0,1 0 1 0 0,-1 1-1 0 0,1-1 0 0 0,1 1 1 0 0,-1 0-1 0 0,1-1 1 0 0,-1 7-1 0 0,2 34 156 0 0,0-41-107 0 0,19 14-22 0 0,27 26-58 0 0,-17-16 91 0 0,-29-28-159 0 0,0-1 1 0 0,0 0-1 0 0,1 0 0 0 0,-1 0 0 0 0,0 0 1 0 0,0 0-1 0 0,1 1 0 0 0,-1-1 1 0 0,0 0-1 0 0,0 0 0 0 0,0 1 0 0 0,0-1 1 0 0,1 0-1 0 0,-1 0 0 0 0,0 1 1 0 0,0-1-1 0 0,0 0 0 0 0,0 0 0 0 0,0 1 1 0 0,0-1-1 0 0,0 0 0 0 0,1 0 1 0 0,-1 1-1 0 0,0-1 0 0 0,0 0 0 0 0,0 1 1 0 0,0-1-1 0 0,0 0 0 0 0,0 0 1 0 0,0 1-1 0 0,-1-1 0 0 0,1 0 0 0 0,0 1 1 0 0,0-1-1 0 0,0 0 0 0 0,0 0 1 0 0,0 1-1 0 0,0-1 0 0 0,-1 0 0 0 0,1 1 7 0 0,0-1 0 0 0,0 1 0 0 0,0-1-1 0 0,-1 0 1 0 0,1 1 0 0 0,0-1-1 0 0,0 1 1 0 0,0-1 0 0 0,0 0 0 0 0,0 1-1 0 0,0-1 1 0 0,0 1 0 0 0,0-1-1 0 0,0 0 1 0 0,0 1 0 0 0,0-1 0 0 0,0 1-1 0 0,0-1 1 0 0,1 0 0 0 0,-1 1-1 0 0,0-1 1 0 0,0 1 0 0 0,0-1 0 0 0,0 0-1 0 0,1 1 1 0 0,-1-1 0 0 0,0 0-1 0 0,0 1 1 0 0,1-1 0 0 0,-1 0 0 0 0,0 1-1 0 0,1-1 1 0 0,-1 0 0 0 0,0 0 0 0 0,1 0-1 0 0,-1 1 1 0 0,0-1 0 0 0,2 0-1 0 0,1 3 46 0 0,-1-1-19 0 0,0 0 0 0 0,0 0 0 0 0,0 1 1 0 0,0-1-1 0 0,-1 0 0 0 0,1 1 0 0 0,0-1 1 0 0,-1 1-1 0 0,0-1 0 0 0,0 1 0 0 0,0 0 1 0 0,0 0-1 0 0,0-1 0 0 0,0 1 0 0 0,-1 0 1 0 0,1 0-1 0 0,-1 0 0 0 0,0 0 0 0 0,0 0 0 0 0,0 3 1 0 0,2 7-274 0 0,-2-12 252 0 0,0 0 0 0 0,0-1 0 0 0,0 1 0 0 0,0 0 0 0 0,-1-1 0 0 0,1 1 0 0 0,0 0 0 0 0,0-1 0 0 0,-1 1 0 0 0,1 0 0 0 0,0-1 0 0 0,-1 1 0 0 0,1 0 0 0 0,0-1 0 0 0,-1 1 0 0 0,1-1 0 0 0,-1 1 0 0 0,1-1 0 0 0,-1 1 0 0 0,1-1 0 0 0,-1 1 1 0 0,1-1-1 0 0,-1 1 0 0 0,0-1 0 0 0,1 0 0 0 0,-1 1 0 0 0,0-1 0 0 0,1 0 0 0 0,-1 0 0 0 0,0 0 0 0 0,1 1 0 0 0,-1-1 0 0 0,0 0 0 0 0,1 0 0 0 0,-1 0 0 0 0,-1 0 0 0 0,-1 0-28 0 0,0 0 0 0 0,1 1 0 0 0,-1 0 0 0 0,0-1 0 0 0,1 1 0 0 0,-1 0 0 0 0,0 0 0 0 0,1 0 0 0 0,-1 1 0 0 0,1-1 0 0 0,-1 1 0 0 0,-3 2 0 0 0,4-2-24 0 0,-1 0 0 0 0,1 0 0 0 0,-1-1 0 0 0,0 1 0 0 0,1-1 0 0 0,-1 0 0 0 0,0 0 0 0 0,0 0 0 0 0,0 0 0 0 0,0 0 0 0 0,0 0 0 0 0,-6 0 0 0 0,6-1-269 0 0,0 0 0 0 0,0 0 0 0 0,0 0 0 0 0,0 0 0 0 0,0-1 0 0 0,0 1 0 0 0,0-1 0 0 0,0 0 0 0 0,-2-1 0 0 0,3 1-47 0 0,1 0-1 0 0,-1-1 1 0 0,1 1-1 0 0,0 0 1 0 0,0-1 0 0 0,0 0-1 0 0,-1 1 1 0 0,2-1 0 0 0,-1 0-1 0 0,0 1 1 0 0,-1-4-1 0 0,-1-1-930 0 0,-13-13-6004 0 0,6 6 5507 0 0,7-3-41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4.9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65 2016 0 0,'0'0'3706'0'0,"0"-1"-3431"0"0,0 0-1 0 0,0 0 0 0 0,0 0 0 0 0,0 1 1 0 0,0-1-1 0 0,0 0 0 0 0,0 0 0 0 0,0 0 1 0 0,0 0-1 0 0,0 1 0 0 0,0-1 0 0 0,0 0 1 0 0,0 0-1 0 0,1 0 0 0 0,-1 1 0 0 0,0-1 1 0 0,1 0-1 0 0,0-1 0 0 0,5 2 93 0 0,-1 0 1 0 0,1-1-1 0 0,0 1 1 0 0,-1-1-1 0 0,1 0 1 0 0,-1-1-1 0 0,1 1 1 0 0,-1-1-1 0 0,6-3 1 0 0,-9 4-324 0 0,0 0 0 0 0,0 1 1 0 0,0-1-1 0 0,0 1 1 0 0,0 0-1 0 0,0-1 0 0 0,0 1 1 0 0,0 0-1 0 0,0 0 1 0 0,2 1-1 0 0,26-3 321 0 0,-26 0-309 0 0,11-1-349 0 0,-1 0 1 0 0,24-3 0 0 0,-32 6-397 0 0,-1 0-1 0 0,1-1 1 0 0,-1 0 0 0 0,1 0 0 0 0,-1 0 0 0 0,8-3 0 0 0,-9 2-326 0 0,0 1 0 0 0,0 0-1 0 0,0 0 1 0 0,1 0 0 0 0,-1 0 0 0 0,5 0-1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5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 2656 0 0,'0'0'5226'0'0,"-1"0"-5034"0"0,0 0 0 0 0,1-1 0 0 0,-1 1 0 0 0,1 0 0 0 0,-1 0 0 0 0,1 0 0 0 0,-1 0 0 0 0,0 0 0 0 0,1 0 0 0 0,-1 0 0 0 0,1 0 0 0 0,-1 1 0 0 0,1-1 0 0 0,-1 0 0 0 0,0 0 0 0 0,1 0 0 0 0,-1 1 0 0 0,1-1 0 0 0,-1 0 0 0 0,1 0 0 0 0,-1 1 0 0 0,0 0 0 0 0,1 0 6 0 0,0 0-1 0 0,0 0 1 0 0,-1 0-1 0 0,1 1 0 0 0,0-1 1 0 0,0 0-1 0 0,0 0 1 0 0,1 0-1 0 0,-1 1 1 0 0,0-1-1 0 0,0 0 0 0 0,1 0 1 0 0,-1 0-1 0 0,0 0 1 0 0,1 0-1 0 0,-1 0 0 0 0,1 1 1 0 0,0-1-1 0 0,-1 0 1 0 0,2 1-1 0 0,6 18 942 0 0,-8-18-1078 0 0,0-1 0 0 0,0 0 0 0 0,1 1 0 0 0,-1-1 0 0 0,1 1 0 0 0,-1-1 0 0 0,1 0 0 0 0,-1 1 0 0 0,1-1-1 0 0,0 0 1 0 0,0 0 0 0 0,0 0 0 0 0,0 1 0 0 0,0-1 0 0 0,0 0 0 0 0,0 0 0 0 0,0 0 0 0 0,0-1 0 0 0,0 1-1 0 0,0 0 1 0 0,3 1 0 0 0,6 6 461 0 0,0 10-64 0 0,88 83 536 0 0,-60-63-318 0 0,0-8-852 0 0,4 4 421 0 0,-38-31-299 0 0,0 1 1 0 0,-1-1-1 0 0,1 0 0 0 0,1-1 0 0 0,-1 1 1 0 0,0-1-1 0 0,0 0 0 0 0,1 0 0 0 0,0 0 1 0 0,-1 0-1 0 0,1-1 0 0 0,8 2 0 0 0,-12-3 0 0 0,-1 0 0 0 0,1 0 0 0 0,0 0 0 0 0,0 0 0 0 0,0 0 0 0 0,-1 0 0 0 0,1 0 0 0 0,0 0 0 0 0,0 1 0 0 0,-1-1 0 0 0,1 0 0 0 0,0 1 0 0 0,-1-1 0 0 0,1 0 0 0 0,0 1 0 0 0,-1-1 0 0 0,1 1 0 0 0,0-1-1 0 0,-1 1 1 0 0,1 0 0 0 0,-1-1 0 0 0,1 1 0 0 0,0 0 0 0 0,-1 0 7 0 0,1-1 0 0 0,-1 1 0 0 0,0-1 0 0 0,1 1 0 0 0,-1-1 0 0 0,0 1 0 0 0,1-1 0 0 0,-1 1 0 0 0,1-1 0 0 0,-1 0 0 0 0,1 1 0 0 0,-1-1-1 0 0,1 0 1 0 0,0 0 0 0 0,-1 1 0 0 0,1-1 0 0 0,-1 0 0 0 0,1 0 0 0 0,-1 0 0 0 0,1 0 0 0 0,0 0 0 0 0,-1 1 0 0 0,2-1 0 0 0,0 0-775 0 0,11 0-1485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5.4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208 42 1856 0 0,'-16'-41'20889'0'0,"17"53"-22339"0"0,-1-4 1800 0 0,1-3-256 0 0,-1 0 1 0 0,1 0-1 0 0,-1-1 1 0 0,0 1-1 0 0,-1 0 1 0 0,1 0-1 0 0,-1 0 1 0 0,-2 9-1 0 0,-8 6 91 0 0,3-6 25 0 0,1 1 1 0 0,-10 26-1 0 0,15-35-220 0 0,0 0-1 0 0,0 0 1 0 0,0-1-1 0 0,-1 1 0 0 0,1-1 1 0 0,-5 6-1 0 0,-5 11-267 0 0,11-19 260 0 0,0 0 0 0 0,0 0 0 0 0,0 0 0 0 0,-1 0 0 0 0,1 0 1 0 0,-1-1-1 0 0,0 1 0 0 0,1 0 0 0 0,-1-1 0 0 0,0 1 0 0 0,-1-1 0 0 0,-4 4 0 0 0,5-4-1 0 0,-1 0 1 0 0,1 1-1 0 0,-1-1 1 0 0,1 1-1 0 0,0 0 1 0 0,0-1-1 0 0,0 1 1 0 0,-2 5-1 0 0,-28 39-3378 0 0,16-26 664 0 0,2-1-1732 0 0,10 1-4726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5.6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3904 0 0,'0'0'13285'0'0,"0"3"-12165"0"0,-1 11-70 0 0,1-5-653 0 0,-1 0 0 0 0,2 0 0 0 0,-1-1-1 0 0,3 15 1 0 0,4-12-284 0 0,-6-10-93 0 0,0 1-1 0 0,-1-1 1 0 0,1 0-1 0 0,0 0 1 0 0,-1 1-1 0 0,1-1 1 0 0,-1 1-1 0 0,1-1 1 0 0,-1 0-1 0 0,0 1 1 0 0,0-1-1 0 0,1 1 1 0 0,-1-1-1 0 0,-1 4 1 0 0,1 4-33 0 0,0 0 0 0 0,0 0 0 0 0,0-1 0 0 0,1 1 1 0 0,1 0-1 0 0,-1 0 0 0 0,2 0 0 0 0,-1-1 0 0 0,1 1 1 0 0,0-1-1 0 0,1 1 0 0 0,0-1 0 0 0,0 0 0 0 0,7 9 1 0 0,24 42-3279 0 0,2 1-7893 0 0,-31-46 7419 0 0,7-12 448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6.0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50 134 1920 0 0,'0'0'9818'0'0,"0"1"-9730"0"0,0-1 0 0 0,0 1 0 0 0,1-1 0 0 0,-1 1 0 0 0,0 0 0 0 0,0-1 0 0 0,0 1 0 0 0,0-1 0 0 0,0 1 0 0 0,-1 0 0 0 0,1-1 0 0 0,0 1 0 0 0,0-1 0 0 0,0 1 0 0 0,0-1 0 0 0,-1 1 0 0 0,1 0 0 0 0,0-1 0 0 0,0 1 0 0 0,-1-1 0 0 0,0 1 0 0 0,-1 1 517 0 0,1-1-511 0 0,0-1-1 0 0,1 1 0 0 0,-1-1 1 0 0,0 0-1 0 0,1 1 1 0 0,-1 0-1 0 0,0-1 1 0 0,1 1-1 0 0,-1-1 1 0 0,1 1-1 0 0,-1 0 1 0 0,1-1-1 0 0,-1 1 1 0 0,1 0-1 0 0,-1 0 1 0 0,1-1-1 0 0,-1 1 1 0 0,1 0-1 0 0,0 0 1 0 0,0 0-1 0 0,0-1 1 0 0,-1 1-1 0 0,1 0 1 0 0,0 0-1 0 0,0 0 1 0 0,0 0-1 0 0,0 0 0 0 0,0-1 1 0 0,0 1-1 0 0,0 0 1 0 0,1 0-1 0 0,-1 0 1 0 0,0 0-1 0 0,0-1 1 0 0,1 1-1 0 0,-1 0 1 0 0,0 0-1 0 0,2 1 1 0 0,6 3 283 0 0,-8-5-369 0 0,1 0 0 0 0,-1 1 0 0 0,0-1 0 0 0,1 0 0 0 0,-1 0 0 0 0,0 1 0 0 0,1-1 0 0 0,-1 0 0 0 0,0 0 0 0 0,1 1 0 0 0,-1-1 0 0 0,0 0 0 0 0,0 1 0 0 0,1-1 0 0 0,-1 1 0 0 0,0-1 1 0 0,0 0-1 0 0,0 1 0 0 0,1-1 0 0 0,-1 1 0 0 0,0-1 0 0 0,0 0 0 0 0,0 1 0 0 0,0-1 0 0 0,0 1 0 0 0,0-1 0 0 0,0 0 0 0 0,0 1 0 0 0,0-1 0 0 0,0 1 0 0 0,0-1 0 0 0,0 1 0 0 0,0-1 0 0 0,-1 0 0 0 0,1 1 0 0 0,1 1-1 0 0,-1-1 0 0 0,1 0 0 0 0,-1 0 0 0 0,1 0-1 0 0,0 0 1 0 0,0 0 0 0 0,-1-1 0 0 0,1 1 0 0 0,0 0-1 0 0,0 0 1 0 0,0 0 0 0 0,0-1 0 0 0,0 1 0 0 0,0 0-1 0 0,0-1 1 0 0,1 1 0 0 0,-1-1 0 0 0,0 1 0 0 0,0-1-1 0 0,0 0 1 0 0,0 0 0 0 0,1 1 0 0 0,-1-1-1 0 0,0 0 1 0 0,0 0 0 0 0,0 0 0 0 0,1 0 0 0 0,1-1-1 0 0,12 5 245 0 0,-11 3-162 0 0,-3-7-90 0 0,-1 0-1 0 0,0 1 1 0 0,0-1-1 0 0,0 0 1 0 0,1 1-1 0 0,-1-1 1 0 0,0 0-1 0 0,0 1 1 0 0,1-1-1 0 0,-1 0 1 0 0,0 1-1 0 0,1-1 1 0 0,-1 0-1 0 0,0 0 1 0 0,1 1-1 0 0,-1-1 1 0 0,0 0-1 0 0,1 0 1 0 0,-1 0-1 0 0,1 1 1 0 0,-1-1-1 0 0,0 0 1 0 0,1 0 0 0 0,-1 0-1 0 0,1 0 1 0 0,-1 0-1 0 0,1 0 1 0 0,-1 0-1 0 0,0 0 1 0 0,2 0-1 0 0,0 0-131 0 0,3 3 213 0 0,1-1-52 0 0,0 0 1 0 0,0 0 0 0 0,0 0-1 0 0,0 0 1 0 0,1-1 0 0 0,-1 0-1 0 0,8 0 1 0 0,-12-1-93 0 0,1 0 165 0 0,4 0 129 0 0,-2 1-226 0 0,0-1-1 0 0,-1 1 1 0 0,1-1-1 0 0,0 0 1 0 0,0-1-1 0 0,-1 1 1 0 0,1-1-1 0 0,8-2 1 0 0,-6-4 214 0 0,-4 5-201 0 0,0 0 0 0 0,-1 0 0 0 0,1-1 0 0 0,-1 1 0 0 0,0-1 0 0 0,0 1 0 0 0,0-1-1 0 0,0 0 1 0 0,0 0 0 0 0,0 0 0 0 0,1-5 0 0 0,-3 7-19 0 0,0 0 1 0 0,1 0-1 0 0,-1 1 1 0 0,0-1-1 0 0,1 0 0 0 0,-1 0 1 0 0,0 0-1 0 0,1 0 0 0 0,-1 1 1 0 0,1-1-1 0 0,-1 0 0 0 0,1 0 1 0 0,0 1-1 0 0,-1-1 0 0 0,1 0 1 0 0,0 1-1 0 0,1-2 1 0 0,1-1 46 0 0,-1-4-54 0 0,0 1 0 0 0,-1-1 0 0 0,0 0-1 0 0,-1 1 1 0 0,1-1 0 0 0,-1 0 0 0 0,0 1 0 0 0,-3-12 0 0 0,2-7 454 0 0,1 23-413 0 0,0 0-1 0 0,-1 0 1 0 0,1 0 0 0 0,0 0 0 0 0,-1 0 0 0 0,0 0 0 0 0,1 0 0 0 0,-1 0-1 0 0,0 1 1 0 0,0-1 0 0 0,-2-2 0 0 0,-4-16 44 0 0,7 19-67 0 0,0 0 0 0 0,-1 0-1 0 0,1 0 1 0 0,-1 0-1 0 0,1 0 1 0 0,-1 0 0 0 0,1 0-1 0 0,-1 0 1 0 0,1 0 0 0 0,-1 0-1 0 0,0 1 1 0 0,0-1-1 0 0,1 0 1 0 0,-1 0 0 0 0,0 1-1 0 0,0-1 1 0 0,0 1 0 0 0,-1-1-1 0 0,-1-2 36 0 0,-1 0-31 0 0,0 1-1 0 0,0-1 1 0 0,0 1-1 0 0,0 0 0 0 0,-1 0 1 0 0,1 1-1 0 0,-1-1 0 0 0,0 1 1 0 0,1 0-1 0 0,-1 0 1 0 0,0 0-1 0 0,1 1 0 0 0,-1 0 1 0 0,0 0-1 0 0,0 0 1 0 0,0 0-1 0 0,1 1 0 0 0,-10 2 1 0 0,3-1-45 0 0,0 0 0 0 0,0 1-1 0 0,0 1 1 0 0,0 0 0 0 0,1 0 0 0 0,-16 10 0 0 0,16-7 10 0 0,1 0 0 0 0,0 1 1 0 0,-7 8-1 0 0,9-9-88 0 0,7-7 84 0 0,-1 1 1 0 0,1-1-1 0 0,0 0 1 0 0,-1 0 0 0 0,1 1-1 0 0,0-1 1 0 0,-1 0-1 0 0,1 1 1 0 0,0-1-1 0 0,0 1 1 0 0,-1-1 0 0 0,1 0-1 0 0,0 1 1 0 0,0-1-1 0 0,0 1 1 0 0,0-1 0 0 0,0 0-1 0 0,0 1 1 0 0,-1-1-1 0 0,1 1 1 0 0,0-1-1 0 0,0 1 1 0 0,0-1 0 0 0,0 1-1 0 0,0-1 1 0 0,1 1-1 0 0,-2 4-199 0 0,-3-2-123 0 0,3-2 243 0 0,0-1 0 0 0,0 1 0 0 0,1 0 0 0 0,-1-1 0 0 0,0 1 0 0 0,1 0 0 0 0,-1-1 0 0 0,0 1 0 0 0,1 0 0 0 0,-1 0 0 0 0,1-1 0 0 0,-1 1 0 0 0,1 0 0 0 0,0 0 0 0 0,-1 0-1 0 0,1 0 1 0 0,0 0 0 0 0,-1 0 0 0 0,1 0 0 0 0,0-1 0 0 0,0 1 0 0 0,0 0 0 0 0,0 0 0 0 0,0 0 0 0 0,0 0 0 0 0,0 0 0 0 0,0 0 0 0 0,0 0 0 0 0,1 0 0 0 0,-1 0 0 0 0,0 0-1 0 0,1 0 1 0 0,-1-1 0 0 0,0 1 0 0 0,1 0 0 0 0,0 1 0 0 0,0 1-568 0 0,0-1 0 0 0,0 1 0 0 0,1-1 0 0 0,-1 0 0 0 0,1 1 0 0 0,-1-1 0 0 0,1 0 0 0 0,0 0 0 0 0,0 0 0 0 0,-1 0 0 0 0,2 0 0 0 0,-1 0 0 0 0,0-1 0 0 0,4 3-1 0 0,10 10-2696 0 0,1 1 1146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6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 2720 0 0,'0'0'11760'0'0,"2"-3"-11056"0"0,0 2-600 0 0,-1-1 0 0 0,0 1 0 0 0,1 0 0 0 0,-1 0 0 0 0,1 0 0 0 0,-1 0 0 0 0,1 0 0 0 0,-1 0 0 0 0,1 0 0 0 0,0 1 0 0 0,-1-1 0 0 0,1 1-1 0 0,0-1 1 0 0,0 1 0 0 0,1-1 0 0 0,0 1 88 0 0,16 0 123 0 0,43-2-755 0 0,-38 1-4991 0 0,41-9 1 0 0,-46 7 2284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6.7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115 43 2560 0 0,'0'-19'9109'0'0,"0"19"-9037"0"0,0-1 1 0 0,1 1-1 0 0,-1-1 0 0 0,0 1 0 0 0,0-1 1 0 0,0 1-1 0 0,0 0 0 0 0,0-1 0 0 0,0 1 1 0 0,0-1-1 0 0,0 1 0 0 0,-1-1 0 0 0,1 1 1 0 0,0-1-1 0 0,0 1 0 0 0,0 0 1 0 0,0-1-1 0 0,-1 1 0 0 0,1-1 0 0 0,0 1 1 0 0,0 0-1 0 0,-1-1 0 0 0,1 1 0 0 0,0 0 1 0 0,-1-1-1 0 0,1 1 0 0 0,0 0 1 0 0,-1-1-1 0 0,1 1 0 0 0,0 0 0 0 0,-1 0 1 0 0,1-1-1 0 0,-1 1 0 0 0,1 0 0 0 0,-1 0 1 0 0,1 0-1 0 0,0 0 0 0 0,-1 0 1 0 0,1 0-1 0 0,-1-1 0 0 0,1 1 0 0 0,-1 0 1 0 0,1 0-1 0 0,-1 0 0 0 0,1 0 0 0 0,0 1 1 0 0,-1-1-1 0 0,0 0 0 0 0,-4-11 2104 0 0,4 11-2079 0 0,0 1 0 0 0,0-1 0 0 0,1 0 0 0 0,-1 0 0 0 0,0 1 0 0 0,0-1 0 0 0,1 0 0 0 0,-1 1-1 0 0,0-1 1 0 0,1 1 0 0 0,-1-1 0 0 0,0 1 0 0 0,1-1 0 0 0,-1 1 0 0 0,1-1 0 0 0,-1 1 0 0 0,1-1 0 0 0,-1 1 0 0 0,1 0 0 0 0,-1-1 0 0 0,1 1-1 0 0,-1 1 1 0 0,-9 24 1234 0 0,2-5-656 0 0,4-13-611 0 0,-1 4 65 0 0,-1 0 1 0 0,2 1-1 0 0,-6 19 0 0 0,-19 80 554 0 0,28-106-632 0 0,-1 0 0 0 0,1 0 1 0 0,1-1-1 0 0,-1 1 1 0 0,1 0-1 0 0,0 0 0 0 0,1 11 1 0 0,1 7 59 0 0,-2-22-112 0 0,0 1 0 0 0,0-1 0 0 0,1 0 0 0 0,-1 0 0 0 0,1 0 0 0 0,0 0 0 0 0,0 0 0 0 0,0 0 0 0 0,0-1 0 0 0,0 1 0 0 0,0 0 0 0 0,0 0 0 0 0,0-1 0 0 0,1 1 0 0 0,1 2 0 0 0,-1-3 5 0 0,-1 1 1 0 0,1-1-1 0 0,-1 1 0 0 0,0 0 1 0 0,1 0-1 0 0,-1 0 1 0 0,0 0-1 0 0,0 0 0 0 0,0 0 1 0 0,-1 0-1 0 0,1 0 0 0 0,0 0 1 0 0,-1 0-1 0 0,1 1 0 0 0,-1 2 1 0 0,1-4 8 0 0,-1 0 0 0 0,1 1 0 0 0,-1-1 0 0 0,1 0 0 0 0,-1 0 0 0 0,1 0 0 0 0,0 0 1 0 0,0 1-1 0 0,-1-1 0 0 0,1 0 0 0 0,0-1 0 0 0,0 1 0 0 0,0 0 0 0 0,0 0 0 0 0,0 0 0 0 0,0 0 1 0 0,1-1-1 0 0,-1 1 0 0 0,0-1 0 0 0,0 1 0 0 0,0-1 0 0 0,1 1 0 0 0,1 0 0 0 0,32 6 94 0 0,-30-7 16 0 0,27-3-155 0 0,-30 3 51 0 0,0-1 0 0 0,0 0-1 0 0,0 0 1 0 0,0 0 0 0 0,0 0 0 0 0,0 0 0 0 0,0 0 0 0 0,0 0 0 0 0,-1-1 0 0 0,1 1 0 0 0,-1-1 0 0 0,1 1 0 0 0,-1-1 0 0 0,1 0 0 0 0,-1 0 0 0 0,0 1 0 0 0,2-4 0 0 0,-3 5-22 0 0,0-1 0 0 0,0 1-1 0 0,0-1 1 0 0,0 1 0 0 0,0-1 0 0 0,0 1 0 0 0,0 0 0 0 0,0-1-1 0 0,0 1 1 0 0,0-1 0 0 0,0 1 0 0 0,1 0 0 0 0,-1-1 0 0 0,0 1-1 0 0,0 0 1 0 0,0-1 0 0 0,1 1 0 0 0,-1 0 0 0 0,0-1 0 0 0,1 1-1 0 0,-1 0 1 0 0,0-1 0 0 0,0 1 0 0 0,1 0 0 0 0,-1 0 0 0 0,0 0-1 0 0,1-1 1 0 0,-1 1 0 0 0,1 0 0 0 0,-1 0 0 0 0,0 0 0 0 0,1 0 0 0 0,0-1-1 0 0,-1 1 2 0 0,1 0-1 0 0,-1 0 0 0 0,0 0 0 0 0,1 0 0 0 0,-1 0 1 0 0,0 0-1 0 0,1-1 0 0 0,-1 1 0 0 0,1 0 0 0 0,-1 0 1 0 0,0-1-1 0 0,1 1 0 0 0,-1 0 0 0 0,0 0 0 0 0,0-1 1 0 0,1 1-1 0 0,-1 0 0 0 0,0-1 0 0 0,0 1 0 0 0,1 0 1 0 0,-1-1-1 0 0,0 1 0 0 0,0-1 0 0 0,0 1 0 0 0,0 0 1 0 0,0-1-1 0 0,1 1 0 0 0,-1-1 0 0 0,0 1 0 0 0,0 0 1 0 0,0-1-1 0 0,0 1 0 0 0,0-1 0 0 0,0-3 21 0 0,1 1 0 0 0,-1-1 0 0 0,1 0 0 0 0,0 1 0 0 0,0-1 0 0 0,1 1 0 0 0,-1 0 0 0 0,4-6 0 0 0,-4 6 2 0 0,0 2-28 0 0,0 0-1 0 0,-1 0 1 0 0,1 0 0 0 0,0 0 0 0 0,-1 0 0 0 0,1 0 0 0 0,-1 0 0 0 0,0 0 0 0 0,1 0 0 0 0,-1 0 0 0 0,0 0 0 0 0,0 0 0 0 0,1 0 0 0 0,-1 0 0 0 0,0 0 0 0 0,0 0 0 0 0,0 0 0 0 0,0 0 0 0 0,0 0 0 0 0,-1 0 0 0 0,1 0-1 0 0,0 0 1 0 0,0 0 0 0 0,-1 0 0 0 0,1 0 0 0 0,-1 0 0 0 0,1 0 0 0 0,-1 0 0 0 0,1 0 0 0 0,-1 0 0 0 0,1 0 0 0 0,-1 0 0 0 0,0 0 0 0 0,0 1 0 0 0,1-1 0 0 0,-2-1 0 0 0,1 2-35 0 0,0-1 1 0 0,0 0-1 0 0,1 1 1 0 0,-1-1 0 0 0,0 0-1 0 0,0 0 1 0 0,1 0-1 0 0,-1 0 1 0 0,1 0-1 0 0,-1 0 1 0 0,1 0 0 0 0,-1 0-1 0 0,1 0 1 0 0,0 0-1 0 0,-1 0 1 0 0,1 0-1 0 0,0 0 1 0 0,0-2 0 0 0,0 2-4 0 0,-1 0 1 0 0,1 1-1 0 0,0-1 1 0 0,0 0-1 0 0,0 0 1 0 0,-1 0-1 0 0,1 1 1 0 0,0-1 0 0 0,-1 0-1 0 0,1 0 1 0 0,0 1-1 0 0,-1-1 1 0 0,1 0-1 0 0,-1 1 1 0 0,0-1-1 0 0,1 0 1 0 0,-1 1 0 0 0,1-1-1 0 0,-1 1 1 0 0,0-1-1 0 0,1 1 1 0 0,-2-1-1 0 0,-43-23-3623 0 0,40 22 2799 0 0,0 1 0 0 0,1-1 0 0 0,-1 1 0 0 0,0 1-1 0 0,-1-1 1 0 0,1 1 0 0 0,0 0 0 0 0,0 0 0 0 0,0 0 0 0 0,0 1-1 0 0,0-1 1 0 0,0 1 0 0 0,0 0 0 0 0,0 1 0 0 0,0-1 0 0 0,1 1 0 0 0,-1 0-1 0 0,-4 3 1 0 0,3-2-1071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7.9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1120 0 0,'7'0'11434'0'0,"-1"0"-10143"0"0,-3 0-1115 0 0,16 0 459 0 0,68 0 714 0 0,47 0-139 0 0,-132 0-1194 0 0,-1 0-1 0 0,1 1 0 0 0,0-1 0 0 0,0 0 0 0 0,-1 1 0 0 0,1-1 0 0 0,0 1 0 0 0,-1-1 0 0 0,1 1 0 0 0,0 0 0 0 0,-1 0 0 0 0,2 1 0 0 0,-1-1 12 0 0,-1 0 1 0 0,1 0 0 0 0,0 0-1 0 0,-1 0 1 0 0,1-1 0 0 0,0 1-1 0 0,-1-1 1 0 0,1 1 0 0 0,0-1-1 0 0,0 1 1 0 0,0-1-1 0 0,1 0 1 0 0,42 2 235 0 0,-19-1-63 0 0,0-1 1 0 0,51-6-1 0 0,-71 5-186 0 0,37-4 312 0 0,54-2 1 0 0,-93 7-301 0 0,0 0 1 0 0,-1 0-1 0 0,1 0 0 0 0,0-1 1 0 0,-1 0-1 0 0,1 0 1 0 0,-1 0-1 0 0,7-3 0 0 0,-6 3-14 0 0,0-1 1 0 0,0 1-1 0 0,0 0 0 0 0,0 0 0 0 0,0 0 0 0 0,0 1 0 0 0,0-1 0 0 0,8 1 0 0 0,115 0 858 0 0,-4 0-566 0 0,351 0 757 0 0,-349 13-976 0 0,-114-11-4 0 0,-1 0-1 0 0,1-2 0 0 0,-1 1 0 0 0,14-2 0 0 0,-2 0-262 0 0,-15 1 198 0 0,0 0-1 0 0,0-1 1 0 0,1 0-1 0 0,-1 0 1 0 0,8-3-1 0 0,16-2 79 0 0,82 3-23 0 0,-84 3-260 0 0,439 0 1128 0 0,-215 0-1184 0 0,-251 0 274 0 0,0 0-1 0 0,0 0 1 0 0,1 0 0 0 0,-1 1 0 0 0,0-1 0 0 0,0 1 0 0 0,0-1 0 0 0,1 1 0 0 0,-1 0-1 0 0,0-1 1 0 0,4 3 0 0 0,-4-1-44 0 0,1-1 1 0 0,0 0-1 0 0,0 0 1 0 0,0 0-1 0 0,0 0 0 0 0,0 0 1 0 0,1 0-1 0 0,-1-1 0 0 0,0 0 1 0 0,0 0-1 0 0,6 0 0 0 0,395 0 442 0 0,-401 0-304 0 0,16 0 186 0 0,16 0-1436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40.9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82 2080 0 0,'0'-8'1413'0'0,"0"5"-1049"0"0,0 0-1 0 0,1 0 1 0 0,-1 1 0 0 0,0-1-1 0 0,0 0 1 0 0,-1 0-1 0 0,1 1 1 0 0,-1-1-1 0 0,1 0 1 0 0,-1 0-1 0 0,0 1 1 0 0,0-1-1 0 0,0 1 1 0 0,0-1-1 0 0,0 1 1 0 0,-1-1-1 0 0,-3-3 1 0 0,5 5-297 0 0,0 1-1 0 0,-1 0 1 0 0,1-1-1 0 0,0 1 1 0 0,-1-1 0 0 0,1 1-1 0 0,0 0 1 0 0,0-1-1 0 0,-1 1 1 0 0,1-1-1 0 0,0 1 1 0 0,0-1 0 0 0,0 1-1 0 0,-1-1 1 0 0,1 1-1 0 0,0-1 1 0 0,0 1 0 0 0,0-1-1 0 0,0 1 1 0 0,0-1-1 0 0,0 1 1 0 0,0-1-1 0 0,0 1 1 0 0,0-1 0 0 0,0 1-1 0 0,1-1 1 0 0,-1 1-1 0 0,0 0 1 0 0,0-1 0 0 0,0 1-1 0 0,1-1 1 0 0,-1 1-1 0 0,0-1 1 0 0,0 1-1 0 0,1-1 1 0 0,-1 1 0 0 0,0 0-1 0 0,1-1 1 0 0,-1 1-1 0 0,0 0 1 0 0,1-1 0 0 0,-1 1-1 0 0,1 0 1 0 0,-1 0-1 0 0,0-1 1 0 0,1 1 0 0 0,-1 0-1 0 0,1 0 1 0 0,-1 0-1 0 0,1-1 1 0 0,1 1 1 0 0,-1 0 0 0 0,0 0-1 0 0,0-1 1 0 0,0 1 0 0 0,1 0 0 0 0,-1 0 0 0 0,0 0 0 0 0,0 0 0 0 0,1 0-1 0 0,-1 1 1 0 0,0-1 0 0 0,0 0 0 0 0,0 0 0 0 0,0 1 0 0 0,1-1 0 0 0,-1 1-1 0 0,0-1 1 0 0,0 1 0 0 0,0 0 0 0 0,0-1 0 0 0,0 1 0 0 0,0 0 0 0 0,0-1-1 0 0,0 1 1 0 0,-1 0 0 0 0,1 0 0 0 0,1 2 0 0 0,70 82 1297 0 0,-66-80-1313 0 0,-1 1-1 0 0,-1-1 1 0 0,1 1-1 0 0,-1 0 1 0 0,0 0-1 0 0,-1 0 1 0 0,4 8-1 0 0,19 31 193 0 0,-16-30-117 0 0,-1 1 0 0 0,14 30 0 0 0,-1 2 297 0 0,83 214 435 0 0,-69-164-683 0 0,-25-71-175 0 0,-2 1 1 0 0,-1 0-1 0 0,-1 1 0 0 0,-1-1 1 0 0,-2 1-1 0 0,0 1 0 0 0,-2 45 1 0 0,-2 170 430 0 0,-1-231-424 0 0,-1 0 1 0 0,0 0 0 0 0,-1 0 0 0 0,0 0-1 0 0,-1 0 1 0 0,-1-1 0 0 0,-9 21-1 0 0,5-13 35 0 0,5-12-115 0 0,-1 0 0 0 0,0 0 0 0 0,0-1 0 0 0,-1 0 0 0 0,0 0 0 0 0,-1 0 0 0 0,1-1 0 0 0,-2 1 0 0 0,1-2 0 0 0,-1 1 0 0 0,0-1 0 0 0,0 0 0 0 0,-1-1 0 0 0,1 0 0 0 0,-14 6 0 0 0,16-9-433 0 0,-1 0 1 0 0,1 0 0 0 0,0 0-1 0 0,0 0 1 0 0,-9 0 0 0 0,-67 1-12020 0 0,71-3 10906 0 0,-5 0 189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43.1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1 607 3168 0 0,'0'0'5130'0'0,"0"20"737"0"0,0-13-5450 0 0,1 0 1 0 0,0 0-1 0 0,0 1 0 0 0,0-1 1 0 0,1 0-1 0 0,1 0 0 0 0,-1 0 0 0 0,1-1 1 0 0,0 1-1 0 0,0 0 0 0 0,6 6 1 0 0,-8-9-335 0 0,1 0 0 0 0,0-1 0 0 0,0 1 0 0 0,0 0 0 0 0,1-1 1 0 0,-1 0-1 0 0,1 0 0 0 0,0 1 0 0 0,0-2 0 0 0,0 1 0 0 0,0 0 0 0 0,0 0 0 0 0,1-1 1 0 0,-1 0-1 0 0,1 0 0 0 0,3 2 0 0 0,10 6 139 0 0,-13-8-184 0 0,-1 1 0 0 0,1-1 0 0 0,0 0 0 0 0,0 0 0 0 0,-1-1 0 0 0,1 1 0 0 0,0-1 0 0 0,0 1 0 0 0,1-1 0 0 0,3 0 0 0 0,-6-1-25 0 0,-1 0-1 0 0,1 0 1 0 0,0 1-1 0 0,0-1 1 0 0,-1 0-1 0 0,1 1 1 0 0,0 0-1 0 0,-1-1 1 0 0,1 1-1 0 0,0 0 1 0 0,-1 0-1 0 0,3 1 1 0 0,-2-1 2 0 0,-1 0 0 0 0,1 0 0 0 0,-1 0 0 0 0,1 0 0 0 0,-1 0 0 0 0,1-1 0 0 0,0 1 0 0 0,-1-1 0 0 0,1 1 0 0 0,0-1-1 0 0,-1 0 1 0 0,4 1 0 0 0,91-1 540 0 0,-94 0-546 0 0,0-1 0 0 0,-1 1-1 0 0,1 0 1 0 0,0 0 0 0 0,-1-1 0 0 0,1 1 0 0 0,0-1-1 0 0,-1 0 1 0 0,1 1 0 0 0,-1-1 0 0 0,1 0 0 0 0,2-2 0 0 0,-3 2 2 0 0,1 0 1 0 0,-1 0 0 0 0,1 1-1 0 0,-1-1 1 0 0,1 0 0 0 0,-1 0-1 0 0,1 1 1 0 0,0-1 0 0 0,-1 1 0 0 0,1 0-1 0 0,0-1 1 0 0,3 1 0 0 0,-4 0-4 0 0,1 0 1 0 0,0 0-1 0 0,0 0 1 0 0,0-1 0 0 0,-1 1-1 0 0,1-1 1 0 0,0 1-1 0 0,0-1 1 0 0,-1 1-1 0 0,1-1 1 0 0,0 0 0 0 0,-1 0-1 0 0,1 0 1 0 0,-1 0-1 0 0,1 0 1 0 0,-1 0-1 0 0,0 0 1 0 0,1-1 0 0 0,1-2-1 0 0,6-3 2 0 0,10-9 51 0 0,-1 0 0 0 0,29-33 0 0 0,-42 42-29 0 0,0 0 0 0 0,0 0 0 0 0,0 0 0 0 0,-1 0 0 0 0,0-1-1 0 0,0 0 1 0 0,-1 1 0 0 0,0-1 0 0 0,0-1 0 0 0,-1 1 0 0 0,0 0 0 0 0,-1-1-1 0 0,2-12 1 0 0,-3-32 3 0 0,1-1 39 0 0,-2 1 0 0 0,-13-85-1 0 0,13 115-50 0 0,-3-8 24 0 0,1 20-15 0 0,-15-33 42 0 0,-14-15-58 0 0,30 55 19 0 0,1 1 1 0 0,-1 0-1 0 0,0-1 0 0 0,0 1 0 0 0,0 0 0 0 0,-1 0 1 0 0,1 0-1 0 0,-1 0 0 0 0,1 0 0 0 0,-1 0 1 0 0,0 1-1 0 0,0-1 0 0 0,0 1 0 0 0,0 0 0 0 0,-1 0 1 0 0,1 0-1 0 0,-6-2 0 0 0,5 2-15 0 0,-1 0 0 0 0,1 0 0 0 0,0 0 0 0 0,-1-1 1 0 0,1 0-1 0 0,1 0 0 0 0,-7-5 0 0 0,8 6-15 0 0,0 0 0 0 0,0 1 0 0 0,-1-1 0 0 0,1 1 0 0 0,0 0 0 0 0,-1 0 0 0 0,1 0 0 0 0,0 0 0 0 0,-1 0 0 0 0,0 0 0 0 0,1 1 0 0 0,-1-1 0 0 0,-4 1 0 0 0,-45 0 128 0 0,39 1-168 0 0,0 0 1 0 0,-1-1-1 0 0,-21-3 0 0 0,-15-8 40 0 0,37 9 115 0 0,0 1-1 0 0,-25 1 1 0 0,19 1-180 0 0,18-1 74 0 0,-1 0-1 0 0,1 1 1 0 0,0 0 0 0 0,0-1-1 0 0,0 1 1 0 0,0 0 0 0 0,0-1 0 0 0,0 1-1 0 0,0 0 1 0 0,1 0 0 0 0,-1 0-1 0 0,0 0 1 0 0,0 0 0 0 0,1 0 0 0 0,-1 0-1 0 0,0 0 1 0 0,1 0 0 0 0,-1 0-1 0 0,1 0 1 0 0,-1 1 0 0 0,1-1 0 0 0,0 0-1 0 0,0 0 1 0 0,-1 0 0 0 0,1 1-1 0 0,0-1 1 0 0,0 3 0 0 0,2-4-32 0 0,1 1 1 0 0,-1 0-1 0 0,0-1 1 0 0,1 1-1 0 0,-1-1 1 0 0,0 0-1 0 0,1 0 0 0 0,-1 0 1 0 0,0 0-1 0 0,4-1 1 0 0,0 1-265 0 0,-1 1 273 0 0,1 0 0 0 0,-1 1 1 0 0,0 0-1 0 0,0 0 0 0 0,9 4 0 0 0,-12-5 20 0 0,-1 0 0 0 0,1-1 0 0 0,-1 1 1 0 0,1-1-1 0 0,0 1 0 0 0,-1-1 0 0 0,1 1 0 0 0,0-1 0 0 0,0 0 1 0 0,-1 0-1 0 0,1 0 0 0 0,0 0 0 0 0,-1 0 0 0 0,4-1 1 0 0,7 0-31 0 0,68 14-125 0 0,-25-11 225 0 0,-23-3-68 0 0,0 3 0 0 0,-1 0 0 0 0,39 9 1 0 0,-60-9-47 0 0,0 0 1 0 0,0-1-1 0 0,0-1 1 0 0,0 1-1 0 0,-1-1 1 0 0,12-2-1 0 0,9 1 79 0 0,225 1 66 0 0,-252 0-181 0 0,34-1 33 0 0,-23 2 152 0 0,-8 1-37 0 0,-6-3-63 0 0,1 1 0 0 0,-1 0 0 0 0,1-1 1 0 0,-1 1-1 0 0,1-1 0 0 0,-1 1 0 0 0,1-1 1 0 0,-1 1-1 0 0,1-1 0 0 0,-1 1 0 0 0,0-1 0 0 0,1 1 1 0 0,-1-1-1 0 0,0 1 0 0 0,1-1 0 0 0,-1 0 0 0 0,0 1 1 0 0,0-1-1 0 0,0 1 0 0 0,1-1 0 0 0,-1 0 0 0 0,0 1 1 0 0,0-1-1 0 0,0 0 0 0 0,0 1 0 0 0,0-1 0 0 0,0 0 1 0 0,0 1-1 0 0,-1-1 0 0 0,1 0 0 0 0,-1-1 22 0 0,0 1 0 0 0,1 0 0 0 0,-1 0 0 0 0,0 0 0 0 0,0 0 0 0 0,0 0 0 0 0,0 0 0 0 0,-1 0 0 0 0,1 0 1 0 0,0 1-1 0 0,0-1 0 0 0,-1 0 0 0 0,1 1 0 0 0,0-1 0 0 0,-1 1 0 0 0,1-1 0 0 0,0 1 0 0 0,-1-1 0 0 0,1 1 0 0 0,-1 0 0 0 0,1 0 0 0 0,-2 0 0 0 0,0 0 69 0 0,1-3 26 0 0,-3 1-79 0 0,1-1 1 0 0,-1 1-1 0 0,1 1 0 0 0,-1-1 1 0 0,0 1-1 0 0,1-1 0 0 0,-1 1 1 0 0,0 1-1 0 0,0-1 0 0 0,0 1 1 0 0,0-1-1 0 0,0 1 0 0 0,-9 2 1 0 0,-1-2-171 0 0,13 0 612 0 0,1 0-525 0 0,0 0 1 0 0,0 0-1 0 0,0 0 0 0 0,1-1 0 0 0,-1 1 0 0 0,0 0 1 0 0,0 0-1 0 0,0 0 0 0 0,1 0 0 0 0,-1 1 0 0 0,0-1 1 0 0,0 0-1 0 0,1 0 0 0 0,-1 0 0 0 0,0 1 0 0 0,0-1 1 0 0,1 0-1 0 0,-1 1 0 0 0,-1 0 0 0 0,2 62 506 0 0,0-51-394 0 0,0-12-81 0 0,0 1-1 0 0,0 0 0 0 0,0 0 1 0 0,0-1-1 0 0,0 1 1 0 0,0 0-1 0 0,0 0 1 0 0,0 0-1 0 0,0-1 0 0 0,0 1 1 0 0,0 0-1 0 0,1 0 1 0 0,-1-1-1 0 0,0 1 1 0 0,1 0-1 0 0,-1-1 0 0 0,1 1 1 0 0,-1 0-1 0 0,0-1 1 0 0,1 1-1 0 0,-1 0 0 0 0,1-1 1 0 0,0 1-1 0 0,-1-1 1 0 0,1 1-1 0 0,1 0 1 0 0,-2-1 1 0 0,1 0 0 0 0,-1 1 0 0 0,1-1 0 0 0,-1 1 0 0 0,1-1 0 0 0,-1 0 0 0 0,1 1 1 0 0,-1-1-1 0 0,1 1 0 0 0,-1-1 0 0 0,0 1 0 0 0,1 0 0 0 0,-1-1 0 0 0,0 1 0 0 0,1-1 1 0 0,-1 1-1 0 0,0 0 0 0 0,0-1 0 0 0,0 1 0 0 0,1-1 0 0 0,-1 1 0 0 0,0 0 0 0 0,0-1 0 0 0,0 1 1 0 0,0 0-1 0 0,0 1 0 0 0,-1-2 7 0 0,1 1 0 0 0,0 0 1 0 0,0 0-1 0 0,1-1 0 0 0,-1 1 1 0 0,0 0-1 0 0,0 0 0 0 0,0-1 1 0 0,0 1-1 0 0,1 0 0 0 0,-1-1 1 0 0,0 1-1 0 0,1 0 0 0 0,-1-1 1 0 0,0 1-1 0 0,1 0 0 0 0,-1-1 1 0 0,1 1-1 0 0,-1-1 0 0 0,1 1 0 0 0,0-1 1 0 0,-1 1-1 0 0,1-1 0 0 0,0 1 1 0 0,0 0-8 0 0,-1-1 0 0 0,1 0 0 0 0,-1 1 0 0 0,1-1 0 0 0,-1 0 0 0 0,0 1 0 0 0,1-1 0 0 0,-1 1 0 0 0,1-1 0 0 0,-1 0 0 0 0,0 1 0 0 0,1-1 0 0 0,-1 1 0 0 0,0-1 0 0 0,0 1 0 0 0,1 0 0 0 0,-1-1 0 0 0,0 1 0 0 0,0-1 0 0 0,0 1 0 0 0,0-1 0 0 0,0 1 0 0 0,0 1 0 0 0,1-1-6 0 0,-1 0 0 0 0,0-1-1 0 0,0 1 1 0 0,1 0 0 0 0,-1 0-1 0 0,0 0 1 0 0,1 0 0 0 0,-1 0-1 0 0,1-1 1 0 0,-1 1-1 0 0,1 0 1 0 0,-1 0 0 0 0,1-1-1 0 0,0 1 1 0 0,-1 0 0 0 0,1-1-1 0 0,1 2 1 0 0,2 1-11 0 0,1 29 94 0 0,13 10 172 0 0,6 28-218 0 0,-7-19 133 0 0,-4-12 7 0 0,-6-17-97 0 0,1 0 0 0 0,14 25 0 0 0,31 96 75 0 0,-45-118-288 0 0,-2 10 355 0 0,-1-27-191 0 0,-4-7-20 0 0,0 1 0 0 0,0-1 1 0 0,-1 1-1 0 0,1-1 0 0 0,0 1 1 0 0,-1-1-1 0 0,1 1 0 0 0,-1-1 1 0 0,1 1-1 0 0,-1 0 0 0 0,1-1 0 0 0,-1 1 1 0 0,0 1-1 0 0,0-1-16 0 0,0 0-1 0 0,0 0 0 0 0,1-1 1 0 0,-1 1-1 0 0,0-1 1 0 0,1 1-1 0 0,-1 0 0 0 0,1-1 1 0 0,0 1-1 0 0,-1-1 1 0 0,1 1-1 0 0,0-1 0 0 0,0 1 1 0 0,0-1-1 0 0,0 0 1 0 0,0 1-1 0 0,2 1 0 0 0,-2-3 6 0 0,-1 1-1 0 0,1-1 1 0 0,-1 1-1 0 0,0 0 1 0 0,1-1-1 0 0,-1 1 0 0 0,0 0 1 0 0,1-1-1 0 0,-1 1 1 0 0,0 0-1 0 0,0 0 1 0 0,1-1-1 0 0,-1 1 0 0 0,0 0 1 0 0,0 0-1 0 0,0-1 1 0 0,0 1-1 0 0,0 1 1 0 0,0 7 17 0 0,1-5-11 0 0,0-1 1 0 0,0 0-1 0 0,0 0 0 0 0,0 0 0 0 0,0 0 0 0 0,0 0 1 0 0,1 0-1 0 0,-1-1 0 0 0,1 1 0 0 0,0 0 0 0 0,0-1 1 0 0,0 1-1 0 0,0-1 0 0 0,5 4 0 0 0,-6 4-90 0 0,-2-9 86 0 0,1 0 0 0 0,0 0 0 0 0,0 0 0 0 0,0 0 0 0 0,0 0-1 0 0,0 0 1 0 0,0 0 0 0 0,0 0 0 0 0,0 0 0 0 0,0 0 0 0 0,0 0 0 0 0,0 0-1 0 0,1 0 1 0 0,-1 0 0 0 0,0 0 0 0 0,1-1 0 0 0,-1 1 0 0 0,1 0 0 0 0,-1 0-1 0 0,1 0 1 0 0,0 1 0 0 0,0-2-5 0 0,0 1 0 0 0,0-1 0 0 0,0 1 0 0 0,0-1-1 0 0,0 1 1 0 0,-1-1 0 0 0,1 1 0 0 0,0 0 0 0 0,0 0 0 0 0,-1-1 0 0 0,1 1 0 0 0,0 0-1 0 0,-1 0 1 0 0,1 0 0 0 0,-1 0 0 0 0,1 0 0 0 0,-1 0 0 0 0,0 0 0 0 0,1 1-1 0 0,-1-2 2 0 0,0 1-1 0 0,0-1 0 0 0,0 1 0 0 0,0-1 0 0 0,0 1 0 0 0,0-1 1 0 0,0 1-1 0 0,0-1 0 0 0,0 1 0 0 0,0-1 0 0 0,0 1 0 0 0,1-1 1 0 0,-1 1-1 0 0,0-1 0 0 0,0 1 0 0 0,1-1 0 0 0,-1 0 0 0 0,0 1 0 0 0,0-1 1 0 0,1 1-1 0 0,-1-1 0 0 0,0 0 0 0 0,1 1 0 0 0,-1-1 0 0 0,1 0 1 0 0,-1 1-1 0 0,1-1 0 0 0,-1 0 0 0 0,0 0 0 0 0,1 1 0 0 0,-1-1 1 0 0,1 0-1 0 0,-1 0 0 0 0,1 0 0 0 0,-1 0 0 0 0,1 0 0 0 0,-1 1 0 0 0,1-1 1 0 0,-1 0-1 0 0,1 0 0 0 0,0-1 0 0 0,2 1-42 0 0,-3 1-11 0 0,-1-1 42 0 0,1 1 1 0 0,0-1-1 0 0,0 1 1 0 0,0-1-1 0 0,0 1 0 0 0,0-1 1 0 0,0 1-1 0 0,0-1 1 0 0,0 0-1 0 0,0 1 1 0 0,0-1-1 0 0,0 1 1 0 0,0-1-1 0 0,0 1 0 0 0,0-1 1 0 0,0 1-1 0 0,0-1 1 0 0,0 1-1 0 0,0-1 1 0 0,1 1-1 0 0,-1-1 0 0 0,0 0 1 0 0,0 1-1 0 0,1-1 1 0 0,-1 1-1 0 0,0-1 1 0 0,1 0-1 0 0,-1 1 0 0 0,0-1 1 0 0,1 0-1 0 0,-1 0 1 0 0,0 1-1 0 0,1-1 1 0 0,-1 0-1 0 0,1 0 0 0 0,-1 1 1 0 0,0-1-1 0 0,1 0 1 0 0,-1 0-1 0 0,1 0 1 0 0,-1 0-1 0 0,1 0 0 0 0,-1 1 1 0 0,1-1-1 0 0,-1 0 1 0 0,1 0-1 0 0,-1 0 1 0 0,1 0-1 0 0,-1 0 1 0 0,1-1-1 0 0,0 1 31 0 0,2 0-335 0 0,13-64-26552 0 0,-16 48 26366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44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121 16 1152 0 0,'0'0'923'0'0,"19"0"2570"0"0,7 0-1883 0 0,-23 0-1183 0 0,-1 0-96 0 0,60 0 6677 0 0,-62 1-6974 0 0,0 0 1 0 0,0 0 0 0 0,0-1-1 0 0,1 1 1 0 0,-1 0 0 0 0,0 0-1 0 0,0-1 1 0 0,0 1 0 0 0,-1 0-1 0 0,1 0 1 0 0,0-1 0 0 0,0 1-1 0 0,0 0 1 0 0,0 0 0 0 0,-1-1-1 0 0,1 1 1 0 0,0 0 0 0 0,-1-1-1 0 0,0 2 1 0 0,-9-2-81 0 0,4-1 121 0 0,0 1-1 0 0,0 0 0 0 0,0 0 1 0 0,0 1-1 0 0,0-1 0 0 0,-7 3 1 0 0,8 2-98 0 0,5-4 21 0 0,-1 0 1 0 0,0 0-1 0 0,0 0 1 0 0,-1 0 0 0 0,1-1-1 0 0,0 1 1 0 0,0 0-1 0 0,0-1 1 0 0,0 1-1 0 0,-1-1 1 0 0,1 1-1 0 0,0-1 1 0 0,0 1 0 0 0,-1-1-1 0 0,1 0 1 0 0,0 0-1 0 0,-1 0 1 0 0,1 0-1 0 0,0 0 1 0 0,-1 0 0 0 0,1 0-1 0 0,0 0 1 0 0,-1 0-1 0 0,-1-1 1 0 0,-111 1 92 0 0,103 0 111 0 0,4-2-4 0 0,6 2-196 0 0,28 2 102 0 0,-18-2-155 0 0,1-1 1 0 0,0 0-1 0 0,-1-1 0 0 0,0 0 1 0 0,18-6-1 0 0,-22 7 87 0 0,0 0-1 0 0,-1 0 1 0 0,1 1-1 0 0,0-1 1 0 0,-1 1 0 0 0,1 0-1 0 0,0 0 1 0 0,8 2-1 0 0,-10-1-44 0 0,1-1 0 0 0,-1 1-1 0 0,1-1 1 0 0,-1 0 0 0 0,1 0-1 0 0,-1 0 1 0 0,1 0 0 0 0,-1-1-1 0 0,1 1 1 0 0,-1-1-1 0 0,7-2 1 0 0,-5 0-3 0 0,0 1-1 0 0,0 0 0 0 0,0 1 1 0 0,0-1-1 0 0,0 1 1 0 0,1 0-1 0 0,-1 0 0 0 0,0 1 1 0 0,1-1-1 0 0,6 1 1 0 0,41-13 166 0 0,-7 10-259 0 0,-20 4 221 0 0,-87-1-2184 0 0,-1 0-10744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47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 65 1120 0 0,'0'0'1125'0'0,"0"-1"-1090"0"0,0 1 0 0 0,0-1-1 0 0,-1 1 1 0 0,1-1 0 0 0,0 0-1 0 0,0 1 1 0 0,0-1 0 0 0,0 1-1 0 0,0-1 1 0 0,0 0 0 0 0,1 1-1 0 0,-1-1 1 0 0,0 1 0 0 0,0-1-1 0 0,0 1 1 0 0,1-1 0 0 0,-1 0-1 0 0,0 1 1 0 0,0-1 0 0 0,1 1-1 0 0,0-1 1 0 0,5-3 124 0 0,-5 4-52 0 0,-1 0-1 0 0,0 0 0 0 0,1-1 1 0 0,-1 1-1 0 0,1 0 1 0 0,-1 0-1 0 0,0-1 0 0 0,1 1 1 0 0,-1 0-1 0 0,1-1 1 0 0,-1 1-1 0 0,0 0 0 0 0,0-1 1 0 0,1 1-1 0 0,-1 0 1 0 0,0-1-1 0 0,0 1 0 0 0,1-1 1 0 0,-1 1-1 0 0,0-1 0 0 0,0 1 1 0 0,0 0-1 0 0,0-1 1 0 0,1 1-1 0 0,-1-1 0 0 0,0 1 1 0 0,0-1-1 0 0,0 1 1 0 0,0-1-1 0 0,0 1 0 0 0,0-1 1 0 0,0 1-1 0 0,-1-1 1 0 0,1 1-1 0 0,0-1 0 0 0,0 0 1 0 0,14-13 517 0 0,-12 12 480 0 0,-2-4-642 0 0,0 6-372 0 0,1-1 0 0 0,-1 1 1 0 0,0 0-1 0 0,0-1 0 0 0,0 1 0 0 0,0 0 1 0 0,0-1-1 0 0,0 1 0 0 0,0 0 0 0 0,0 0 1 0 0,0-1-1 0 0,0 1 0 0 0,0 0 0 0 0,0-1 1 0 0,0 1-1 0 0,0 0 0 0 0,0-1 0 0 0,0 1 1 0 0,0 0-1 0 0,0-1 0 0 0,0 1 0 0 0,-1 0 1 0 0,1-1-1 0 0,0 1 0 0 0,0 0 0 0 0,0 0 1 0 0,-1-1-1 0 0,1 1 0 0 0,0 0 0 0 0,0 0 1 0 0,-1-1-1 0 0,1 1 0 0 0,0 0 0 0 0,-2 0 10 0 0,0 0 0 0 0,0 0 0 0 0,0 0-1 0 0,0 0 1 0 0,1 1 0 0 0,-1-1 0 0 0,0 1-1 0 0,0-1 1 0 0,1 1 0 0 0,-1 0 0 0 0,0 0-1 0 0,1-1 1 0 0,-1 1 0 0 0,1 0 0 0 0,-1 1-1 0 0,1-1 1 0 0,-1 0 0 0 0,1 0 0 0 0,0 1-1 0 0,0-1 1 0 0,-3 3 0 0 0,1 2-45 0 0,0 0-1 0 0,0 1 1 0 0,0-1 0 0 0,-2 12-1 0 0,-2 2 236 0 0,-14 46 187 0 0,-19 98 0 0 0,34-71-258 0 0,4-64-178 0 0,-3 15 67 0 0,2 1 0 0 0,2-1 0 0 0,2 1 0 0 0,9 59 0 0 0,12-24-117 0 0,-14-53 13 0 0,0-3 11 0 0,0-1 1 0 0,2 0-1 0 0,0 0 1 0 0,2-1-1 0 0,1 0 1 0 0,0-1-1 0 0,1 0 1 0 0,2-1-1 0 0,0-1 1 0 0,32 29-1 0 0,-38-37 21 0 0,-3-4-6 0 0,0 0 0 0 0,1 0 1 0 0,-1-1-1 0 0,1 0 0 0 0,1-1 0 0 0,-1 1 1 0 0,15 5-1 0 0,52 27-100 0 0,-51-26-993 0 0,0-2 0 0 0,0 0 0 0 0,1-2 0 0 0,0 0 0 0 0,1-2 0 0 0,35 5 0 0 0,-36-7-722 0 0,71 12-6236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54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66 1504 0 0,'0'0'1488'0'0,"3"-17"4736"0"0,-3 17-6207 0 0,1 0 0 0 0,-1 0 1 0 0,1 0-1 0 0,-1 0 0 0 0,1 0 0 0 0,-1 0 1 0 0,1 0-1 0 0,-1 0 0 0 0,1 0 0 0 0,-1 0 1 0 0,1 0-1 0 0,-1-1 0 0 0,1 1 0 0 0,-1 0 1 0 0,1 0-1 0 0,-1-1 0 0 0,1 1 1 0 0,-1 0-1 0 0,0 0 0 0 0,1-1 0 0 0,-1 1 1 0 0,1-1-1 0 0,-1 1 0 0 0,0 0 0 0 0,1-1 1 0 0,-1 1-1 0 0,0-1 0 0 0,0 1 1 0 0,1 0-1 0 0,-1-1 0 0 0,0 1 0 0 0,0-1 1 0 0,0 1-1 0 0,0-1 0 0 0,1 1 0 0 0,-1-1 1 0 0,0 1-1 0 0,0-1 0 0 0,0 1 0 0 0,0-1 1 0 0,0 0-1 0 0,0 0 9 0 0,1 1 0 0 0,-1 0-1 0 0,0-1 1 0 0,1 1 0 0 0,-1 0 0 0 0,1-1 0 0 0,-1 1-1 0 0,1 0 1 0 0,0 0 0 0 0,-1 0 0 0 0,1-1 0 0 0,-1 1-1 0 0,1 0 1 0 0,-1 0 0 0 0,1 0 0 0 0,-1 0 0 0 0,1 0-1 0 0,0 0 1 0 0,-1 0 0 0 0,1 0 0 0 0,-1 0 0 0 0,1 0-1 0 0,-1 1 1 0 0,2-1 0 0 0,-1 0 32 0 0,1 1 1 0 0,-1-1-1 0 0,0 0 0 0 0,1 0 1 0 0,-1 0-1 0 0,0 0 0 0 0,1-1 1 0 0,-1 1-1 0 0,0 0 0 0 0,1 0 0 0 0,-1-1 1 0 0,0 1-1 0 0,2-2 0 0 0,0 1 13 0 0,0-1-1 0 0,0 0 0 0 0,0 1 1 0 0,0-1-1 0 0,0 1 0 0 0,0 0 1 0 0,0 0-1 0 0,1 0 0 0 0,-1 0 1 0 0,0 1-1 0 0,1 0 0 0 0,-1-1 1 0 0,0 1-1 0 0,1 0 0 0 0,5 1 1 0 0,-7-1-34 0 0,1 0 75 0 0,12-2 64 0 0,-6-3-110 0 0,-8 4-50 0 0,0 0 0 0 0,0 0 0 0 0,1 0 0 0 0,-1 0 0 0 0,1 1 0 0 0,-1-1-1 0 0,1 0 1 0 0,-1 1 0 0 0,1-1 0 0 0,-1 1 0 0 0,1 0 0 0 0,-1-1 0 0 0,1 1 0 0 0,0 0 0 0 0,-1 0 0 0 0,1 0 0 0 0,-1 0-1 0 0,1 0 1 0 0,0 0 0 0 0,-1 1 0 0 0,1-1 0 0 0,-1 0 0 0 0,4 2 0 0 0,-3-1-15 0 0,0-1 9 0 0,0 1 0 0 0,0 0 0 0 0,-1 0 0 0 0,1 0 0 0 0,0 0 0 0 0,0 0 0 0 0,0 0 0 0 0,-1 0 0 0 0,1 1 0 0 0,0-1 0 0 0,-1 0 0 0 0,1 1 0 0 0,-1 0 0 0 0,0-1 0 0 0,1 1 0 0 0,-1 0 0 0 0,1 2 0 0 0,-1-3-6 0 0,-1 0-1 0 0,0 0 0 0 0,1 0 1 0 0,-1 0-1 0 0,1 0 1 0 0,-1 0-1 0 0,1 0 1 0 0,-1 0-1 0 0,1 0 0 0 0,0 0 1 0 0,-1 0-1 0 0,1-1 1 0 0,0 1-1 0 0,0 0 0 0 0,-1-1 1 0 0,1 1-1 0 0,0 0 1 0 0,1 0-1 0 0,1 1-4 0 0,1 2 7 0 0,-1 0 1 0 0,0 0-1 0 0,-1 0 0 0 0,1 0 0 0 0,0 1 0 0 0,-1-1 0 0 0,0 1 0 0 0,0-1 1 0 0,1 8-1 0 0,-1-6 12 0 0,-1-4-19 0 0,0 0 0 0 0,0 0 0 0 0,-1 0 0 0 0,1 0 0 0 0,-1 0-1 0 0,1 0 1 0 0,-1 0 0 0 0,0 0 0 0 0,0 0 0 0 0,0 0 0 0 0,0 3 0 0 0,1 5-12 0 0,9 17-3 0 0,-7 29 53 0 0,-3-39-31 0 0,1-14-6 0 0,-1 0 0 0 0,1 0 0 0 0,-1 0 0 0 0,0 1 0 0 0,0-1 0 0 0,0 0 0 0 0,-1 0 0 0 0,1 0 0 0 0,-1 0 0 0 0,0 1 0 0 0,0-1 0 0 0,0 0 0 0 0,0 0-1 0 0,0 0 1 0 0,-1-1 0 0 0,1 1 0 0 0,-4 5 0 0 0,4-7 0 0 0,0 0 0 0 0,1 0 0 0 0,-1 0 0 0 0,1 0 1 0 0,-1 0-1 0 0,1 0 0 0 0,0 0 0 0 0,-1 0 0 0 0,1 0 0 0 0,0 0 0 0 0,0 0 0 0 0,0 0 0 0 0,0 0 0 0 0,0 0 0 0 0,0 0 0 0 0,0 0 0 0 0,0 0 0 0 0,0 2 0 0 0,-1 11-1 0 0,-3-7-11 0 0,3-6 14 0 0,0 1-1 0 0,0 0 1 0 0,0-1 0 0 0,0 1 0 0 0,0 0-1 0 0,1-1 1 0 0,-1 1 0 0 0,1 0 0 0 0,-1 0 0 0 0,1-1-1 0 0,-1 1 1 0 0,1 3 0 0 0,0-4-2 0 0,0-1 0 0 0,0 1 1 0 0,0-1-1 0 0,0 1 0 0 0,0 0 0 0 0,0-1 1 0 0,0 1-1 0 0,0 0 0 0 0,0-1 0 0 0,0 1 0 0 0,-1-1 1 0 0,1 1-1 0 0,0 0 0 0 0,0-1 0 0 0,-1 1 1 0 0,1-1-1 0 0,0 1 0 0 0,-1-1 0 0 0,1 1 1 0 0,-1-1-1 0 0,1 1 0 0 0,0-1 0 0 0,-1 1 0 0 0,1-1 1 0 0,-1 0-1 0 0,0 1 0 0 0,0 0 3 0 0,0-1 0 0 0,1 1 0 0 0,-1-1 0 0 0,1 1 0 0 0,-1-1 0 0 0,0 1 0 0 0,1-1 0 0 0,-1 1 0 0 0,1-1-1 0 0,0 1 1 0 0,-1 0 0 0 0,1-1 0 0 0,-1 1 0 0 0,1 0 0 0 0,0 0 0 0 0,0-1 0 0 0,-1 1 0 0 0,1 0 0 0 0,0 0 0 0 0,0-1 0 0 0,0 1 0 0 0,0 0 0 0 0,0 0-1 0 0,0 0 1 0 0,0-1 0 0 0,0 2 0 0 0,-3 2 5 0 0,0 0 0 0 0,-1 0 0 0 0,0 0 0 0 0,1 0 0 0 0,-1-1 0 0 0,-1 0 0 0 0,1 0 0 0 0,0 0 0 0 0,-1 0 0 0 0,0-1 0 0 0,1 0 0 0 0,-1 1 0 0 0,-9 1 0 0 0,-81-4 211 0 0,92 0-223 0 0,1-1 1 0 0,0 1-1 0 0,0-1 1 0 0,0 0-1 0 0,0 1 0 0 0,0-1 1 0 0,0 0-1 0 0,0 0 1 0 0,0-1-1 0 0,0 1 1 0 0,0 0-1 0 0,1 0 0 0 0,-1-1 1 0 0,0 1-1 0 0,1-1 1 0 0,-1 0-1 0 0,-1-3 0 0 0,-1 1 5 0 0,-1-2 63 0 0,5 6-63 0 0,0 0 0 0 0,0-1-1 0 0,0 1 1 0 0,0-1 0 0 0,0 1 0 0 0,1-1 0 0 0,-1 1-1 0 0,0-1 1 0 0,0 1 0 0 0,0-1 0 0 0,-1 1 0 0 0,1-1 0 0 0,0 1-1 0 0,0-1 1 0 0,0 1 0 0 0,0 0 0 0 0,0-1 0 0 0,0 1-1 0 0,-1-1 1 0 0,1 1 0 0 0,0-1 0 0 0,0 1 0 0 0,-1 0 0 0 0,1-1-1 0 0,0 1 1 0 0,-1-1 0 0 0,1 1 0 0 0,0 0 0 0 0,-1 0-1 0 0,1-1 1 0 0,0 1 0 0 0,-1 0 0 0 0,1-1 0 0 0,-1 1 0 0 0,1 0-1 0 0,0 0 1 0 0,-1 0 0 0 0,-6-4 43 0 0,7 4-44 0 0,-1-1 0 0 0,1 1 1 0 0,0 0-1 0 0,0 0 0 0 0,0-1 1 0 0,-1 1-1 0 0,1 0 0 0 0,0-1 0 0 0,0 1 1 0 0,0 0-1 0 0,0-1 0 0 0,0 1 1 0 0,0 0-1 0 0,0-1 0 0 0,0 1 1 0 0,0 0-1 0 0,0-1 0 0 0,0 1 1 0 0,0 0-1 0 0,0-1 0 0 0,0 1 1 0 0,0 0-1 0 0,0-1 0 0 0,0 1 1 0 0,0 0-1 0 0,0-1 0 0 0,1 1 1 0 0,-1 0-1 0 0,0 0 0 0 0,0-1 1 0 0,0 1-1 0 0,1-1 0 0 0,4 0-6 0 0,-5 2 3 0 0,1-1 0 0 0,-1 0 0 0 0,1 0 1 0 0,-1 0-1 0 0,1 0 0 0 0,-1 0 1 0 0,1 0-1 0 0,-1 0 0 0 0,0 0 0 0 0,1-1 1 0 0,-1 1-1 0 0,1 0 0 0 0,-1 0 1 0 0,1 0-1 0 0,-1 0 0 0 0,1 0 0 0 0,-1-1 1 0 0,0 1-1 0 0,1 0 0 0 0,-1 0 1 0 0,0-1-1 0 0,1 1 0 0 0,-1 0 0 0 0,0-1 1 0 0,1 1-1 0 0,-1-1 0 0 0,3-1 10 0 0,0 0-1 0 0,0 1 0 0 0,0-1 0 0 0,0 1 1 0 0,0 0-1 0 0,0 0 0 0 0,0 0 1 0 0,0 0-1 0 0,1 0 0 0 0,-1 0 0 0 0,0 1 1 0 0,0 0-1 0 0,1 0 0 0 0,-1 0 1 0 0,0 0-1 0 0,6 1 0 0 0,-7-1 5 0 0,13 1-34 0 0,-1 0 0 0 0,1 1 0 0 0,16 4 1 0 0,-18-3 22 0 0,24 8-70 0 0,-34-9 69 0 0,0-1 0 0 0,0 0 0 0 0,0 0-1 0 0,1 0 1 0 0,-1-1 0 0 0,0 1 0 0 0,0-1 0 0 0,7 1 0 0 0,-10-2 1 0 0,1 1-1 0 0,-1 0 1 0 0,1 0 0 0 0,-1 0-1 0 0,1 0 1 0 0,-1 0 0 0 0,1 0-1 0 0,-1 0 1 0 0,1 0 0 0 0,-1 0-1 0 0,0 0 1 0 0,1 0 0 0 0,-1 0-1 0 0,1 0 1 0 0,-1 0 0 0 0,1 1-1 0 0,-1-1 1 0 0,0 0 0 0 0,1 0-1 0 0,-1 0 1 0 0,1 1 0 0 0,-1-1-1 0 0,0 0 1 0 0,1 0 0 0 0,-1 1 0 0 0,0-1-1 0 0,1 0 1 0 0,-1 1 0 0 0,0-1-1 0 0,1 0 1 0 0,-1 1 0 0 0,0-1-1 0 0,0 1 1 0 0,1 0 0 0 0,5 5-28 0 0,22-3 14 0 0,-28-3 13 0 0,1 0 0 0 0,0 0-1 0 0,-1 0 1 0 0,1 0 0 0 0,0 0 0 0 0,-1 0 0 0 0,1 1 0 0 0,0-1 0 0 0,-1 0 0 0 0,1 0 0 0 0,0 0 0 0 0,-1 0 0 0 0,1 1 0 0 0,-1-1 0 0 0,1 0 0 0 0,0 1 0 0 0,-1-1 0 0 0,1 1 0 0 0,-1-1 0 0 0,1 0 0 0 0,-1 1 0 0 0,1-1 0 0 0,-1 1 0 0 0,0-1 0 0 0,1 2 0 0 0,0-1-4 0 0,-1-1 1 0 0,1 1 0 0 0,-1-1 0 0 0,1 1-1 0 0,-1 0 1 0 0,1-1 0 0 0,0 1-1 0 0,-1-1 1 0 0,1 1 0 0 0,0-1-1 0 0,-1 0 1 0 0,1 1 0 0 0,0-1 0 0 0,0 0-1 0 0,-1 1 1 0 0,1-1 0 0 0,0 0-1 0 0,0 0 1 0 0,-1 0 0 0 0,1 1-1 0 0,0-1 1 0 0,0 0 0 0 0,0 0 0 0 0,0 0-1 0 0,1-1 1 0 0,40 1-1009 0 0,-42 0 992 0 0,1 0 1 0 0,-1 0 0 0 0,1 0-1 0 0,-1 0 1 0 0,0 0 0 0 0,1 0-1 0 0,-1 1 1 0 0,1-1 0 0 0,-1 0-1 0 0,0 0 1 0 0,1 0 0 0 0,-1 0-1 0 0,1 0 1 0 0,-1 1 0 0 0,0-1-1 0 0,1 0 1 0 0,-1 0 0 0 0,0 1-1 0 0,1-1 1 0 0,-1 0 0 0 0,0 0-1 0 0,0 1 1 0 0,1-1 0 0 0,-1 0-1 0 0,0 1 1 0 0,0-1 0 0 0,1 1-1 0 0,-1-1 1 0 0,0 0 0 0 0,0 1-1 0 0,0-1 1 0 0,0 0 0 0 0,0 2-1 0 0,1-2-20 0 0,-1 0 0 0 0,0 1 0 0 0,0-1 0 0 0,0 1 0 0 0,0-1 0 0 0,0 0 0 0 0,1 1 0 0 0,-1-1 0 0 0,0 1 0 0 0,0-1 0 0 0,0 0 0 0 0,1 1 0 0 0,-1-1 0 0 0,0 0 0 0 0,1 0 0 0 0,-1 1 0 0 0,0-1 0 0 0,1 0 0 0 0,-1 0 0 0 0,0 1 0 0 0,1-1 0 0 0,-1 0 0 0 0,0 0 0 0 0,1 0 0 0 0,-1 1 0 0 0,1-1 0 0 0,-1 0 0 0 0,0 0 0 0 0,1 0 0 0 0,-1 0 0 0 0,1 0 0 0 0,-1 0 0 0 0,1 0 0 0 0,45 0-8540 0 0,-30 0 6448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56.0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14 1568 0 0,'0'0'6240'0'0,"0"-13"-2555"0"0,0 39-1925 0 0,0-23-1467 0 0,0 15 539 0 0,0-11-538 0 0,0-4-226 0 0,-1 0 1 0 0,1 1-1 0 0,0-1 0 0 0,0 0 0 0 0,0 0 0 0 0,1 0 1 0 0,-1 1-1 0 0,1-1 0 0 0,1 4 0 0 0,5-4 76 0 0,-2 2-24 0 0,-4 24 166 0 0,-1-27-264 0 0,1 0 0 0 0,-1 0 1 0 0,1-1-1 0 0,-1 1 1 0 0,1 0-1 0 0,-1 0 0 0 0,1-1 1 0 0,0 1-1 0 0,0 0 1 0 0,0-1-1 0 0,0 1 0 0 0,0-1 1 0 0,0 0-1 0 0,2 3 1 0 0,-2-1 16 0 0,0 0 0 0 0,0 0 0 0 0,0 0 0 0 0,0 0 1 0 0,-1 0-1 0 0,0 0 0 0 0,0 0 0 0 0,0 0 1 0 0,0 0-1 0 0,0 0 0 0 0,-1 6 0 0 0,0 2 34 0 0,2 5 70 0 0,0-7 70 0 0,-3-21-179 0 0,15 10 88 0 0,-8-25-127 0 0,31-15 158 0 0,-25 27-19 0 0,25-26 0 0 0,-35 40-128 0 0,0-1-3 0 0,0 1 1 0 0,1 0 0 0 0,-1 0 0 0 0,0 0 0 0 0,0 0 0 0 0,1 0 0 0 0,-1 0 0 0 0,0 0-1 0 0,1 0 1 0 0,-1 0 0 0 0,1 1 0 0 0,-1-1 0 0 0,1 1 0 0 0,0-1 0 0 0,-1 1-1 0 0,1 0 1 0 0,2-1 0 0 0,-3 1-4 0 0,-1 0 1 0 0,1 0-1 0 0,-1 0 0 0 0,1 0 1 0 0,0 0-1 0 0,-1 0 1 0 0,1 0-1 0 0,-1 0 0 0 0,1 0 1 0 0,-1 0-1 0 0,1 0 0 0 0,-1-1 1 0 0,1 1-1 0 0,-1 0 0 0 0,1 0 1 0 0,-1-1-1 0 0,1 1 0 0 0,-1 0 1 0 0,0-1-1 0 0,1 1 0 0 0,-1 0 1 0 0,1-1-1 0 0,-1 1 0 0 0,0-1 1 0 0,1 1-1 0 0,-1 0 0 0 0,0-1 1 0 0,1 1-1 0 0,-1-1 0 0 0,0 1 1 0 0,0-1-1 0 0,0 1 0 0 0,1-1 1 0 0,-1 1-1 0 0,0-1 0 0 0,0 0 1 0 0,0 1-1 0 0,0-1 0 0 0,0 1 1 0 0,0-1-1 0 0,0 1 0 0 0,0-1 1 0 0,0 1-1 0 0,0-1 0 0 0,0 1 1 0 0,-1-2-1 0 0,22 4 68 0 0,-13-1-51 0 0,-3 5-38 0 0,9 5-6 0 0,15 15 11 0 0,-27-17 127 0 0,-1-2-111 0 0,12-4-95 0 0,-12-1 101 0 0,0 0 0 0 0,-1 0 0 0 0,1 0-1 0 0,-1 0 1 0 0,1 1 0 0 0,-1-1 0 0 0,0 0-1 0 0,0 0 1 0 0,0 1 0 0 0,0-1 0 0 0,-1 2-1 0 0,1 2-4 0 0,0-1 17 0 0,0-4-12 0 0,1 0 0 0 0,-1-1-1 0 0,0 1 1 0 0,0 0 0 0 0,0 0 0 0 0,1-1 0 0 0,-1 1-1 0 0,0 0 1 0 0,0 0 0 0 0,0-1 0 0 0,0 1 0 0 0,-1 0-1 0 0,1 0 1 0 0,0-1 0 0 0,0 1 0 0 0,0 0-1 0 0,0 0 1 0 0,-1-1 0 0 0,1 1 0 0 0,0 0 0 0 0,-1-1-1 0 0,1 1 1 0 0,-1 0 0 0 0,1-1 0 0 0,-1 1 0 0 0,1-1-1 0 0,-1 1 1 0 0,1-1 0 0 0,-1 1 0 0 0,1-1-1 0 0,-1 1 1 0 0,0-1 0 0 0,1 1 0 0 0,-1-1 0 0 0,0 0-1 0 0,1 1 1 0 0,-1-1 0 0 0,0 0 0 0 0,1 0 0 0 0,-1 1-1 0 0,-1-1 1 0 0,-1 0 218 0 0,6-3-272 0 0,8-7 165 0 0,-8 4-122 0 0,-3 5 5 0 0,0 0 1 0 0,-1 0-1 0 0,1 0 1 0 0,0 0-1 0 0,0 0 0 0 0,0 0 1 0 0,0 0-1 0 0,0 0 0 0 0,0 0 1 0 0,1 0-1 0 0,-1-1 0 0 0,0 1 1 0 0,1 0-1 0 0,-1 0 0 0 0,0 0 1 0 0,1 1-1 0 0,-1-1 1 0 0,1 0-1 0 0,-1 0 0 0 0,1 0 1 0 0,0 0-1 0 0,-1 0 0 0 0,1 0 1 0 0,0 1-1 0 0,0-1 0 0 0,1 0 1 0 0,1-3 16 0 0,-1 1-7 0 0,1-1 1 0 0,-1 1 0 0 0,0-1-1 0 0,1 1 1 0 0,0 0 0 0 0,0 0-1 0 0,0 0 1 0 0,0 0 0 0 0,1 0-1 0 0,-1 1 1 0 0,1 0 0 0 0,-1-1-1 0 0,1 1 1 0 0,4-1 0 0 0,6-7 7 0 0,-14 9-19 0 0,1 0-1 0 0,0 0 1 0 0,-1 1 0 0 0,1-1 0 0 0,0 0 0 0 0,0 1 0 0 0,0-1-1 0 0,0 1 1 0 0,0-1 0 0 0,0 1 0 0 0,-1 0 0 0 0,1-1 0 0 0,0 1-1 0 0,0 0 1 0 0,0-1 0 0 0,0 1 0 0 0,0 0 0 0 0,0 0 0 0 0,2 0-1 0 0,-3 0 2 0 0,1 0-1 0 0,0 0 0 0 0,-1 0 0 0 0,1 0 0 0 0,-1 0 0 0 0,1 0 0 0 0,0 0 0 0 0,-1 0 0 0 0,1 0 1 0 0,-1 0-1 0 0,1 0 0 0 0,0-1 0 0 0,-1 1 0 0 0,1 0 0 0 0,-1-1 0 0 0,1 1 0 0 0,-1 0 0 0 0,1-1 0 0 0,-1 1 1 0 0,1 0-1 0 0,-1-1 0 0 0,1 1 0 0 0,-1-1 0 0 0,1 1 0 0 0,-1-1 0 0 0,0 1 0 0 0,1-2 0 0 0,0 2 1 0 0,-1-1 0 0 0,0 0 0 0 0,1 1 0 0 0,-1-1 0 0 0,1 1 0 0 0,-1-1 0 0 0,1 1 0 0 0,-1-1 0 0 0,1 1 0 0 0,0-1 0 0 0,-1 1 0 0 0,1-1 0 0 0,0 1 0 0 0,-1 0 0 0 0,1-1-1 0 0,0 1 1 0 0,-1 0 0 0 0,1 0 0 0 0,0-1 0 0 0,0 1 0 0 0,-1 0 0 0 0,1 0 0 0 0,0 0 0 0 0,0 0 0 0 0,-1 0 0 0 0,1 0 0 0 0,1 0 0 0 0,57 0-43 0 0,-58 1 46 0 0,0-1 0 0 0,0 0 0 0 0,0 1-1 0 0,0-1 1 0 0,0 1 0 0 0,0-1 0 0 0,-1 1 0 0 0,1-1 0 0 0,0 1-1 0 0,0 0 1 0 0,0 0 0 0 0,-1-1 0 0 0,1 1 0 0 0,0 0 0 0 0,-1 0 0 0 0,1 0-1 0 0,0-1 1 0 0,-1 1 0 0 0,1 0 0 0 0,-1 0 0 0 0,0 0 0 0 0,1 0-1 0 0,-1 0 1 0 0,0 0 0 0 0,0 0 0 0 0,1 2 0 0 0,2 5 5 0 0,3-3-25 0 0,4 9 40 0 0,-6-7-5 0 0,-2-6-12 0 0,-1 1 0 0 0,-1-1 0 0 0,1 1 0 0 0,0-1-1 0 0,0 1 1 0 0,0 0 0 0 0,-1-1 0 0 0,1 1 0 0 0,-1 0 0 0 0,1-1 0 0 0,-1 1 0 0 0,0 0 0 0 0,0 1 0 0 0,0-2-7 0 0,0-1 1 0 0,0 1-1 0 0,0-1 0 0 0,0 1 0 0 0,-1-1 1 0 0,1 0-1 0 0,0 1 0 0 0,0-1 0 0 0,0 1 1 0 0,0-1-1 0 0,0 1 0 0 0,0-1 1 0 0,1 1-1 0 0,-1-1 0 0 0,0 0 0 0 0,0 1 1 0 0,0-1-1 0 0,0 1 0 0 0,0-1 0 0 0,1 0 1 0 0,-1 1-1 0 0,0-1 0 0 0,0 1 0 0 0,1-1 1 0 0,-1 0-1 0 0,0 1 0 0 0,0-1 1 0 0,1 0-1 0 0,-1 0 0 0 0,0 1 0 0 0,1-1 1 0 0,-1 0-1 0 0,1 0 0 0 0,-1 1 0 0 0,1-1 1 0 0,6 6-29 0 0,-4 25 57 0 0,-3 12-257 0 0,0-41 112 0 0,0-1-224 0 0,0 0 310 0 0,0 0-1 0 0,0-1 1 0 0,-1 1-1 0 0,1-1 1 0 0,0 1 0 0 0,0-1-1 0 0,1 1 1 0 0,-1 0-1 0 0,0-1 1 0 0,0 1-1 0 0,0-1 1 0 0,0 1-1 0 0,0-1 1 0 0,1 1-1 0 0,-1-1 1 0 0,0 1-1 0 0,0-1 1 0 0,1 2-1 0 0,0-1-91 0 0,9 2-234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56.9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1376 0 0,'0'0'2469'0'0,"0"0"-2201"0"0,0-1-1 0 0,0 0 1 0 0,-1 1-1 0 0,1-1 1 0 0,0 0-1 0 0,0 0 0 0 0,0 0 1 0 0,0 1-1 0 0,0-1 1 0 0,0 0-1 0 0,1 0 1 0 0,-1 1-1 0 0,0-1 1 0 0,0 0-1 0 0,1 1 1 0 0,-1-1-1 0 0,0 0 0 0 0,1 0 1 0 0,0 0-1 0 0,4 1-138 0 0,-4-1 234 0 0,0 1 1 0 0,1 0-1 0 0,-1 0 1 0 0,0 0-1 0 0,0 0 0 0 0,0 0 1 0 0,1 0-1 0 0,-1 1 1 0 0,0-1-1 0 0,0 0 1 0 0,0 1-1 0 0,1-1 0 0 0,-1 0 1 0 0,0 1-1 0 0,2 1 1 0 0,0 7-590 0 0,-3-7 412 0 0,0 2-26 0 0,0-3-155 0 0,0 0 0 0 0,-1 0 1 0 0,1-1-1 0 0,0 1 0 0 0,0 0 1 0 0,0 0-1 0 0,0 0 1 0 0,0-1-1 0 0,0 1 0 0 0,1 0 1 0 0,-1 0-1 0 0,0-1 0 0 0,0 1 1 0 0,0 0-1 0 0,1 0 0 0 0,-1-1 1 0 0,0 1-1 0 0,1 1 1 0 0,1 0 23 0 0,0 1 0 0 0,0 0 0 0 0,-1 0 0 0 0,1 0 0 0 0,-1 0 0 0 0,0 0 0 0 0,0 1 0 0 0,0-1 0 0 0,0 0 0 0 0,-1 0 0 0 0,1 1 0 0 0,-1-1 0 0 0,0 0 0 0 0,0 1 1 0 0,0-1-1 0 0,-1 6 0 0 0,1-8-17 0 0,0 0-2 0 0,0 0 0 0 0,0 0 0 0 0,0-1-1 0 0,0 1 1 0 0,0 0 0 0 0,0-1 0 0 0,0 1 0 0 0,0 0 0 0 0,0 0-1 0 0,1-1 1 0 0,-1 1 0 0 0,0 0 0 0 0,0-1 0 0 0,1 1-1 0 0,-1-1 1 0 0,1 1 0 0 0,-1 0 0 0 0,0-1 0 0 0,1 1 0 0 0,-1-1-1 0 0,1 1 1 0 0,-1-1 0 0 0,1 1 0 0 0,1 0 0 0 0,-2-1-5 0 0,1 0 0 0 0,-1 1 1 0 0,1-1-1 0 0,-1 1 0 0 0,1-1 1 0 0,-1 1-1 0 0,1-1 0 0 0,-1 1 1 0 0,1-1-1 0 0,-1 1 0 0 0,1 0 1 0 0,-1-1-1 0 0,0 1 0 0 0,0 0 1 0 0,1-1-1 0 0,-1 1 0 0 0,0 0 1 0 0,0-1-1 0 0,0 1 0 0 0,0 0 1 0 0,1 0-1 0 0,-1-1 0 0 0,0 1 1 0 0,-1 1-1 0 0,1 43 299 0 0,14-40-208 0 0,-10 15 152 0 0,-5-15 165 0 0,1-17-178 0 0,5 4-166 0 0,-1 3-87 0 0,0-3 37 0 0,1 1-1 0 0,0 0 0 0 0,0 0 0 0 0,0 0 0 0 0,1 1 1 0 0,0 0-1 0 0,12-10 0 0 0,-4 6-29 0 0,-13 9 15 0 0,0 0 0 0 0,-1 1 0 0 0,1-1 0 0 0,0 0 0 0 0,0 1 1 0 0,-1-1-1 0 0,1 1 0 0 0,0-1 0 0 0,0 1 0 0 0,0-1 0 0 0,0 1 0 0 0,0 0 0 0 0,-1-1 0 0 0,1 1 1 0 0,0 0-1 0 0,2-1 0 0 0,3-1 86 0 0,-5 1-86 0 0,0 0-1 0 0,0 0 0 0 0,0 0 0 0 0,0 0 0 0 0,0 0 1 0 0,-1 0-1 0 0,1 0 0 0 0,0 0 0 0 0,0 0 0 0 0,-1 0 0 0 0,1-1 1 0 0,-1 1-1 0 0,1 0 0 0 0,-1 0 0 0 0,1-1 0 0 0,-1 1 1 0 0,0 0-1 0 0,0-1 0 0 0,1-1 0 0 0,-1 3-4 0 0,0-1 0 0 0,0 1 0 0 0,0 0 1 0 0,0 0-1 0 0,0 0 0 0 0,0 0 0 0 0,0-1 0 0 0,0 1 0 0 0,0 0 0 0 0,0 0 0 0 0,0 0 1 0 0,0 0-1 0 0,0 0 0 0 0,0-1 0 0 0,0 1 0 0 0,0 0 0 0 0,0 0 0 0 0,0 0 0 0 0,0 0 0 0 0,0 0 1 0 0,0-1-1 0 0,0 1 0 0 0,1 0 0 0 0,-1 0 0 0 0,0 0 0 0 0,0 0 0 0 0,0 0 0 0 0,0 0 1 0 0,0 0-1 0 0,0 0 0 0 0,1 0 0 0 0,-1-1 0 0 0,0 1 0 0 0,0 0 0 0 0,0 0 0 0 0,0 0 0 0 0,0 0 1 0 0,1 0-1 0 0,-1 0 0 0 0,0 0 0 0 0,0 0 0 0 0,0 0 0 0 0,0 0 0 0 0,1 0 0 0 0,-1 0 1 0 0,0 0-1 0 0,0 0 0 0 0,0 0 0 0 0,0 0 0 0 0,0 0 0 0 0,1 1 0 0 0,-1-1 0 0 0,0 0 0 0 0,21 0 55 0 0,-20 0-52 0 0,1-1 1 0 0,-1 1-1 0 0,0 0 1 0 0,0-1-1 0 0,0 1 1 0 0,0-1 0 0 0,1 0-1 0 0,-1 1 1 0 0,0-1-1 0 0,0 0 1 0 0,0 1-1 0 0,0-1 1 0 0,0 0-1 0 0,-1 0 1 0 0,1 0-1 0 0,0 0 1 0 0,0 0-1 0 0,-1 0 1 0 0,1 0 0 0 0,0-1-1 0 0,2 6 5 0 0,1 0 0 0 0,-1 0 0 0 0,1 0 0 0 0,-1-1-1 0 0,1 0 1 0 0,5 4 0 0 0,5 0-84 0 0,-14-7 78 0 0,0 0 0 0 0,1 0 0 0 0,-1 0 0 0 0,0 0 0 0 0,0 0 0 0 0,1 0 0 0 0,-1 0 0 0 0,0 0 0 0 0,0 0 0 0 0,1 0 0 0 0,-1 1 0 0 0,0-1 0 0 0,0 0 0 0 0,0 0-1 0 0,1 0 1 0 0,-1 0 0 0 0,0 0 0 0 0,0 1 0 0 0,0-1 0 0 0,1 0 0 0 0,-1 0 0 0 0,0 0 0 0 0,0 1 0 0 0,0-1 0 0 0,0 0 0 0 0,0 0 0 0 0,0 1 0 0 0,0-1-1 0 0,1 0 1 0 0,-1 0 0 0 0,0 1 0 0 0,0-1 0 0 0,0 0 0 0 0,0 0 0 0 0,0 1 0 0 0,0-1 0 0 0,0 0 0 0 0,0 0 0 0 0,0 1 0 0 0,0-1 0 0 0,-1 0 0 0 0,1 0-1 0 0,0 1 1 0 0,0-1 0 0 0,0 0 0 0 0,0 0 0 0 0,0 1 0 0 0,0-1 2 0 0,0 1 0 0 0,0-1 0 0 0,0 0 0 0 0,0 1 0 0 0,0-1 0 0 0,0 1 0 0 0,0-1 0 0 0,0 1 0 0 0,0-1 0 0 0,0 0 0 0 0,0 1 0 0 0,0-1 0 0 0,1 0 0 0 0,-1 1 0 0 0,0-1 0 0 0,0 0 1 0 0,1 1-1 0 0,-1-1 0 0 0,0 0 0 0 0,0 1 0 0 0,1-1 0 0 0,-1 0 0 0 0,0 1 0 0 0,1-1 0 0 0,-1 0 0 0 0,0 0 0 0 0,1 0 0 0 0,-1 1 0 0 0,0-1 0 0 0,1 0 0 0 0,-1 0 0 0 0,1 0 0 0 0,0 0 0 0 0,-1 0-1 0 0,0 1-1 0 0,1-1 1 0 0,-1 0 0 0 0,1 0-1 0 0,-1 0 1 0 0,0 0 0 0 0,1 0-1 0 0,-1 1 1 0 0,0-1 0 0 0,1 0-1 0 0,-1 0 1 0 0,0 1 0 0 0,1-1-1 0 0,-1 0 1 0 0,0 1 0 0 0,1-1 0 0 0,-1 0-1 0 0,0 1 1 0 0,0-1 0 0 0,0 0-1 0 0,1 1 1 0 0,-1-1 0 0 0,0 0-1 0 0,0 1 1 0 0,0-1 0 0 0,0 1-1 0 0,0-1 1 0 0,0 0 0 0 0,1 1-1 0 0,-1-1 1 0 0,0 1 0 0 0,0-1-1 0 0,-1 1 1 0 0,1 0 0 0 0,0-1-1 0 0,0 0 0 0 0,0 1 1 0 0,0-1-1 0 0,0 1 1 0 0,0-1-1 0 0,0 1 1 0 0,0-1-1 0 0,0 1 1 0 0,0-1-1 0 0,0 1 0 0 0,0-1 1 0 0,0 1-1 0 0,0-1 1 0 0,1 0-1 0 0,-1 1 1 0 0,0-1-1 0 0,0 1 1 0 0,0-1-1 0 0,1 1 0 0 0,-1-1 1 0 0,0 0-1 0 0,1 1 1 0 0,-1-1-1 0 0,0 0 1 0 0,1 1-1 0 0,-1-1 1 0 0,0 0-1 0 0,1 1 0 0 0,-1-1 1 0 0,1 0-1 0 0,-1 0 1 0 0,0 0-1 0 0,1 1 1 0 0,-1-1-1 0 0,1 0 1 0 0,-1 0-1 0 0,1 0 0 0 0,-1 0 1 0 0,1 0-1 0 0,-1 0 1 0 0,0 0-1 0 0,1 0 1 0 0,-1 0-1 0 0,1 0 1 0 0,-1 0-1 0 0,2 0 0 0 0,0 3 10 0 0,-2 7 10 0 0,0-7 363 0 0,0 6 192 0 0,0-24-388 0 0,0-30-98 0 0,0 44-92 0 0,1-1 0 0 0,-1 1 0 0 0,0 0 1 0 0,0 0-1 0 0,1 0 0 0 0,-1-1 0 0 0,0 1 1 0 0,1 0-1 0 0,0 0 0 0 0,-1 0 0 0 0,1 0 0 0 0,-1 0 1 0 0,1 0-1 0 0,1-2 0 0 0,33-31 7 0 0,-14 23 11 0 0,-21 11-14 0 0,1-1-1 0 0,-1 1 0 0 0,0-1 0 0 0,0 0 0 0 0,0 1 0 0 0,0-1 0 0 0,0 1 1 0 0,0-1-1 0 0,1 0 0 0 0,-1 1 0 0 0,0-1 0 0 0,0 1 0 0 0,1-1 1 0 0,-1 1-1 0 0,1-1 0 0 0,-1 1 0 0 0,0-1 0 0 0,1 1 0 0 0,-1 0 1 0 0,1-1-1 0 0,-1 1 0 0 0,1 0 0 0 0,-1-1 0 0 0,1 1 0 0 0,-1 0 0 0 0,1-1 1 0 0,-1 1-1 0 0,2 0 0 0 0,22-2-16 0 0,-20 3 23 0 0,0-1 1 0 0,0 1 0 0 0,0 0 0 0 0,-1 0 0 0 0,1 1 0 0 0,0-1 0 0 0,0 1-1 0 0,-1-1 1 0 0,6 4 0 0 0,-9-4-11 0 0,0-1-1 0 0,1 0 1 0 0,-1 1-1 0 0,0-1 1 0 0,0 0-1 0 0,1 1 1 0 0,-1-1-1 0 0,0 0 0 0 0,1 0 1 0 0,-1 1-1 0 0,1-1 1 0 0,-1 0-1 0 0,0 0 1 0 0,1 0-1 0 0,-1 1 1 0 0,1-1-1 0 0,-1 0 1 0 0,1 0-1 0 0,-1 0 1 0 0,0 0-1 0 0,1 0 1 0 0,-1 0-1 0 0,1 0 1 0 0,-1 0-1 0 0,1 0 1 0 0,0 0-1 0 0,4 1-25 0 0,13 28 81 0 0,-13-24-64 0 0,0 1-1 0 0,-1-1 1 0 0,0 1-1 0 0,0 0 1 0 0,3 8-1 0 0,-1 3 40 0 0,-6-17-28 0 0,0 0 0 0 0,0 1 0 0 0,0-1 0 0 0,0 0 0 0 0,0 0 0 0 0,0 1 0 0 0,1-1 0 0 0,-1 0 0 0 0,0 0 0 0 0,0 1 0 0 0,0-1 0 0 0,0 0 0 0 0,0 0 0 0 0,1 1 0 0 0,-1-1 0 0 0,0 0 0 0 0,0 0 0 0 0,0 0 0 0 0,1 1 0 0 0,-1-1-1 0 0,0 0 1 0 0,0 0 0 0 0,1 0 0 0 0,-1 0 0 0 0,0 0 0 0 0,0 1 0 0 0,1-1 0 0 0,-1 0 0 0 0,0 0 0 0 0,0 0 0 0 0,1 0 0 0 0,-1 0 0 0 0,0 0 0 0 0,1 0 0 0 0,-1 0 0 0 0,0 0 0 0 0,0 0 0 0 0,1 0 0 0 0,-1 0 0 0 0,0 0 0 0 0,1 0 0 0 0,-1 0 0 0 0,0-1 0 0 0,0 1 0 0 0,1 0 0 0 0,-1 0 0 0 0,0 0-2 0 0,0 0 1 0 0,1 0-1 0 0,-1 0 0 0 0,0 0 1 0 0,0 0-1 0 0,0 0 1 0 0,0 1-1 0 0,1-1 0 0 0,-1 0 1 0 0,0 0-1 0 0,0 0 1 0 0,0 0-1 0 0,0 0 1 0 0,0 0-1 0 0,1 1 0 0 0,-1-1 1 0 0,0 0-1 0 0,0 0 1 0 0,0 0-1 0 0,0 0 1 0 0,0 1-1 0 0,0-1 0 0 0,0 0 1 0 0,0 0-1 0 0,0 0 1 0 0,0 0-1 0 0,0 1 0 0 0,0-1 1 0 0,0 0-1 0 0,0 0 1 0 0,0 0-1 0 0,0 1 1 0 0,0-1-1 0 0,0 0 0 0 0,0 0 1 0 0,0 0-1 0 0,0 0 1 0 0,0 1-1 0 0,0-1 0 0 0,0 0 1 0 0,0 0-1 0 0,2 12-129 0 0,0-10 127 0 0,-1-1 0 0 0,0 0 0 0 0,0 0 0 0 0,0 1 0 0 0,0-1 0 0 0,0 1 0 0 0,0-1 0 0 0,0 1 0 0 0,0-1 0 0 0,0 1 0 0 0,-1-1 0 0 0,1 1 0 0 0,-1 0 0 0 0,1-1 0 0 0,-1 4 0 0 0,0-5-2 0 0,0 1-1 0 0,0-1 0 0 0,0 0 0 0 0,0 1 0 0 0,0-1 0 0 0,0 1 0 0 0,0-1 0 0 0,1 1 0 0 0,-1-1 0 0 0,0 0 0 0 0,0 1 1 0 0,0-1-1 0 0,0 0 0 0 0,1 1 0 0 0,-1-1 0 0 0,0 0 0 0 0,0 1 0 0 0,1-1 0 0 0,-1 0 0 0 0,0 1 0 0 0,0-1 0 0 0,1 0 1 0 0,-1 1-1 0 0,0-1 0 0 0,1 0 0 0 0,-1 0 0 0 0,0 0 0 0 0,1 1 0 0 0,-1-1 0 0 0,1 0 0 0 0,-1 0 0 0 0,0 0 0 0 0,1 0 1 0 0,0 0-82 0 0,-1 1 0 0 0,0-1 0 0 0,1 0 0 0 0,-1 0 0 0 0,1 0 1 0 0,-1 0-1 0 0,0 0 0 0 0,1 1 0 0 0,-1-1 0 0 0,0 0 0 0 0,1 0 1 0 0,-1 1-1 0 0,0-1 0 0 0,1 0 0 0 0,-1 1 0 0 0,0-1 0 0 0,0 0 1 0 0,1 1-1 0 0,-1-1 0 0 0,0 0 0 0 0,0 1 0 0 0,0-1 0 0 0,1 0 1 0 0,-1 1-1 0 0,0-1 0 0 0,0 1 0 0 0,0-1 0 0 0,0 0 0 0 0,0 1 1 0 0,0-1-1 0 0,0 1 0 0 0,0-1 0 0 0,0 1 0 0 0,0 0-52 0 0,0-1 0 0 0,0 1 0 0 0,0-1 0 0 0,1 1 0 0 0,-1-1 0 0 0,0 1 0 0 0,0 0 0 0 0,0-1 0 0 0,0 1-1 0 0,1-1 1 0 0,-1 1 0 0 0,0-1 0 0 0,1 1 0 0 0,-1-1 0 0 0,0 1 0 0 0,1-1 0 0 0,-1 0 0 0 0,1 1 0 0 0,-1-1 0 0 0,1 1 0 0 0,-1-1 0 0 0,0 0 0 0 0,1 1-1 0 0,-1-1 1 0 0,1 0 0 0 0,1 1 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57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17 144 1920 0 0,'0'-1'301'0'0,"0"-1"-1"0"0,0 0 1 0 0,0 1 0 0 0,0-1-1 0 0,0 1 1 0 0,0-1 0 0 0,0 1 0 0 0,0-1-1 0 0,-1 1 1 0 0,1-1 0 0 0,-1 1-1 0 0,0-3 1 0 0,-3-8 581 0 0,1 0 1 0 0,1-1-1 0 0,0 0 0 0 0,1 1 0 0 0,0-1 1 0 0,1-13-1 0 0,0 25-782 0 0,0 0 0 0 0,0 1 0 0 0,0-1 0 0 0,0 0 0 0 0,0 0-1 0 0,1 0 1 0 0,-1 0 0 0 0,0 0 0 0 0,1 0 0 0 0,-1 1 0 0 0,0-1 0 0 0,1 0 0 0 0,-1 0 0 0 0,1 1 0 0 0,0-1 0 0 0,-1 0 0 0 0,1 0-1 0 0,-1 1 1 0 0,1-1 0 0 0,0 1 0 0 0,0-1 0 0 0,-1 1 0 0 0,1-1 0 0 0,0 1 0 0 0,0-1 0 0 0,0 1 0 0 0,-1 0 0 0 0,1-1 0 0 0,0 1 0 0 0,0 0-1 0 0,0 0 1 0 0,0-1 0 0 0,1 1 0 0 0,28 3 1388 0 0,-21-1-1219 0 0,-7-1-176 0 0,0-1 1 0 0,1 1 0 0 0,-1-1-1 0 0,0 1 1 0 0,1 0 0 0 0,-1 0-1 0 0,0 0 1 0 0,0 1-1 0 0,0-1 1 0 0,0 0 0 0 0,0 1-1 0 0,0-1 1 0 0,0 1-1 0 0,-1 0 1 0 0,1-1 0 0 0,0 1-1 0 0,-1 0 1 0 0,0 0 0 0 0,1 0-1 0 0,1 4 1 0 0,15 22 388 0 0,36 43 1 0 0,-22-31-179 0 0,-20-22-27 0 0,-1 1 1 0 0,17 39-1 0 0,-15-31-261 0 0,81 191 432 0 0,-69-154-208 0 0,17 28-120 0 0,-31-69-89 0 0,-1 1 1 0 0,-1 0-1 0 0,7 32 0 0 0,-8-32-39 0 0,-6-16-8 0 0,0 0-1 0 0,0 0 1 0 0,0-1-1 0 0,-1 1 1 0 0,1 9 0 0 0,-2-14 4 0 0,0 1 0 0 0,1 0 0 0 0,-1 0 0 0 0,1-1 0 0 0,0 1 0 0 0,2 6 0 0 0,-1-5 8 0 0,0 0-1 0 0,-1-1 1 0 0,0 1-1 0 0,0 0 0 0 0,0 0 1 0 0,-1 0-1 0 0,0 0 1 0 0,1 0-1 0 0,-2 0 1 0 0,0 7-1 0 0,0-5 13 0 0,-2 20 17 0 0,-1-1-1 0 0,-1 1 1 0 0,-11 32 0 0 0,10-41-17 0 0,3-5 3 0 0,-1-1 0 0 0,0 1 0 0 0,-1-1 0 0 0,-1 0 0 0 0,0 0 0 0 0,-1 0 0 0 0,0-1 0 0 0,-14 18 0 0 0,4-13-90 0 0,8-8 25 0 0,1 0 0 0 0,0 1 1 0 0,-9 11-1 0 0,15-18 35 0 0,1 0-1 0 0,-1 0 0 0 0,1 0 0 0 0,-1-1 0 0 0,0 1 0 0 0,1-1 1 0 0,-1 1-1 0 0,0-1 0 0 0,0 0 0 0 0,0 1 0 0 0,-4 0 1 0 0,-20 15-1024 0 0,-16 10-1719 0 0,19-22-6438 0 0,23-5 9078 0 0,-1 0 1 0 0,1 0-1 0 0,0 0 0 0 0,-1 0 1 0 0,1 0-1 0 0,0-1 0 0 0,-1 1 0 0 0,1 0 1 0 0,-1 0-1 0 0,1 0 0 0 0,0 0 0 0 0,-1 0 1 0 0,1 0-1 0 0,0 0 0 0 0,-1 0 0 0 0,1 0 1 0 0,0 0-1 0 0,-1 1 0 0 0,1-1 0 0 0,0 0 1 0 0,-1 0-1 0 0,1 0 0 0 0,0 0 0 0 0,-1 0 1 0 0,1 1-1 0 0,0-1 0 0 0,-1 0 0 0 0,1 0 1 0 0,-2 2-853 0 0,2-1 852 0 0,0-1 0 0 0,0 0 0 0 0,0 1 1 0 0,0-1-1 0 0,-1 1 0 0 0,1-1 0 0 0,0 0 1 0 0,0 1-1 0 0,0-1 0 0 0,0 0 0 0 0,0 1 1 0 0,0-1-1 0 0,0 0 0 0 0,0 1 0 0 0,0-1 1 0 0,0 0-1 0 0,1 1 0 0 0,-1-1 0 0 0,0 0 1 0 0,0 1-1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58.7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45 1280 0 0,'0'-19'5504'0'0,"8"-6"1033"0"0,-7 26-6452 0 0,0 0 1 0 0,0 0 0 0 0,-1 0-1 0 0,1 0 1 0 0,0 0 0 0 0,-1 0-1 0 0,1 0 1 0 0,-1 0 0 0 0,1 0-1 0 0,-1 0 1 0 0,1 0 0 0 0,-1 1-1 0 0,0-1 1 0 0,0 0 0 0 0,0 0-1 0 0,1 0 1 0 0,-1 1 0 0 0,0-1-1 0 0,-1 0 1 0 0,1 2 0 0 0,0 11 74 0 0,-1-11-140 0 0,1-1 0 0 0,0 1 0 0 0,-1-1 0 0 0,1 1 0 0 0,0-1 0 0 0,1 1 0 0 0,-1-1 0 0 0,0 1 0 0 0,1-1 0 0 0,0 0 0 0 0,1 5 0 0 0,2-3 43 0 0,4 6 287 0 0,-6 16-465 0 0,14 30 505 0 0,-17-55-404 0 0,1 1 0 0 0,0-1 0 0 0,0 1 1 0 0,0 0-1 0 0,1-1 0 0 0,-1 1 0 0 0,0-1 1 0 0,1 1-1 0 0,-1-1 0 0 0,1 1 1 0 0,-1-1-1 0 0,1 1 0 0 0,0-1 0 0 0,-1 0 1 0 0,1 1-1 0 0,0-1 0 0 0,0 0 1 0 0,0 0-1 0 0,0 1 0 0 0,1 0 0 0 0,0-1 9 0 0,6 18 197 0 0,9-10-34 0 0,-16-9-166 0 0,0 0 0 0 0,1 0 0 0 0,-1 1 1 0 0,0-1-1 0 0,1 1 0 0 0,-1-1 0 0 0,0 1 0 0 0,0 0 1 0 0,1-1-1 0 0,-1 1 0 0 0,0 0 0 0 0,0 0 1 0 0,0 0-1 0 0,0 0 0 0 0,0 0 0 0 0,0 0 0 0 0,0 0 1 0 0,-1 0-1 0 0,1 0 0 0 0,0 0 0 0 0,-1 0 1 0 0,2 3-1 0 0,17 1 45 0 0,-10-1-51 0 0,24 6 442 0 0,-32-10-425 0 0,-1 0 0 0 0,1 0 0 0 0,0 0 0 0 0,-1 1 0 0 0,1-1 0 0 0,-1 0 0 0 0,1 0 0 0 0,0 0 0 0 0,-1 0 0 0 0,1 0 0 0 0,-1 0 0 0 0,1-1 0 0 0,0 1 0 0 0,-1 0 0 0 0,1 0 0 0 0,-1 0 0 0 0,1 0 0 0 0,-1-1 0 0 0,1 1 0 0 0,-1 0 0 0 0,1-1 0 0 0,-1 1 0 0 0,1 0 0 0 0,-1-1 0 0 0,1 1 0 0 0,-1-1 0 0 0,1 1 0 0 0,-1 0 0 0 0,0-1 0 0 0,1 1 0 0 0,-1-1 0 0 0,0 1 0 0 0,1-1 0 0 0,-1 0 0 0 0,0 1 0 0 0,0-1 0 0 0,0 1 0 0 0,1-1 0 0 0,-1 1 0 0 0,0-1 0 0 0,0 0 0 0 0,0 1 0 0 0,0-1 1 0 0,0 0-1 0 0,13-4-174 0 0,-8-2 208 0 0,-5 6-31 0 0,0 1 0 0 0,1 0 0 0 0,-1-1 0 0 0,0 1 0 0 0,0 0 0 0 0,1-1 0 0 0,-1 1 0 0 0,0-1 0 0 0,1 1 0 0 0,-1 0 0 0 0,0 0 0 0 0,1-1 1 0 0,-1 1-1 0 0,0 0 0 0 0,1 0 0 0 0,-1-1 0 0 0,1 1 0 0 0,-1 0 0 0 0,0 0 0 0 0,1 0 0 0 0,-1 0 0 0 0,1 0 0 0 0,-1-1 0 0 0,1 1 0 0 0,-1 0 0 0 0,0 0 0 0 0,1 0 0 0 0,-1 0 0 0 0,2 1 0 0 0,3-15 165 0 0,-1 13-189 0 0,-1 0-12 0 0,6-15-130 0 0,-5 9 252 0 0,-2 5-63 0 0,-1 1 0 0 0,-1-1-1 0 0,1 1 1 0 0,0-1 0 0 0,0 0-1 0 0,0 1 1 0 0,-1-1 0 0 0,1 1 0 0 0,-1-1-1 0 0,0 0 1 0 0,1 0 0 0 0,-1 1-1 0 0,0-1 1 0 0,0-3 0 0 0,0 3-23 0 0,0 0 1 0 0,0 1 0 0 0,0-1-1 0 0,0 0 1 0 0,1 0 0 0 0,-1 1-1 0 0,0-1 1 0 0,1 0 0 0 0,-1 1-1 0 0,1-1 1 0 0,0 0 0 0 0,0 1-1 0 0,0-2 1 0 0,1 0 46 0 0,0 0 0 0 0,-1-1-1 0 0,0 1 1 0 0,0 0 0 0 0,0-1-1 0 0,0 1 1 0 0,0-1 0 0 0,-1 1 0 0 0,0-1-1 0 0,0 1 1 0 0,1-1 0 0 0,-2-4-1 0 0,-12 2 556 0 0,11 0-554 0 0,4 4 826 0 0,8 26-528 0 0,-7-5-198 0 0,-3-14-107 0 0,1 0 0 0 0,-1 1 0 0 0,1-1 0 0 0,0 0 0 0 0,1 0 0 0 0,-1 0 0 0 0,1 0 0 0 0,0 0 0 0 0,0 0 0 0 0,1 0 0 0 0,0-1 0 0 0,5 8 0 0 0,11 25-748 0 0,-3-3 642 0 0,-5-14 118 0 0,-7-14-33 0 0,-1 0 0 0 0,0 0 0 0 0,0 0 0 0 0,0 1 0 0 0,-1-1 0 0 0,0 1 0 0 0,2 7 0 0 0,-4-12 27 0 0,2 14 0 0 0,0-13-61 0 0,-2-1 9 0 0,1 0 0 0 0,0-1 0 0 0,-1 1 1 0 0,1 0-1 0 0,0 0 0 0 0,0-1 0 0 0,0 1 1 0 0,0-1-1 0 0,0 1 0 0 0,0-1 0 0 0,1 1 1 0 0,-1-1-1 0 0,1 0 0 0 0,-1 1 0 0 0,1-1 0 0 0,-1 0 1 0 0,1 0-1 0 0,-1 0 0 0 0,3 1 0 0 0,1 11-225 0 0,9-8-37 0 0,-14-3 160 0 0,1 0 0 0 0,-1-1 0 0 0,0 1 0 0 0,1 0 0 0 0,0 0 0 0 0,-1-1 0 0 0,1 1 0 0 0,0 0 0 0 0,0-1 0 0 0,0 1 0 0 0,0-1 0 0 0,0 1 0 0 0,0-1 0 0 0,2 2 0 0 0,0 0-693 0 0,5-3-264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0.0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49 2336 0 0,'0'0'1184'0'0,"3"0"-53"0"0,15-1-26 0 0,-1 0 0 0 0,1-1 0 0 0,30-7 1 0 0,-28 5-762 0 0,-11 5-283 0 0,-6-1-37 0 0,0 0 0 0 0,0 0 0 0 0,0 0 0 0 0,0 0-1 0 0,0-1 1 0 0,0 1 0 0 0,0-1 0 0 0,0 0 0 0 0,0 0 0 0 0,0 0 0 0 0,0 0-1 0 0,-1 0 1 0 0,5-3 0 0 0,-4 2-1 0 0,1 1-12 0 0,0 0-1 0 0,-1 1 0 0 0,1-1 0 0 0,0 1 0 0 0,0 0 0 0 0,-1 0 0 0 0,1 0 1 0 0,5 1-1 0 0,-5 0-10 0 0,1-1 1 0 0,0 1-1 0 0,0-1 1 0 0,-1 0-1 0 0,1-1 1 0 0,0 1-1 0 0,0-1 0 0 0,-1 0 1 0 0,6-1-1 0 0,-4-1 32 0 0,18-6-26 0 0,25 7-198 0 0,-32 2 227 0 0,15 0-4793 0 0,-31 0 4684 0 0,-1 0 0 0 0,1 0 0 0 0,0 0 0 0 0,-1 0 0 0 0,1 0 1 0 0,0 1-1 0 0,-1-1 0 0 0,1 0 0 0 0,-1 0 0 0 0,1 0 0 0 0,0 1 0 0 0,-1-1 0 0 0,1 0 0 0 0,-1 1 0 0 0,1-1 0 0 0,-1 0 0 0 0,1 1 0 0 0,-1-1 0 0 0,1 1 0 0 0,-1-1 0 0 0,0 1 0 0 0,1-1 0 0 0,-1 1 0 0 0,0-1 0 0 0,1 1 0 0 0,-1-1 0 0 0,0 1 0 0 0,1 0 0 0 0,-1-1 0 0 0,0 1 0 0 0,0-1 1 0 0,0 1-1 0 0,0 1 0 0 0,0 0-102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0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3 2112 0 0,'-13'2'9978'0'0,"17"0"-9865"0"0,-1 1 0 0 0,1-2-1 0 0,0 1 1 0 0,0 0 0 0 0,0-1 0 0 0,0 1-1 0 0,0-1 1 0 0,0-1 0 0 0,0 1-1 0 0,0 0 1 0 0,0-1 0 0 0,7 0 0 0 0,71-1 511 0 0,-44-1-580 0 0,-32 2-64 0 0,28 1-11 0 0,0-2 0 0 0,0-1 0 0 0,39-9 0 0 0,-65 10-377 0 0,0-1 0 0 0,-1 1 1 0 0,1 1-1 0 0,0-1 0 0 0,14 2 1 0 0,5 1-4545 0 0,3-2-1730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1.7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1376 0 0,'0'0'768'0'0,"0"19"1813"0"0,0-18-2471 0 0,0 0-1 0 0,0 0 1 0 0,0 0-1 0 0,1 0 1 0 0,-1 0-1 0 0,0 0 1 0 0,0-1-1 0 0,1 1 1 0 0,-1 0-1 0 0,1 0 1 0 0,-1 0-1 0 0,1 0 1 0 0,-1-1-1 0 0,1 1 1 0 0,-1 0-1 0 0,1 0 1 0 0,0-1-1 0 0,-1 1 1 0 0,1 0-1 0 0,0-1 1 0 0,-1 1-1 0 0,2 0 1 0 0,26 8 947 0 0,-10-7-986 0 0,-1-2-1 0 0,18 0 1 0 0,-16-1 136 0 0,11-1-557 0 0,-1-1-1 0 0,1-1 1 0 0,-1-1 0 0 0,0-2 0 0 0,45-17-1 0 0,-56 22-387 0 0,-4-1 5 0 0,-10-2 308 0 0,6-3-277 0 0,13 7-1051 0 0,-12-2 883 0 0,-8-10-527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2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1504 0 0,'0'0'3147'0'0,"3"0"-2150"0"0,101 0 2560 0 0,156 0-4986 0 0,-240-6-3 0 0,-2-1-619 0 0,24 4-2242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4.0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45 1760 0 0,'0'0'3776'0'0,"0"0"-3599"0"0,0-1-1 0 0,0 0 1 0 0,0 0 0 0 0,0 1 0 0 0,0-1 0 0 0,1 0-1 0 0,-2 0 1 0 0,1 1 0 0 0,0-1 0 0 0,0 0 0 0 0,0 0-1 0 0,0 1 1 0 0,0-1 0 0 0,-1 0 0 0 0,1 1 0 0 0,0-1-1 0 0,0 0 1 0 0,-1 0 0 0 0,0 0 0 0 0,0 0-32 0 0,1 1 0 0 0,-1 0 1 0 0,0 0-1 0 0,0 0 0 0 0,1-1 1 0 0,-1 1-1 0 0,0 0 1 0 0,1-1-1 0 0,-1 1 0 0 0,0-1 1 0 0,1 1-1 0 0,-1-1 0 0 0,1 1 1 0 0,-1-1-1 0 0,0 1 0 0 0,1-1 1 0 0,0 0-1 0 0,-1 1 0 0 0,1-1 1 0 0,-1 0-1 0 0,1 1 0 0 0,0-1 1 0 0,-1 0-1 0 0,1 1 0 0 0,0-1 1 0 0,0 0-1 0 0,0 0 1 0 0,-1 1-1 0 0,1-1 0 0 0,0 0 1 0 0,0 0-1 0 0,0 1 0 0 0,0-1 1 0 0,0 0-1 0 0,1 0 0 0 0,-1 0 1 0 0,0 1-1 0 0,0-1 0 0 0,1-1 1 0 0,-1-2 685 0 0,-1 29-2 0 0,0-10-595 0 0,1 0 0 0 0,0 0 0 0 0,4 23 0 0 0,1-20-150 0 0,4 25-8 0 0,-9-37-58 0 0,0 0 0 0 0,1 0-1 0 0,0-1 1 0 0,0 1 0 0 0,1-1 0 0 0,1 7-1 0 0,5 22 46 0 0,-8-25-58 0 0,1-1 0 0 0,0 0 1 0 0,0 1-1 0 0,1-1 0 0 0,0 0 0 0 0,5 11 1 0 0,-3-8-6 0 0,17 19 27 0 0,25 28 15 0 0,-45-54-41 0 0,1-1-1 0 0,0 0 0 0 0,1 1 1 0 0,-1-1-1 0 0,1 0 0 0 0,-1 0 1 0 0,1 0-1 0 0,0-1 0 0 0,0 1 1 0 0,0-1-1 0 0,0 1 0 0 0,0-1 0 0 0,1 0 1 0 0,-1 0-1 0 0,1-1 0 0 0,3 2 1 0 0,17 7-17 0 0,-18-8 34 0 0,0 0-1 0 0,1-1 1 0 0,0 0 0 0 0,-1 0 0 0 0,1-1 0 0 0,0 0-1 0 0,-1 0 1 0 0,12-2 0 0 0,7 0-50 0 0,7 2 112 0 0,-16-3-64 0 0,-9 0-9 0 0,0-1 1 0 0,0 0-1 0 0,-1 0 1 0 0,0 0-1 0 0,7-7 1 0 0,5-1 43 0 0,-13 9-33 0 0,-1 0 0 0 0,0 0 1 0 0,0 0-1 0 0,0 0 0 0 0,0 0 0 0 0,0-1 1 0 0,0 0-1 0 0,-1 0 0 0 0,4-5 0 0 0,27-51 125 0 0,-26 31-79 0 0,13-40 149 0 0,-19 63-194 0 0,0 0-1 0 0,0 0 1 0 0,-1 0-1 0 0,0 0 1 0 0,-1 0-1 0 0,1 0 1 0 0,-1 0-1 0 0,0 0 0 0 0,-1-7 1 0 0,-1-16 479 0 0,2 27-481 0 0,0 0 1 0 0,1 0-1 0 0,-1 1 1 0 0,1-1-1 0 0,-1 0 1 0 0,1 1-1 0 0,0-1 0 0 0,-1 0 1 0 0,1 1-1 0 0,0-1 1 0 0,0 1-1 0 0,0-1 1 0 0,0 1-1 0 0,3-3 0 0 0,1-10 1460 0 0,-7 28-820 0 0,2-8-598 0 0,0 1 0 0 0,1-1 0 0 0,0 0 0 0 0,0 0 1 0 0,3 6-1 0 0,-2-4 3 0 0,0-1-1 0 0,0 0 1 0 0,-1 0 0 0 0,0 1-1 0 0,-1 8 1 0 0,2 5 26 0 0,9 37 0 0 0,-10-52-72 0 0,11 25 38 0 0,-11-29-50 0 0,0 0-1 0 0,0-1 0 0 0,0 1 1 0 0,-1 0-1 0 0,1 0 0 0 0,-1-1 1 0 0,1 1-1 0 0,-1 0 0 0 0,1 0 1 0 0,-1 0-1 0 0,0 0 1 0 0,0 0-1 0 0,0 2 0 0 0,0 0 8 0 0,0 1 1 0 0,1-1-1 0 0,0 0 0 0 0,0 1 0 0 0,0-1 0 0 0,0 1 0 0 0,1-1 0 0 0,-1 0 0 0 0,1 0 1 0 0,0 0-1 0 0,4 6 0 0 0,5 10-17 0 0,-10-18 10 0 0,-1 0-1 0 0,1-1 0 0 0,-1 1 0 0 0,1 0 0 0 0,-1 0 1 0 0,0 0-1 0 0,1 0 0 0 0,-1 0 0 0 0,0 0 1 0 0,-1 3-1 0 0,3 22-55 0 0,4-7 75 0 0,-5-14-26 0 0,0-1 0 0 0,0 1 0 0 0,1-1 0 0 0,0 0 0 0 0,0 0-1 0 0,0 0 1 0 0,0 0 0 0 0,6 7 0 0 0,-3 1-50 0 0,1 24-308 0 0,-2 0 0 0 0,0 52 0 0 0,-4-87-108 0 0,-1 23-3352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4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18 2144 0 0,'-3'-3'3642'0'0,"-15"-10"1274"0"0,18 13-4820 0 0,-1-1 1 0 0,1 1 0 0 0,0 0-1 0 0,0 0 1 0 0,-1 0-1 0 0,1 0 1 0 0,0 0-1 0 0,0 0 1 0 0,-1-1-1 0 0,1 1 1 0 0,0 0 0 0 0,-1 0-1 0 0,1 0 1 0 0,0 0-1 0 0,0 0 1 0 0,-1 0-1 0 0,1 0 1 0 0,0 0-1 0 0,-1 0 1 0 0,1 0 0 0 0,0 1-1 0 0,0-1 1 0 0,-1 0-1 0 0,1 0 1 0 0,0 0-1 0 0,-1 0 1 0 0,-1 2 772 0 0,2-2-773 0 0,0 0 1 0 0,0 0 0 0 0,0 1-1 0 0,0-1 1 0 0,0 0-1 0 0,-1 0 1 0 0,1 1-1 0 0,0-1 1 0 0,0 0-1 0 0,0 1 1 0 0,0-1 0 0 0,0 0-1 0 0,0 0 1 0 0,0 1-1 0 0,-1 6 49 0 0,1-4-60 0 0,0 1-1 0 0,0 0 1 0 0,0 0 0 0 0,0-1-1 0 0,0 1 1 0 0,1 0 0 0 0,-1-1-1 0 0,3 6 1 0 0,12 44 355 0 0,-8-28-366 0 0,0 0 0 0 0,2-1 0 0 0,19 41 0 0 0,-23-57-56 0 0,0-1 1 0 0,0 1 0 0 0,0-1-1 0 0,1 0 1 0 0,0 0 0 0 0,1-1-1 0 0,-1 1 1 0 0,1-2 0 0 0,13 10-1 0 0,-18-14-17 0 0,-1 0 0 0 0,1 0-1 0 0,-1 1 1 0 0,0-1-1 0 0,1 0 1 0 0,-1 1-1 0 0,0-1 1 0 0,0 1-1 0 0,0-1 1 0 0,0 1-1 0 0,1 1 1 0 0,-2-2-1 0 0,0 0 0 0 0,1 0 0 0 0,-1-1 0 0 0,1 1 0 0 0,-1 0 0 0 0,0 0 0 0 0,1-1 0 0 0,0 1-1 0 0,-1 0 1 0 0,1-1 0 0 0,-1 1 0 0 0,1-1 0 0 0,0 1 0 0 0,-1-1 0 0 0,1 1 0 0 0,0-1 0 0 0,0 1 0 0 0,-1-1 0 0 0,1 0 0 0 0,0 1 0 0 0,0-1 0 0 0,0 0 0 0 0,0 0 0 0 0,-1 1 0 0 0,1-1 0 0 0,0 0 0 0 0,0 0 0 0 0,0 0 0 0 0,1 0 0 0 0,-1 0 1 0 0,0 0 1 0 0,-1 0 0 0 0,1 0 0 0 0,-1 0-1 0 0,1 0 1 0 0,0 0 0 0 0,-1 0-1 0 0,1 1 1 0 0,-1-1 0 0 0,1 0-1 0 0,-1 0 1 0 0,1 1 0 0 0,-1-1-1 0 0,1 0 1 0 0,-1 1 0 0 0,1-1 0 0 0,-1 0-1 0 0,1 1 1 0 0,-1-1 0 0 0,0 1-1 0 0,1-1 1 0 0,-1 0 0 0 0,1 2-1 0 0,-1-1 2 0 0,1-1 0 0 0,-1 1-1 0 0,1-1 1 0 0,-1 1 0 0 0,1 0-1 0 0,-1-1 1 0 0,1 1 0 0 0,-1-1-1 0 0,1 0 1 0 0,0 1-1 0 0,-1-1 1 0 0,1 1 0 0 0,0-1-1 0 0,-1 0 1 0 0,1 1 0 0 0,0-1-1 0 0,-1 0 1 0 0,1 0 0 0 0,0 0-1 0 0,0 0 1 0 0,-1 1 0 0 0,1-1-1 0 0,0 0 1 0 0,1 0-1 0 0,109 0 62 0 0,-94-3-64 0 0,-4-8 12 0 0,8-4 40 0 0,-18 14-46 0 0,1 0 0 0 0,-1 0 0 0 0,0-1-1 0 0,0 1 1 0 0,0-1 0 0 0,0 1 0 0 0,0-1-1 0 0,0 0 1 0 0,0 0 0 0 0,-1 0-1 0 0,1-1 1 0 0,3-3 0 0 0,2-3 10 0 0,3 1 34 0 0,-10 7-39 0 0,0 0-1 0 0,1 0 1 0 0,-1 0 0 0 0,0 0 0 0 0,0-1 0 0 0,0 1-1 0 0,0 0 1 0 0,0-1 0 0 0,0 1 0 0 0,0 0 0 0 0,0-1-1 0 0,0 1 1 0 0,-1-1 0 0 0,1 1 0 0 0,0-1 0 0 0,-1 0 0 0 0,0 1-1 0 0,1-1 1 0 0,-1 1 0 0 0,0-1 0 0 0,0 0 0 0 0,0 1-1 0 0,0-1 1 0 0,0 0 0 0 0,0-2 0 0 0,0-1 16 0 0,1 1 1 0 0,-1 0-1 0 0,1-1 0 0 0,1 1 1 0 0,-1 0-1 0 0,1 0 1 0 0,-1 0-1 0 0,1 0 1 0 0,3-5-1 0 0,-3 5 9 0 0,1 0-1 0 0,-1 0 1 0 0,0 0-1 0 0,-1-1 1 0 0,1 1-1 0 0,-1-1 1 0 0,0 1-1 0 0,0-1 1 0 0,0-5-1 0 0,-1-133 3096 0 0,0 132-2900 0 0,0 8 706 0 0,0 30-665 0 0,0-25-171 0 0,0 1-32 0 0,0 18 134 0 0,-1-11-158 0 0,1 0 0 0 0,0 0 0 0 0,0 0 0 0 0,1 0 0 0 0,1 0 0 0 0,0 0 0 0 0,0 0 0 0 0,5 14 0 0 0,-4 0 73 0 0,-1-8-85 0 0,0 1 0 0 0,2-1 1 0 0,8 28-1 0 0,0-1 79 0 0,-5-20-43 0 0,-5-17-62 0 0,0 1 0 0 0,0-1 0 0 0,-1 1 0 0 0,0-1 0 0 0,0 1-1 0 0,-1 11 1 0 0,0-17-4 0 0,0-1-1 0 0,0 1 0 0 0,0 0 0 0 0,0-1 1 0 0,0 1-1 0 0,0 0 0 0 0,1-1 0 0 0,-1 1 1 0 0,0 0-1 0 0,0-1 0 0 0,0 1 1 0 0,1 0-1 0 0,-1-1 0 0 0,0 1 0 0 0,1 0 1 0 0,-1-1-1 0 0,1 1 0 0 0,-1-1 0 0 0,0 1 1 0 0,1-1-1 0 0,-1 1 0 0 0,1-1 1 0 0,-1 1-1 0 0,1-1 0 0 0,0 1 0 0 0,0-1 1 0 0,-1 1 0 0 0,1-1 0 0 0,0 0 0 0 0,-1 1 0 0 0,1-1 0 0 0,-1 1-1 0 0,1-1 1 0 0,-1 1 0 0 0,0-1 0 0 0,1 1 0 0 0,-1 0 0 0 0,0-1-1 0 0,1 1 1 0 0,-1-1 0 0 0,0 1 0 0 0,1 0 0 0 0,-1-1 0 0 0,0 1 0 0 0,0 0-1 0 0,0-1 1 0 0,0 1 0 0 0,0 0 0 0 0,0-1 0 0 0,0 1 0 0 0,0 1 0 0 0,0 3-5 0 0,0 1 1 0 0,0-1-1 0 0,1 0 1 0 0,-1 1-1 0 0,1-1 1 0 0,1 0-1 0 0,-1 1 1 0 0,1-1-1 0 0,0 0 1 0 0,2 6 0 0 0,-3-8-3 0 0,0 0 0 0 0,0 0 1 0 0,0 0-1 0 0,-1 0 0 0 0,0 0 1 0 0,1 0-1 0 0,-1 0 0 0 0,0 0 1 0 0,-1 0-1 0 0,1 4 1 0 0,-1-2 21 0 0,1-4-15 0 0,0 0 0 0 0,0 0 0 0 0,0 0 0 0 0,0 0 0 0 0,1-1 0 0 0,-1 1 0 0 0,0 0-1 0 0,0 0 1 0 0,1 0 0 0 0,-1 0 0 0 0,1-1 0 0 0,-1 1 0 0 0,0 0 0 0 0,1 0 0 0 0,0-1 0 0 0,-1 1-1 0 0,1 0 1 0 0,-1-1 0 0 0,1 1 0 0 0,0-1 0 0 0,1 2 0 0 0,1 1 3 0 0,-2 0-17 0 0,0-1 1 0 0,-1 0 0 0 0,1 0 0 0 0,-1 1-1 0 0,0-1 1 0 0,0 0 0 0 0,0 1 0 0 0,0-1-1 0 0,0 0 1 0 0,-1 4 0 0 0,1-3 5 0 0,-1 0-1 0 0,1-1 1 0 0,0 1 0 0 0,0 0 0 0 0,0-1-1 0 0,0 1 1 0 0,1 0 0 0 0,-1-1-1 0 0,1 1 1 0 0,0 0 0 0 0,1 2 0 0 0,0 0 26 0 0,0-1 1 0 0,0 0 0 0 0,-1 0 0 0 0,1 1 0 0 0,-1-1 0 0 0,0 1 0 0 0,0-1 0 0 0,0 7 0 0 0,-1-8 5 0 0,1 3-5 0 0,-1 0 1 0 0,1 0-1 0 0,-1 0 1 0 0,0 0-1 0 0,-1 9 1 0 0,0 0-238 0 0,1-12 7 0 0,0 11-3866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5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97 1536 0 0,'-18'0'12901'0'0,"17"0"-12871"0"0,1 0 1 0 0,0 0-1 0 0,-1 0 1 0 0,1 0-1 0 0,-1 0 1 0 0,1 0-1 0 0,-1 0 1 0 0,1 0-1 0 0,-1 0 1 0 0,1 0-1 0 0,-1 0 1 0 0,1 0-1 0 0,0 0 1 0 0,-1 0-1 0 0,1 1 1 0 0,-1-1-1 0 0,1 0 0 0 0,-1 0 1 0 0,1 0-1 0 0,0 1 1 0 0,-1-1-1 0 0,1 0 1 0 0,0 0-1 0 0,-1 1 1 0 0,1-1-1 0 0,0 0 1 0 0,-1 1-1 0 0,1-1 1 0 0,0 1-1 0 0,0-1 1 0 0,-1 0-1 0 0,1 1 1 0 0,0-1-1 0 0,0 1 1 0 0,0-1-1 0 0,0 0 0 0 0,-1 1 1 0 0,1-1-1 0 0,0 1 1 0 0,0-1-1 0 0,0 1 1 0 0,0-1-1 0 0,0 1 1 0 0,0-1-1 0 0,0 1 1 0 0,0-1-1 0 0,0 0 1 0 0,1 1-1 0 0,-1 2 381 0 0,0-3-403 0 0,1 0 1 0 0,-1 0-1 0 0,0-1 1 0 0,1 1-1 0 0,-1 0 1 0 0,1 0-1 0 0,-1 0 0 0 0,1 0 1 0 0,-1 0-1 0 0,1 0 1 0 0,-1 0-1 0 0,1 0 1 0 0,-1 0-1 0 0,1 0 1 0 0,-1 0-1 0 0,1 0 1 0 0,-1 0-1 0 0,1 1 0 0 0,-1-1 1 0 0,1 0-1 0 0,-1 0 1 0 0,1 0-1 0 0,-1 1 1 0 0,0-1-1 0 0,1 0 1 0 0,-1 0-1 0 0,0 1 1 0 0,1-1-1 0 0,-1 1 0 0 0,1-1 1 0 0,-1 0-1 0 0,0 1 1 0 0,0-1-1 0 0,1 0 1 0 0,-1 1-1 0 0,0-1 1 0 0,0 1-1 0 0,0-1 1 0 0,1 1-1 0 0,-1-1 0 0 0,0 1 1 0 0,0-1-1 0 0,0 1 1 0 0,0-1-1 0 0,0 1 1 0 0,0-1-1 0 0,0 1 1 0 0,0-1-1 0 0,0 1 0 0 0,0-1 1 0 0,0 1-1 0 0,-1 0 1 0 0,5 0 64 0 0,0 0 0 0 0,0-1 0 0 0,1 1 0 0 0,-1-1 0 0 0,0 0 0 0 0,0 0 0 0 0,0 0 0 0 0,0-1 0 0 0,7-1 0 0 0,-6-1 40 0 0,1 1-1 0 0,-1-1 0 0 0,0-1 0 0 0,0 1 0 0 0,5-5 0 0 0,-9 6-76 0 0,0 0 0 0 0,1 1-1 0 0,-1-1 1 0 0,0 0 0 0 0,0 1 0 0 0,0-1-1 0 0,0 0 1 0 0,-1 0 0 0 0,1 0-1 0 0,0 0 1 0 0,-1 0 0 0 0,1 0 0 0 0,-1 0-1 0 0,0 0 1 0 0,0 0 0 0 0,0-4-1 0 0,0 4 141 0 0,0-33 395 0 0,0 35-564 0 0,1-1 0 0 0,-1 1 0 0 0,0-1 1 0 0,0 1-1 0 0,0-1 0 0 0,0 1 0 0 0,0-1 0 0 0,0 1 0 0 0,0-1 0 0 0,0 1 0 0 0,0 0 0 0 0,0-1 1 0 0,-1 1-1 0 0,1-1 0 0 0,0 1 0 0 0,0-1 0 0 0,0 1 0 0 0,0-1 0 0 0,-1 1 0 0 0,1 0 0 0 0,0-1 1 0 0,0 1-1 0 0,-1 0 0 0 0,1-1 0 0 0,0 1 0 0 0,-1 0 0 0 0,1-1 0 0 0,-1 1 0 0 0,1 0 0 0 0,0-1 1 0 0,-1 1-1 0 0,1 0 0 0 0,-1 0 0 0 0,1 0 0 0 0,0-1 0 0 0,-1 1 0 0 0,1 0 0 0 0,-1 0 0 0 0,1 0 1 0 0,-1 0-1 0 0,1 0 0 0 0,-1 0 0 0 0,1 0 0 0 0,-1 0 0 0 0,1 0 0 0 0,-1 0 0 0 0,0 0 0 0 0,-2-2 25 0 0,4 1-36 0 0,-1 1-1 0 0,0-1 0 0 0,0 1 0 0 0,0 0 0 0 0,0-1 1 0 0,0 1-1 0 0,0-1 0 0 0,0 1 0 0 0,0-1 0 0 0,0 1 0 0 0,0-1 1 0 0,0 1-1 0 0,0 0 0 0 0,0-1 0 0 0,0 1 0 0 0,0-1 1 0 0,-1 1-1 0 0,1-1 0 0 0,0 1 0 0 0,0 0 0 0 0,0-1 1 0 0,-1 1-1 0 0,1 0 0 0 0,0-1 0 0 0,0 1 0 0 0,-1 0 1 0 0,1-1-1 0 0,0 1 0 0 0,-1 0 0 0 0,1 0 0 0 0,0-1 0 0 0,-1 1 1 0 0,1 0-1 0 0,-1 0 0 0 0,1-1 0 0 0,0 1 0 0 0,-1 0 1 0 0,1 0-1 0 0,-1 0 0 0 0,1 0 0 0 0,-1 0 0 0 0,1 0 1 0 0,0 0-1 0 0,-1 0 0 0 0,1 0 0 0 0,-1 0 0 0 0,1 0 0 0 0,-1 0 1 0 0,1 0-1 0 0,-1 0 0 0 0,1 0 0 0 0,0 0 0 0 0,-1 1 1 0 0,1-1-1 0 0,-1 0 0 0 0,1 0 0 0 0,0 0 0 0 0,-1 1 1 0 0,1-1-1 0 0,0 0 0 0 0,-1 0 0 0 0,1 1 0 0 0,-1-1 1 0 0,-11 11-265 0 0,9-9-88 0 0,2-2 305 0 0,1 0 1 0 0,-1 0-1 0 0,1 0 0 0 0,-1 0 1 0 0,1 0-1 0 0,-1 0 0 0 0,0 0 0 0 0,1 0 1 0 0,-1 0-1 0 0,1 0 0 0 0,-1 0 1 0 0,1 0-1 0 0,-1 0 0 0 0,0 0 0 0 0,1 0 1 0 0,-1 1-1 0 0,1-1 0 0 0,-1 0 1 0 0,1 1-1 0 0,-1-1 0 0 0,1 0 0 0 0,-1 1 1 0 0,-31 42-8840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6.6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241 50 2304 0 0,'0'0'4064'0'0,"0"-18"1114"0"0,0 16-5030 0 0,-1 1-1 0 0,1 0 0 0 0,0-1 0 0 0,-1 1 0 0 0,1-1 1 0 0,-1 1-1 0 0,0-1 0 0 0,1 1 0 0 0,-1 0 1 0 0,0 0-1 0 0,0-1 0 0 0,0 1 0 0 0,0 0 1 0 0,0 0-1 0 0,0 0 0 0 0,0 0 0 0 0,0 0 0 0 0,0 0 1 0 0,0 0-1 0 0,-1 0 0 0 0,1 0 0 0 0,0 1 1 0 0,-1-1-1 0 0,1 1 0 0 0,0-1 0 0 0,-1 1 1 0 0,1-1-1 0 0,-1 1 0 0 0,1 0 0 0 0,-1-1 1 0 0,1 1-1 0 0,-1 0 0 0 0,-1 0 0 0 0,-3 0 7 0 0,1-1 0 0 0,-1 1-1 0 0,1 1 1 0 0,-1-1 0 0 0,1 1-1 0 0,-1 0 1 0 0,1 0 0 0 0,-8 3-1 0 0,4 1-32 0 0,1 1 0 0 0,-1 1-1 0 0,1 0 1 0 0,0 0-1 0 0,-11 13 1 0 0,-15 13 3 0 0,30-31-117 0 0,0 1-1 0 0,1 0 0 0 0,0 0 1 0 0,-1 0-1 0 0,1 1 0 0 0,0-1 1 0 0,1 1-1 0 0,-1 0 0 0 0,1 0 1 0 0,-1 0-1 0 0,1 0 0 0 0,0 0 1 0 0,1 0-1 0 0,-1 0 0 0 0,-1 7 1 0 0,0 4 10 0 0,1 0 0 0 0,1 1 1 0 0,0 23-1 0 0,6-10-12 0 0,-4-25-10 0 0,1 4 1 0 0,0-1-1 0 0,0 0 1 0 0,0 1-1 0 0,1-1 1 0 0,0 0-1 0 0,1 0 0 0 0,0-1 1 0 0,0 1-1 0 0,0-1 1 0 0,1 0-1 0 0,-1 0 1 0 0,2 0-1 0 0,-1 0 1 0 0,1-1-1 0 0,-1 0 1 0 0,1 0-1 0 0,1-1 1 0 0,-1 0-1 0 0,12 6 0 0 0,-8-7 3 0 0,0 0-1 0 0,0 0 0 0 0,15 1 1 0 0,23-1 55 0 0,-40-3-52 0 0,-1-1 1 0 0,0 1-1 0 0,0-1 0 0 0,-1-1 0 0 0,1 1 1 0 0,0-1-1 0 0,0-1 0 0 0,-1 1 0 0 0,1-1 1 0 0,11-7-1 0 0,-9 5-26 0 0,10 0 27 0 0,-18 5-2 0 0,0 0 1 0 0,-1 0-1 0 0,1 0 0 0 0,0 0 1 0 0,-1 0-1 0 0,1 0 1 0 0,0 0-1 0 0,-1-1 1 0 0,1 1-1 0 0,0 0 1 0 0,-1-1-1 0 0,1 1 1 0 0,-1 0-1 0 0,1-1 1 0 0,0 1-1 0 0,-1-1 1 0 0,1 1-1 0 0,-1-1 1 0 0,1 1-1 0 0,-1-1 1 0 0,0 1-1 0 0,1-1 1 0 0,-1 1-1 0 0,1-1 1 0 0,-1 0-1 0 0,0 1 1 0 0,0-1-1 0 0,1 0 0 0 0,-1 1 1 0 0,0-2-1 0 0,16-17 139 0 0,0-3-87 0 0,-17 11-30 0 0,1 10-22 0 0,0 1 0 0 0,0 0 0 0 0,-1 0 0 0 0,1-1 0 0 0,0 1 0 0 0,0 0 0 0 0,0 0 0 0 0,0-1 0 0 0,0 1 0 0 0,0 0 0 0 0,0-1 0 0 0,0 1 0 0 0,0 0 0 0 0,0 0 0 0 0,0-1 0 0 0,0 1 0 0 0,0 0 0 0 0,0 0 0 0 0,0-1 0 0 0,0 1 0 0 0,0 0 0 0 0,0-1 0 0 0,0 1 0 0 0,0 0 0 0 0,1 0 1 0 0,-1 0-1 0 0,0-1 0 0 0,0 1 0 0 0,0 0 0 0 0,0 0 0 0 0,1-1 0 0 0,-1 1 0 0 0,4-4 35 0 0,4-9 90 0 0,-7-8 77 0 0,-1 16-128 0 0,0 1-1 0 0,0-1 0 0 0,0 0 1 0 0,1 0-1 0 0,0 0 0 0 0,0 1 1 0 0,0-1-1 0 0,1 1 0 0 0,-1-1 1 0 0,1 1-1 0 0,2-6 0 0 0,-2 4 112 0 0,0 0-1 0 0,-1-1 0 0 0,0 1 1 0 0,-1 0-1 0 0,1-1 0 0 0,-1 1 1 0 0,0-1-1 0 0,-2-10 0 0 0,0-13 723 0 0,2 28-865 0 0,0 1 0 0 0,0 0 0 0 0,0-1 0 0 0,0 1 1 0 0,-1-1-1 0 0,1 1 0 0 0,0-1 0 0 0,-1 1 0 0 0,1 0 1 0 0,-1-1-1 0 0,0 1 0 0 0,1 0 0 0 0,-1 0 0 0 0,0-1 1 0 0,0 1-1 0 0,0 0 0 0 0,0 0 0 0 0,0 0 0 0 0,0 0 1 0 0,0 0-1 0 0,0 0 0 0 0,-2-1 0 0 0,3 48 273 0 0,0 145 458 0 0,0-187-760 0 0,0 1 0 0 0,0-1 0 0 0,1 0 0 0 0,-1 0 0 0 0,1 0 0 0 0,0 0 0 0 0,0 0 0 0 0,3 7-1 0 0,-2-8 2 0 0,-1 1 0 0 0,0-1 0 0 0,0 1-1 0 0,0-1 1 0 0,0 1 0 0 0,-1 0 0 0 0,1-1-1 0 0,-1 8 1 0 0,0-8-11 0 0,0 0-1 0 0,1 0 1 0 0,-1 0 0 0 0,1 0-1 0 0,-1 0 1 0 0,1 0-1 0 0,3 5 1 0 0,3 16-13 0 0,-5-2 29 0 0,-2-17-5 0 0,1 0 0 0 0,-1 0 0 0 0,1 0 0 0 0,0 0 0 0 0,1 0-1 0 0,-1 0 1 0 0,1-1 0 0 0,4 10 0 0 0,-5-12-19 0 0,-1-1 0 0 0,1 1 0 0 0,-1 0 0 0 0,1 0 0 0 0,-1 0 0 0 0,0 0 0 0 0,0 0 0 0 0,0 0 0 0 0,0 0 0 0 0,0 3 0 0 0,-1-4-1 0 0,1 1 0 0 0,0 0 0 0 0,0 0 0 0 0,0 0-1 0 0,0 0 1 0 0,0 0 0 0 0,1 0 0 0 0,-1 0 0 0 0,1 0-1 0 0,0 2 1 0 0,1 0 1 0 0,0 0 1 0 0,0 0-1 0 0,-1 0 0 0 0,1 0 0 0 0,-1 0 0 0 0,0 0 1 0 0,0 0-1 0 0,0 0 0 0 0,-1 6 0 0 0,0-8 5 0 0,0 0 0 0 0,1 0 0 0 0,-1 0 0 0 0,0 0 0 0 0,1 0 0 0 0,-1-1 0 0 0,1 1 0 0 0,-1 0 0 0 0,1 0 0 0 0,0 0 0 0 0,0-1 0 0 0,2 4 0 0 0,-2-3-1 0 0,0-1-1 0 0,-1 0 1 0 0,1 1 0 0 0,0-1 0 0 0,0 1 0 0 0,-1 0-1 0 0,1-1 1 0 0,-1 1 0 0 0,0-1 0 0 0,1 1 0 0 0,-1 0-1 0 0,0 2 1 0 0,0 89 492 0 0,13-87-416 0 0,-11-1-64 0 0,-1 0 0 0 0,0 1 1 0 0,0-1-1 0 0,0 1 1 0 0,-1-1-1 0 0,0 1 1 0 0,0-1-1 0 0,-2 11 1 0 0,1-1-83 0 0,1-12 49 0 0,0 20 388 0 0,0-10-3286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7.1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224 32 2176 0 0,'0'0'5274'0'0,"0"-18"1601"0"0,0 17-6856 0 0,0 1 0 0 0,0-1 0 0 0,0 1 1 0 0,0-1-1 0 0,0 1 0 0 0,0-1 0 0 0,0 1 0 0 0,0-1 0 0 0,0 1 1 0 0,-1-1-1 0 0,1 1 0 0 0,0-1 0 0 0,0 1 0 0 0,0-1 1 0 0,-1 1-1 0 0,1-1 0 0 0,0 1 0 0 0,0 0 0 0 0,-1-1 0 0 0,1 1 1 0 0,0-1-1 0 0,-1 1 0 0 0,1 0 0 0 0,0-1 0 0 0,-1 1 0 0 0,1 0 1 0 0,-1 0-1 0 0,1-1 0 0 0,-1 1 0 0 0,1 0 0 0 0,-1 0 0 0 0,1 0 1 0 0,0 0-1 0 0,-1-1 0 0 0,1 1 0 0 0,-1 0 0 0 0,1 0 1 0 0,-1 0-1 0 0,1 0 0 0 0,-1 0 0 0 0,-3 0 1483 0 0,4 1-1446 0 0,0 0 0 0 0,0-1 0 0 0,0 1 0 0 0,0 0 0 0 0,0-1 0 0 0,0 1 0 0 0,0 0 0 0 0,0 0 0 0 0,-1-1 0 0 0,1 1 0 0 0,0-1 0 0 0,0 1 0 0 0,-1 0 0 0 0,1-1 0 0 0,0 1 0 0 0,-1 0 0 0 0,1-1 0 0 0,0 1 0 0 0,-1-1 0 0 0,1 1 0 0 0,-1-1 0 0 0,1 1 0 0 0,-1-1 0 0 0,0 0 0 0 0,0 1 0 0 0,0 0-32 0 0,1-1 0 0 0,-1 0-1 0 0,1 1 1 0 0,-1-1 0 0 0,1 1 0 0 0,-1-1-1 0 0,1 1 1 0 0,-1-1 0 0 0,1 1 0 0 0,0-1 0 0 0,-1 1-1 0 0,1 0 1 0 0,0-1 0 0 0,-1 1 0 0 0,1-1 0 0 0,0 1-1 0 0,0 0 1 0 0,-1-1 0 0 0,1 1 0 0 0,0 0-1 0 0,0-1 1 0 0,0 1 0 0 0,0 0 0 0 0,0 0 0 0 0,0 0-1 0 0,0 0 4 0 0,0 1 0 0 0,0-1-1 0 0,0 0 1 0 0,0 1 0 0 0,-1-1-1 0 0,1 0 1 0 0,0 1 0 0 0,-1-1-1 0 0,1 0 1 0 0,-1 0 0 0 0,1 0-1 0 0,-1 1 1 0 0,0-1 0 0 0,1 0-1 0 0,-3 2 1 0 0,-8 11 217 0 0,1-2-101 0 0,0 0 1 0 0,1 1-1 0 0,1 0 0 0 0,-13 27 0 0 0,10-9-16 0 0,-18 33-1 0 0,14-31-18 0 0,-13 38 0 0 0,24-59-110 0 0,-2 5-11 0 0,0 0 0 0 0,2 1 0 0 0,0-1 0 0 0,1 1 0 0 0,-2 21 0 0 0,5-7-49 0 0,3 22-100 0 0,-3-52 152 0 0,1 0 0 0 0,-1 0 0 0 0,1 0 0 0 0,0 0 0 0 0,-1 0 0 0 0,1 0 0 0 0,0 0 0 0 0,0 0 0 0 0,0 0 0 0 0,1 0 0 0 0,-1 0 0 0 0,0-1 0 0 0,1 1 0 0 0,-1 0 0 0 0,3 1 0 0 0,5 8-27 0 0,-5-1 37 0 0,-4-9 4 0 0,1 1-1 0 0,-1-1 0 0 0,1 1 1 0 0,0-1-1 0 0,0 1 0 0 0,-1-1 1 0 0,1 0-1 0 0,0 0 0 0 0,0 1 0 0 0,0-1 1 0 0,0 0-1 0 0,1 0 0 0 0,-1 0 1 0 0,0 0-1 0 0,3 1 0 0 0,7 5-19 0 0,23 18-48 0 0,-32-23 70 0 0,-1-1 0 0 0,0 1-1 0 0,0-1 1 0 0,1 0-1 0 0,-1 0 1 0 0,0 0-1 0 0,0 0 1 0 0,1 0 0 0 0,-1-1-1 0 0,0 1 1 0 0,1 0-1 0 0,-1-1 1 0 0,1 1-1 0 0,-1 0 1 0 0,1-1-1 0 0,-1 0 1 0 0,1 1 0 0 0,-1-1-1 0 0,1 0 1 0 0,-1 0-1 0 0,1 0 1 0 0,2 0-1 0 0,-4 0-5 0 0,0 0 0 0 0,1 0 0 0 0,-1 0 0 0 0,1 0 0 0 0,-1 0 0 0 0,1 0 0 0 0,-1 0 0 0 0,0 0-1 0 0,1 0 1 0 0,-1 0 0 0 0,1 1 0 0 0,-1-1 0 0 0,0 0 0 0 0,1 0 0 0 0,-1 0 0 0 0,0 1 0 0 0,1-1-1 0 0,-1 0 1 0 0,0 0 0 0 0,1 1 0 0 0,-1-1 0 0 0,0 0 0 0 0,0 1 0 0 0,1-1 0 0 0,-1 0 0 0 0,1 1-1 0 0,10 8 4 0 0,12-6 110 0 0,0-2-1 0 0,46-2 1 0 0,-32 1 35 0 0,-33 0-106 0 0,0-1 0 0 0,0 1 0 0 0,0-1 0 0 0,0 1 1 0 0,0-1-1 0 0,0 0 0 0 0,0-1 0 0 0,0 1 0 0 0,0-1 1 0 0,0 0-1 0 0,-1 0 0 0 0,1 0 0 0 0,-1 0 0 0 0,1 0 1 0 0,-1-1-1 0 0,0 0 0 0 0,0 1 0 0 0,0-1 0 0 0,0 0 1 0 0,-1-1-1 0 0,1 1 0 0 0,-1 0 0 0 0,0-1 0 0 0,0 1 1 0 0,0-1-1 0 0,0 0 0 0 0,0 0 0 0 0,-1 0 0 0 0,0 0 1 0 0,0 0-1 0 0,0 0 0 0 0,0 0 0 0 0,0-8 0 0 0,-1-23 589 0 0,-3-4-99 0 0,3 36-515 0 0,-1 1 0 0 0,0 0 0 0 0,1 0 0 0 0,-1 0 1 0 0,0 0-1 0 0,0 0 0 0 0,0 0 0 0 0,-1 0 0 0 0,1 1 0 0 0,0-1 0 0 0,-1 0 0 0 0,1 0 0 0 0,-3-1 1 0 0,-5-9 73 0 0,6 9-77 0 0,1-1 1 0 0,-1 0 0 0 0,0 1-1 0 0,0 0 1 0 0,0-1-1 0 0,0 1 1 0 0,0 1 0 0 0,-1-1-1 0 0,1 0 1 0 0,-1 1 0 0 0,0-1-1 0 0,0 1 1 0 0,-5-2-1 0 0,-1 0-45 0 0,-1 0 0 0 0,0 0 0 0 0,-13-1 0 0 0,14 3-93 0 0,0 0 0 0 0,0 2 0 0 0,0-1 0 0 0,-18 2 0 0 0,14 0-126 0 0,5-1-357 0 0,1 0 0 0 0,0 0-1 0 0,0 1 1 0 0,-1 0 0 0 0,1 1 0 0 0,0-1-1 0 0,0 2 1 0 0,0-1 0 0 0,1 1-1 0 0,-1 0 1 0 0,1 1 0 0 0,-1 0 0 0 0,1 0-1 0 0,-11 8 1 0 0,16-10 282 0 0,1-2 55 0 0,0 1 0 0 0,0-1 0 0 0,0 1 0 0 0,0-1 0 0 0,0 1 1 0 0,0-1-1 0 0,0 1 0 0 0,0-1 0 0 0,0 1 0 0 0,0 0 0 0 0,0 0 0 0 0,0-1 0 0 0,1 1 0 0 0,-1 0 0 0 0,0 0 1 0 0,1 0-1 0 0,-1 0 0 0 0,1 0 0 0 0,-1 0 0 0 0,1 0 0 0 0,-1 0 0 0 0,1 0 0 0 0,-1 0 0 0 0,1 0 0 0 0,0 0 1 0 0,0 0-1 0 0,0 0 0 0 0,-1 0 0 0 0,1 0 0 0 0,0 1 0 0 0,0-1 0 0 0,1 0 0 0 0,-1 2 0 0 0,0 7-2366 0 0,0 3 1116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8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64 1760 0 0,'0'-15'3962'0'0,"0"-4"-100"0"0,0-11 3988 0 0,0 49-5349 0 0,0-17-2452 0 0,0-1 0 0 0,0 1 0 0 0,1 0 0 0 0,-1-1-1 0 0,0 1 1 0 0,1 0 0 0 0,0-1 0 0 0,-1 1 0 0 0,1-1-1 0 0,0 1 1 0 0,1 1 0 0 0,-1-1 37 0 0,0 0 1 0 0,0-1-1 0 0,0 1 0 0 0,0 0 1 0 0,0 0-1 0 0,-1 0 0 0 0,1 0 0 0 0,-1 0 1 0 0,1 0-1 0 0,-1 1 0 0 0,1 2 1 0 0,-1-3-57 0 0,0-1 0 0 0,0 1 0 0 0,0 0 0 0 0,1-1 1 0 0,-1 1-1 0 0,0-1 0 0 0,1 1 0 0 0,0-1 0 0 0,-1 1 0 0 0,1-1 0 0 0,1 3 1 0 0,11 25 327 0 0,-10-17-259 0 0,-1-3 10 0 0,1 1 0 0 0,-1 0 0 0 0,-1 0 1 0 0,1 17-1 0 0,14 93 504 0 0,-16-105-569 0 0,1-1-1 0 0,1 1 0 0 0,4 16 1 0 0,1 21 113 0 0,-7-38-130 0 0,1 0 0 0 0,0 0 0 0 0,5 16 0 0 0,-3-18-39 0 0,-1 0-1 0 0,-1 0 1 0 0,1 13 0 0 0,-3-21 25 0 0,1-1 1 0 0,0 0 0 0 0,1 0 0 0 0,-1 0 0 0 0,1 1 0 0 0,-1-1-1 0 0,1 0 1 0 0,0 0 0 0 0,3 5 0 0 0,-3-3-14 0 0,1-1 1 0 0,-1 1 0 0 0,1-1-1 0 0,-1 1 1 0 0,-1 0-1 0 0,1-1 1 0 0,0 1-1 0 0,-1 0 1 0 0,-1 7 0 0 0,1 3-3 0 0,-1-10 5 0 0,1 0 0 0 0,0 0 0 0 0,0 0 0 0 0,1 0 0 0 0,-1 0 0 0 0,1 0 0 0 0,0 0 0 0 0,0-1 0 0 0,1 1 0 0 0,-1 0 0 0 0,1 0 0 0 0,4 6 0 0 0,0 24 61 0 0,-1-15 32 0 0,-4-14-94 0 0,0-1 1 0 0,0 1-1 0 0,1-1 0 0 0,0 0 1 0 0,0 0-1 0 0,0 0 1 0 0,1 0-1 0 0,4 7 0 0 0,-7-11-7 0 0,1-1 0 0 0,-1 1 1 0 0,1-1-1 0 0,-1 1 0 0 0,0-1 0 0 0,1 1 0 0 0,-1-1 0 0 0,0 1 0 0 0,1-1 0 0 0,-1 1 0 0 0,0 0 1 0 0,0-1-1 0 0,0 1 0 0 0,0-1 0 0 0,1 1 0 0 0,-1 0 0 0 0,0-1 0 0 0,0 1 0 0 0,0 0 0 0 0,0 0 1 0 0,0 5-11 0 0,5 3 3 0 0,4 12-200 0 0,-9-19 36 0 0,-1-1-52 0 0,1-1 181 0 0,0 1 0 0 0,0 0 0 0 0,0-1 1 0 0,0 1-1 0 0,0-1 0 0 0,0 1 0 0 0,0 0 1 0 0,0-1-1 0 0,0 1 0 0 0,0-1 0 0 0,0 1 0 0 0,0 0 1 0 0,1-1-1 0 0,-1 1 0 0 0,0-1 0 0 0,0 1 0 0 0,1-1 1 0 0,-1 1-1 0 0,0-1 0 0 0,1 1 0 0 0,4 1-2248 0 0,19-49-17969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9.2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34 209 2400 0 0,'-16'3'11466'0'0,"16"0"-11220"0"0,0 0-1 0 0,-1 0 1 0 0,1 0-1 0 0,-1 0 1 0 0,1 0-1 0 0,-1 0 1 0 0,0 0-1 0 0,0 0 0 0 0,-3 5 1 0 0,-4 19 720 0 0,8-20-794 0 0,0 0-1 0 0,0 0 0 0 0,1 0 0 0 0,0 0 0 0 0,3 10 0 0 0,25 124 682 0 0,-16-102-775 0 0,-10-31-62 0 0,0 1-1 0 0,0 0 1 0 0,-1-1-1 0 0,0 1 1 0 0,-1 0 0 0 0,1 10-1 0 0,-1-11-6 0 0,0 0 0 0 0,1-1 0 0 0,-1 1 0 0 0,1 0-1 0 0,1-1 1 0 0,4 12 0 0 0,-4-12 20 0 0,0 0-1 0 0,-1 0 1 0 0,0 0-1 0 0,0 0 0 0 0,0 0 1 0 0,0 11-1 0 0,-2-11-27 0 0,0 23 126 0 0,0-30-123 0 0,0 1-1 0 0,0-1 1 0 0,0 1-1 0 0,0-1 1 0 0,0 1-1 0 0,0-1 0 0 0,0 1 1 0 0,0-1-1 0 0,0 1 1 0 0,0-1-1 0 0,0 1 1 0 0,1-1-1 0 0,-1 1 0 0 0,0-1 1 0 0,0 0-1 0 0,0 1 1 0 0,1-1-1 0 0,-1 1 1 0 0,0-1-1 0 0,1 0 0 0 0,-1 1 1 0 0,0-1-1 0 0,1 0 1 0 0,-1 1-1 0 0,1-1 1 0 0,-1 0-1 0 0,0 1 0 0 0,1-1 1 0 0,-1 0-1 0 0,1 0 1 0 0,-1 0-1 0 0,1 1 1 0 0,-1-1-1 0 0,1 0 0 0 0,-1 0 1 0 0,1 0-1 0 0,-1 0 1 0 0,1 0-1 0 0,-1 0 1 0 0,1 0-1 0 0,0 0 0 0 0,0 1-2 0 0,-1 1-1 0 0,1-1 1 0 0,-1 1-1 0 0,1-1 0 0 0,-1 1 1 0 0,0-1-1 0 0,0 1 1 0 0,1-1-1 0 0,-1 1 1 0 0,0-1-1 0 0,0 1 0 0 0,-1-1 1 0 0,1 3-1 0 0,0 5 133 0 0,0-6-117 0 0,0 8-69 0 0,0-9 447 0 0,0-31 412 0 0,0 27-781 0 0,0 0 0 0 0,-1 1 0 0 0,1-1 1 0 0,0 0-1 0 0,-1 0 0 0 0,1 0 0 0 0,-1 0 1 0 0,1 1-1 0 0,-1-1 0 0 0,0 0 0 0 0,0 1 1 0 0,-1-4-1 0 0,1 4-4 0 0,0-1 0 0 0,0 1 0 0 0,0-1 0 0 0,0 0 0 0 0,1 1 1 0 0,-1-1-1 0 0,0 0 0 0 0,1 0 0 0 0,0 1 0 0 0,-1-1 0 0 0,1 0 0 0 0,0-3 0 0 0,0-4 102 0 0,0 0 0 0 0,-1 0 0 0 0,0 0 0 0 0,-5-16 0 0 0,4 15-52 0 0,0 1 0 0 0,0-1 0 0 0,1 1 1 0 0,0-19-1 0 0,0 12 28 0 0,0 0-1 0 0,-6-27 1 0 0,5 29 23 0 0,-1 0-1 0 0,0-25 1 0 0,3-70 305 0 0,0 95-375 0 0,1 2 15 0 0,-2 0 1 0 0,0 0 0 0 0,-1-1 0 0 0,0 1 0 0 0,-6-19 0 0 0,5 11 11 0 0,1 1 1 0 0,1-1-1 0 0,3-37 1 0 0,0-11 204 0 0,-2 65-273 0 0,-1 3-10 0 0,1-1 0 0 0,0 1 0 0 0,0-1 0 0 0,0 0 0 0 0,0 1 0 0 0,0-1 0 0 0,0 1 0 0 0,0-1 0 0 0,0 0 0 0 0,0 1 0 0 0,0-1 0 0 0,0 1-1 0 0,0-1 1 0 0,1 0 0 0 0,-1 1 0 0 0,0-1 0 0 0,0 1 0 0 0,1-1 0 0 0,-1 1 0 0 0,0-1 0 0 0,1 0 0 0 0,3-2-11 0 0,-1-1-1 0 0,1 1 0 0 0,-1 0 1 0 0,1 0-1 0 0,0 1 0 0 0,0-1 1 0 0,1 1-1 0 0,-1 0 0 0 0,0 0 1 0 0,1 0-1 0 0,-1 1 0 0 0,1-1 1 0 0,0 1-1 0 0,0 0 0 0 0,-1 1 1 0 0,1-1-1 0 0,0 1 0 0 0,0 0 1 0 0,-1 0-1 0 0,6 1 0 0 0,-4-1-3 0 0,0 0-1 0 0,-1 0 1 0 0,1 1 0 0 0,0 0-1 0 0,-1 0 1 0 0,1 1-1 0 0,-1-1 1 0 0,1 1 0 0 0,5 3-1 0 0,20 0-139 0 0,-11 4 98 0 0,19 11-235 0 0,-31-9 221 0 0,-8-11 67 0 0,0 0 0 0 0,0 1 1 0 0,1-1-1 0 0,-1 0 0 0 0,0 1 1 0 0,0-1-1 0 0,0 0 0 0 0,1 1 0 0 0,-1-1 1 0 0,0 0-1 0 0,1 0 0 0 0,-1 1 0 0 0,0-1 1 0 0,1 0-1 0 0,-1 0 0 0 0,0 0 0 0 0,1 1 1 0 0,-1-1-1 0 0,0 0 0 0 0,1 0 1 0 0,-1 0-1 0 0,1 0 0 0 0,-1 0 0 0 0,0 0 1 0 0,1 0-1 0 0,-1 0 0 0 0,1 0 0 0 0,-1 0 1 0 0,0 0-1 0 0,2 0 0 0 0,6 6-130 0 0,13 18 42 0 0,-8-8 7 0 0,-7-11 19 0 0,-3 8 33 0 0,-3 49-43 0 0,-1-61 70 0 0,1 0 0 0 0,0 0 0 0 0,-1 0-1 0 0,1 0 1 0 0,-1 0 0 0 0,1 0-1 0 0,-1 0 1 0 0,0 0 0 0 0,1-1 0 0 0,-1 1-1 0 0,0 0 1 0 0,0 0 0 0 0,1-1 0 0 0,-1 1-1 0 0,0 0 1 0 0,0-1 0 0 0,0 1 0 0 0,-1 0-1 0 0,-1 1-6 0 0,-11 20-17 0 0,13-20 26 0 0,1 0 0 0 0,-1 0 0 0 0,0-1 0 0 0,0 1 0 0 0,0 0 0 0 0,-1 0-1 0 0,1-1 1 0 0,0 1 0 0 0,-1-1 0 0 0,1 1 0 0 0,-1-1 0 0 0,-2 2 0 0 0,3-2-15 0 0,-1 0 0 0 0,1 0-1 0 0,-1 0 1 0 0,1 0 0 0 0,0 0 0 0 0,0 0 0 0 0,-1 1 0 0 0,1-1 0 0 0,0 0-1 0 0,0 1 1 0 0,-1 2 0 0 0,1-3-6 0 0,0 1 1 0 0,0-1-1 0 0,0 1 1 0 0,0-1-1 0 0,0 0 0 0 0,0 0 1 0 0,0 0-1 0 0,-1 1 0 0 0,1-1 1 0 0,0 0-1 0 0,-2 1 1 0 0,-30 16-854 0 0,21-11 103 0 0,0-1-1 0 0,-25 10 1 0 0,7-12-1164 0 0,12-2 500 0 0,4 4-268 0 0,-4 1-460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9.7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256 34 1600 0 0,'-13'-4'8252'0'0,"12"3"-7877"0"0,0-7 553 0 0,1 7-1054 0 0,-29-4 4313 0 0,24-3-3341 0 0,4 8-800 0 0,1-1-1 0 0,0 1 1 0 0,-1-1-1 0 0,1 1 0 0 0,0-1 1 0 0,-1 1-1 0 0,1 0 1 0 0,0-1-1 0 0,-1 1 1 0 0,1 0-1 0 0,-1-1 1 0 0,1 1-1 0 0,-1 0 0 0 0,1 0 1 0 0,-1-1-1 0 0,1 1 1 0 0,-1 0-1 0 0,1 0 1 0 0,-1 0-1 0 0,1 0 1 0 0,-1-1-1 0 0,1 1 0 0 0,-1 0 1 0 0,1 0-1 0 0,-1 0 1 0 0,1 0-1 0 0,-1 0 1 0 0,1 1-1 0 0,-1-1 1 0 0,1 0-1 0 0,-1 0 0 0 0,0 0 1 0 0,1 0-1 0 0,-1 1 1 0 0,-10-1 228 0 0,1 0 1 0 0,-1 1-1 0 0,0 0 1 0 0,1 1-1 0 0,0 0 1 0 0,-1 1-1 0 0,-11 5 1 0 0,15-5-252 0 0,1 0-1 0 0,0 0 1 0 0,0 1 0 0 0,1 0 0 0 0,-1 0-1 0 0,1 0 1 0 0,0 1 0 0 0,0-1 0 0 0,0 1-1 0 0,1 1 1 0 0,-7 9 0 0 0,10-14-13 0 0,0 0 1 0 0,1 0-1 0 0,-1 0 0 0 0,0 1 0 0 0,1-1 1 0 0,0 0-1 0 0,-1 0 0 0 0,1 0 1 0 0,0 1-1 0 0,-1-1 0 0 0,1 0 0 0 0,0 0 1 0 0,0 3-1 0 0,0-2-14 0 0,0-1 0 0 0,0 1-1 0 0,-1 0 1 0 0,1 0 0 0 0,-1 0 0 0 0,1 0 0 0 0,-1-1 0 0 0,0 1-1 0 0,1 0 1 0 0,-1 0 0 0 0,0-1 0 0 0,-2 3 0 0 0,2-3-5 0 0,0 0 0 0 0,1 1 0 0 0,-1-1 0 0 0,0 0 1 0 0,0 1-1 0 0,1-1 0 0 0,-1 1 0 0 0,1-1 0 0 0,0 1 1 0 0,-1-1-1 0 0,1 4 0 0 0,0-4 14 0 0,0 0 1 0 0,0-1-1 0 0,1 1 1 0 0,-1 0-1 0 0,0 0 0 0 0,1 0 1 0 0,-1 0-1 0 0,1 0 0 0 0,-1 0 1 0 0,1-1-1 0 0,-1 1 1 0 0,1 0-1 0 0,0-1 0 0 0,-1 1 1 0 0,1 0-1 0 0,0-1 0 0 0,1 2 1 0 0,1 1 14 0 0,0 3-10 0 0,0-1-1 0 0,0 0 1 0 0,1 0-1 0 0,0 0 1 0 0,0 0-1 0 0,0-1 1 0 0,0 1-1 0 0,0-1 1 0 0,1 0 0 0 0,0 0-1 0 0,0-1 1 0 0,0 1-1 0 0,0-1 1 0 0,1 0-1 0 0,-1-1 1 0 0,7 3-1 0 0,1 0 0 0 0,-12-4-6 0 0,0 0 1 0 0,1-1-1 0 0,-1 1 0 0 0,0-1 1 0 0,1 1-1 0 0,-1-1 1 0 0,0 0-1 0 0,1 1 0 0 0,-1-1 1 0 0,1 0-1 0 0,-1 0 0 0 0,1 0 1 0 0,-1 0-1 0 0,3-1 0 0 0,10 3 64 0 0,-8 1-60 0 0,-5-2-15 0 0,1 0 1 0 0,0 0-1 0 0,0 0 0 0 0,-1 0 1 0 0,1 0-1 0 0,0-1 0 0 0,0 1 1 0 0,0-1-1 0 0,0 1 0 0 0,0-1 1 0 0,0 1-1 0 0,0-1 1 0 0,0 0-1 0 0,0 0 0 0 0,0 0 1 0 0,0 0-1 0 0,0-1 0 0 0,3 0 1 0 0,8-5 22 0 0,-11 5-13 0 0,-1 0 0 0 0,1 0-1 0 0,-1 1 1 0 0,1-1 0 0 0,-1 0 0 0 0,1 1 0 0 0,-1-1 0 0 0,1 1 0 0 0,0 0-1 0 0,-1-1 1 0 0,4 1 0 0 0,-3 0 13 0 0,1-1 1 0 0,-1 1-1 0 0,1-1 0 0 0,-1 0 0 0 0,0 0 1 0 0,1 0-1 0 0,-1 0 0 0 0,0 0 0 0 0,0-1 1 0 0,1 1-1 0 0,-1-1 0 0 0,0 1 1 0 0,-1-1-1 0 0,1 0 0 0 0,0 0 0 0 0,0 1 1 0 0,-1-1-1 0 0,1-1 0 0 0,-1 1 0 0 0,0 0 1 0 0,1 0-1 0 0,-1 0 0 0 0,1-5 0 0 0,12-14 238 0 0,-14 20-217 0 0,1 0 0 0 0,0-1 1 0 0,-1 1-1 0 0,1 0 0 0 0,-1-1 1 0 0,1 1-1 0 0,-1-1 0 0 0,0 1 1 0 0,0-1-1 0 0,0 1 0 0 0,1 0 1 0 0,-1-1-1 0 0,-1 1 0 0 0,1-1 0 0 0,0 1 1 0 0,0-1-1 0 0,-1-1 0 0 0,0-7 895 0 0,1-33 482 0 0,0 41-1173 0 0,3 20 21 0 0,2-7-210 0 0,-4-8-44 0 0,0 0-1 0 0,1-1 1 0 0,-1 1 0 0 0,0 0-1 0 0,0 1 1 0 0,-1-1 0 0 0,1 0-1 0 0,-1 0 1 0 0,1 4 0 0 0,0 1-78 0 0,0-1 1 0 0,1 0 0 0 0,0 0 0 0 0,1 0 0 0 0,0 0 0 0 0,0 0 0 0 0,0-1 0 0 0,1 1 0 0 0,0-1 0 0 0,0 0 0 0 0,0 0-1 0 0,1 0 1 0 0,6 6 0 0 0,-7-9-219 0 0,0 1 0 0 0,1-1-1 0 0,-1 1 1 0 0,1-2 0 0 0,0 1-1 0 0,-1 0 1 0 0,8 2 0 0 0,4 4-1245 0 0,-8-2 156 0 0,80 24-11593 0 0,-71-25 10089 0 0,11 4 975 0 0,-23-7 1230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28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1760 0 0,'0'0'507'0'0,"19"0"-310"0"0,135 0 550 0 0,-126 4-603 0 0,13 5 21 0 0,66-7 150 0 0,-96-2-236 0 0,-1 0 0 0 0,1 1 0 0 0,-1 0 1 0 0,21 5-1 0 0,-3 0 133 0 0,-6-4-33 0 0,0-1 0 0 0,24-1 1 0 0,77 2 423 0 0,5 8-134 0 0,-56-7-218 0 0,-32-2-107 0 0,143-5 528 0 0,20-6-150 0 0,-95 9-129 0 0,-94 1-323 0 0,-1 0 0 0 0,0 0 0 0 0,20-4-1 0 0,-4-2 59 0 0,0 2-1 0 0,0 2 0 0 0,45 0 0 0 0,-20 2 84 0 0,149 0 440 0 0,-97 6-459 0 0,-18 2-8 0 0,229 10 272 0 0,-288-17-503 0 0,51 7-1 0 0,-58-5 42 0 0,36 1 0 0 0,18 2 72 0 0,-14 1-20 0 0,3-6-23 0 0,-32-1-34 0 0,50 5-1 0 0,-20 2-25 0 0,66-1 0 0 0,-6 2 247 0 0,-52-2-122 0 0,81-4-73 0 0,-99-2-62 0 0,24 7-44 0 0,-15-1 113 0 0,187-2 412 0 0,-53-2-516 0 0,-108 4 30 0 0,39 1 136 0 0,10-7 59 0 0,48 0-313 0 0,-150 0 150 0 0,55 8-1 0 0,-55-4 138 0 0,56 0-1 0 0,74-4-62 0 0,-53 0-278 0 0,5 2 341 0 0,165 9 443 0 0,-141-8-96 0 0,-120-3-364 0 0,0 1 0 0 0,31 6 0 0 0,-30-4-79 0 0,1 0 0 0 0,35-1 0 0 0,34 6-41 0 0,21 0 237 0 0,-75-9-156 0 0,-20 0-52 0 0,0 0-1 0 0,0 2 1 0 0,29 4 0 0 0,-29-1-26 0 0,1 0 0 0 0,0-2 0 0 0,0 0-1 0 0,32-1 1 0 0,-12-1 60 0 0,-18-1 1 0 0,2 1-33 0 0,0 1-1 0 0,29 4 0 0 0,153 16-618 0 0,-85-7-83 0 0,-90-10-491 0 0,57 0-1 0 0,76 12-4593 0 0,-123-16 4294 0 0,-8 0-449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1.0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 1728 0 0,'0'0'2517'0'0,"0"-16"3808"0"0,0 3-3418 0 0,0 191 810 0 0,0-170-3609 0 0,-1-4-54 0 0,1-1 0 0 0,1 1 0 0 0,-1 0 0 0 0,1 0 0 0 0,-1 0 0 0 0,1-1 0 0 0,0 1 0 0 0,0 0 0 0 0,1-1 0 0 0,-1 1 0 0 0,1-1 0 0 0,0 1 0 0 0,0-1-1 0 0,3 5 1 0 0,20 37 224 0 0,-11-24 90 0 0,-10-16-320 0 0,17 28-70 0 0,-20-32 20 0 0,0 0 0 0 0,-1-1 0 0 0,1 1-1 0 0,0 0 1 0 0,-1 0 0 0 0,1 0 0 0 0,0 0 0 0 0,0-1-1 0 0,0 1 1 0 0,0 0 0 0 0,0-1 0 0 0,0 1-1 0 0,0-1 1 0 0,0 1 0 0 0,2 0 0 0 0,8 5 91 0 0,-6 0 31 0 0,9 4 181 0 0,44 16-306 0 0,-55-25 15 0 0,-1 0 1 0 0,1 0-1 0 0,0 0 1 0 0,-1 0-1 0 0,1-1 1 0 0,0 1-1 0 0,0-1 0 0 0,0 0 1 0 0,-1 0-1 0 0,1 0 1 0 0,0 0-1 0 0,0-1 1 0 0,3 0-1 0 0,3 0-71 0 0,-6 1 70 0 0,-1-1-1 0 0,1 1 1 0 0,0-1-1 0 0,-1 1 1 0 0,1-1-1 0 0,-1 0 1 0 0,1 0-1 0 0,-1 0 1 0 0,1-1-1 0 0,-1 1 1 0 0,0 0-1 0 0,0-1 1 0 0,0 0-1 0 0,1 1 1 0 0,-2-1-1 0 0,1 0 1 0 0,0 0-1 0 0,0 0 1 0 0,0 0 0 0 0,-1 0-1 0 0,1-1 1 0 0,-1 1-1 0 0,2-5 1 0 0,15-17-166 0 0,-8 16 193 0 0,-8 6-4 0 0,0 1 0 0 0,0-1-1 0 0,0 1 1 0 0,-1-1-1 0 0,1 0 1 0 0,0 0 0 0 0,-1 0-1 0 0,1 0 1 0 0,-1 0-1 0 0,2-5 1 0 0,6-8 148 0 0,-6 11-164 0 0,0-1-1 0 0,0 1 0 0 0,-1-1 1 0 0,1 0-1 0 0,-1 0 1 0 0,2-10-1 0 0,3-16 16 0 0,15-52 61 0 0,-18 65 178 0 0,-4-11-211 0 0,-1 9-148 0 0,5 20 532 0 0,-4 0-447 0 0,1 0-1 0 0,-1 0 1 0 0,1-1-1 0 0,-1 1 1 0 0,1 0-1 0 0,-1 0 1 0 0,1 0-1 0 0,-1 0 1 0 0,1 0-1 0 0,-1 0 1 0 0,1 0-1 0 0,-1 0 1 0 0,1 0-1 0 0,-1 1 1 0 0,1-1-1 0 0,-1 0 1 0 0,1 0-1 0 0,-1 0 0 0 0,1 1 1 0 0,-1-1-1 0 0,1 0 1 0 0,-1 0-1 0 0,0 1 1 0 0,1 0-1 0 0,-1 331 2240 0 0,0-286-2526 0 0,0-7 225 0 0,-1-10 297 0 0,0-9-260 0 0,1 0 1 0 0,1 0-1 0 0,3 25 1 0 0,0-25 95 0 0,-1-5-102 0 0,0 1-1 0 0,-1 0 1 0 0,-1 15-1 0 0,-1-29 36 0 0,0 0 0 0 0,0-1 0 0 0,1 1 0 0 0,-1 0 0 0 0,0-1 0 0 0,1 1 0 0 0,-1 0 0 0 0,1-1 0 0 0,-1 1 0 0 0,1 0 0 0 0,0-1 0 0 0,-1 1 0 0 0,2 1 0 0 0,5 9-117 0 0,-6 3-376 0 0,-2-12 204 0 0,1-1 1 0 0,1 1 0 0 0,-1 0 0 0 0,0 0-1 0 0,1 0 1 0 0,-1-1 0 0 0,1 1-1 0 0,1 3 1 0 0,-2-5 488 0 0,7 7-766 0 0,-3 0-2867 0 0,-3-7 2861 0 0,-1 0-1 0 0,1 1 1 0 0,-1-1 0 0 0,0 1 0 0 0,0-1 0 0 0,0 1-1 0 0,0-1 1 0 0,0 3 0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1.7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 2240 0 0,'0'0'12218'0'0,"0"0"-12153"0"0,-1 0 0 0 0,1 0 0 0 0,-1 0 0 0 0,0-1 0 0 0,1 1 0 0 0,-1 0 0 0 0,1 0 0 0 0,-1 0 0 0 0,0 1 0 0 0,1-1 0 0 0,-1 0 0 0 0,1 0 0 0 0,-1 0 0 0 0,0 0 0 0 0,1 0 0 0 0,-1 1 0 0 0,1-1 0 0 0,-1 0 0 0 0,1 1 0 0 0,-1-1 0 0 0,0 1 0 0 0,-1 0 129 0 0,1 6 190 0 0,1 14 307 0 0,-1 18 75 0 0,0-30-632 0 0,0-1 1 0 0,1 0-1 0 0,0 1 0 0 0,1-1 1 0 0,0 0-1 0 0,3 14 0 0 0,39 85 832 0 0,-40-95-911 0 0,1-1 1 0 0,0 1-1 0 0,0-1 1 0 0,2 0-1 0 0,7 13 1 0 0,6 12 85 0 0,-18-35-151 0 0,0 1-1 0 0,-1-1 0 0 0,1 0 0 0 0,0 0 0 0 0,0 0 0 0 0,0 0 1 0 0,1 0-1 0 0,-1 0 0 0 0,0 0 0 0 0,0 0 0 0 0,1 0 1 0 0,-1 0-1 0 0,2 0 0 0 0,-3-1 23 0 0,1 1 0 0 0,0-1 0 0 0,-1 0 0 0 0,1 0 0 0 0,0 1 0 0 0,-1-1 0 0 0,1 1 0 0 0,0-1 0 0 0,-1 1 0 0 0,1-1 0 0 0,-1 1 0 0 0,1-1 0 0 0,-1 1 0 0 0,1-1 0 0 0,-1 1 0 0 0,1-1 0 0 0,-1 1 0 0 0,0 0 0 0 0,1-1 0 0 0,-1 1-1 0 0,0 0 1 0 0,0 0 0 0 0,1-1 0 0 0,-1 1 0 0 0,0 1 0 0 0,14 3 148 0 0,-10-1-169 0 0,-3-3 8 0 0,0 0 0 0 0,0 0 0 0 0,0 0 0 0 0,0 0 0 0 0,0-1 0 0 0,1 1 0 0 0,-1 0 0 0 0,0-1 0 0 0,1 1 0 0 0,-1 0 0 0 0,0-1 0 0 0,1 0 0 0 0,-1 1 0 0 0,1-1 0 0 0,-1 0 0 0 0,1 0 0 0 0,-1 0 0 0 0,0 0 0 0 0,1 0 0 0 0,-1 0 0 0 0,1 0 0 0 0,2-1 0 0 0,2 1 227 0 0,-3 1-247 0 0,1-1 1 0 0,0 0 0 0 0,-1 0 0 0 0,1 0 0 0 0,0 0 0 0 0,0-1 0 0 0,6-1-1 0 0,1-10 289 0 0,26-22-573 0 0,-35 33 318 0 0,-1 1-1 0 0,0-1 1 0 0,0 0-1 0 0,1 0 1 0 0,-1 0 0 0 0,0 0-1 0 0,0 0 1 0 0,0 0-1 0 0,0 0 1 0 0,0 0-1 0 0,-1-1 1 0 0,1 1 0 0 0,0 0-1 0 0,0 0 1 0 0,-1-1-1 0 0,1 1 1 0 0,-1 0 0 0 0,1-1-1 0 0,-1 1 1 0 0,0-1-1 0 0,1 1 1 0 0,-1-1 0 0 0,0 1-1 0 0,0-3 1 0 0,0 4-8 0 0,0-1 1 0 0,0 0 0 0 0,0 0 0 0 0,0 1 0 0 0,0-1-1 0 0,0 0 1 0 0,0 1 0 0 0,0-1 0 0 0,1 0-1 0 0,-1 1 1 0 0,0-1 0 0 0,0 0 0 0 0,1 1-1 0 0,-1-1 1 0 0,0 1 0 0 0,1-1 0 0 0,-1 0-1 0 0,1 1 1 0 0,-1-1 0 0 0,0 1 0 0 0,1-1 0 0 0,0 1-1 0 0,-1 0 1 0 0,1-1 0 0 0,0 0 0 0 0,-1 1-10 0 0,1 0 0 0 0,0-1 0 0 0,-1 1 0 0 0,1-1 0 0 0,-1 1 0 0 0,1-1 0 0 0,-1 1 0 0 0,1-1 0 0 0,-1 1 0 0 0,0-1 0 0 0,1 1 1 0 0,-1-1-1 0 0,0 0 0 0 0,1 1 0 0 0,-1-1 0 0 0,0 0 0 0 0,0 1 0 0 0,1-1 0 0 0,-1 0 0 0 0,0 1 0 0 0,0-1 0 0 0,0 0 0 0 0,0 1 1 0 0,0-1-1 0 0,0-1 0 0 0,0-1-10 0 0,0 0 0 0 0,0-1 0 0 0,1 1 0 0 0,-1-1 0 0 0,1 1 0 0 0,0 0 1 0 0,2-6-1 0 0,4-12 157 0 0,10-51-15 0 0,-16 67-119 0 0,0 1 1 0 0,0-1 0 0 0,-1 0-1 0 0,1 1 1 0 0,-1-1-1 0 0,0 0 1 0 0,-1-8 0 0 0,1 10 32 0 0,-1-1 0 0 0,1 0 1 0 0,0 0-1 0 0,0 0 0 0 0,1 0 1 0 0,1-7-1 0 0,2-1-239 0 0,5-24 687 0 0,-9 34-543 0 0,0-12-22 0 0,-1 35 658 0 0,0-14-522 0 0,0 1-1 0 0,1-1 1 0 0,0 1-1 0 0,0-1 1 0 0,1 1-1 0 0,-1-1 0 0 0,5 14 1 0 0,-4-19-47 0 0,1 1 0 0 0,-1 0-1 0 0,0 0 1 0 0,0 0 0 0 0,0 0 0 0 0,0 1 0 0 0,-1-1 0 0 0,1 0 0 0 0,-1 0-1 0 0,0 0 1 0 0,0 0 0 0 0,0 1 0 0 0,0-1 0 0 0,0 0 0 0 0,-1 0-1 0 0,1 0 1 0 0,-1 1 0 0 0,0-1 0 0 0,-1 3 0 0 0,-2 9 178 0 0,2-2-269 0 0,0 1 1 0 0,1-1-1 0 0,2 28 0 0 0,0-11 320 0 0,-1-24-164 0 0,1-1-1 0 0,0 1 1 0 0,0-1-1 0 0,0 1 0 0 0,3 8 1 0 0,4 22-342 0 0,-8 112 135 0 0,0-146 146 0 0,0-1 1 0 0,0 0-1 0 0,1 1 0 0 0,-1-1 0 0 0,0 0 0 0 0,1 1 1 0 0,-1-1-1 0 0,1 0 0 0 0,-1 0 0 0 0,1 1 0 0 0,-1-1 1 0 0,2 2-1 0 0,0-1-17 0 0,-1 0 0 0 0,0 0 0 0 0,0 0 0 0 0,0 0 0 0 0,0 0 0 0 0,-1 0 0 0 0,1 0 0 0 0,0 0 0 0 0,-1 1 0 0 0,0-1 0 0 0,1 0 0 0 0,-1 0 0 0 0,0 3 0 0 0,0 115-70 0 0,0-117-54 0 0,0-1-90 0 0,2 24-198 0 0,-2-25 407 0 0,0-1 0 0 0,1 0 0 0 0,-1 0 0 0 0,0 1 0 0 0,0-1 1 0 0,0 0-1 0 0,0 0 0 0 0,0 0 0 0 0,1 0 0 0 0,-1 1 0 0 0,0-1 0 0 0,0 0 0 0 0,0 0 0 0 0,1 0 0 0 0,-1 0 0 0 0,0 0 0 0 0,0 1 0 0 0,0-1 1 0 0,1 0-1 0 0,-1 0 0 0 0,0 0 0 0 0,0 0 0 0 0,1 0 0 0 0,-1 0 0 0 0,0 0 0 0 0,0 0 0 0 0,1 0 0 0 0,-1 0 0 0 0,0 0 0 0 0,0 0 0 0 0,1 0 1 0 0,-1 0-1 0 0,1 0 0 0 0,2-1-119 0 0,-3 1 116 0 0,0 1 1 0 0,1-1-1 0 0,-1 0 0 0 0,0 0 1 0 0,0 0-1 0 0,1 0 0 0 0,-1 1 0 0 0,0-1 1 0 0,0 0-1 0 0,0 0 0 0 0,0 0 1 0 0,1 1-1 0 0,-1-1 0 0 0,0 0 1 0 0,0 0-1 0 0,0 1 0 0 0,0-1 0 0 0,0 0 1 0 0,0 0-1 0 0,0 1 0 0 0,0-1 1 0 0,0 0-1 0 0,0 0 0 0 0,0 1 1 0 0,0-1-1 0 0,0 0 0 0 0,0 0 0 0 0,0 1 1 0 0,0-1-1 0 0,0 0 0 0 0,0 1 1 0 0,0-1-1 0 0,0 0 0 0 0,0 1 1 0 0,0 5-2188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2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49 2272 0 0,'0'0'12517'0'0,"-3"3"-12314"0"0,2-3-99 0 0,-6 5 35 0 0,6-4-83 0 0,0 0-1 0 0,1 1 1 0 0,-1-1-1 0 0,1 1 1 0 0,-1-1-1 0 0,1 1 1 0 0,-1 0-1 0 0,1-1 1 0 0,0 1-1 0 0,0-1 1 0 0,0 1-1 0 0,0 1 1 0 0,0 0-83 0 0,0 1-20 0 0,0-4 60 0 0,0 1 0 0 0,0-1 0 0 0,0 0 0 0 0,-1 1 0 0 0,1-1 0 0 0,0 1 0 0 0,0-1-1 0 0,0 1 1 0 0,0-1 0 0 0,0 1 0 0 0,0-1 0 0 0,0 1 0 0 0,1-1 0 0 0,-1 1 0 0 0,0-1-1 0 0,0 1 1 0 0,0-1 0 0 0,0 0 0 0 0,0 1 0 0 0,1-1 0 0 0,-1 1 0 0 0,0-1 0 0 0,1 0-1 0 0,-1 1 1 0 0,1 0 0 0 0,-1-1-7 0 0,1-1 0 0 0,-1 1 0 0 0,0 0 0 0 0,1 0 0 0 0,-1 0-1 0 0,1 0 1 0 0,-1 0 0 0 0,1 0 0 0 0,-1 0 0 0 0,1 0 0 0 0,-1 0 0 0 0,1 1 0 0 0,-1-1-1 0 0,0 0 1 0 0,1 0 0 0 0,-1 0 0 0 0,1 0 0 0 0,-1 1 0 0 0,1-1 0 0 0,-1 0 0 0 0,0 0-1 0 0,1 1 1 0 0,-1-1 0 0 0,0 0 0 0 0,1 1 0 0 0,-1-1 0 0 0,0 0 0 0 0,0 1 0 0 0,1-1 0 0 0,-1 0-1 0 0,0 1 1 0 0,0-1 0 0 0,1 1 0 0 0,-1-1 0 0 0,0 0 0 0 0,0 1 0 0 0,0-1 0 0 0,0 1-1 0 0,0-1 1 0 0,0 1 0 0 0,0-1 0 0 0,0 1 0 0 0,0-1 0 0 0,0 1 0 0 0,0-1 0 0 0,0 0-1 0 0,0 1 1 0 0,0 0 0 0 0,2 0 51 0 0,1 0 0 0 0,0-1-1 0 0,-1 1 1 0 0,1-1 0 0 0,0 0-1 0 0,-1 0 1 0 0,1 0 0 0 0,0 0-1 0 0,3 0 1 0 0,-4 0 48 0 0,0 0-84 0 0,-1 0 1 0 0,0 0-1 0 0,0 0 0 0 0,1-1 1 0 0,-1 1-1 0 0,0 0 0 0 0,0 0 1 0 0,0-1-1 0 0,0 1 0 0 0,1-1 1 0 0,-1 1-1 0 0,0-1 0 0 0,0 1 1 0 0,0-1-1 0 0,0 0 0 0 0,0 1 1 0 0,0-1-1 0 0,0 0 0 0 0,0 0 1 0 0,0 0-1 0 0,-1 0 0 0 0,1 1 0 0 0,0-1 1 0 0,0 0-1 0 0,-1-1 0 0 0,1 1 1 0 0,-1 0-1 0 0,1 0 0 0 0,-1 0 1 0 0,1-2-1 0 0,0-3 140 0 0,0 0 0 0 0,0 0 0 0 0,-1 0 0 0 0,0 1 1 0 0,0-9-1 0 0,-1 1-56 0 0,1 13-96 0 0,0 0 0 0 0,0-1 0 0 0,0 1 1 0 0,0-1-1 0 0,0 1 0 0 0,0-1 0 0 0,0 1 0 0 0,0 0 0 0 0,0-1 0 0 0,0 1 0 0 0,-1-1 0 0 0,1 1 0 0 0,0 0 0 0 0,0-1 0 0 0,0 1 0 0 0,-1 0 0 0 0,1-1 0 0 0,0 1 0 0 0,0 0 0 0 0,-1-1 0 0 0,1 1 0 0 0,0 0 0 0 0,-1 0 0 0 0,1-1 0 0 0,0 1 0 0 0,-1 0 0 0 0,1 0 0 0 0,0-1 0 0 0,-1 1 0 0 0,1 0 0 0 0,0 0 0 0 0,-1 0 0 0 0,0 0 0 0 0,1 0 1 0 0,-1-1-1 0 0,1 1 1 0 0,0 0 0 0 0,-1 0-1 0 0,1 0 1 0 0,-1 0 0 0 0,1 0-1 0 0,0-1 1 0 0,-1 1 0 0 0,1 0-1 0 0,0 0 1 0 0,-1-1 0 0 0,1 1-1 0 0,0 0 1 0 0,-1 0-1 0 0,1-1 1 0 0,0 1 0 0 0,0 0-1 0 0,-1-1 1 0 0,1 1 0 0 0,0-1-1 0 0,0 1 1 0 0,0 0 0 0 0,0-1-1 0 0,0 1 1 0 0,-1 0 0 0 0,1-1-1 0 0,0 1 1 0 0,0-1-1 0 0,0 1 1 0 0,0-1 0 0 0,0 1-1 0 0,0-1 1 0 0,0 1-14 0 0,0-1 0 0 0,0 0 0 0 0,0 1 0 0 0,0-1-1 0 0,0 1 1 0 0,-1-1 0 0 0,1 1 0 0 0,0-1 0 0 0,0 0 0 0 0,-1 1 0 0 0,1-1 0 0 0,0 1-1 0 0,-1-1 1 0 0,1 1 0 0 0,0 0 0 0 0,-1-1 0 0 0,1 1 0 0 0,-1-1 0 0 0,1 1 0 0 0,0 0 0 0 0,-1-1-1 0 0,1 1 1 0 0,-1 0 0 0 0,0-1 0 0 0,1 1 0 0 0,-1 0 0 0 0,1 0 0 0 0,-1 0 0 0 0,1-1-1 0 0,-1 1 1 0 0,1 0 0 0 0,-2 0 0 0 0,-24 0 161 0 0,17 0-231 0 0,6 3-316 0 0,-23 23-2585 0 0,26-26 2787 0 0,0 1 0 0 0,0-1 0 0 0,0 1 0 0 0,0-1 0 0 0,0 1 0 0 0,0-1 0 0 0,0 0 0 0 0,0 1 0 0 0,0-1 0 0 0,0 1 0 0 0,10 10-4582 0 0,-9-10 4636 0 0,-1-1 0 0 0,0 0 0 0 0,0 1 0 0 0,1-1 0 0 0,-1 0 0 0 0,0 1 0 0 0,1-1 0 0 0,-1 0-1 0 0,0 1 1 0 0,1-1 0 0 0,-1 0 0 0 0,1 0 0 0 0,-1 0 0 0 0,0 0 0 0 0,1 1 0 0 0,-1-1 0 0 0,1 0-1 0 0,-1 0 1 0 0,1 0 0 0 0,-1 0 0 0 0,0 0 0 0 0,1 0 0 0 0,-1 0 0 0 0,1 0 0 0 0,-1 0 0 0 0,1 0-1 0 0,4 1-499 0 0,3 9-1249 0 0,19-7-789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2.7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112 128 2880 0 0,'1'-18'4951'0'0,"-1"-17"784"0"0,0 33-5459 0 0,0-1 0 0 0,-1 0 0 0 0,1 1 0 0 0,0-1 0 0 0,-1 0 0 0 0,0 1 0 0 0,1-1 0 0 0,-1 1 0 0 0,0-1 0 0 0,0 1 0 0 0,-1 0 0 0 0,1-1 0 0 0,0 1 0 0 0,-3-3 0 0 0,4 5-219 0 0,-1-1 1 0 0,1 1-1 0 0,0-1 1 0 0,-1 1-1 0 0,1-1 0 0 0,0 1 1 0 0,-1-1-1 0 0,1 1 0 0 0,0-1 1 0 0,-1 1-1 0 0,1-1 0 0 0,0 0 1 0 0,0 1-1 0 0,0-1 1 0 0,0 1-1 0 0,0-1 0 0 0,0 0 1 0 0,0 1-1 0 0,0-1 0 0 0,0 0 1 0 0,-1-5 289 0 0,0 4-307 0 0,0 1 0 0 0,1 0-1 0 0,-1 0 1 0 0,0 0 0 0 0,0 0 0 0 0,0 0-1 0 0,0 0 1 0 0,0 0 0 0 0,0 0 0 0 0,0 0-1 0 0,-1 1 1 0 0,1-1 0 0 0,0 0 0 0 0,0 1-1 0 0,-1-1 1 0 0,1 1 0 0 0,0-1 0 0 0,-1 1-1 0 0,1 0 1 0 0,0 0 0 0 0,-3-1 0 0 0,1 1-88 0 0,-2 3 224 0 0,2-1-73 0 0,-1-1-68 0 0,1 1 1 0 0,0-1-1 0 0,0 1 0 0 0,0 0 0 0 0,0 0 0 0 0,0 1 1 0 0,0-1-1 0 0,0 0 0 0 0,1 1 0 0 0,-5 5 0 0 0,-2 4 29 0 0,8-11-46 0 0,0-1 0 0 0,0 1-1 0 0,1 0 1 0 0,-1 0 0 0 0,0 0 0 0 0,1 0 0 0 0,-1 0-1 0 0,1 0 1 0 0,-1-1 0 0 0,1 1 0 0 0,-1 0 0 0 0,1 0-1 0 0,0 1 1 0 0,-1-1 0 0 0,1 0 0 0 0,0 0-1 0 0,0 0 1 0 0,0 0 0 0 0,0 0 0 0 0,0 2 0 0 0,0 98 30 0 0,0-97-48 0 0,0 0 0 0 0,0 0 1 0 0,0-1-1 0 0,1 1 1 0 0,-1 0-1 0 0,1 0 0 0 0,0 0 1 0 0,0-1-1 0 0,1 1 0 0 0,-1-1 1 0 0,1 1-1 0 0,0-1 1 0 0,0 1-1 0 0,0-1 0 0 0,0 0 1 0 0,0 0-1 0 0,1 0 1 0 0,-1 0-1 0 0,1-1 0 0 0,5 5 1 0 0,2 2 167 0 0,-10-8-175 0 0,0-1 1 0 0,1 0-1 0 0,-1 0 1 0 0,0 1-1 0 0,1-1 1 0 0,-1 0 0 0 0,0 1-1 0 0,0-1 1 0 0,1 1-1 0 0,-1-1 1 0 0,0 0-1 0 0,0 1 1 0 0,1-1 0 0 0,-1 1-1 0 0,0-1 1 0 0,0 0-1 0 0,0 1 1 0 0,0-1-1 0 0,0 1 1 0 0,0-1 0 0 0,0 1-1 0 0,0-1 1 0 0,0 0-1 0 0,0 1 1 0 0,0-1-1 0 0,0 1 1 0 0,1 4-76 0 0,25 11-89 0 0,-25-15 184 0 0,0-1 0 0 0,-1 1 1 0 0,1-1-1 0 0,0 1 0 0 0,0-1 0 0 0,-1 0 1 0 0,1 1-1 0 0,0-1 0 0 0,0 0 0 0 0,0 0 1 0 0,0 1-1 0 0,0-1 0 0 0,-1 0 0 0 0,1 0 0 0 0,0 0 1 0 0,0 0-1 0 0,0 0 0 0 0,0 0 0 0 0,0 0 1 0 0,-1 0-1 0 0,1-1 0 0 0,1 1 0 0 0,-1 0-17 0 0,-1 0 0 0 0,1-1 0 0 0,-1 1 0 0 0,1 0 0 0 0,-1 0 0 0 0,1 0 0 0 0,0 0 0 0 0,-1 0 0 0 0,1 0-1 0 0,-1 0 1 0 0,1 0 0 0 0,0 0 0 0 0,-1 0 0 0 0,1 1 0 0 0,-1-1 0 0 0,1 0 0 0 0,-1 0 0 0 0,1 0 0 0 0,-1 1 0 0 0,2 0 0 0 0,0 1-59 0 0,-2-1 66 0 0,1 0 0 0 0,-1-1 0 0 0,0 1-1 0 0,1 0 1 0 0,-1 0 0 0 0,1-1 0 0 0,-1 1-1 0 0,1-1 1 0 0,-1 1 0 0 0,1 0 0 0 0,0-1-1 0 0,-1 1 1 0 0,1-1 0 0 0,0 1 0 0 0,-1-1-1 0 0,1 0 1 0 0,0 1 0 0 0,0-1 0 0 0,-1 0-1 0 0,1 1 1 0 0,0-1 0 0 0,0 0 0 0 0,0 0-1 0 0,-1 0 1 0 0,1 1 0 0 0,0-1 0 0 0,0 0-1 0 0,0 0 1 0 0,0 0 0 0 0,-1-1 0 0 0,1 1-1 0 0,0 0 1 0 0,0 0 0 0 0,0 0 0 0 0,-1-1 0 0 0,1 1-1 0 0,0 0 1 0 0,0-1 0 0 0,-1 1 0 0 0,1 0-1 0 0,1-1 1 0 0,15-17-303 0 0,-9 10 325 0 0,0 0 0 0 0,0 0-1 0 0,-1-1 1 0 0,9-12 0 0 0,0-14 108 0 0,-14 29 59 0 0,-2-169 1782 0 0,0 178-2081 0 0,0-1 102 0 0,0 379 1877 0 0,0-285-2086 0 0,0-94 225 0 0,0-1 0 0 0,0 1-1 0 0,1 0 1 0 0,-1-1 0 0 0,0 1-1 0 0,1 0 1 0 0,-1-1 0 0 0,1 1-1 0 0,0-1 1 0 0,-1 1 0 0 0,1-1-1 0 0,0 1 1 0 0,0-1 0 0 0,0 0-1 0 0,0 1 1 0 0,0-1 0 0 0,2 2-1 0 0,-2-2-20 0 0,-1-1 0 0 0,1 1-1 0 0,-1-1 1 0 0,0 1 0 0 0,1 0-1 0 0,-1-1 1 0 0,0 1 0 0 0,1 0-1 0 0,-1-1 1 0 0,0 1 0 0 0,0 0-1 0 0,0 0 1 0 0,0-1 0 0 0,0 1-1 0 0,0 0 1 0 0,0 0 0 0 0,0-1-1 0 0,0 1 1 0 0,0 0 0 0 0,0-1-1 0 0,0 3 1 0 0,-1 1-77 0 0,1 11-48 0 0,0 36-757 0 0,0-48 745 0 0,0 0 0 0 0,1 0 0 0 0,-1 0 0 0 0,1 0 0 0 0,-1 0 0 0 0,1 0 0 0 0,0-1-1 0 0,0 1 1 0 0,0 0 0 0 0,1 0 0 0 0,-1-1 0 0 0,3 5 0 0 0,-1-5-488 0 0,-3-1 559 0 0,-1-1-1 0 0,1 1 0 0 0,0-1 0 0 0,0 1 1 0 0,0-1-1 0 0,0 1 0 0 0,0-1 1 0 0,0 0-1 0 0,0 1 0 0 0,0-1 0 0 0,0 1 1 0 0,0-1-1 0 0,0 1 0 0 0,0-1 1 0 0,0 1-1 0 0,0-1 0 0 0,0 1 0 0 0,0-1 1 0 0,0 1-1 0 0,1-1 0 0 0,-1 1 1 0 0,0-1-1 0 0,0 0 0 0 0,1 1 0 0 0,-1-1 1 0 0,0 1-1 0 0,1-1 0 0 0,-1 0 1 0 0,0 1-1 0 0,1-1 0 0 0,-1 0 0 0 0,0 1 1 0 0,1-1-1 0 0,-1 0 0 0 0,1 0 1 0 0,-1 1-1 0 0,1-1 0 0 0,-1 0 0 0 0,0 0 1 0 0,1 0-1 0 0,-1 0 0 0 0,1 0 1 0 0,-1 1-1 0 0,1-1 0 0 0,-1 0 0 0 0,1 0 1 0 0,-1 0-1 0 0,1 0 0 0 0,-1 0 1 0 0,1-1-1 0 0,0 1 0 0 0,38 0-15119 0 0,-30 0 13769 0 0,-6 0 808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3.2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208 20 2528 0 0,'-2'-12'8780'0'0,"1"11"-8515"0"0,0 0-74 0 0,0 0-1 0 0,0 1 1 0 0,0-1-1 0 0,0 1 1 0 0,0-1 0 0 0,0 1-1 0 0,-1-1 1 0 0,1 1-1 0 0,0-1 1 0 0,0 1 0 0 0,0 0-1 0 0,-1 0 1 0 0,1 0-1 0 0,0 0 1 0 0,0 0-1 0 0,-1 0 1 0 0,1 0 0 0 0,0 0-1 0 0,0 0 1 0 0,-1 1-1 0 0,1-1 1 0 0,-2 1 0 0 0,-25 11 759 0 0,24-10-898 0 0,-3 2 5 0 0,7-4-47 0 0,-1 0 0 0 0,0 0 0 0 0,1 1 0 0 0,-1-1 0 0 0,0 1 0 0 0,1-1 0 0 0,-1 0 0 0 0,0 1 0 0 0,1-1 0 0 0,-1 1 0 0 0,1 0 0 0 0,-1-1 0 0 0,1 1 0 0 0,0-1 0 0 0,-1 1 0 0 0,1 0 0 0 0,-1-1 0 0 0,1 1 0 0 0,0 0 0 0 0,0-1 0 0 0,-1 1-1 0 0,1 0 1 0 0,0 0 0 0 0,0-1 0 0 0,0 1 0 0 0,0 1 0 0 0,-1 0 16 0 0,0 1 56 0 0,0 0 0 0 0,-1 0 0 0 0,0 0 0 0 0,1-1 0 0 0,-1 1 0 0 0,0-1 0 0 0,0 1 0 0 0,-4 3 0 0 0,2-3-60 0 0,1 0 0 0 0,0 1 0 0 0,0-1-1 0 0,1 1 1 0 0,-1 0 0 0 0,1 0 0 0 0,-4 7-1 0 0,3-4-85 0 0,-5 13 136 0 0,0 0-1 0 0,1 0 1 0 0,1 1 0 0 0,1 0-1 0 0,1 0 1 0 0,-3 41 0 0 0,7-40-185 0 0,-1-10 177 0 0,0 0-1 0 0,1 0 1 0 0,1 0-1 0 0,0 0 1 0 0,1 0-1 0 0,0 0 1 0 0,1-1-1 0 0,4 13 0 0 0,1-5-241 0 0,5 7 68 0 0,-6-21 173 0 0,-7-5-54 0 0,1 0 0 0 0,-1 0 0 0 0,0 0 0 0 0,1 1 0 0 0,-1-1 0 0 0,1 0 0 0 0,-1 0 0 0 0,0 1 0 0 0,1-1 0 0 0,-1 0 0 0 0,0 0 0 0 0,0 1 0 0 0,1-1 0 0 0,-1 0 0 0 0,0 1 0 0 0,0-1 0 0 0,0 1 0 0 0,1-1 0 0 0,-1 0 0 0 0,0 1 0 0 0,0-1 0 0 0,0 1 0 0 0,0-1 0 0 0,0 0 0 0 0,0 1 0 0 0,0-1 0 0 0,0 1 0 0 0,0-1 0 0 0,0 1 0 0 0,0 0 0 0 0,6 7 113 0 0,-2-4-108 0 0,1 0-1 0 0,0 0 1 0 0,0 0-1 0 0,1 0 1 0 0,-1-1-1 0 0,1 0 1 0 0,0 0-1 0 0,-1 0 1 0 0,1-1-1 0 0,1 0 1 0 0,-1 0-1 0 0,0-1 1 0 0,0 0-1 0 0,1 0 1 0 0,-1 0-1 0 0,12 0 1 0 0,-17-1-14 0 0,-1 0 1 0 0,1 0-1 0 0,0 1 1 0 0,0-1 0 0 0,0 0-1 0 0,0 0 1 0 0,0 0-1 0 0,0 0 1 0 0,0 0-1 0 0,0 0 1 0 0,0 0-1 0 0,0-1 1 0 0,0 1 0 0 0,0 0-1 0 0,0-1 1 0 0,0 1-1 0 0,0 0 1 0 0,-1-1-1 0 0,1 1 1 0 0,0-1-1 0 0,0 1 1 0 0,0-1-1 0 0,-1 1 1 0 0,1-1 0 0 0,0 0-1 0 0,0 1 1 0 0,-1-1-1 0 0,1 0 1 0 0,-1 0-1 0 0,1 0 1 0 0,-1 1-1 0 0,1-1 1 0 0,-1 0 0 0 0,1 0-1 0 0,-1 0 1 0 0,0 0-1 0 0,1 0 1 0 0,-1 0-1 0 0,0 0 1 0 0,0 0-1 0 0,0 0 1 0 0,0 0 0 0 0,0 0-1 0 0,0 0 1 0 0,0 1-1 0 0,0-1 1 0 0,0-2-1 0 0,0 2 10 0 0,0 0-1 0 0,0 0 1 0 0,0 0-1 0 0,0 1 1 0 0,0-1-1 0 0,1 0 1 0 0,-1 0-1 0 0,0 0 1 0 0,1 0-1 0 0,-1 0 0 0 0,0 0 1 0 0,1 1-1 0 0,-1-1 1 0 0,1 0-1 0 0,0 0 1 0 0,-1 1-1 0 0,1-1 1 0 0,-1 0-1 0 0,1 1 1 0 0,0-1-1 0 0,1 0 1 0 0,1-3 11 0 0,0-17-107 0 0,-3 7 49 0 0,-1 1 0 0 0,0-1 0 0 0,-5-18 0 0 0,6 28 32 0 0,-1 0 0 0 0,0 1 0 0 0,0-1 0 0 0,-1 0 0 0 0,1 0 0 0 0,-1 1 0 0 0,0-1 0 0 0,0 1-1 0 0,0-1 1 0 0,0 1 0 0 0,-1 0 0 0 0,1 0 0 0 0,-1 0 0 0 0,0 0 0 0 0,0 1 0 0 0,0-1 0 0 0,-4-2-1 0 0,-3 1-734 0 0,1 0-1 0 0,-1 1 1 0 0,0 1-1 0 0,-1-1 0 0 0,1 2 1 0 0,0-1-1 0 0,0 2 1 0 0,-1-1-1 0 0,-15 2 0 0 0,13-1 372 0 0,7 2-507 0 0,0-1 1 0 0,0 1 0 0 0,1 0 0 0 0,-1 1 0 0 0,1-1 0 0 0,0 1-1 0 0,0 0 1 0 0,0 1 0 0 0,-5 3 0 0 0,7-1-736 0 0,3 7 294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3.5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32 3360 0 0,'0'-2'1819'0'0,"0"-27"9412"0"0,0 31-10575 0 0,0 2-487 0 0,-1-1-1 0 0,1 0 1 0 0,-1 0-1 0 0,1 0 1 0 0,-1 0-1 0 0,0-1 1 0 0,-3 6-1 0 0,3-6-93 0 0,0 1 0 0 0,0 0 0 0 0,0-1-1 0 0,0 1 1 0 0,0-1 0 0 0,0 1-1 0 0,1 0 1 0 0,-1 0 0 0 0,1-1 0 0 0,0 1-1 0 0,0 0 1 0 0,0 0 0 0 0,0 0 0 0 0,0-1-1 0 0,1 1 1 0 0,1 5 0 0 0,1 4 226 0 0,0 1 0 0 0,0 0 1 0 0,-1 0-1 0 0,-1 0 0 0 0,0 22 1 0 0,-1-31-251 0 0,0 1 1 0 0,0-1-1 0 0,0 0 1 0 0,0 1-1 0 0,1-1 1 0 0,0 1-1 0 0,0-1 1 0 0,0 0-1 0 0,3 8 1 0 0,-2-8-7 0 0,-1-1-1 0 0,0 1 1 0 0,0-1 0 0 0,0 1 0 0 0,0 0 0 0 0,0-1-1 0 0,-1 1 1 0 0,0 0 0 0 0,0-1 0 0 0,0 5 0 0 0,0 8 66 0 0,1 0 0 0 0,0 0-1 0 0,2-1 1 0 0,6 26 0 0 0,-8-38-124 0 0,-1-1 0 0 0,1 0 0 0 0,0 1-1 0 0,-1-1 1 0 0,1 1 0 0 0,-1-1-1 0 0,0 1 1 0 0,0-1 0 0 0,0 0 0 0 0,0 1-1 0 0,0-1 1 0 0,-1 4 0 0 0,0-4 31 0 0,1 1 1 0 0,-1-1-1 0 0,1 1 0 0 0,0-1 1 0 0,0 1-1 0 0,0 0 0 0 0,1-1 1 0 0,-1 1-1 0 0,0-1 1 0 0,1 0-1 0 0,1 5 0 0 0,2 11-10 0 0,0 0 0 0 0,-2 0 0 0 0,1 32 0 0 0,-3 14-664 0 0,0-59 299 0 0,0-1 23 0 0,0-3 298 0 0,0-1 1 0 0,0 1-1 0 0,0-1 0 0 0,0 0 0 0 0,0 1 0 0 0,0-1 1 0 0,0 1-1 0 0,0-1 0 0 0,0 1 0 0 0,0-1 1 0 0,0 1-1 0 0,0-1 0 0 0,0 1 0 0 0,0-1 1 0 0,0 1-1 0 0,0-1 0 0 0,0 1 0 0 0,1-1 0 0 0,-1 0 1 0 0,0 1-1 0 0,0-1 0 0 0,1 1 0 0 0,-1-1 1 0 0,0 0-1 0 0,1 1 0 0 0,0-1-52 0 0,-1 0 0 0 0,1 0 1 0 0,-1 0-1 0 0,1 0 0 0 0,-1 0 0 0 0,1 0 0 0 0,-1 0 0 0 0,1 0 1 0 0,-1 0-1 0 0,1 1 0 0 0,-1-1 0 0 0,1 0 0 0 0,-1 0 0 0 0,1 0 1 0 0,-1 1-1 0 0,0-1 0 0 0,1 0 0 0 0,-1 1 0 0 0,1-1 0 0 0,-1 0 1 0 0,0 1-1 0 0,1-1 0 0 0,-1 0 0 0 0,0 1 0 0 0,1-1 1 0 0,-1 1-1 0 0,0-1 0 0 0,1 0 0 0 0,-1 1 0 0 0,0-1 0 0 0,0 1 1 0 0,0-1-1 0 0,1 1 0 0 0,-1-1 0 0 0,0 1 0 0 0,0-1 0 0 0,0 1 1 0 0,0-1-1 0 0,0 1 0 0 0,0-1 0 0 0,0 1 0 0 0,0-1 0 0 0,0 1 1 0 0,0 0-1 0 0,0-1 0 0 0,-1 1 0 0 0,15-1-4900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5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46 2176 0 0,'-1'0'170'0'0,"0"0"0"0"0,1 0 0 0 0,-1-1 0 0 0,0 1-1 0 0,1 0 1 0 0,-1 0 0 0 0,0 0 0 0 0,1 0 0 0 0,-1 0 0 0 0,1-1 0 0 0,-1 1 0 0 0,0 0 0 0 0,1-1 0 0 0,-1 1-1 0 0,1 0 1 0 0,-1-1 0 0 0,1 1 0 0 0,-1-1 0 0 0,1 1 0 0 0,-1 0 0 0 0,1-1 0 0 0,0 1 0 0 0,-1-1 0 0 0,1 0 0 0 0,0 1-1 0 0,-1-1 1 0 0,1 1 0 0 0,0-1 0 0 0,-1 1 0 0 0,1-1 0 0 0,0 0 0 0 0,0 0 0 0 0,0-32 11865 0 0,-2 61-10803 0 0,0 0 0 0 0,-7 28 0 0 0,6-23-1173 0 0,1 0 0 0 0,3 34 1 0 0,0-38 167 0 0,-1 206-2264 0 0,1-228 823 0 0,1-1-1 0 0,-1 1 1 0 0,1 0-1 0 0,1-1 1 0 0,-1 1 0 0 0,1-1-1 0 0,0 0 1 0 0,1 0-1 0 0,0 0 1 0 0,8 10-1 0 0,-7-8-850 0 0,0 0-980 0 0,11-8-368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6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65 2432 0 0,'0'0'7472'0'0,"-1"0"-7211"0"0,0 0 0 0 0,0-1 1 0 0,0 1-1 0 0,1 0 0 0 0,-1 0 1 0 0,0 0-1 0 0,0 0 0 0 0,0 0 1 0 0,0 0-1 0 0,1 0 0 0 0,-1 1 1 0 0,0-1-1 0 0,0 0 0 0 0,0 0 1 0 0,1 1-1 0 0,-1-1 0 0 0,0 0 1 0 0,-1 2-1 0 0,2 24 2027 0 0,0-23-2310 0 0,0-1 60 0 0,0 9 111 0 0,0-11-146 0 0,0 0 0 0 0,0 0 1 0 0,0 0-1 0 0,0 1 0 0 0,0-1 0 0 0,0 0 0 0 0,0 0 0 0 0,0 0 1 0 0,0 0-1 0 0,0 0 0 0 0,0 0 0 0 0,0 1 0 0 0,0-1 0 0 0,0 0 1 0 0,1 0-1 0 0,-1 0 0 0 0,0 0 0 0 0,0 0 0 0 0,0 0 0 0 0,0 1 0 0 0,0-1 1 0 0,0 0-1 0 0,0 0 0 0 0,0 0 0 0 0,1 0 0 0 0,-1 0 0 0 0,0 0 1 0 0,0 0-1 0 0,0 0 0 0 0,0 0 0 0 0,0 0 0 0 0,0 0 0 0 0,1 0 1 0 0,-1 0-1 0 0,0 0 0 0 0,0 0 0 0 0,0 0 0 0 0,0 0 0 0 0,0 0 1 0 0,1 0-1 0 0,-1 0 0 0 0,0 0 0 0 0,0 0 0 0 0,0 0 0 0 0,0 0 0 0 0,0 0 1 0 0,1 0-1 0 0,-1 0 0 0 0,0 0 0 0 0,0 0 0 0 0,0 0 0 0 0,0 0 1 0 0,0-1-1 0 0,57 1 471 0 0,-52-13-372 0 0,11 2-204 0 0,-14 10 110 0 0,1 0-1 0 0,-1-1 0 0 0,1 0 0 0 0,-1 1 1 0 0,0-1-1 0 0,1 0 0 0 0,-1 0 1 0 0,0 0-1 0 0,0-1 0 0 0,2-2 0 0 0,-3 3-52 0 0,0 1-1 0 0,-1-1 0 0 0,1 1 0 0 0,0-1 0 0 0,0 0 1 0 0,-1 1-1 0 0,1-1 0 0 0,-1 0 0 0 0,0 0 0 0 0,1 1 1 0 0,-1-1-1 0 0,0 0 0 0 0,0 0 0 0 0,0 0 1 0 0,0 1-1 0 0,-1-1 0 0 0,1 0 0 0 0,0 0 0 0 0,-1 1 1 0 0,1-1-1 0 0,-1 0 0 0 0,1 0 0 0 0,-1 1 0 0 0,0-1 1 0 0,0 1-1 0 0,0-1 0 0 0,0 1 0 0 0,0-1 0 0 0,0 1 1 0 0,0 0-1 0 0,-1-1 0 0 0,1 1 0 0 0,0 0 0 0 0,-1 0 1 0 0,1 0-1 0 0,-1 0 0 0 0,1 0 0 0 0,-1 0 0 0 0,1 0 1 0 0,-1 0-1 0 0,0 1 0 0 0,1-1 0 0 0,-1 1 0 0 0,0-1 1 0 0,-2 1-1 0 0,-4-1-1751 0 0,-1 2 1 0 0,1-1 0 0 0,0 1-1 0 0,-1 0 1 0 0,-7 2 0 0 0,14-1 1398 0 0,0-1 1 0 0,0 1 0 0 0,0-1 0 0 0,0 1 0 0 0,1 0 0 0 0,-1-1 0 0 0,1 1 0 0 0,-1 0-1 0 0,1 0 1 0 0,0 0 0 0 0,0 1 0 0 0,-2 2 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6.7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1984 0 0,'0'0'11290'0'0,"1"-1"-11208"0"0,1 1 0 0 0,-1 0 0 0 0,0 0-1 0 0,0 0 1 0 0,0 0 0 0 0,1 0 0 0 0,-1 0-1 0 0,0 0 1 0 0,0 1 0 0 0,0-1 0 0 0,0 0 0 0 0,1 1-1 0 0,-1-1 1 0 0,2 1 0 0 0,0 1-10 0 0,0 0-1 0 0,0 0 1 0 0,0-1 0 0 0,1 1 0 0 0,-1-1-1 0 0,1 0 1 0 0,-1 0 0 0 0,1 0-1 0 0,-1 0 1 0 0,1-1 0 0 0,0 1 0 0 0,-1-1-1 0 0,1 0 1 0 0,0 0 0 0 0,6-1 0 0 0,-9 1-52 0 0,2-1 0 0 0,0 2-1 0 0,1-1 1 0 0,-1 0 0 0 0,0 1 0 0 0,0-1 0 0 0,0 1-1 0 0,0 0 1 0 0,0 0 0 0 0,4 2 0 0 0,-3-2-5 0 0,0 1 1 0 0,0-1-1 0 0,0 0 0 0 0,1 0 1 0 0,-1 0-1 0 0,0 0 1 0 0,1-1-1 0 0,-1 1 0 0 0,6-2 1 0 0,30 1 32 0 0,-39 1-11 0 0,0-1 1 0 0,0 1-1 0 0,0-1 0 0 0,0 1 1 0 0,0 0-1 0 0,0-1 0 0 0,0 1 1 0 0,0 0-1 0 0,0 0 0 0 0,0 0 0 0 0,0 0 1 0 0,0 0-1 0 0,-1 0 0 0 0,1 0 1 0 0,0 0-1 0 0,-1 0 0 0 0,1 0 1 0 0,-1 0-1 0 0,1 0 0 0 0,-1 0 1 0 0,1 0-1 0 0,-1 1 0 0 0,0-1 1 0 0,0 0-1 0 0,0 0 0 0 0,1 0 1 0 0,-1 1-1 0 0,-1 0 0 0 0,1 1 118 0 0,0 16 368 0 0,0-19-509 0 0,0 1-1 0 0,0 0 1 0 0,0-1 0 0 0,0 1-1 0 0,0 0 1 0 0,-1-1 0 0 0,1 1-1 0 0,0-1 1 0 0,0 1 0 0 0,-1 0 0 0 0,1-1-1 0 0,-1 1 1 0 0,1-1 0 0 0,0 1-1 0 0,-1-1 1 0 0,1 1 0 0 0,-1-1 0 0 0,1 1-1 0 0,-1-1 1 0 0,1 0 0 0 0,-1 1-1 0 0,0-1 1 0 0,1 0 0 0 0,-1 1 0 0 0,1-1-1 0 0,-1 0 1 0 0,0 0 0 0 0,1 0-1 0 0,-1 1 1 0 0,0-1 0 0 0,1 0 0 0 0,-1 0-1 0 0,0 0 1 0 0,1 0 0 0 0,-2 0-1 0 0,-8 2 150 0 0,2 6-33 0 0,8-8-129 0 0,0 1 1 0 0,-1-1 0 0 0,1 0 0 0 0,0 1 0 0 0,0-1 0 0 0,-1 0-1 0 0,1 1 1 0 0,0-1 0 0 0,-1 0 0 0 0,1 1 0 0 0,0-1 0 0 0,-1 0-1 0 0,1 0 1 0 0,0 0 0 0 0,-1 1 0 0 0,1-1 0 0 0,-1 0 0 0 0,1 0 0 0 0,0 0-1 0 0,-1 0 1 0 0,1 0 0 0 0,-1 0 0 0 0,1 0 0 0 0,0 0 0 0 0,-1 1-1 0 0,1-2 1 0 0,-1 1 0 0 0,-5 6 179 0 0,5-3-142 0 0,-1 0-1 0 0,0 0 1 0 0,0 1-1 0 0,0-1 0 0 0,0-1 1 0 0,-1 1-1 0 0,1 0 1 0 0,-1 0-1 0 0,0-1 0 0 0,1 0 1 0 0,-1 1-1 0 0,0-1 1 0 0,-1 0-1 0 0,-4 2 0 0 0,7-4-33 0 0,0 1-1 0 0,0-1 0 0 0,0 0 1 0 0,0 1-1 0 0,0-1 0 0 0,0 1 1 0 0,0-1-1 0 0,1 1 0 0 0,-1 0 1 0 0,0-1-1 0 0,0 1 0 0 0,0 0 1 0 0,1-1-1 0 0,-1 1 0 0 0,0 0 1 0 0,1 0-1 0 0,-1 0 0 0 0,0 1 0 0 0,-1 1 32 0 0,-4 3-9 0 0,1 1 1 0 0,0 0 0 0 0,0 0 0 0 0,-4 9-1 0 0,8-14-2 0 0,0 0-1 0 0,1 0 0 0 0,-1-1 0 0 0,1 1 0 0 0,-1 0 0 0 0,1 1 1 0 0,0-1-1 0 0,-1 0 0 0 0,1 0 0 0 0,0 0 0 0 0,0 0 0 0 0,1 0 1 0 0,-1 0-1 0 0,1 2 0 0 0,-1-2-136 0 0,13 3-96 0 0,0 4 198 0 0,0-1 0 0 0,1 0 0 0 0,0-1 0 0 0,0 0 0 0 0,0-1 0 0 0,27 6 0 0 0,-35-10-64 0 0,13 6-18 0 0,6 6 85 0 0,-8-4 26 0 0,-12-7-88 0 0,11 10-390 0 0,56 22-298 0 0,-67-27 769 0 0,0 2 98 0 0,-2-7-106 0 0,0-1 0 0 0,0 1-1 0 0,0 0 1 0 0,-1 0-1 0 0,1 0 1 0 0,-1 0-1 0 0,0 0 1 0 0,0 0-1 0 0,0 1 1 0 0,-1-1 0 0 0,3 7-1 0 0,-4-8-94 0 0,0-1 104 0 0,1-1 0 0 0,-1 1-1 0 0,0-1 1 0 0,1 1-1 0 0,-1-1 1 0 0,0 1-1 0 0,0 0 1 0 0,0-1-1 0 0,0 1 1 0 0,0-1-1 0 0,0 1 1 0 0,1-1-1 0 0,-1 1 1 0 0,0 0 0 0 0,-1-1-1 0 0,1 1 1 0 0,0-1-1 0 0,0 1 1 0 0,0 0-1 0 0,0-1 1 0 0,0 1-1 0 0,-1-1 1 0 0,1 1-1 0 0,0-1 1 0 0,0 1 0 0 0,-1-1-1 0 0,1 1 1 0 0,0-1-1 0 0,-1 1 1 0 0,0 0-1 0 0,-21 19-1 0 0,6-11-10 0 0,-1-1 0 0 0,0 0 0 0 0,0-2-1 0 0,-1 0 1 0 0,1-1 0 0 0,-35 6 0 0 0,33-8-712 0 0,0-1 0 0 0,0 0-1 0 0,0-2 1 0 0,0 0 0 0 0,-30-4 0 0 0,48 3 619 0 0,0 1 1 0 0,-1 0-1 0 0,1 0 0 0 0,0 0 0 0 0,0-1 0 0 0,0 1 1 0 0,0 0-1 0 0,1-1 0 0 0,-1 1 0 0 0,0-1 0 0 0,0 1 1 0 0,0-1-1 0 0,0 1 0 0 0,0-1 0 0 0,0 0 0 0 0,1 0 0 0 0,-2-1 1 0 0,-7-2-929 0 0,8 4 813 0 0,0 0 0 0 0,0-1 0 0 0,0 1 0 0 0,0 0 0 0 0,0-1 0 0 0,0 1 0 0 0,0-1 0 0 0,0 0 0 0 0,1 1 0 0 0,-1-1 0 0 0,0 0 0 0 0,0 1 1 0 0,0-1-1 0 0,1 0 0 0 0,-1 0 0 0 0,0 0 0 0 0,1 0 0 0 0,-1-1 0 0 0,-1-1-778 0 0,-17-15-4433 0 0,6 5 3999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8.1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2368 0 0,'0'0'9626'0'0,"-1"1"-9450"0"0,1 0 0 0 0,0 0-1 0 0,0-1 1 0 0,0 1 0 0 0,0 0 0 0 0,0 0-1 0 0,0-1 1 0 0,0 1 0 0 0,0 0 0 0 0,0 0-1 0 0,0-1 1 0 0,0 1 0 0 0,1 0-1 0 0,-1 0 1 0 0,0-1 0 0 0,0 1 0 0 0,1 0-1 0 0,-1-1 1 0 0,1 2 0 0 0,3-3-11 0 0,21 15 827 0 0,-20-12-944 0 0,-1-1-1 0 0,1 0 0 0 0,0 0 1 0 0,-1 0-1 0 0,1-1 1 0 0,0 1-1 0 0,-1-1 1 0 0,1 0-1 0 0,0-1 1 0 0,5 0-1 0 0,19-1-41 0 0,-15 1-214 0 0,-6 0 251 0 0,0 0 1 0 0,0 1-1 0 0,0 0 0 0 0,0 0 1 0 0,0 1-1 0 0,0 0 0 0 0,12 3 1 0 0,-17-2-76 0 0,0-1 85 0 0,0 1 0 0 0,0-1 1 0 0,0 1-1 0 0,0-1 0 0 0,1 0 1 0 0,-1 0-1 0 0,0 0 0 0 0,0 0 1 0 0,1-1-1 0 0,-1 0 0 0 0,1 1 1 0 0,3-1-1 0 0,-7 34 38 0 0,0-30-61 0 0,0 0 0 0 0,0 1 0 0 0,-1-1 0 0 0,1 0 1 0 0,-1 0-1 0 0,0 0 0 0 0,0 0 0 0 0,0 0 0 0 0,-3 6 0 0 0,3-8 5 0 0,-1 0-1 0 0,1-1 0 0 0,0 1 1 0 0,-1 0-1 0 0,1-1 0 0 0,-1 1 0 0 0,0-1 1 0 0,1 0-1 0 0,-1 1 0 0 0,-2 0 1 0 0,-9 8 128 0 0,-8 21 595 0 0,20-27-700 0 0,0-1 0 0 0,0 1-1 0 0,0-1 1 0 0,1 1 0 0 0,0-1 0 0 0,-1 1 0 0 0,1 0 0 0 0,0-1 0 0 0,1 1 0 0 0,0 5 0 0 0,-1-5-13 0 0,0-2 275 0 0,19-2-469 0 0,-19 0 153 0 0,1 0 0 0 0,-1 0 1 0 0,1 0-1 0 0,-1 0 0 0 0,1 0 0 0 0,-1 0 0 0 0,1 0 1 0 0,-1 1-1 0 0,1-1 0 0 0,-1 0 0 0 0,1 0 0 0 0,-1 0 1 0 0,1 0-1 0 0,-1 1 0 0 0,1-1 0 0 0,-1 0 0 0 0,0 0 0 0 0,1 1 1 0 0,-1-1-1 0 0,1 0 0 0 0,-1 1 0 0 0,0-1 0 0 0,1 0 1 0 0,-1 1-1 0 0,0-1 0 0 0,0 1 0 0 0,1-1 0 0 0,-1 0 1 0 0,0 1-1 0 0,0-1 0 0 0,1 1 0 0 0,-1-1 0 0 0,0 1 1 0 0,0-1-1 0 0,0 1 0 0 0,0-1 0 0 0,0 1 0 0 0,0-1 1 0 0,0 1-1 0 0,0-1 0 0 0,0 2 0 0 0,5 3 87 0 0,7-2-160 0 0,0 0 1 0 0,-1 0-1 0 0,1-1 1 0 0,0-1-1 0 0,15 0 1 0 0,-22-1-193 0 0,-3 2 195 0 0,-1-1 0 0 0,1 0 1 0 0,0 1-1 0 0,0-1 0 0 0,0 0 1 0 0,0 0-1 0 0,0 0 0 0 0,0 0 1 0 0,0 0-1 0 0,0 0 0 0 0,0-1 1 0 0,0 1-1 0 0,1-1 0 0 0,-1 0 1 0 0,0 1-1 0 0,0-1 0 0 0,1 0 1 0 0,-1 0-1 0 0,3-1 0 0 0,0 1-118 0 0,-1 0 0 0 0,1 0 0 0 0,0 0 0 0 0,-1 1-1 0 0,1 0 1 0 0,6 2 0 0 0,13 7-604 0 0,-18-6 592 0 0,1-1 1 0 0,0 0-1 0 0,0-1 0 0 0,1 1 0 0 0,7 1 1 0 0,-14-4 157 0 0,0 0 0 0 0,0 0 0 0 0,0 1 0 0 0,0-1 0 0 0,0 0 0 0 0,0 1 0 0 0,0-1 0 0 0,-1 1 0 0 0,1-1 0 0 0,0 1 0 0 0,0-1 0 0 0,-1 1 1 0 0,1 0-1 0 0,0 0 0 0 0,0-1 0 0 0,-1 1 0 0 0,2 1 0 0 0,1 1-69 0 0,11 8-34 0 0,-14-10 139 0 0,1-1-1 0 0,-1 1 0 0 0,1 0 1 0 0,0-1-1 0 0,0 1 0 0 0,-1-1 1 0 0,1 1-1 0 0,0-1 0 0 0,0 1 0 0 0,0-1 1 0 0,-1 1-1 0 0,1-1 0 0 0,0 0 1 0 0,0 0-1 0 0,0 1 0 0 0,2-1 1 0 0,-2 0-5 0 0,0 0 1 0 0,0 1 0 0 0,0-1-1 0 0,-1 0 1 0 0,1 1-1 0 0,0-1 1 0 0,0 0 0 0 0,0 1-1 0 0,0-1 1 0 0,0 1 0 0 0,-1-1-1 0 0,1 1 1 0 0,0 0 0 0 0,0-1-1 0 0,-1 1 1 0 0,1 0 0 0 0,0 1-1 0 0,3 1-28 0 0,-2-2 39 0 0,0 0 1 0 0,0 0-1 0 0,0 0 0 0 0,0 0 1 0 0,0 0-1 0 0,0 0 0 0 0,-1 1 0 0 0,1-1 1 0 0,0 0-1 0 0,-1 1 0 0 0,1 0 0 0 0,-1-1 1 0 0,0 1-1 0 0,1 0 0 0 0,-1 0 0 0 0,0-1 1 0 0,0 1-1 0 0,0 0 0 0 0,1 3 1 0 0,-2-2 37 0 0,1-2-25 0 0,1 0 0 0 0,-1 1 1 0 0,0-1-1 0 0,1 1 0 0 0,-1-1 0 0 0,0 1 0 0 0,0-1 0 0 0,0 1 0 0 0,0 0 0 0 0,0 0 0 0 0,-1-1 0 0 0,1 1 0 0 0,0 0 1 0 0,-1 0-1 0 0,1 0 0 0 0,-1 0 0 0 0,0 0 0 0 0,0 0 0 0 0,0 0 0 0 0,0 0 0 0 0,0 0 0 0 0,0 3 0 0 0,0-3-4 0 0,0 1 24 0 0,-3 29 395 0 0,-2-24-317 0 0,4-6-105 0 0,0-1 0 0 0,0 0-1 0 0,0 1 1 0 0,0 0 0 0 0,1-1 0 0 0,-1 1 0 0 0,1-1 0 0 0,-1 1 0 0 0,1 0 0 0 0,-1 3 0 0 0,-12 0 139 0 0,-9 38 246 0 0,17-39-394 0 0,0-1 1 0 0,0 0 0 0 0,-1 0-1 0 0,0-1 1 0 0,1 1-1 0 0,-10 1 1 0 0,-15 8 190 0 0,18-8-189 0 0,0 0 1 0 0,0-1 0 0 0,0 0 0 0 0,0-2 0 0 0,-1 1-1 0 0,1-1 1 0 0,0-1 0 0 0,-20-1 0 0 0,4 0 15 0 0,23 1-178 0 0,1-1-1 0 0,-1 1 1 0 0,1-1 0 0 0,-1 0-1 0 0,1 0 1 0 0,0-1 0 0 0,-1 1 0 0 0,1-1-1 0 0,0 0 1 0 0,-6-4 0 0 0,7 4-92 0 0,0 0 1 0 0,0 0 0 0 0,-1 1-1 0 0,1-1 1 0 0,-1 1-1 0 0,1 0 1 0 0,-1 0 0 0 0,0 0-1 0 0,1 0 1 0 0,-5 0-1 0 0,7 1 27 0 0,-1 0 0 0 0,1-1 0 0 0,0 1-1 0 0,0-1 1 0 0,0 1 0 0 0,0-1 0 0 0,-1 0-1 0 0,1 1 1 0 0,0-1 0 0 0,0 0-1 0 0,1 0 1 0 0,-1 0 0 0 0,0 0 0 0 0,0 0-1 0 0,0 0 1 0 0,0 0 0 0 0,1 0 0 0 0,-1 0-1 0 0,1 0 1 0 0,-2-2 0 0 0,-10-25-3205 0 0,11 24 3088 0 0,-15-41-3142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8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3584 0 0,'0'0'8650'0'0,"-1"1"-8518"0"0,1-1 1 0 0,0 1-1 0 0,0 0 0 0 0,0-1 0 0 0,0 1 0 0 0,0-1 0 0 0,0 1 0 0 0,0 0 0 0 0,0-1 0 0 0,0 1 1 0 0,0-1-1 0 0,0 1 0 0 0,1 0 0 0 0,-1-1 0 0 0,0 1 0 0 0,0-1 0 0 0,0 1 0 0 0,1-1 1 0 0,-1 1-1 0 0,0-1 0 0 0,1 1 0 0 0,12 5 817 0 0,-13-6-916 0 0,1 1 0 0 0,-1 0 0 0 0,0 0 0 0 0,0-1 1 0 0,0 1-1 0 0,1 0 0 0 0,-1-1 0 0 0,0 1 0 0 0,1 0 0 0 0,-1-1 0 0 0,0 1 0 0 0,1-1 0 0 0,-1 1 0 0 0,1 0 0 0 0,-1-1 0 0 0,1 1 0 0 0,-1-1 1 0 0,1 1-1 0 0,-1-1 0 0 0,1 0 0 0 0,0 1 0 0 0,-1-1 0 0 0,1 0 0 0 0,-1 1 0 0 0,1-1 0 0 0,0 0 0 0 0,0 1 0 0 0,1-1 2 0 0,-1 1-1 0 0,0-1 0 0 0,0 1 0 0 0,1 0 1 0 0,-1 0-1 0 0,0-1 0 0 0,0 1 0 0 0,0 0 1 0 0,0 0-1 0 0,0 0 0 0 0,0 0 0 0 0,0 0 1 0 0,0 0-1 0 0,0 2 0 0 0,2 1 42 0 0,0 0 1 0 0,-1 1-1 0 0,2-2 0 0 0,-1 1 1 0 0,0 0-1 0 0,1-1 0 0 0,0 1 1 0 0,-1-1-1 0 0,6 3 0 0 0,22 21 484 0 0,-21-17-440 0 0,-6-5-103 0 0,0 0 0 0 0,0-1 1 0 0,1 0-1 0 0,0 0 0 0 0,9 6 1 0 0,-7-5 10 0 0,0-1-1 0 0,0 1 1 0 0,0 0 0 0 0,-1 0 0 0 0,1 1 0 0 0,-1 0-1 0 0,-1 0 1 0 0,9 11 0 0 0,21 23 26 0 0,39 29-460 0 0,-55-47-10 0 0,13-4-2058 0 0,-21-11 1460 0 0,1 0-1590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8.7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194 13 2560 0 0,'0'-13'15957'0'0,"-1"19"-15811"0"0,1 0 0 0 0,0 0-1 0 0,-1 0 1 0 0,0 0 0 0 0,-1-1 0 0 0,1 1 0 0 0,-1 0 0 0 0,0-1 0 0 0,-1 1 0 0 0,1-1-1 0 0,-1 1 1 0 0,0-1 0 0 0,-4 5 0 0 0,-3 7-71 0 0,-81 132-43 0 0,78-133-73 0 0,11-15 32 0 0,0 1-1 0 0,1 0 0 0 0,-1 0 1 0 0,0 0-1 0 0,1 0 0 0 0,0 0 0 0 0,-1 0 1 0 0,-1 5-1 0 0,2-3 20 0 0,-3 7-172 0 0,0 0 0 0 0,1 1 0 0 0,0-1 0 0 0,0 14 0 0 0,3-24 134 0 0,0-1 0 0 0,0 1 1 0 0,0 0-1 0 0,0-1 0 0 0,0 1 0 0 0,0-1 0 0 0,0 1 0 0 0,0 0 0 0 0,0-1 1 0 0,0 1-1 0 0,0-1 0 0 0,0 1 0 0 0,0 0 0 0 0,0-1 0 0 0,-1 1 1 0 0,1-1-1 0 0,0 1 0 0 0,0 0 0 0 0,-1-1 0 0 0,1 1 0 0 0,0-1 0 0 0,-1 1 1 0 0,1-1-1 0 0,-1 0 0 0 0,1 1 0 0 0,-1-1 0 0 0,1 1 0 0 0,-1 0 1 0 0,-6 6-649 0 0,5-1 265 0 0,1 1 0 0 0,0 0-1 0 0,1-1 1 0 0,-1 1-1 0 0,1-1 1 0 0,1 9-1 0 0,0 8-4110 0 0,-1-22 4277 0 0,0 1-1 0 0,1-1 1 0 0,-1 0-1 0 0,1 0 1 0 0,-1-1-1 0 0,1 1 1 0 0,-1 0-1 0 0,1 0 1 0 0,-1 0-1 0 0,1 0 1 0 0,0 0-1 0 0,0-1 1 0 0,-1 1 0 0 0,1 0-1 0 0,0 0 1 0 0,0-1-1 0 0,0 1 1 0 0,0-1-1 0 0,0 1 1 0 0,0-1-1 0 0,0 1 1 0 0,1 0-1 0 0,10 7-2609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9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 3744 0 0,'3'-16'13631'0'0,"-1"17"-13512"0"0,-1 0 0 0 0,1 0 0 0 0,-1 0-1 0 0,1 1 1 0 0,-1-1 0 0 0,1 0-1 0 0,-1 1 1 0 0,0-1 0 0 0,1 1 0 0 0,-1-1-1 0 0,0 1 1 0 0,0 0 0 0 0,0 0-1 0 0,0-1 1 0 0,0 1 0 0 0,-1 0 0 0 0,1 0-1 0 0,-1 0 1 0 0,1 3 0 0 0,3 4 285 0 0,-3-8-369 0 0,-1 1 0 0 0,1-1-1 0 0,0 1 1 0 0,-1-1 0 0 0,1 1 0 0 0,-1-1-1 0 0,1 1 1 0 0,-1-1 0 0 0,0 1 0 0 0,0-1-1 0 0,0 1 1 0 0,0 0 0 0 0,0-1 0 0 0,0 1-1 0 0,0-1 1 0 0,-1 4 0 0 0,0 3 94 0 0,8 46 464 0 0,-4-42-593 0 0,-1 0-1 0 0,2 25 1 0 0,-6-15 5 0 0,2-14-2 0 0,-1 0 0 0 0,1 0 0 0 0,0 0 0 0 0,1 0 0 0 0,-1 0 1 0 0,4 12-1 0 0,2-5 30 0 0,-5-12-49 0 0,0 1 0 0 0,1-1 0 0 0,-1 1 0 0 0,-1 0-1 0 0,1-1 1 0 0,0 1 0 0 0,-1 7 0 0 0,0-8-43 0 0,0 0 1 0 0,1 1 0 0 0,-1-1-1 0 0,0 0 1 0 0,1 0 0 0 0,0 0-1 0 0,0 0 1 0 0,0 0 0 0 0,0 0-1 0 0,2 4 1 0 0,4 11-399 0 0,-2-5 73 0 0,-2-4-441 0 0,0 0 1 0 0,1 0-1 0 0,0-1 0 0 0,0 1 1 0 0,1-1-1 0 0,0 0 1 0 0,8 9-1 0 0,-11-15 459 0 0,2 1-629 0 0,-1 0 0 0 0,0 0 1 0 0,1 1-1 0 0,-1-1 0 0 0,0 1 0 0 0,-1 0 0 0 0,1 0 0 0 0,-1 0 0 0 0,3 5 1 0 0,11-6-2009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9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35 190 3520 0 0,'0'0'7621'0'0,"-1"0"-7487"0"0,1 0-1 0 0,-1 0 1 0 0,1 0-1 0 0,-1 0 1 0 0,0 0-1 0 0,1 0 1 0 0,-1 0-1 0 0,1 0 1 0 0,-1 0 0 0 0,1 0-1 0 0,-1 0 1 0 0,0 0-1 0 0,1 0 1 0 0,-1 1-1 0 0,1-1 1 0 0,-1 0 0 0 0,1 0-1 0 0,-1 0 1 0 0,1 1-1 0 0,-1-1 1 0 0,1 0-1 0 0,-1 1 1 0 0,-5 8 992 0 0,6-9-1094 0 0,0 1-1 0 0,0-1 1 0 0,0 0 0 0 0,-1 1-1 0 0,1-1 1 0 0,0 0 0 0 0,0 0-1 0 0,-1 1 1 0 0,1-1 0 0 0,0 0 0 0 0,0 1-1 0 0,-1-1 1 0 0,1 0 0 0 0,0 0-1 0 0,0 0 1 0 0,-1 1 0 0 0,1-1-1 0 0,0 0 1 0 0,-1 0 0 0 0,1 0-1 0 0,0 0 1 0 0,-1 0 0 0 0,1 0-1 0 0,0 1 1 0 0,-1-1 0 0 0,1 0-1 0 0,-1 0 1 0 0,1 0 0 0 0,0 0-1 0 0,-1 0 1 0 0,1 0 0 0 0,0-1-1 0 0,-1 1 1 0 0,1 0 0 0 0,-1 0-1 0 0,0 2 67 0 0,1 0-1 0 0,-1 1 0 0 0,1-1 0 0 0,-1 0 0 0 0,1 0 0 0 0,0 0 0 0 0,-1 1 0 0 0,1-1 0 0 0,1 0 0 0 0,-1 0 0 0 0,0 3 1 0 0,0 0-16 0 0,0 8-100 0 0,-1-9 66 0 0,1 1-1 0 0,0-1 1 0 0,0 1 0 0 0,0-1-1 0 0,0 0 1 0 0,1 1 0 0 0,-1-1-1 0 0,3 7 1 0 0,30 21 181 0 0,-7-16-490 0 0,-25-15 266 0 0,1-1 1 0 0,-1 1-1 0 0,1-1 1 0 0,-1 1-1 0 0,0-1 0 0 0,1 1 1 0 0,0-1-1 0 0,-1 0 0 0 0,1 1 1 0 0,-1-1-1 0 0,1 0 0 0 0,-1 0 1 0 0,1 0-1 0 0,-1-1 1 0 0,1 1-1 0 0,2-1 0 0 0,5 0-48 0 0,15 1-234 0 0,-23 1 279 0 0,-1-1-1 0 0,1 0 1 0 0,-1 0 0 0 0,1 0 0 0 0,-1 0 0 0 0,0 0 0 0 0,1 0-1 0 0,-1 0 1 0 0,1 0 0 0 0,-1 0 0 0 0,1 0 0 0 0,-1 0 0 0 0,1 0-1 0 0,-1-1 1 0 0,0 1 0 0 0,1 0 0 0 0,-1 0 0 0 0,1 0-1 0 0,-1-1 1 0 0,0 1 0 0 0,1 0 0 0 0,-1 0 0 0 0,0-1 0 0 0,1 1-1 0 0,-1 0 1 0 0,0-1 0 0 0,1 1 0 0 0,-1 0 0 0 0,0-1 0 0 0,0 1-1 0 0,1-1 1 0 0,-1 1 0 0 0,0 0 0 0 0,0-1 0 0 0,0 1 0 0 0,1-1-1 0 0,-1 0 4 0 0,0 1 0 0 0,0-1 0 0 0,0 1 0 0 0,0-1-1 0 0,1 1 1 0 0,-1 0 0 0 0,0-1 0 0 0,0 1 0 0 0,0-1-1 0 0,1 1 1 0 0,-1 0 0 0 0,0-1 0 0 0,1 1 0 0 0,-1 0-1 0 0,0-1 1 0 0,1 1 0 0 0,-1 0 0 0 0,0 0 0 0 0,1-1-1 0 0,-1 1 1 0 0,1 0 0 0 0,-1 0 0 0 0,0 0 0 0 0,1 0-1 0 0,-1-1 1 0 0,1 1 0 0 0,-1 0 0 0 0,1 0 0 0 0,-1 0-1 0 0,0 0 1 0 0,1 0 0 0 0,-1 0 0 0 0,1 0 0 0 0,-1 0-1 0 0,1 0 1 0 0,0 1 0 0 0,20-1-42 0 0,-20 0 25 0 0,0 0 0 0 0,0 0 0 0 0,0-1 0 0 0,-1 1 0 0 0,1 0 0 0 0,0 0 1 0 0,0 0-1 0 0,0-1 0 0 0,0 1 0 0 0,-1 0 0 0 0,1-1 0 0 0,0 1 0 0 0,0-1 0 0 0,0 1 0 0 0,-1-1 1 0 0,1 1-1 0 0,0-1 0 0 0,-1 0 0 0 0,1 1 0 0 0,-1-1 0 0 0,2-1 0 0 0,1-2-20 0 0,4 1 32 0 0,-5 2 20 0 0,1 0 0 0 0,0 0 1 0 0,0 0-1 0 0,0-1 0 0 0,-1 0 1 0 0,1 1-1 0 0,-1-1 0 0 0,1 0 1 0 0,-1 0-1 0 0,0 0 0 0 0,0-1 1 0 0,0 1-1 0 0,0 0 0 0 0,3-6 0 0 0,6-11-100 0 0,-7 14 150 0 0,-1 0 0 0 0,0-1 1 0 0,-1 1-1 0 0,1-1 0 0 0,-1 1 0 0 0,2-7 0 0 0,2-36 57 0 0,-8-29 157 0 0,0 29 41 0 0,2 47-335 0 0,0 0 0 0 0,-1 0 1 0 0,1 0-1 0 0,-1 0 0 0 0,1 0 0 0 0,-1 0 0 0 0,1 0 0 0 0,-1 0 1 0 0,1 0-1 0 0,-1 0 0 0 0,0 1 0 0 0,0-1 0 0 0,1 0 0 0 0,-1 0 0 0 0,0 1 1 0 0,0-1-1 0 0,0 1 0 0 0,-1-2 0 0 0,-1 0-27 0 0,-26-16 218 0 0,26 12-101 0 0,-1-1-12 0 0,-15 11-82 0 0,-29 18-98 0 0,43-20-41 0 0,1 0 0 0 0,-1 1 1 0 0,1-1-1 0 0,0 1 0 0 0,0 0 1 0 0,0 0-1 0 0,0 1 0 0 0,1-1 1 0 0,-1 1-1 0 0,1 0 0 0 0,0 0 1 0 0,-3 4-1 0 0,-11 13-1403 0 0,12-2-1538 0 0,-3 45-5860 0 0,8-64 8878 0 0,-1 0 1 0 0,1 1-1 0 0,0-1 0 0 0,0 1 1 0 0,0-1-1 0 0,0 1 0 0 0,0-1 1 0 0,0 1-1 0 0,0-1 0 0 0,0 1 1 0 0,0-1-1 0 0,0 0 0 0 0,0 1 1 0 0,0-1-1 0 0,0 1 0 0 0,0-1 1 0 0,0 1-1 0 0,0-1 0 0 0,0 1 1 0 0,1-1-1 0 0,-1 1 0 0 0,0-1 1 0 0,0 0-1 0 0,1 1 0 0 0,-1-1 1 0 0,0 1-1 0 0,0-1 0 0 0,1 0 1 0 0,-1 1-1 0 0,0-1 0 0 0,1 0 1 0 0,-1 1-1 0 0,1-1 0 0 0,-1 0 1 0 0,0 0-1 0 0,1 0 0 0 0,-1 1 1 0 0,1-1-1 0 0,-1 0 0 0 0,1 0 1 0 0,-1 0-1 0 0,1 0 0 0 0,-1 0 1 0 0,1 0-1 0 0,-1 1 0 0 0,0-1 1 0 0,1-1-1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9.7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97 25 2688 0 0,'-2'-24'15088'0'0,"1"27"-14911"0"0,0-1-1 0 0,-1 1 1 0 0,1 0-1 0 0,-1 0 1 0 0,1-1-1 0 0,-1 1 1 0 0,0-1-1 0 0,-3 3 1 0 0,1-2-159 0 0,-22 37 646 0 0,23-34-713 0 0,-1 0 0 0 0,1 0 0 0 0,0 0 0 0 0,1 1 0 0 0,-4 9 0 0 0,-7 19 178 0 0,11-30-131 0 0,0 0-1 0 0,0 1 1 0 0,0-1-1 0 0,0 0 1 0 0,1 0 0 0 0,0 1-1 0 0,0-1 1 0 0,1 1-1 0 0,0-1 1 0 0,0 6-1 0 0,0-7 6 0 0,0-1 0 0 0,0 1-1 0 0,0-1 1 0 0,0 0-1 0 0,1 1 1 0 0,-1-1-1 0 0,1 0 1 0 0,0 0 0 0 0,0 1-1 0 0,1-1 1 0 0,-1 0-1 0 0,0 0 1 0 0,1 0-1 0 0,0 0 1 0 0,0-1-1 0 0,0 1 1 0 0,0 0 0 0 0,0-1-1 0 0,0 1 1 0 0,1-1-1 0 0,-1 0 1 0 0,1 0-1 0 0,0 0 1 0 0,0 0 0 0 0,0 0-1 0 0,3 1 1 0 0,12 8-143 0 0,1 0-78 0 0,7 0 226 0 0,15 5-148 0 0,-39-15 151 0 0,0-1 0 0 0,1 1 0 0 0,-1-1 0 0 0,0 1 0 0 0,1-1 0 0 0,-1 0 0 0 0,0 0 0 0 0,1 0 0 0 0,-1 0 0 0 0,0-1 0 0 0,1 1 0 0 0,-1 0 0 0 0,0-1-1 0 0,3-1 1 0 0,4-5 138 0 0,-9 6-147 0 0,0 1 1 0 0,0 0-1 0 0,0-1 1 0 0,1 1-1 0 0,-1 0 1 0 0,0-1-1 0 0,1 1 1 0 0,-1 0-1 0 0,0-1 1 0 0,0 1-1 0 0,1 0 1 0 0,-1 0-1 0 0,1-1 1 0 0,-1 1-1 0 0,0 0 1 0 0,1 0 0 0 0,-1 0-1 0 0,0 0 1 0 0,1-1-1 0 0,-1 1 1 0 0,1 0-1 0 0,-1 0 1 0 0,0 0-1 0 0,1 0 1 0 0,-1 0-1 0 0,1 0 1 0 0,0 0-1 0 0,0 0 1 0 0,1 0 0 0 0,-1 0 0 0 0,0 0 0 0 0,1-1 0 0 0,-1 1 0 0 0,1 0 0 0 0,-1-1 0 0 0,0 1 1 0 0,1-1-1 0 0,-1 1 0 0 0,0-1 0 0 0,0 0 0 0 0,1 0 0 0 0,-1 1 0 0 0,0-1 0 0 0,0 0 0 0 0,0 0 0 0 0,0 0 0 0 0,0 0 0 0 0,0-1 0 0 0,0 1 0 0 0,0 0 0 0 0,-1 0 0 0 0,1 0 0 0 0,0-2 0 0 0,6-6 14 0 0,-6 7-5 0 0,1 0 1 0 0,-1 0-1 0 0,1 1 0 0 0,0-1 1 0 0,0 1-1 0 0,-1-1 0 0 0,1 1 1 0 0,0 0-1 0 0,0 0 0 0 0,1 0 0 0 0,-1 0 1 0 0,3-1-1 0 0,-5 1-17 0 0,1 1-1 0 0,-1-1 1 0 0,0 0 0 0 0,1 1-1 0 0,-1-1 1 0 0,0 0 0 0 0,1 0-1 0 0,-1 1 1 0 0,0-1-1 0 0,0 0 1 0 0,0 0 0 0 0,0 0-1 0 0,0 1 1 0 0,0-1 0 0 0,0 0-1 0 0,0 0 1 0 0,0 1 0 0 0,0-3-1 0 0,0 3-4 0 0,0-98 517 0 0,0 97-503 0 0,0 1 1 0 0,0-1-1 0 0,0 1 0 0 0,0-1 1 0 0,0 1-1 0 0,0-1 1 0 0,-1 1-1 0 0,1-1 1 0 0,0 1-1 0 0,0-1 1 0 0,0 1-1 0 0,0-1 0 0 0,-1 1 1 0 0,1-1-1 0 0,0 1 1 0 0,0-1-1 0 0,-1 1 1 0 0,1-1-1 0 0,0 1 1 0 0,-1 0-1 0 0,1-1 1 0 0,0 1-1 0 0,-1 0 0 0 0,1-1 1 0 0,-1 1-1 0 0,1 0 1 0 0,0 0-1 0 0,-1-1 1 0 0,1 1-1 0 0,-1 0 1 0 0,1 0-1 0 0,-1 0 0 0 0,1-1 1 0 0,-1 1-1 0 0,1 0 1 0 0,-1 0-1 0 0,1 0 1 0 0,-1 0-1 0 0,1 0 1 0 0,-1 0-1 0 0,0 0 0 0 0,-5-13-233 0 0,3 12 103 0 0,-1 0 1 0 0,0 0-1 0 0,1 0 0 0 0,-1 1 0 0 0,0-1 1 0 0,0 1-1 0 0,0 0 0 0 0,0 0 0 0 0,1 0 1 0 0,-7 2-1 0 0,-6-1-752 0 0,-31 4-5383 0 0,45-5 5893 0 0,1 0 1 0 0,0 0-1 0 0,-1 0 1 0 0,1 1 0 0 0,-1-1-1 0 0,1 0 1 0 0,0 1-1 0 0,0-1 1 0 0,-1 1 0 0 0,1 0-1 0 0,0-1 1 0 0,0 1-1 0 0,0 0 1 0 0,-1 0-1 0 0,1 0 1 0 0,0 0 0 0 0,0 0-1 0 0,0 0 1 0 0,1 0-1 0 0,-1 0 1 0 0,0 0-1 0 0,0 0 1 0 0,0 0 0 0 0,1 0-1 0 0,-1 1 1 0 0,1-1-1 0 0,-1 3 1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0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2976 0 0,'15'-16'10474'0'0,"-15"3"-7572"0"0,16 55-1505 0 0,-16-40-1367 0 0,1 0 1 0 0,-1 0-1 0 0,0-1 1 0 0,1 1-1 0 0,-1 0 1 0 0,1 0-1 0 0,-1-1 1 0 0,1 1-1 0 0,0 0 1 0 0,0-1 0 0 0,0 1-1 0 0,0-1 1 0 0,0 1-1 0 0,0-1 1 0 0,2 2-1 0 0,0 2 79 0 0,11 11 146 0 0,4 7-190 0 0,-11-4-141 0 0,-4-11 42 0 0,0-1 0 0 0,0 0 0 0 0,1 1 1 0 0,0-1-1 0 0,0-1 0 0 0,0 1 0 0 0,10 10 0 0 0,42 41-19 0 0,-27-20-441 0 0,-28-36 448 0 0,0-1-1 0 0,0 1 1 0 0,0-1-1 0 0,1 1 1 0 0,-1-1-1 0 0,0 1 1 0 0,0-1-1 0 0,1 0 1 0 0,-1 1-1 0 0,1-1 1 0 0,-1 0-1 0 0,1 0 1 0 0,0 0-1 0 0,-1 0 1 0 0,1-1-1 0 0,0 1 1 0 0,-1 0-1 0 0,1-1 1 0 0,2 1-1 0 0,7 4-777 0 0,-1-1 0 0 0,0 1 0 0 0,0 1 0 0 0,0 0 0 0 0,17 14 0 0 0,-25-18 371 0 0,1 0 1 0 0,0 0-1 0 0,0 0 0 0 0,0-1 0 0 0,0 1 0 0 0,0-1 0 0 0,0 1 0 0 0,0-1 1 0 0,6 1-1 0 0,-6-1 8 0 0,-1-1 0 0 0,1 1 0 0 0,0 0 0 0 0,-1 0 0 0 0,1 1 0 0 0,-1-1 0 0 0,1 0 0 0 0,2 3 0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0.4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192 0 2528 0 0,'0'0'10122'0'0,"0"19"-7855"0"0,2 2-1451 0 0,-1-13-538 0 0,-1 1 0 0 0,1-1 0 0 0,-1 0 0 0 0,-1 0 0 0 0,1 0 0 0 0,-2 1 0 0 0,-1 8 0 0 0,-6 11-334 0 0,5-11 93 0 0,-1-1 0 0 0,-1 0 0 0 0,-1 0-1 0 0,0 0 1 0 0,-1-1 0 0 0,-15 23 0 0 0,-33 34-2356 0 0,33-40 837 0 0,17-26 322 0 0,2 0 1 0 0,-1 0-1 0 0,1 1 1 0 0,0 0 0 0 0,0 0-1 0 0,1 0 1 0 0,-5 14 0 0 0,5 10-3924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0.7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0 3040 0 0,'-16'3'11136'0'0,"15"8"-10659"0"0,1-7-322 0 0,-1 1 1 0 0,1 0-1 0 0,0 0 1 0 0,0 0 0 0 0,0-1-1 0 0,1 1 1 0 0,0 0-1 0 0,2 7 1 0 0,1 2-87 0 0,-1 0 0 0 0,0 0 1 0 0,-1 0-1 0 0,0 0 0 0 0,-1 0 1 0 0,-1 0-1 0 0,-2 19 0 0 0,2-9 11 0 0,0-22-91 0 0,0-1-1 0 0,0 1 0 0 0,0 0 0 0 0,0 0 0 0 0,0-1 0 0 0,0 1 0 0 0,1 0 0 0 0,-1-1 1 0 0,1 1-1 0 0,-1 0 0 0 0,1-1 0 0 0,0 1 0 0 0,0-1 0 0 0,1 4 0 0 0,5 7-167 0 0,11 75-2557 0 0,-10-66 1520 0 0,-6-18 845 0 0,-1 0 0 0 0,0 0-1 0 0,0 0 1 0 0,0 0 0 0 0,0 0-1 0 0,-1 0 1 0 0,1 6 0 0 0,-1-8 115 0 0,0 1-1 0 0,1 0 1 0 0,-1-1 0 0 0,0 1 0 0 0,1 0 0 0 0,-1-1-1 0 0,1 1 1 0 0,-1-1 0 0 0,1 1 0 0 0,0-1 0 0 0,-1 1 0 0 0,1-1-1 0 0,0 1 1 0 0,0-1 0 0 0,2 2 0 0 0,-1 0-477 0 0,4 5-1176 0 0,7 6-758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1.0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1 177 2176 0 0,'0'0'6592'0'0,"0"5"-5748"0"0,0 8 328 0 0,0-6-961 0 0,-1 0 0 0 0,2 1 0 0 0,-1-1 0 0 0,3 10 1 0 0,-3-17-217 0 0,1 0 0 0 0,-1 0 0 0 0,1 0 0 0 0,-1 0 1 0 0,1 0-1 0 0,-1 0 0 0 0,1 0 0 0 0,-1 0 0 0 0,1 0 0 0 0,-1 0 1 0 0,1 1-1 0 0,-1-1 0 0 0,0 0 0 0 0,1 0 0 0 0,-1 0 0 0 0,1 1 1 0 0,-1-1-1 0 0,1 0 0 0 0,-1 1 0 0 0,0-1 0 0 0,1 0 0 0 0,-1 1 1 0 0,0-1-1 0 0,1 0 0 0 0,-1 1 0 0 0,0-1 0 0 0,1 1 1 0 0,-1-1-1 0 0,0 0 0 0 0,0 1 0 0 0,0-1 0 0 0,1 1 0 0 0,-1-1 1 0 0,0 1-1 0 0,0-1 0 0 0,0 1 0 0 0,0-1 0 0 0,0 1 0 0 0,0-1 1 0 0,0 1-1 0 0,0 0 0 0 0,0-1-1 0 0,0 1-1 0 0,0-1 1 0 0,0 0 0 0 0,0 0 0 0 0,0 0-1 0 0,0 0 1 0 0,0 1 0 0 0,1-1-1 0 0,-1 0 1 0 0,0 0 0 0 0,0 0-1 0 0,0 0 1 0 0,0 0 0 0 0,0 1 0 0 0,1-1-1 0 0,-1 0 1 0 0,0 0 0 0 0,0 0-1 0 0,0 0 1 0 0,0 0 0 0 0,1 0 0 0 0,-1 0-1 0 0,0 0 1 0 0,0 0 0 0 0,0 0-1 0 0,0 0 1 0 0,1 0 0 0 0,-1 1-1 0 0,0-1 1 0 0,0 0 0 0 0,0 0 0 0 0,1-1-1 0 0,-1 1 1 0 0,0 0 0 0 0,0 0-1 0 0,0 0 1 0 0,1 0 0 0 0,-1 0 0 0 0,0 0-1 0 0,0 0 1 0 0,0 0 0 0 0,12 2-173 0 0,-8 1 48 0 0,-1-1-1 0 0,0 0 1 0 0,1-1 0 0 0,0 1-1 0 0,-1-1 1 0 0,1 0-1 0 0,0 1 1 0 0,0-2 0 0 0,0 1-1 0 0,-1 0 1 0 0,1-1-1 0 0,0 0 1 0 0,0 0-1 0 0,0 0 1 0 0,0 0 0 0 0,7-2-1 0 0,14 2-423 0 0,-22 0 546 0 0,-1 0-1 0 0,1-1 1 0 0,-1 1 0 0 0,1 0-1 0 0,-1-1 1 0 0,1 0-1 0 0,-1 1 1 0 0,0-1 0 0 0,1 0-1 0 0,-1 0 1 0 0,0 0-1 0 0,1-1 1 0 0,-1 1 0 0 0,0 0-1 0 0,0-1 1 0 0,0 0-1 0 0,0 1 1 0 0,-1-1 0 0 0,1 0-1 0 0,0 0 1 0 0,-1 0-1 0 0,1 0 1 0 0,-1 0 0 0 0,0 0-1 0 0,0 0 1 0 0,1-1-1 0 0,-1 1 1 0 0,-1 0 0 0 0,1-1-1 0 0,0 1 1 0 0,-1-1 0 0 0,1 1-1 0 0,-1-1 1 0 0,0 1-1 0 0,0-5 1 0 0,1-13 568 0 0,-1-1 0 0 0,-1 1 0 0 0,-6-37 0 0 0,0-1 316 0 0,7 57-876 0 0,0 0-1 0 0,-1 0 0 0 0,1 0 1 0 0,-1 0-1 0 0,1 0 0 0 0,-1 0 1 0 0,1 0-1 0 0,-1 0 0 0 0,0 1 1 0 0,1-1-1 0 0,-1 0 0 0 0,0 0 1 0 0,1 1-1 0 0,-1-1 0 0 0,0 0 1 0 0,0 1-1 0 0,0-1 0 0 0,0 0 1 0 0,0 1-1 0 0,0 0 0 0 0,0-1 1 0 0,0 1-1 0 0,0-1 0 0 0,0 1 1 0 0,0 0-1 0 0,-1 0 1 0 0,-6-4-99 0 0,7 2 70 0 0,1 2 29 0 0,0-1 0 0 0,0 1 0 0 0,0-1 1 0 0,0 1-1 0 0,0-1 0 0 0,0 1 0 0 0,-1-1 1 0 0,1 1-1 0 0,0-1 0 0 0,0 1 0 0 0,0-1 1 0 0,-1 1-1 0 0,1-1 0 0 0,0 1 0 0 0,-1 0 1 0 0,1-1-1 0 0,0 1 0 0 0,-1-1 1 0 0,1 1-1 0 0,0 0 0 0 0,-1-1 0 0 0,1 1 1 0 0,-1 0-1 0 0,1 0 0 0 0,-1-1 0 0 0,1 1 1 0 0,-1 0-1 0 0,1 0 0 0 0,-1 0 0 0 0,1 0 1 0 0,-1-1-1 0 0,1 1 0 0 0,-1 0 0 0 0,1 0 1 0 0,-1 0-1 0 0,1 0 0 0 0,-1 0 0 0 0,1 0 1 0 0,-1 0-1 0 0,1 1 0 0 0,-1-1 0 0 0,1 0 1 0 0,-1 0-1 0 0,1 0 0 0 0,-1 0 0 0 0,1 1 1 0 0,-1-1-1 0 0,1 0 0 0 0,-1 0 0 0 0,1 1 1 0 0,-1 0-1 0 0,-15 8-159 0 0,13-7 77 0 0,1-1 0 0 0,-1 1 0 0 0,0-1-1 0 0,0 1 1 0 0,1 0 0 0 0,-1 0 0 0 0,1 0-1 0 0,-1 0 1 0 0,-3 5 0 0 0,-23 25-2264 0 0,24-3-1455 0 0,-6-13 2149 0 0,9 0-518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1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95 1856 0 0,'0'0'6410'0'0,"0"19"-4138"0"0,0-15-2200 0 0,1 1 0 0 0,0 0 1 0 0,0 0-1 0 0,0 0 0 0 0,1-1 0 0 0,-1 1 0 0 0,1-1 0 0 0,4 9 0 0 0,-3-7 15 0 0,5 2-35 0 0,-7-8-52 0 0,-1 1 1 0 0,0-1-1 0 0,1 0 1 0 0,-1 0 0 0 0,0 1-1 0 0,1-1 1 0 0,-1 0 0 0 0,0 0-1 0 0,1 1 1 0 0,-1-1 0 0 0,0 0-1 0 0,0 1 1 0 0,1-1 0 0 0,-1 0-1 0 0,0 1 1 0 0,0-1 0 0 0,0 1-1 0 0,0-1 1 0 0,0 0-1 0 0,1 1 1 0 0,-1-1 0 0 0,0 1-1 0 0,0-1 1 0 0,0 0 0 0 0,0 1-1 0 0,0-1 1 0 0,0 1 0 0 0,13 5-135 0 0,-8 0 92 0 0,-5-5 41 0 0,0-1-1 0 0,0 1 1 0 0,1-1 0 0 0,-1 0-1 0 0,0 1 1 0 0,0-1-1 0 0,1 1 1 0 0,-1-1-1 0 0,0 0 1 0 0,1 0-1 0 0,-1 1 1 0 0,0-1 0 0 0,1 0-1 0 0,-1 1 1 0 0,0-1-1 0 0,1 0 1 0 0,-1 0-1 0 0,1 0 1 0 0,-1 0-1 0 0,1 1 1 0 0,-1-1 0 0 0,0 0-1 0 0,1 0 1 0 0,-1 0-1 0 0,1 0 1 0 0,-1 0-1 0 0,1 0 1 0 0,-1 0-1 0 0,1 0 1 0 0,0 0 5 0 0,0 0-1 0 0,-1 0 1 0 0,1 0-1 0 0,0 0 1 0 0,0 1-1 0 0,-1-1 1 0 0,1 0 0 0 0,0 0-1 0 0,-1 1 1 0 0,1-1-1 0 0,-1 0 1 0 0,1 1-1 0 0,0-1 1 0 0,-1 1-1 0 0,1-1 1 0 0,-1 1 0 0 0,1-1-1 0 0,-1 1 1 0 0,1-1-1 0 0,-1 1 1 0 0,0-1-1 0 0,1 1 1 0 0,-1 0 0 0 0,8 8 38 0 0,-7-8-45 0 0,0 1 0 0 0,0-1 1 0 0,0 0-1 0 0,1 0 0 0 0,-1-1 0 0 0,1 1 0 0 0,-1 0 1 0 0,0 0-1 0 0,1-1 0 0 0,-1 1 0 0 0,1-1 0 0 0,0 1 0 0 0,-1-1 1 0 0,1 1-1 0 0,-1-1 0 0 0,1 0 0 0 0,1 0 0 0 0,23 4-15 0 0,-26-4 23 0 0,25 5 80 0 0,51 3 1 0 0,-75-8-79 0 0,-1 0 0 0 0,1 0 1 0 0,0 0-1 0 0,0-1 0 0 0,0 1 1 0 0,0 0-1 0 0,0-1 1 0 0,0 1-1 0 0,0-1 0 0 0,-1 1 1 0 0,1-1-1 0 0,0 0 0 0 0,0 1 1 0 0,-1-1-1 0 0,1 0 0 0 0,0 1 1 0 0,0-2-1 0 0,3-2 5 0 0,15 0-45 0 0,-18 4 37 0 0,0 0 0 0 0,0 0 0 0 0,0 0 0 0 0,0 0-1 0 0,0 0 1 0 0,0 0 0 0 0,0 0 0 0 0,0 0 0 0 0,0-1 0 0 0,0 1 0 0 0,0 0-1 0 0,0-1 1 0 0,0 1 0 0 0,0-1 0 0 0,0 1 0 0 0,-1-1 0 0 0,1 1-1 0 0,0-1 1 0 0,0 0 0 0 0,0 1 0 0 0,-1-1 0 0 0,1 0 0 0 0,0 1 0 0 0,-1-1-1 0 0,1 0 1 0 0,-1 0 0 0 0,1 0 0 0 0,-1 0 0 0 0,1 0 0 0 0,-1 1-1 0 0,1-3 1 0 0,1-12 278 0 0,-1 1 0 0 0,0-1 0 0 0,-1 0-1 0 0,0 0 1 0 0,-4-20 0 0 0,3 32-267 0 0,0 0 0 0 0,-1 0 1 0 0,1 0-1 0 0,-1 0 0 0 0,1 0 1 0 0,-1 1-1 0 0,0-1 0 0 0,0 1 0 0 0,0-1 1 0 0,0 1-1 0 0,-1 0 0 0 0,-3-3 0 0 0,-34-22-138 0 0,19 14 112 0 0,18 11-95 0 0,0 0-1 0 0,0 0 1 0 0,0 0-1 0 0,0 0 1 0 0,0 1 0 0 0,0 0-1 0 0,0-1 1 0 0,0 1-1 0 0,-1 0 1 0 0,1 1 0 0 0,-1-1-1 0 0,-5 0 1 0 0,-11-3-1428 0 0,6 0 226 0 0,13 3 1094 0 0,0 0-1 0 0,-1 0 1 0 0,1 0 0 0 0,-1 1 0 0 0,0-1 0 0 0,1 0 0 0 0,-1 1 0 0 0,1 0-1 0 0,-1-1 1 0 0,0 1 0 0 0,1 0 0 0 0,-1 0 0 0 0,0 0 0 0 0,1 0 0 0 0,-1 0-1 0 0,0 0 1 0 0,1 0 0 0 0,-1 1 0 0 0,0-1 0 0 0,1 0 0 0 0,-1 1 0 0 0,1 0-1 0 0,-1-1 1 0 0,1 1 0 0 0,-1 0 0 0 0,1 0 0 0 0,-1 0 0 0 0,1 0 0 0 0,0 0-1 0 0,-2 1 1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7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368 66 3584 0 0,'0'-19'5248'0'0,"0"19"-5195"0"0,0-1 0 0 0,0 1 1 0 0,0-1-1 0 0,0 1 0 0 0,0-1 1 0 0,0 1-1 0 0,0-1 0 0 0,0 1 1 0 0,0-1-1 0 0,1 1 0 0 0,-1-1 1 0 0,0 1-1 0 0,0-1 0 0 0,0 1 1 0 0,1 0-1 0 0,-1-1 0 0 0,0 1 1 0 0,0-1-1 0 0,1 1 0 0 0,-1 0 1 0 0,0-1-1 0 0,1 1 0 0 0,-1 0 1 0 0,1-1-1 0 0,-1 1 0 0 0,0 0 1 0 0,1-1-1 0 0,-1 1 0 0 0,1 0 1 0 0,-1 0-1 0 0,1 0 0 0 0,-1-1 1 0 0,1 1-1 0 0,-1 0 0 0 0,1 0 1 0 0,5 0 2644 0 0,-6 0-2599 0 0,0-1 0 0 0,0 0 0 0 0,-1 1 0 0 0,1-1 0 0 0,0 1 0 0 0,0-1 0 0 0,0 0 0 0 0,0 1-1 0 0,0-1 1 0 0,1 1 0 0 0,-1-1 0 0 0,0 0 0 0 0,0 1 0 0 0,0-1 0 0 0,0 1 0 0 0,1-1 0 0 0,-1 1 0 0 0,0-1-1 0 0,0 0 1 0 0,1 1 0 0 0,0-1 0 0 0,6-4 1063 0 0,-7 5-1114 0 0,0 0-1 0 0,1-1 1 0 0,-1 1 0 0 0,1 0-1 0 0,-1 0 1 0 0,0-1 0 0 0,1 1-1 0 0,-1 0 1 0 0,0-1 0 0 0,1 1-1 0 0,-1 0 1 0 0,0-1 0 0 0,0 1-1 0 0,1 0 1 0 0,-1-1 0 0 0,0 1-1 0 0,0-1 1 0 0,0 1 0 0 0,1 0-1 0 0,-1-1 1 0 0,0 1 0 0 0,0-1-1 0 0,0 1 1 0 0,0-1 0 0 0,0 1-1 0 0,0 0 1 0 0,0-1 0 0 0,0 1-1 0 0,0-2 1 0 0,0 0 821 0 0,1 1-783 0 0,-1 1-1 0 0,1 0 0 0 0,0 0 1 0 0,0 0-1 0 0,0 0 0 0 0,-1 0 1 0 0,1 0-1 0 0,0 0 0 0 0,0 0 1 0 0,0 0-1 0 0,-1 0 0 0 0,1 0 1 0 0,0 1-1 0 0,0-1 0 0 0,-1 0 1 0 0,1 0-1 0 0,0 1 0 0 0,0-1 1 0 0,0 1-1 0 0,0 5 586 0 0,-1-3-571 0 0,0 0 0 0 0,0 0 0 0 0,0 0 1 0 0,0 0-1 0 0,-1 0 0 0 0,1 0 0 0 0,-1 0 0 0 0,0-1 0 0 0,0 1 0 0 0,0 0 0 0 0,-3 5 0 0 0,-30 74 1095 0 0,4-10-1035 0 0,-18 67-438 0 0,-42 111 508 0 0,66-192-307 0 0,14-35 53 0 0,1 1 0 0 0,-7 25-1 0 0,15-44 15 0 0,0 0 1 0 0,-1-1-1 0 0,0 1 0 0 0,0 0 0 0 0,0-1 0 0 0,-1 0 0 0 0,1 0 0 0 0,-5 6 0 0 0,-8 14-418 0 0,10-16 307 0 0,4-7 82 0 0,0 0-1 0 0,0 1 1 0 0,0-1-1 0 0,0 1 1 0 0,1-1 0 0 0,-1 1-1 0 0,0-1 1 0 0,1 1-1 0 0,-1-1 1 0 0,1 1-1 0 0,0 0 1 0 0,0-1-1 0 0,-1 1 1 0 0,1 0-1 0 0,0 1 1 0 0,0 0-190 0 0,-1 1 1 0 0,1-1-1 0 0,-1 0 1 0 0,0 1-1 0 0,-1-1 0 0 0,1 0 1 0 0,0 0-1 0 0,-1 0 1 0 0,0 0-1 0 0,0 0 0 0 0,0 0 1 0 0,0-1-1 0 0,0 1 1 0 0,0-1-1 0 0,-1 1 0 0 0,1-1 1 0 0,-1 0-1 0 0,0 0 1 0 0,0 0-1 0 0,0 0 0 0 0,-3 2 1 0 0,-1-5-2464 0 0,7 1 2549 0 0,-1 0 1 0 0,1 0 0 0 0,-1 0 0 0 0,0 0 0 0 0,1 0 0 0 0,-1 0 0 0 0,1 1 0 0 0,-1-1 0 0 0,0 0 0 0 0,1 0 0 0 0,-1 0 0 0 0,1 1 0 0 0,-1-1 0 0 0,1 0 0 0 0,-1 1 0 0 0,-4 6-1816 0 0,0-2-245 0 0,-20-4-6196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7.9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51 2912 0 0,'-16'3'5834'0'0,"16"-3"-5771"0"0,0 1-1 0 0,0 0 1 0 0,0-1-1 0 0,0 1 1 0 0,0 0-1 0 0,-1-1 0 0 0,1 1 1 0 0,0-1-1 0 0,0 1 1 0 0,-1 0-1 0 0,1-1 1 0 0,0 1-1 0 0,-1-1 1 0 0,1 1-1 0 0,-1-1 0 0 0,1 1 1 0 0,0-1-1 0 0,-1 1 1 0 0,1-1-1 0 0,-1 1 1 0 0,0-1-1 0 0,0 1 1 0 0,1-1 7 0 0,-1 0 0 0 0,0 1 0 0 0,1-1 0 0 0,-1 1 0 0 0,1-1 1 0 0,-1 1-1 0 0,1-1 0 0 0,0 1 0 0 0,-1-1 0 0 0,1 1 1 0 0,-1-1-1 0 0,1 1 0 0 0,0-1 0 0 0,0 1 0 0 0,-1 0 1 0 0,1-1-1 0 0,0 1 0 0 0,0 0 0 0 0,0-1 0 0 0,-1 1 1 0 0,1-1-1 0 0,0 2 0 0 0,-14 3 421 0 0,9 24 597 0 0,2-24-949 0 0,-8 22-233 0 0,11-26 103 0 0,0 0-1 0 0,0-1 1 0 0,0 1 0 0 0,0 0-1 0 0,0-1 1 0 0,0 1-1 0 0,0 0 1 0 0,0-1 0 0 0,0 1-1 0 0,1-1 1 0 0,-1 1-1 0 0,0 0 1 0 0,0-1-1 0 0,1 1 1 0 0,-1-1 0 0 0,0 1-1 0 0,1-1 1 0 0,-1 1-1 0 0,1-1 1 0 0,-1 1 0 0 0,1-1-1 0 0,-1 1 1 0 0,1-1-1 0 0,-1 1 1 0 0,1-1-1 0 0,-1 0 1 0 0,1 1 0 0 0,-1-1-1 0 0,1 0 1 0 0,0 0-1 0 0,-1 1 1 0 0,1-1 0 0 0,-1 0-1 0 0,1 0 1 0 0,0 0-1 0 0,-1 0 1 0 0,1 0-1 0 0,0 0 1 0 0,-1 0 0 0 0,1 0-1 0 0,0 0 1 0 0,-1 0-1 0 0,1 0 1 0 0,0 0 0 0 0,63 0-132 0 0,-58 0 102 0 0,-3-1-55 0 0,-3-1 106 0 0,0 0 0 0 0,1 0 0 0 0,0 0 0 0 0,-1 0 0 0 0,1 1 0 0 0,0-1 0 0 0,0 0 0 0 0,0 0 0 0 0,0 1 0 0 0,0-1 0 0 0,0 0 0 0 0,0 1 0 0 0,1-1 0 0 0,-1 1 0 0 0,1 0 0 0 0,-1-1 0 0 0,4-1 0 0 0,14-26-148 0 0,-16 26 98 0 0,-2 2 42 0 0,0 0-1 0 0,0 0 1 0 0,0 0-1 0 0,0 0 1 0 0,0 0-1 0 0,-1 0 1 0 0,1 0-1 0 0,0 0 1 0 0,-1-1-1 0 0,1 1 1 0 0,-1 0-1 0 0,1 0 1 0 0,-1-1-1 0 0,0 1 1 0 0,1 0-1 0 0,-1 0 1 0 0,0-1-1 0 0,0 1 1 0 0,0 0-1 0 0,0-1 1 0 0,0 1-1 0 0,0 0 1 0 0,-1-3-1 0 0,1 1 21 0 0,0 0 0 0 0,0 1 0 0 0,-1-1 0 0 0,1 0 0 0 0,-1 1 0 0 0,1-1 0 0 0,-1 0 0 0 0,0 1-1 0 0,0-1 1 0 0,0 1 0 0 0,0 0 0 0 0,0-1 0 0 0,-1 1 0 0 0,1 0 0 0 0,-1-1 0 0 0,0 1 0 0 0,0 0 0 0 0,1 0 0 0 0,-1 1-1 0 0,-4-4 1 0 0,-3-4-20 0 0,2 8-34 0 0,1 0 0 0 0,-1 0 0 0 0,0 0 1 0 0,1 1-1 0 0,-1 0 0 0 0,0 0 0 0 0,0 1 1 0 0,1 0-1 0 0,-8 1 0 0 0,9 3 65 0 0,-3 2-389 0 0,1 1 0 0 0,0 0 0 0 0,0 0 0 0 0,-7 12 1 0 0,12-17-317 0 0,2 0 0 0 0,-1 0 0 0 0,0 0 0 0 0,0 0 0 0 0,1 0 0 0 0,0 0 1 0 0,-1 0-1 0 0,1 0 0 0 0,0 0 0 0 0,1 0 0 0 0,0 5 0 0 0,0 7-2773 0 0,-1-2 1009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8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20 1696 0 0,'0'2'6405'0'0,"0"57"-618"0"0,0-56-5419 0 0,3 0-155 0 0,7 7-112 0 0,-7-7 43 0 0,0-1 128 0 0,2 3-98 0 0,1 0 0 0 0,0-1 0 0 0,0 1-1 0 0,0-2 1 0 0,1 1 0 0 0,9 4 0 0 0,-14-7-139 0 0,0 0 0 0 0,0 0 0 0 0,0-1 0 0 0,1 1 0 0 0,-1 0 0 0 0,0-1 0 0 0,0 1 0 0 0,0-1 0 0 0,0 1 1 0 0,1-1-1 0 0,-1 0 0 0 0,0 0 0 0 0,0 0 0 0 0,1-1 0 0 0,-1 1 0 0 0,0 0 0 0 0,0-1 0 0 0,0 1 0 0 0,0-1 0 0 0,0 0 1 0 0,1 0-1 0 0,-1 0 0 0 0,2-1 0 0 0,-3 1-24 0 0,-1 1-1 0 0,1-1 1 0 0,-1 1 0 0 0,1-1 0 0 0,0 1-1 0 0,-1 0 1 0 0,1-1 0 0 0,-1 1 0 0 0,1 0-1 0 0,0 0 1 0 0,0-1 0 0 0,-1 1 0 0 0,1 0 0 0 0,0 0-1 0 0,-1 0 1 0 0,1 0 0 0 0,0 0 0 0 0,0 0-1 0 0,-1 0 1 0 0,1 0 0 0 0,0 0 0 0 0,0 0-1 0 0,-1 0 1 0 0,1 0 0 0 0,1 1 0 0 0,-2-1-9 0 0,1 0 0 0 0,-1 0 1 0 0,0 1-1 0 0,1-1 0 0 0,-1 0 1 0 0,0 0-1 0 0,1 0 0 0 0,-1 0 1 0 0,1 0-1 0 0,-1 0 0 0 0,0 0 1 0 0,1 0-1 0 0,-1 0 0 0 0,1 0 0 0 0,-1 0 1 0 0,0 0-1 0 0,1 0 0 0 0,-1 0 1 0 0,0 0-1 0 0,1 0 0 0 0,-1-1 1 0 0,1 1-1 0 0,-1 0 0 0 0,0 0 1 0 0,1 0-1 0 0,-1-1 0 0 0,0 1 1 0 0,0 0-1 0 0,1 0 0 0 0,-1-1 1 0 0,0 1-1 0 0,1 0 0 0 0,-1 0 1 0 0,0-1-1 0 0,0 1 0 0 0,0 0 0 0 0,1-1 1 0 0,15-53 594 0 0,-16 54-588 0 0,0-1-1 0 0,1 1 0 0 0,-1-1 1 0 0,1 0-1 0 0,-1 1 1 0 0,0-1-1 0 0,0 0 1 0 0,1 1-1 0 0,-1-1 0 0 0,0 0 1 0 0,0 1-1 0 0,0-1 1 0 0,0 0-1 0 0,0 1 1 0 0,0-1-1 0 0,0 0 0 0 0,0 0 1 0 0,0 1-1 0 0,0-1 1 0 0,0 0-1 0 0,0 1 0 0 0,-1-1 1 0 0,1 0-1 0 0,0 1 1 0 0,0-1-1 0 0,-1 0 1 0 0,1 1-1 0 0,0-1 0 0 0,-1 1 1 0 0,0-2-1 0 0,-1-1 30 0 0,-1-1-31 0 0,-1 0 0 0 0,1 0 0 0 0,-1 0 0 0 0,0 0 0 0 0,0 0 0 0 0,0 1 1 0 0,0 0-1 0 0,-1 0 0 0 0,1 0 0 0 0,-1 0 0 0 0,-9-3 0 0 0,-7 5 107 0 0,16 0-571 0 0,-1 0-1 0 0,0 1 0 0 0,1 0 0 0 0,-1 0 1 0 0,1 0-1 0 0,-1 1 0 0 0,0 0 1 0 0,-8 3-1 0 0,-32 23-9003 0 0,44-9 4533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2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2304 0 0,'0'0'693'0'0,"19"0"3158"0"0,-1 1-2184 0 0,0 0 1 0 0,20 5-1 0 0,24 2-611 0 0,-32-10-764 0 0,-24 1-249 0 0,-1 1 0 0 0,1 0 0 0 0,-1 0-1 0 0,1 0 1 0 0,-1 0 0 0 0,1 1 0 0 0,-1 0 0 0 0,8 2 0 0 0,-4-1-8 0 0,-1 0 1 0 0,1-1-1 0 0,0 0 1 0 0,0 0-1 0 0,0-1 1 0 0,-1 0-1 0 0,1-1 1 0 0,16-2-1 0 0,40-2-45 0 0,74 5-3025 0 0,-136 0 2113 0 0,-21 6-5650 0 0,17-5 6516 0 0,0 0 0 0 0,0 0-1 0 0,0 0 1 0 0,0 0 0 0 0,0-1 0 0 0,0 1 0 0 0,-1 0 0 0 0,1-1-1 0 0,0 1 1 0 0,0-1 0 0 0,0 1 0 0 0,-1-1 0 0 0,1 1 0 0 0,0-1-1 0 0,-1 0 1 0 0,1 0 0 0 0,0 0 0 0 0,-1 0 0 0 0,1 0 0 0 0,0 0-1 0 0,-1 0 1 0 0,1 0 0 0 0,-2-1 0 0 0,2 1 22 0 0,-1 1-1 0 0,0-1 1 0 0,1 0 0 0 0,-1 0-1 0 0,1 1 1 0 0,-1-1-1 0 0,1 1 1 0 0,-1-1 0 0 0,1 1-1 0 0,-1 0 1 0 0,1 0 0 0 0,-1-1-1 0 0,-1 3 1 0 0,-5 2-274 0 0,-8-2-919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2.2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1920 0 0,'2'17'9738'0'0,"48"-17"-5881"0"0,66 0-1351 0 0,-91 0-2258 0 0,9 0-47 0 0,-1-1-1 0 0,0-1 1 0 0,44-9-1 0 0,-42 8-337 0 0,0 1 0 0 0,40 3 0 0 0,-42 0-1030 0 0,71-1-13761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3.8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111 465 3232 0 0,'0'3'4992'0'0,"0"-1"-4789"0"0,0 0 1 0 0,0 0 0 0 0,1-1-1 0 0,-1 1 1 0 0,1 0 0 0 0,0-1-1 0 0,-1 1 1 0 0,1 0 0 0 0,0-1-1 0 0,0 1 1 0 0,0-1 0 0 0,0 1-1 0 0,0-1 1 0 0,1 1 0 0 0,0 0-1 0 0,1 1 517 0 0,-3 7 486 0 0,-1-7-1122 0 0,1 0 0 0 0,0 0 0 0 0,0-1 0 0 0,0 1-1 0 0,0 0 1 0 0,0 0 0 0 0,1 0 0 0 0,-1-1 0 0 0,1 1-1 0 0,1 4 1 0 0,4-2 109 0 0,4 8 308 0 0,-9-10-431 0 0,1 0 1 0 0,1 0-1 0 0,-1-1 1 0 0,0 1 0 0 0,0-1-1 0 0,1 0 1 0 0,-1 1 0 0 0,1-1-1 0 0,0 0 1 0 0,0-1 0 0 0,0 1-1 0 0,0 0 1 0 0,5 1 0 0 0,-3-1-74 0 0,-5-1 10 0 0,1-1 1 0 0,0 1-1 0 0,0-1 0 0 0,0 1 0 0 0,-1 0 0 0 0,1-1 1 0 0,0 1-1 0 0,-1 0 0 0 0,1 0 0 0 0,0-1 1 0 0,-1 1-1 0 0,1 0 0 0 0,-1 0 0 0 0,1 0 0 0 0,-1 0 1 0 0,1 1-1 0 0,9 13 126 0 0,-3-10-82 0 0,0-1 1 0 0,1 0-1 0 0,-1 0 0 0 0,1-1 0 0 0,0 0 0 0 0,0-1 1 0 0,0 1-1 0 0,0-2 0 0 0,11 2 0 0 0,-10-3-29 0 0,1 1 0 0 0,-1 0 0 0 0,18 5 0 0 0,-23-5-15 0 0,-1 1-1 0 0,1-1 1 0 0,0-1 0 0 0,0 1-1 0 0,0-1 1 0 0,0 1 0 0 0,0-1-1 0 0,0 0 1 0 0,0 0 0 0 0,0-1-1 0 0,0 1 1 0 0,0-1 0 0 0,0 0-1 0 0,0 0 1 0 0,0 0 0 0 0,-1-1-1 0 0,7-2 1 0 0,24-2-18 0 0,-32 6 18 0 0,0-1 0 0 0,-1 0 0 0 0,1 0-1 0 0,0 0 1 0 0,-1 0 0 0 0,1 0-1 0 0,0 0 1 0 0,-1 0 0 0 0,1 0 0 0 0,-1-1-1 0 0,0 1 1 0 0,2-3 0 0 0,7-6 81 0 0,19 5 136 0 0,-25 3-210 0 0,11-9-50 0 0,1-24 26 0 0,-12 28 87 0 0,-3 6-59 0 0,0-1-1 0 0,0 1 1 0 0,0-1-1 0 0,0 1 1 0 0,0-1-1 0 0,-1 1 0 0 0,1-1 1 0 0,0 0-1 0 0,-1 1 1 0 0,0-1-1 0 0,1 0 1 0 0,-1 1-1 0 0,0-1 0 0 0,0 0 1 0 0,0 1-1 0 0,0-4 1 0 0,0-8-10 0 0,1-1 138 0 0,-1-1 1 0 0,-4-23 0 0 0,0 16 3 0 0,0 1 0 0 0,-2 0 0 0 0,-1 1 0 0 0,-1-1 0 0 0,0 1 0 0 0,-16-25 0 0 0,20 38-38 0 0,-20-38 413 0 0,-2 2 1 0 0,-2 1-1 0 0,-65-75 1 0 0,89 114-527 0 0,0 0 0 0 0,1 0 0 0 0,-1 0 0 0 0,-1 0 0 0 0,1 0-1 0 0,0 1 1 0 0,-1 0 0 0 0,1 0 0 0 0,-1 0 0 0 0,0 0 0 0 0,1 1 0 0 0,-1 0 0 0 0,0 0 0 0 0,0 0 0 0 0,0 0 0 0 0,0 1 0 0 0,0 0 0 0 0,0 0 0 0 0,0 0 0 0 0,0 1 0 0 0,0-1 0 0 0,0 1 0 0 0,1 0 0 0 0,-1 1 0 0 0,0-1 0 0 0,0 1 0 0 0,-6 4 0 0 0,-6 3-37 0 0,0 0 1 0 0,1 2-1 0 0,0 0 0 0 0,-27 24 1 0 0,43-34 35 0 0,-8 6-28 0 0,0 0 1 0 0,1 1-1 0 0,0 0 0 0 0,1 0 1 0 0,-1 1-1 0 0,2 0 0 0 0,-1 0 1 0 0,-5 14-1 0 0,6-13-82 0 0,4-8 80 0 0,0 1-1 0 0,0-1 1 0 0,0 1-1 0 0,0-1 0 0 0,0 1 1 0 0,1-1-1 0 0,-1 1 1 0 0,1-1-1 0 0,0 1 0 0 0,0 0 1 0 0,0-1-1 0 0,0 4 1 0 0,-1 14-110 0 0,-2-7 70 0 0,1-1-231 0 0,-1 0 0 0 0,1 0 0 0 0,1 0 1 0 0,0 0-1 0 0,1 0 0 0 0,2 14 0 0 0,-1-16-316 0 0,1 0 1 0 0,0-1-1 0 0,1 1 1 0 0,7 16-1 0 0,-5-17-523 0 0,0-1 0 0 0,0 1-1 0 0,0-1 1 0 0,1-1 0 0 0,11 13 0 0 0,-14-17 679 0 0,1 0 0 0 0,-1 0 0 0 0,1-1 0 0 0,0 1 0 0 0,0-1 0 0 0,0 0 0 0 0,0 0 0 0 0,0 0 0 0 0,6 2 0 0 0,5 2-800 0 0,6 10-972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4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50 2400 0 0,'0'3'8087'0'0,"0"-2"-7967"0"0,0 0 1 0 0,0 0-1 0 0,0-1 0 0 0,0 1 0 0 0,0 0 0 0 0,0 0 1 0 0,0 0-1 0 0,0 0 0 0 0,0 0 0 0 0,0 0 0 0 0,1 0 1 0 0,-1-1-1 0 0,0 1 0 0 0,1 0 0 0 0,0 1 0 0 0,5 7 319 0 0,4-4 248 0 0,-9-5-680 0 0,-1 0 1 0 0,1 0 0 0 0,-1 0 0 0 0,1 0 0 0 0,0 0 0 0 0,-1 0 0 0 0,1 0 0 0 0,-1 0 0 0 0,1 1 0 0 0,0-1 0 0 0,-1 0 0 0 0,1 1-1 0 0,-1-1 1 0 0,1 0 0 0 0,-1 1 0 0 0,1-1 0 0 0,-1 0 0 0 0,1 1 0 0 0,-1-1 0 0 0,0 1 0 0 0,1-1 0 0 0,-1 1 0 0 0,1 0-1 0 0,-1 0 6 0 0,1-1-1 0 0,-1 1 1 0 0,1-1 0 0 0,-1 1-1 0 0,1-1 1 0 0,-1 1-1 0 0,1 0 1 0 0,0-1-1 0 0,-1 0 1 0 0,1 1-1 0 0,0-1 1 0 0,-1 1-1 0 0,1-1 1 0 0,0 0-1 0 0,-1 1 1 0 0,1-1-1 0 0,0 0 1 0 0,0 0 0 0 0,-1 0-1 0 0,1 0 1 0 0,0 0-1 0 0,0 0 1 0 0,1 0-1 0 0,0 0-5 0 0,1 1 51 0 0,1-1-1 0 0,-1 1 1 0 0,0-1 0 0 0,1-1 0 0 0,-1 1 0 0 0,1 0 0 0 0,-1-1 0 0 0,1 1 0 0 0,-1-1 0 0 0,0 0 0 0 0,0 0 0 0 0,1-1 0 0 0,-1 1 0 0 0,0-1 0 0 0,5-3 0 0 0,-5 3 182 0 0,-2 1-222 0 0,-1 1 0 0 0,1 0 0 0 0,0 0 1 0 0,-1 0-1 0 0,1 0 0 0 0,0-1 1 0 0,-1 1-1 0 0,1 0 0 0 0,-1-1 1 0 0,1 1-1 0 0,0 0 0 0 0,-1-1 0 0 0,1 1 1 0 0,-1-1-1 0 0,1 1 0 0 0,-1-1 1 0 0,1 1-1 0 0,-1-1 0 0 0,0 1 0 0 0,1-1 1 0 0,-1 1-1 0 0,0-1 0 0 0,1 0 1 0 0,-1 0-1 0 0,4-39 1316 0 0,-4 39-1308 0 0,0 0-1 0 0,0 0 1 0 0,0-1-1 0 0,0 1 1 0 0,0 0-1 0 0,0 0 1 0 0,0-1-1 0 0,0 1 1 0 0,0 0-1 0 0,-1 0 1 0 0,1 0-1 0 0,-1-1 1 0 0,1 1-1 0 0,-1 0 1 0 0,1 0-1 0 0,-1 0 1 0 0,1 0-1 0 0,-1 0 1 0 0,0 0-1 0 0,0 0 0 0 0,-1-1 1 0 0,0 1 2 0 0,-1 0 0 0 0,1 1-1 0 0,-1-1 1 0 0,1 1 0 0 0,-1-1 0 0 0,1 1 0 0 0,-1 0-1 0 0,1 0 1 0 0,-5 0 0 0 0,-4 1-3 0 0,6-1 62 0 0,2-1-196 0 0,0 1 0 0 0,0 0-1 0 0,-1-1 1 0 0,1 2 0 0 0,0-1 0 0 0,0 0-1 0 0,0 1 1 0 0,0-1 0 0 0,0 1 0 0 0,0 0-1 0 0,0 0 1 0 0,0 0 0 0 0,0 0 0 0 0,0 1-1 0 0,0-1 1 0 0,-4 4 0 0 0,7-5 6 0 0,-1 0 1 0 0,1 1 0 0 0,0-1-1 0 0,0 0 1 0 0,-1 1 0 0 0,1-1-1 0 0,0 0 1 0 0,-1 1 0 0 0,1-1-1 0 0,-1 0 1 0 0,1 0-1 0 0,0 0 1 0 0,-1 1 0 0 0,1-1-1 0 0,-1 0 1 0 0,1 0 0 0 0,0 0-1 0 0,-1 0 1 0 0,1 0-1 0 0,-1 0 1 0 0,1 0 0 0 0,-1 0-1 0 0,1 0 1 0 0,-1 0 0 0 0,1 0-1 0 0,-1 0 1 0 0,-4 1-942 0 0,0 6-553 0 0,5-6 1498 0 0,0-1 0 0 0,0 0 0 0 0,0 1 0 0 0,0-1 0 0 0,-1 1 0 0 0,1-1 0 0 0,0 0 0 0 0,0 1-1 0 0,-1-1 1 0 0,1 0 0 0 0,0 1 0 0 0,-1-1 0 0 0,1 0 0 0 0,0 0 0 0 0,-1 1 0 0 0,1-1 0 0 0,0 0 0 0 0,-1 0-1 0 0,1 0 1 0 0,-1 1 0 0 0,1-1 0 0 0,0 0 0 0 0,-1 0 0 0 0,1 0 0 0 0,-1 0 0 0 0,1 0 0 0 0,-1 0 0 0 0,1 0-1 0 0,0 0 1 0 0,-1 0 0 0 0,0 0 0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5.6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0 306 2944 0 0,'0'0'5136'0'0,"3"5"-3147"0"0,-3-4-1980 0 0,3 3 543 0 0,-1 0 0 0 0,-1 1 0 0 0,1 0 1 0 0,0-1-1 0 0,-1 1 0 0 0,0 0 0 0 0,0 5 1 0 0,-1-8-474 0 0,1-1 0 0 0,-1 1 0 0 0,0 0 1 0 0,0 0-1 0 0,1-1 0 0 0,-1 1 0 0 0,1-1 0 0 0,-1 1 1 0 0,1 0-1 0 0,0-1 0 0 0,0 1 0 0 0,2 2 1 0 0,-2-3-29 0 0,0 1 0 0 0,0-1 0 0 0,-1 1 1 0 0,1-1-1 0 0,0 1 0 0 0,-1-1 0 0 0,1 1 0 0 0,0 0 1 0 0,-1-1-1 0 0,0 1 0 0 0,1 0 0 0 0,-1 3 1 0 0,0-3 12 0 0,1 1 0 0 0,-1-1 0 0 0,1 0 0 0 0,0 1 0 0 0,-1-1 0 0 0,1 0 0 0 0,0 1 0 0 0,1-1 0 0 0,-1 0 0 0 0,0 0 1 0 0,1 0-1 0 0,-1 0 0 0 0,1 0 0 0 0,-1 0 0 0 0,1 0 0 0 0,0-1 0 0 0,3 3 0 0 0,0 1 169 0 0,-5-5-220 0 0,1 1-1 0 0,-1-1 1 0 0,0 0 0 0 0,1 1 0 0 0,-1-1-1 0 0,0 0 1 0 0,1 1 0 0 0,-1-1-1 0 0,0 0 1 0 0,0 1 0 0 0,0-1-1 0 0,1 1 1 0 0,-1-1 0 0 0,0 0-1 0 0,0 1 1 0 0,0-1 0 0 0,0 1-1 0 0,0-1 1 0 0,0 0 0 0 0,0 1-1 0 0,1-1 1 0 0,-1 1 0 0 0,0-1 0 0 0,-1 1-1 0 0,1-1 1 0 0,0 1 0 0 0,1 4 12 0 0,2-2-15 0 0,0 0 22 0 0,-1 0 1 0 0,1-1 0 0 0,-1 1-1 0 0,1-1 1 0 0,0 0 0 0 0,-1 0 0 0 0,1 0-1 0 0,0 0 1 0 0,0 0 0 0 0,1-1-1 0 0,-1 1 1 0 0,0-1 0 0 0,1 0-1 0 0,-1 0 1 0 0,0 0 0 0 0,6 0-1 0 0,-7-1-27 0 0,0 1 0 0 0,0-1 0 0 0,-1 0 0 0 0,1 0-1 0 0,0 1 1 0 0,0-1 0 0 0,0 1 0 0 0,-1-1 0 0 0,1 1-1 0 0,0 0 1 0 0,-1 0 0 0 0,4 1 0 0 0,-4-1-10 0 0,1 0 1 0 0,-1 0 0 0 0,1 0-1 0 0,-1 0 1 0 0,1 0-1 0 0,0-1 1 0 0,-1 1 0 0 0,1-1-1 0 0,0 1 1 0 0,0-1 0 0 0,-1 0-1 0 0,4 0 1 0 0,8 0 45 0 0,-9-1-14 0 0,0 1-1 0 0,0 0 0 0 0,0 0 0 0 0,0 0 0 0 0,0 1 0 0 0,0 0 0 0 0,6 1 0 0 0,-4 0-24 0 0,1-1-1 0 0,-1 0 1 0 0,1 0-1 0 0,-1 0 0 0 0,1-1 1 0 0,-1 0-1 0 0,1 0 0 0 0,-1-1 1 0 0,1 1-1 0 0,9-4 0 0 0,-9 3 16 0 0,8-1 48 0 0,-13 2-65 0 0,0 0-1 0 0,1-1 1 0 0,-1 1 0 0 0,0-1-1 0 0,1 1 1 0 0,-1-1 0 0 0,0 0-1 0 0,0 1 1 0 0,0-1-1 0 0,1 0 1 0 0,-1-1 0 0 0,0 1-1 0 0,0 0 1 0 0,-1-1 0 0 0,1 1-1 0 0,2-3 1 0 0,13-7-82 0 0,-17 10 89 0 0,1 1 0 0 0,0 0 1 0 0,0-1-1 0 0,0 1 1 0 0,0-1-1 0 0,0 1 1 0 0,-1-1-1 0 0,1 1 0 0 0,0-1 1 0 0,-1 0-1 0 0,1 1 1 0 0,0-1-1 0 0,-1 0 1 0 0,1 0-1 0 0,-1 1 1 0 0,1-1-1 0 0,-1 0 0 0 0,1 0 1 0 0,-1 0-1 0 0,1 0 1 0 0,-1 0-1 0 0,0 1 1 0 0,1-3-1 0 0,-1 1 94 0 0,-1 2-103 0 0,1-1 0 0 0,0 1-1 0 0,0 0 1 0 0,0 0 0 0 0,0-1-1 0 0,-1 1 1 0 0,1 0 0 0 0,0 0-1 0 0,0-1 1 0 0,0 1 0 0 0,0 0-1 0 0,0 0 1 0 0,0-1 0 0 0,-1 1-1 0 0,1 0 1 0 0,0-1-1 0 0,0 1 1 0 0,0 0 0 0 0,0 0-1 0 0,0-1 1 0 0,0 1 0 0 0,0 0-1 0 0,0-1 1 0 0,0 1 0 0 0,1 0-1 0 0,-1 0 1 0 0,0-1 0 0 0,0 1-1 0 0,0 0 1 0 0,0 0 0 0 0,0-1-1 0 0,0 1 1 0 0,1 0 0 0 0,-1 0-1 0 0,0-1 1 0 0,0 1-1 0 0,0 0 1 0 0,0 0 0 0 0,1-1-1 0 0,-1 1 1 0 0,0 0 0 0 0,0 0-1 0 0,1 0 1 0 0,-1 0 0 0 0,0 0-1 0 0,0-1 1 0 0,1 1 0 0 0,-1 0-1 0 0,0 0 1 0 0,1 0 0 0 0,10-7-103 0 0,-10 2 144 0 0,0-1-1 0 0,0 0 0 0 0,0 1 0 0 0,0-1 0 0 0,-1 0 0 0 0,0 0 1 0 0,0 0-1 0 0,-2-9 0 0 0,1-1-67 0 0,1 11 25 0 0,0 0 0 0 0,0 0 0 0 0,-1 0 0 0 0,1 0-1 0 0,-1 0 1 0 0,0 0 0 0 0,-1 0 0 0 0,1 0 0 0 0,-1 1 0 0 0,0-1 0 0 0,-1 0 0 0 0,1 1-1 0 0,-4-5 1 0 0,2 2 36 0 0,0 1 0 0 0,1-1 0 0 0,-1 0 0 0 0,2 0 0 0 0,-1 0 0 0 0,-1-8-1 0 0,0-3 34 0 0,3 12-52 0 0,-1-1-1 0 0,1 1 1 0 0,-2-1-1 0 0,1 1 1 0 0,-1 0 0 0 0,1 0-1 0 0,-7-9 1 0 0,-3-7-28 0 0,-8-16 49 0 0,-33-43 0 0 0,52 79-34 0 0,0 0 1 0 0,-1 0-1 0 0,1 1 1 0 0,0-1-1 0 0,-1 1 1 0 0,1-1-1 0 0,-1 1 0 0 0,0 0 1 0 0,1 0-1 0 0,-1 0 1 0 0,0-1-1 0 0,0 1 0 0 0,1 1 1 0 0,-1-1-1 0 0,0 0 1 0 0,0 0-1 0 0,0 1 0 0 0,0-1 1 0 0,0 1-1 0 0,0 0 1 0 0,-1 0-1 0 0,1-1 0 0 0,0 1 1 0 0,0 1-1 0 0,0-1 1 0 0,-4 1-1 0 0,-9-1 0 0 0,13 1-17 0 0,-1 0 0 0 0,1 0 0 0 0,0-1 0 0 0,0 1 1 0 0,0 1-1 0 0,-1-1 0 0 0,1 0 0 0 0,0 0 0 0 0,1 1 1 0 0,-1 0-1 0 0,0-1 0 0 0,0 1 0 0 0,0 0 0 0 0,1 0 0 0 0,-1-1 1 0 0,1 1-1 0 0,-3 5 0 0 0,-6 6 106 0 0,-15 11 11 0 0,19-19-133 0 0,0 1-1 0 0,1 0 1 0 0,-1 0-1 0 0,1 1 1 0 0,-7 11-1 0 0,-1 2-189 0 0,7-13 132 0 0,0 1 1 0 0,1 0 0 0 0,1 0 0 0 0,-1 1-1 0 0,1-1 1 0 0,0 1 0 0 0,1 0 0 0 0,0 0-1 0 0,1 0 1 0 0,0 0 0 0 0,-2 17-1 0 0,1 67-2682 0 0,3-92 2676 0 0,0 0 0 0 0,0 0-1 0 0,-1 0 1 0 0,1 0 0 0 0,0 0-1 0 0,0 0 1 0 0,0 1 0 0 0,0-1 0 0 0,0 0-1 0 0,1 0 1 0 0,-1 0 0 0 0,0 0-1 0 0,0 0 1 0 0,1 0 0 0 0,-1 0 0 0 0,1 0-1 0 0,-1 0 1 0 0,1 0 0 0 0,-1 0-1 0 0,1 0 1 0 0,0 0 0 0 0,-1 0 0 0 0,1 0-1 0 0,0 0 1 0 0,0-1 0 0 0,0 1-1 0 0,-1 0 1 0 0,1 0 0 0 0,0-1 0 0 0,0 1-1 0 0,0-1 1 0 0,2 2 0 0 0,69 43-7588 0 0,-61-39 6268 0 0,0-1 0 0 0,23 8 0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5.9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64 209 2176 0 0,'-1'0'217'0'0,"1"-1"0"0"0,-1 1 0 0 0,0 0-1 0 0,0 0 1 0 0,1 0 0 0 0,-1 0 0 0 0,0 0 0 0 0,0 0 0 0 0,1 0 0 0 0,-1 0 0 0 0,0 0 0 0 0,1 0-1 0 0,-1 1 1 0 0,0-1 0 0 0,0 0 0 0 0,1 0 0 0 0,-1 1 0 0 0,0-1 0 0 0,1 0 0 0 0,-2 1-1 0 0,1 20 4368 0 0,1-16-4389 0 0,-1 0 0 0 0,0-1 0 0 0,0 1 0 0 0,0-1 0 0 0,-1 0 0 0 0,0 1 0 0 0,-2 4 0 0 0,3-5-37 0 0,0 0-1 0 0,0 0 0 0 0,1 0 0 0 0,-1 0 0 0 0,1 0 1 0 0,0 0-1 0 0,1 7 0 0 0,-1-5-103 0 0,0-2-29 0 0,0-1-1 0 0,1 0 0 0 0,-1 0 1 0 0,1 0-1 0 0,-1 0 0 0 0,1 0 0 0 0,0 0 1 0 0,0 0-1 0 0,0 0 0 0 0,1 0 1 0 0,-1-1-1 0 0,1 1 0 0 0,-1 0 1 0 0,1-1-1 0 0,0 1 0 0 0,0-1 1 0 0,0 1-1 0 0,4 2 0 0 0,5 7 74 0 0,-5-5-61 0 0,-2-2-15 0 0,0 1 1 0 0,1-2-1 0 0,-1 1 1 0 0,1-1-1 0 0,0 1 1 0 0,0-1-1 0 0,0 0 1 0 0,1-1-1 0 0,-1 0 1 0 0,1 0 0 0 0,0 0-1 0 0,0 0 1 0 0,10 2-1 0 0,-3 0-10 0 0,28 6 72 0 0,-38-11-62 0 0,-1 0 0 0 0,0 0 1 0 0,1 0-1 0 0,-1 0 0 0 0,0 0 1 0 0,1-1-1 0 0,-1 1 0 0 0,0-1 1 0 0,0 0-1 0 0,4-1 1 0 0,-2 0-16 0 0,1-1 0 0 0,-1 0 0 0 0,0 0 0 0 0,0 0 0 0 0,0 0 0 0 0,0-1 0 0 0,-1 0 0 0 0,1 1 0 0 0,2-6 0 0 0,16-15 157 0 0,-19 20-147 0 0,0 0-1 0 0,0 0 1 0 0,0 0 0 0 0,0 0-1 0 0,-1 0 1 0 0,0-1-1 0 0,0 1 1 0 0,0-1 0 0 0,0 1-1 0 0,-1-1 1 0 0,0 0-1 0 0,1-6 1 0 0,0-5 78 0 0,-1-1-1 0 0,-1-21 1 0 0,0 12 3 0 0,0 25-68 0 0,-1-1 1 0 0,1 0 0 0 0,0 1 0 0 0,0-1 0 0 0,-1 0 0 0 0,1 1 0 0 0,-1-1 0 0 0,1 0 0 0 0,-1 1 0 0 0,0-1 0 0 0,-1-1 0 0 0,-5-11 168 0 0,4 1-45 0 0,2 9-101 0 0,0 0 0 0 0,0 0-1 0 0,-1 1 1 0 0,1-1 0 0 0,-1 0 0 0 0,0 0-1 0 0,-3-3 1 0 0,-30-73 454 0 0,28 68-366 0 0,0 0 0 0 0,-1 1 1 0 0,-12-13-1 0 0,19 23-142 0 0,1 1 0 0 0,0 0 0 0 0,0-1 0 0 0,-1 1 0 0 0,1 0 0 0 0,0-1 0 0 0,-1 1 0 0 0,1 0 0 0 0,0 0 0 0 0,-1-1 0 0 0,1 1 0 0 0,-1 0 1 0 0,1 0-1 0 0,0 0 0 0 0,-1 0 0 0 0,1-1 0 0 0,-1 1 0 0 0,1 0 0 0 0,-1 0 0 0 0,1 0 0 0 0,0 0 0 0 0,-1 0 0 0 0,1 0 0 0 0,-1 0 0 0 0,1 0 0 0 0,-1 0 0 0 0,-4-1-58 0 0,1-5 15 0 0,3 5 39 0 0,1 1-1 0 0,0-1 0 0 0,-1 1 1 0 0,1-1-1 0 0,0 1 1 0 0,-1 0-1 0 0,1-1 0 0 0,-1 1 1 0 0,1-1-1 0 0,0 1 0 0 0,-1 0 1 0 0,1-1-1 0 0,-1 1 0 0 0,1 0 1 0 0,-1-1-1 0 0,1 1 1 0 0,-1 0-1 0 0,0 0 0 0 0,1 0 1 0 0,-1 0-1 0 0,1-1 0 0 0,-1 1 1 0 0,1 0-1 0 0,-1 0 0 0 0,0 0 1 0 0,1 0-1 0 0,-1 0 1 0 0,1 0-1 0 0,-1 0 0 0 0,0 1 1 0 0,1-1-1 0 0,-2 0 0 0 0,-4 1-44 0 0,-1 0 0 0 0,0 0-1 0 0,1 0 1 0 0,-1 1 0 0 0,1 0-1 0 0,0 0 1 0 0,-11 6 0 0 0,-44 26-1923 0 0,46-24 1069 0 0,6-5 402 0 0,5-3-123 0 0,0 0-1 0 0,0 1 1 0 0,0 0 0 0 0,0 0 0 0 0,0 0 0 0 0,-4 4-1 0 0,7-5 15 0 0,-1 1 0 0 0,1-1 0 0 0,0 0 0 0 0,0 1 0 0 0,0-1-1 0 0,1 0 1 0 0,-1 1 0 0 0,0-1 0 0 0,1 1 0 0 0,0-1 0 0 0,-1 1 0 0 0,1-1-1 0 0,1 5 1 0 0,-1 9-850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6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1 4160 0 0,'0'0'6341'0'0,"-18"2"-362"0"0,16-1-5899 0 0,1 1-1 0 0,0-1 1 0 0,0 0 0 0 0,0 1 0 0 0,0-1 0 0 0,0 0 0 0 0,0 1 0 0 0,0 0 0 0 0,0-1 0 0 0,0 1 0 0 0,1-1 0 0 0,-1 1 0 0 0,1 0 0 0 0,-1-1 0 0 0,1 4 0 0 0,-13 0 523 0 0,10-1-509 0 0,1-1 0 0 0,0 1 0 0 0,0 0 0 0 0,0 0 0 0 0,0 0 0 0 0,1 0 1 0 0,-1 0-1 0 0,1 0 0 0 0,0 0 0 0 0,0 5 0 0 0,1-8-73 0 0,0-1 1 0 0,0 1-1 0 0,0-1 1 0 0,0 1-1 0 0,0-1 1 0 0,0 0 0 0 0,0 1-1 0 0,0-1 1 0 0,0 1-1 0 0,0-1 1 0 0,0 1-1 0 0,0-1 1 0 0,0 1-1 0 0,0-1 1 0 0,0 0 0 0 0,0 1-1 0 0,1-1 1 0 0,-1 1-1 0 0,0-1 1 0 0,0 0-1 0 0,1 1 1 0 0,-1-1-1 0 0,0 1 1 0 0,1-1-1 0 0,-1 0 1 0 0,0 0 0 0 0,1 1-1 0 0,-1-1 1 0 0,0 0-1 0 0,1 1 1 0 0,-1-1-1 0 0,1 0 1 0 0,-1 0-1 0 0,0 0 1 0 0,1 0 0 0 0,-1 1-1 0 0,1-1 1 0 0,-1 0-1 0 0,1 0 1 0 0,-1 0-1 0 0,0 0 1 0 0,1 0-1 0 0,-1 0 1 0 0,1 0-1 0 0,-1 0 1 0 0,1 0 0 0 0,-1 0-1 0 0,1-1 1 0 0,2 1-289 0 0,10 14-170 0 0,-11-14 480 0 0,-1 1-1 0 0,1 0 1 0 0,-1-1 0 0 0,1 1 0 0 0,0-1-1 0 0,-1 1 1 0 0,1-1 0 0 0,0 0 0 0 0,-1 0 0 0 0,1 0-1 0 0,0 0 1 0 0,0 0 0 0 0,-1 0 0 0 0,1 0 0 0 0,2-1-1 0 0,2 0 36 0 0,167 1 450 0 0,-170 0-394 0 0,11 0-302 0 0,0 0-49 0 0,-26 0 196 0 0,9 0 28 0 0,-1 1-1 0 0,1-1 0 0 0,0 0 0 0 0,-1 1 0 0 0,1 0 0 0 0,0-1 0 0 0,0 1 0 0 0,0 1 1 0 0,0-1-1 0 0,0 0 0 0 0,0 1 0 0 0,0 0 0 0 0,0-1 0 0 0,0 1 0 0 0,1 0 0 0 0,-1 0 1 0 0,1 1-1 0 0,-1-1 0 0 0,-2 4 0 0 0,3-3 229 0 0,1-3-224 0 0,1-1 0 0 0,-1 1 0 0 0,0 0 0 0 0,1 0 0 0 0,-1 0 1 0 0,1 0-1 0 0,-1 0 0 0 0,0 0 0 0 0,1 0 0 0 0,-1 0 0 0 0,1 0 1 0 0,-1 1-1 0 0,0-1 0 0 0,1 0 0 0 0,-1 0 0 0 0,1 0 0 0 0,-1 1 0 0 0,1-1 1 0 0,-1 0-1 0 0,1 1 0 0 0,-1-1 0 0 0,-5 6 65 0 0,-7 4-227 0 0,7-5 184 0 0,0-1 0 0 0,0 1 0 0 0,1 0 0 0 0,-1 0 0 0 0,1 1 0 0 0,0-1 0 0 0,1 1 0 0 0,-1 0 0 0 0,1 1 0 0 0,-5 11 0 0 0,6-12 58 0 0,3-1 85 0 0,0 21 138 0 0,13-23-186 0 0,-9 4-182 0 0,-3-7 49 0 0,-1 1 0 0 0,0-1 0 0 0,0 1 0 0 0,1-1 0 0 0,-1 1 0 0 0,0-1 0 0 0,1 0 0 0 0,-1 1 0 0 0,1-1 0 0 0,-1 1 0 0 0,1-1 0 0 0,-1 0 0 0 0,0 0 0 0 0,1 1 0 0 0,-1-1 0 0 0,1 0 0 0 0,-1 0 0 0 0,1 1 0 0 0,0-1 0 0 0,-1 0 0 0 0,1 0 0 0 0,-1 0 0 0 0,1 0 0 0 0,-1 0 0 0 0,1 0 0 0 0,-1 0 0 0 0,1 0 0 0 0,0 0 0 0 0,-1 0 0 0 0,1 0 0 0 0,-1 0 0 0 0,1 0 0 0 0,0-1 0 0 0,11 4 17 0 0,-1 1 0 0 0,0 0-1 0 0,-1 0 1 0 0,15 9 0 0 0,-22-12-65 0 0,35 16 266 0 0,-16-9-222 0 0,-2 2-147 0 0,-18-7 149 0 0,1-1 1 0 0,-1 1-1 0 0,0-1 1 0 0,1 0-1 0 0,-1 1 1 0 0,1-2-1 0 0,0 1 1 0 0,0 0-1 0 0,0 0 1 0 0,0-1-1 0 0,0 1 1 0 0,5 1-1 0 0,-2-2 17 0 0,-5 0-1 0 0,0-1 0 0 0,0 0-1 0 0,0 0 1 0 0,0 1 0 0 0,1-1 0 0 0,-1 0 0 0 0,0 1 0 0 0,0-1-1 0 0,0 1 1 0 0,0 0 0 0 0,0-1 0 0 0,0 1 0 0 0,-1 0 0 0 0,1-1-1 0 0,0 1 1 0 0,0 0 0 0 0,1 2 0 0 0,3 1 8 0 0,54 31-358 0 0,-22-3 357 0 0,-8-3-427 0 0,-27-26 448 0 0,-1-3-30 0 0,0 0 0 0 0,1 0 0 0 0,-1 1 0 0 0,0-1 0 0 0,0 0-1 0 0,0 1 1 0 0,0-1 0 0 0,0 1 0 0 0,0-1 0 0 0,-1 1 0 0 0,1-1-1 0 0,0 1 1 0 0,0 0 0 0 0,0 0 0 0 0,0-1 0 0 0,-1 1 0 0 0,1 0 0 0 0,0 0-1 0 0,-1 0 1 0 0,1 0 0 0 0,-1 0 0 0 0,1 0 0 0 0,-1 0 0 0 0,2 1-1 0 0,5 10-86 0 0,-6-11 77 0 0,-1-1-1 0 0,0 0 1 0 0,0 0 0 0 0,1 0-1 0 0,-1 1 1 0 0,0-1-1 0 0,0 0 1 0 0,1 0 0 0 0,-1 1-1 0 0,0-1 1 0 0,0 0 0 0 0,0 0-1 0 0,0 1 1 0 0,1-1 0 0 0,-1 0-1 0 0,0 1 1 0 0,0-1-1 0 0,0 0 1 0 0,0 1 0 0 0,0-1-1 0 0,0 0 1 0 0,0 1 0 0 0,0-1-1 0 0,0 0 1 0 0,0 1-1 0 0,0-1 1 0 0,0 0 0 0 0,0 1-1 0 0,0-1 1 0 0,0 0 0 0 0,0 1-1 0 0,0-1 1 0 0,0 0 0 0 0,-1 0-1 0 0,1 1 1 0 0,0-1 8 0 0,0 1 0 0 0,-1-1 1 0 0,1 0-1 0 0,0 1 0 0 0,0-1 1 0 0,0 0-1 0 0,0 0 0 0 0,0 1 0 0 0,0-1 1 0 0,0 0-1 0 0,0 1 0 0 0,0-1 1 0 0,0 0-1 0 0,0 1 0 0 0,0-1 0 0 0,0 0 1 0 0,0 1-1 0 0,0-1 0 0 0,0 0 1 0 0,0 0-1 0 0,0 1 0 0 0,0-1 1 0 0,0 0-1 0 0,0 1 0 0 0,1-1 0 0 0,-1 0 1 0 0,0 0-1 0 0,0 1 0 0 0,0-1 1 0 0,1 0-1 0 0,-1 0 0 0 0,0 1 1 0 0,0-1-1 0 0,0 0 0 0 0,1 0 0 0 0,-1 0 1 0 0,1 1-1 0 0,0 0-6 0 0,0 0-9 0 0,0 0 0 0 0,0 0 0 0 0,0 0 1 0 0,0 0-1 0 0,0 0 0 0 0,0 1 0 0 0,0-1 0 0 0,0 0 0 0 0,-1 1 0 0 0,1-1 1 0 0,0 0-1 0 0,-1 1 0 0 0,0-1 0 0 0,1 1 0 0 0,-1-1 0 0 0,0 1 0 0 0,1-1 1 0 0,-1 1-1 0 0,0-1 0 0 0,0 3 0 0 0,-4 14 244 0 0,-2-14-133 0 0,5-4-99 0 0,1 0 1 0 0,0 0 0 0 0,-1 1 0 0 0,1-1-1 0 0,0 0 1 0 0,-1 0 0 0 0,1 0 0 0 0,0 0 0 0 0,-1 0-1 0 0,1 1 1 0 0,0-1 0 0 0,0 0 0 0 0,-1 0-1 0 0,1 0 1 0 0,0 1 0 0 0,0-1 0 0 0,-1 0-1 0 0,1 0 1 0 0,0 1 0 0 0,0-1 0 0 0,0 0 0 0 0,-1 1-1 0 0,1-1 1 0 0,0 0 0 0 0,0 0 0 0 0,0 1-1 0 0,0-1 1 0 0,0 0 0 0 0,0 1 0 0 0,0-1-1 0 0,0 0 1 0 0,0 1 0 0 0,0-1 0 0 0,0 0 0 0 0,0 1-1 0 0,0-1 1 0 0,0 0 0 0 0,0 1 0 0 0,0 0-9 0 0,0-1 1 0 0,0 1-1 0 0,0-1 1 0 0,0 1-1 0 0,0-1 0 0 0,0 1 1 0 0,0 0-1 0 0,-1-1 1 0 0,1 1-1 0 0,0-1 1 0 0,0 1-1 0 0,0-1 1 0 0,-1 1-1 0 0,1-1 1 0 0,0 1-1 0 0,-1-1 0 0 0,1 0 1 0 0,0 1-1 0 0,-1-1 1 0 0,1 1-1 0 0,0-1 1 0 0,-1 0-1 0 0,1 1 1 0 0,-1-1-1 0 0,0 1 1 0 0,0-1 9 0 0,1 1 0 0 0,-1-1 0 0 0,0 1 0 0 0,1-1 0 0 0,-1 1 0 0 0,1-1 0 0 0,-1 1 0 0 0,1 0 1 0 0,-1-1-1 0 0,1 1 0 0 0,-1 0 0 0 0,1 0 0 0 0,-1-1 0 0 0,1 1 0 0 0,0 0 0 0 0,0 0 0 0 0,-1 0 1 0 0,1 0-1 0 0,0-1 0 0 0,0 1 0 0 0,0 0 0 0 0,0 0 0 0 0,0 0 0 0 0,0 0 0 0 0,0 1 0 0 0,0-2 8 0 0,0 1 0 0 0,0 0 0 0 0,0 0 0 0 0,-1 0 0 0 0,1 0 0 0 0,0 0 1 0 0,-1 0-1 0 0,1-1 0 0 0,0 1 0 0 0,-1 0 0 0 0,1 0 0 0 0,-1-1 0 0 0,1 1 0 0 0,-1 0 0 0 0,0 0 0 0 0,1-1 0 0 0,-2 2 0 0 0,-8 12-5 0 0,7-12-1 0 0,0 1 0 0 0,0-1 0 0 0,-1 1 0 0 0,1-1 0 0 0,0 0 0 0 0,-1 0 0 0 0,1 0 0 0 0,-1-1 0 0 0,0 1 0 0 0,0-1 0 0 0,0 0 0 0 0,1 0 1 0 0,-6 1-1 0 0,-9 3 144 0 0,10 0-143 0 0,0 0 0 0 0,0-1 0 0 0,-1-1 0 0 0,1 1 1 0 0,-1-2-1 0 0,0 1 0 0 0,0-1 0 0 0,0 0 0 0 0,0-1 0 0 0,0 0 0 0 0,-19 0 0 0 0,13 0-75 0 0,5-1 11 0 0,1 0 1 0 0,-1 0-1 0 0,0-1 0 0 0,-10-2 0 0 0,19 3 51 0 0,-20-3-388 0 0,0 0 1 0 0,0-2 0 0 0,0-1-1 0 0,-25-9 1 0 0,23-1-749 0 0,1 0-921 0 0,21 15 1881 0 0,0 1 0 0 0,0-1 0 0 0,-1 0 0 0 0,1 0 0 0 0,0 0 0 0 0,0 0 0 0 0,1 0 0 0 0,-1 0 0 0 0,0 0 0 0 0,0 0 0 0 0,0 0 0 0 0,1 0 0 0 0,-1 0-1 0 0,1 0 1 0 0,-1-1 0 0 0,1 1 0 0 0,-1 0 0 0 0,1 0 0 0 0,0-1 0 0 0,-1 1 0 0 0,1 0 0 0 0,0-2 0 0 0,0 2 54 0 0,0 1 0 0 0,0-1 0 0 0,0 1-1 0 0,0-1 1 0 0,0 1 0 0 0,0 0 0 0 0,0-1-1 0 0,0 1 1 0 0,0-1 0 0 0,-1 1-1 0 0,1 0 1 0 0,0-1 0 0 0,0 1 0 0 0,0 0-1 0 0,0-1 1 0 0,-1 1 0 0 0,1 0 0 0 0,0-1-1 0 0,-1 1 1 0 0,1 0 0 0 0,0-1 0 0 0,0 1-1 0 0,-1 0 1 0 0,1 0 0 0 0,0-1 0 0 0,-1 1-1 0 0,1 0 1 0 0,0 0 0 0 0,-1 0 0 0 0,1-1-1 0 0,-1 1 1 0 0,1 0 0 0 0,-1 0 0 0 0,1 0 0 0 0,-1 0 0 0 0,1 0 0 0 0,-1 0 1 0 0,1-1-1 0 0,0 1 0 0 0,-1 0 0 0 0,1 0 1 0 0,0 0-1 0 0,-1-1 0 0 0,1 1 1 0 0,-1 0-1 0 0,1 0 0 0 0,0-1 0 0 0,0 1 1 0 0,-1 0-1 0 0,1-1 0 0 0,0 1 0 0 0,0 0 1 0 0,-1-1-1 0 0,1 1 0 0 0,0 0 0 0 0,0-1 1 0 0,0 1-1 0 0,-1 0 0 0 0,1-1 0 0 0,0 1 1 0 0,0-1-1 0 0,0 1 0 0 0,0 0 0 0 0,0-1 1 0 0,0 1-1 0 0,0-1 0 0 0,0 0 1 0 0,0-1-75 0 0,0 1 1 0 0,-1-1 0 0 0,1 0 0 0 0,-1 0-1 0 0,1 0 1 0 0,-1 1 0 0 0,0-1 0 0 0,0 0-1 0 0,0 1 1 0 0,0-1 0 0 0,0 1 0 0 0,0-1-1 0 0,0 1 1 0 0,-2-3 0 0 0,0 2-871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56.1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68 1600 0 0,'0'0'8384'0'0,"0"-1"-8229"0"0,-1 1 1 0 0,0 0 0 0 0,0 0 0 0 0,1 0-1 0 0,-1 0 1 0 0,0 0 0 0 0,0 0 0 0 0,1 0-1 0 0,-1 0 1 0 0,0 0 0 0 0,0 0-1 0 0,1 0 1 0 0,-1 1 0 0 0,0-1 0 0 0,0 0-1 0 0,1 0 1 0 0,-1 1 0 0 0,0-1 0 0 0,0 1-1 0 0,1 8 1586 0 0,0-20 54 0 0,0-2-1507 0 0,-1 11-239 0 0,1 0 0 0 0,-1 0 0 0 0,1 0 0 0 0,0 0 0 0 0,0 0 0 0 0,0 0 0 0 0,0-1 0 0 0,0 1 0 0 0,1 0 0 0 0,-1 0 0 0 0,1 0-1 0 0,-1 0 1 0 0,1 0 0 0 0,0 0 0 0 0,-1 0 0 0 0,3-3 0 0 0,9 1-25 0 0,1 1 0 0 0,0 0 0 0 0,0 1 0 0 0,0 0 1 0 0,0 1-1 0 0,0 0 0 0 0,1 1 0 0 0,16 2 0 0 0,6-2 20 0 0,-34 0-11 0 0,-1 1 1 0 0,1-1-1 0 0,0 0 0 0 0,-1 0 0 0 0,1 1 0 0 0,-1-1 0 0 0,1 0 0 0 0,-1 1 0 0 0,1 0 0 0 0,-1-1 0 0 0,0 1 0 0 0,1 0 0 0 0,1 1 0 0 0,-1-1-53 0 0,-1 0 0 0 0,1 0 1 0 0,-1 0-1 0 0,1 0 0 0 0,0 0 1 0 0,-1 0-1 0 0,1-1 0 0 0,0 1 1 0 0,0-1-1 0 0,0 0 0 0 0,0 1 1 0 0,-1-1-1 0 0,5 0 0 0 0,26-1-191 0 0,38 0 662 0 0,-66 1-456 0 0,0 0-1 0 0,-1 0 1 0 0,1 0 0 0 0,-1 1-1 0 0,1 0 1 0 0,0 0 0 0 0,-1 0-1 0 0,1 0 1 0 0,-1 0 0 0 0,0 1-1 0 0,1-1 1 0 0,-1 1 0 0 0,3 2-1 0 0,-5-3 23 0 0,-1-1-1 0 0,1 1 1 0 0,0-1-1 0 0,-1 0 0 0 0,1 1 1 0 0,0-1-1 0 0,-1 0 0 0 0,1 1 1 0 0,0-1-1 0 0,-1 0 0 0 0,1 0 1 0 0,0 0-1 0 0,0 0 1 0 0,-1 0-1 0 0,1 0 0 0 0,0 0 1 0 0,-1 0-1 0 0,1 0 0 0 0,0 0 1 0 0,0 0-1 0 0,1 0 0 0 0,3-1-13 0 0,19 1-296 0 0,-24 0 285 0 0,1 0 0 0 0,-1 0 0 0 0,1 0 0 0 0,-1 0 0 0 0,1 0 1 0 0,-1 0-1 0 0,1 0 0 0 0,-1 0 0 0 0,1 0 0 0 0,-1 0 0 0 0,1 0 0 0 0,-1 0 0 0 0,0 0 1 0 0,1 0-1 0 0,-1 1 0 0 0,1-1 0 0 0,-1 0 0 0 0,1 0 0 0 0,-1 1 0 0 0,0-1 0 0 0,1 0 1 0 0,-1 0-1 0 0,1 1 0 0 0,-1-1 0 0 0,0 1 0 0 0,0-1 0 0 0,1 0 0 0 0,-1 1 0 0 0,0-1 1 0 0,1 1-1 0 0,-1-1 0 0 0,0 0 0 0 0,0 1 0 0 0,0-1 0 0 0,1 2 0 0 0,-1-2 19 0 0,0 0-1 0 0,0 1 0 0 0,0-1 1 0 0,0 0-1 0 0,0 1 1 0 0,0-1-1 0 0,0 0 0 0 0,1 1 1 0 0,-1-1-1 0 0,0 0 1 0 0,0 1-1 0 0,0-1 0 0 0,1 0 1 0 0,-1 0-1 0 0,0 1 1 0 0,1-1-1 0 0,-1 0 0 0 0,0 0 1 0 0,0 1-1 0 0,1-1 1 0 0,-1 0-1 0 0,0 0 0 0 0,1 0 1 0 0,-1 0-1 0 0,0 1 1 0 0,1-1-1 0 0,-1 0 0 0 0,1 0 1 0 0,-1 0-1 0 0,0 0 0 0 0,1 0 1 0 0,-1 0-1 0 0,0 0 1 0 0,1 0-1 0 0,0 0 0 0 0,25 0 518 0 0,-23 0-778 0 0,15 0 362 0 0,-17 0-115 0 0,-1 0 0 0 0,1-1 0 0 0,-1 1 0 0 0,0 0 0 0 0,1 0 0 0 0,-1 0 0 0 0,1 0 0 0 0,-1 0 0 0 0,1 0 0 0 0,-1 0 0 0 0,1 1 0 0 0,-1-1 1 0 0,1 0-1 0 0,-1 0 0 0 0,0 0 0 0 0,1 0 0 0 0,-1 0 0 0 0,1 1 0 0 0,-1-1 0 0 0,0 0 0 0 0,1 0 0 0 0,-1 1 0 0 0,0-1 0 0 0,1 0 0 0 0,-1 1 0 0 0,0-1 0 0 0,1 0 0 0 0,-1 1 1 0 0,0-1-1 0 0,1 0 0 0 0,-1 1 0 0 0,0-1 0 0 0,0 1 0 0 0,0-1 0 0 0,0 1 0 0 0,1-1 0 0 0,-1 0 0 0 0,0 1 0 0 0,0-1 0 0 0,0 1 0 0 0,0-1 0 0 0,0 1 0 0 0,0-1 0 0 0,0 1 0 0 0,0-1 1 0 0,0 1-1 0 0,0-1 0 0 0,-1 1 0 0 0,1 2 339 0 0,1-3-343 0 0,-1 0 0 0 0,1 0 0 0 0,-1 0 0 0 0,1 1 0 0 0,-1-1 1 0 0,1 0-1 0 0,-1 0 0 0 0,1 0 0 0 0,-1 0 0 0 0,1 0 0 0 0,-1 0 0 0 0,1 0 0 0 0,-1 0 1 0 0,1 0-1 0 0,-1 0 0 0 0,1 0 0 0 0,-1-1 0 0 0,1 1 0 0 0,-1 0 0 0 0,1 0 0 0 0,-1 0 1 0 0,1-1-1 0 0,-1 1 0 0 0,0 0 0 0 0,1 0 0 0 0,-1-1 0 0 0,1 1 0 0 0,-1 0 0 0 0,0-1 1 0 0,1 1-1 0 0,-1 0 0 0 0,0-1 0 0 0,1 1 0 0 0,-1-1 0 0 0,0 1 0 0 0,0-1 1 0 0,1 1-1 0 0,-1-1 0 0 0,0 1 0 0 0,0-1 0 0 0,0 1 0 0 0,0-1 0 0 0,0 1 0 0 0,0-1 1 0 0,0 1-1 0 0,0-1 0 0 0,0 1 0 0 0,0-1 0 0 0,0 1 0 0 0,0-1 0 0 0,0 0 0 0 0,0-1 1074 0 0,-2 1-1505 0 0,2 1 459 0 0,-1 0 0 0 0,0 0 0 0 0,0 0 0 0 0,0 0 0 0 0,0 0 0 0 0,1 0 1 0 0,-1 0-1 0 0,0 0 0 0 0,0 0 0 0 0,0 1 0 0 0,1-1 0 0 0,-1 0 0 0 0,0 0 0 0 0,0 1 0 0 0,1-1 0 0 0,-3 1 0 0 0,3 1-19 0 0,-1 0 0 0 0,0-1 0 0 0,0 1 0 0 0,0 0 0 0 0,0-1 0 0 0,0 0 0 0 0,0 1 0 0 0,-1-1 0 0 0,1 0 0 0 0,-1 1 0 0 0,1-1 0 0 0,0 0-1 0 0,-1 0 1 0 0,-2 1 0 0 0,1 0-4 0 0,0 0 0 0 0,0 0-1 0 0,1 1 1 0 0,-1-1 0 0 0,1 0-1 0 0,-1 1 1 0 0,-2 4 0 0 0,-7 13 315 0 0,9-16-299 0 0,0 0 1 0 0,1 0-1 0 0,0 0 1 0 0,0 0-1 0 0,0 0 1 0 0,0 0-1 0 0,0 0 1 0 0,1 1-1 0 0,0-1 1 0 0,0 1-1 0 0,0-1 1 0 0,0 6-1 0 0,-13 6-755 0 0,14-5 475 0 0,0-9 204 0 0,0-1-1 0 0,0 0 1 0 0,0 1-1 0 0,0-1 1 0 0,0 1-1 0 0,0-1 1 0 0,0 0-1 0 0,0 1 1 0 0,0-1-1 0 0,-1 0 1 0 0,1 1-1 0 0,-1-1 1 0 0,1 0-1 0 0,-1 0 1 0 0,1 1-1 0 0,-2 0 1 0 0,-6 10-1119 0 0,3 16-9339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85858-33A0-447F-EDCF-31DFAEE54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B7A3E-F095-3845-D196-65D45A88F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15438-50FC-C7DA-19B5-753A5CE5C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52175-704D-B485-1CD1-1DA09963D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48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18BF4-7C30-C2B5-5A4C-60E8B650F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740C9-314C-A86E-ACAD-1B2CFAC73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E477F-72FA-3C18-7154-9EE234A43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F0854-C18E-6B7F-0596-04EB843E6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222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C1E7E-FBC4-D85C-7EAC-0A58EC9E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4E56E-1787-3DDF-AAD0-54565C9CC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946B7-A76E-2B7A-1B7A-DA1F814FE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82716-BE74-E3F0-7372-3A6F09053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002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4834-7A10-C592-CACA-0C897528D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48EF8-33DD-60E9-E576-D9F8B28F6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70DE2-6A33-35BC-4C3F-D2D172388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F9DD3-1878-0582-1CEA-008048CD6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981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1DE4F-C73C-3C82-1A0E-F34A5482A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7A917-C3B8-500A-A9F3-1496BFDB2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FC8F7-85C3-8D19-EF36-0C34D139D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0C80A-5DB5-EA89-F804-429344FCC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631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85946-0455-4DFC-72A5-0C240EE07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4E875F-788E-5466-B95D-528C43C34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B4871-DB60-BFE3-C1BB-2F1C7E7F2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85B49-9A8F-E015-2698-6546814E4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228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41D16-B419-380B-894C-F4BFBC1AB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5E853-5E0F-DC73-86F2-E75AB9BDD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50506-9025-28EF-ABFF-2F9218B20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1E85F-7652-D702-6362-22D929D5D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18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8A3F-EB07-D04D-AE6B-415CD3A8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D451B-6F33-129B-236A-771A4AA67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B2C87-17E9-71F8-5DBF-E2C72A560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E4BE6-681C-C6F5-D707-5A2BA48BF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940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3209-434B-7BE2-A4FE-B6F134D9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C16DA-3B2B-D2EE-EB29-CD99C8E38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83985-079B-AAE5-371B-BFDF81AE2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AE322-AA9E-1B6B-7070-BC8737498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618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B4F31-B9A9-B637-5581-F7117F1F7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F6427-7090-34B8-9437-D9CA03B78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C8573-3DC8-0471-B31C-329B44DED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F641F-ECCE-6DA8-ECEB-9EAF153DC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232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tavolaconmammazan.blogspot.com/2016/08/torta-salata-con-avocado-e-caprino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ers.uk/wall-murals/math-formulas-on-school-blackboard-education-44569597" TargetMode="Externa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.png"/><Relationship Id="rId21" Type="http://schemas.openxmlformats.org/officeDocument/2006/relationships/image" Target="../media/image14.png"/><Relationship Id="rId63" Type="http://schemas.openxmlformats.org/officeDocument/2006/relationships/image" Target="../media/image35.png"/><Relationship Id="rId159" Type="http://schemas.openxmlformats.org/officeDocument/2006/relationships/image" Target="../media/image83.png"/><Relationship Id="rId170" Type="http://schemas.openxmlformats.org/officeDocument/2006/relationships/customXml" Target="../ink/ink84.xml"/><Relationship Id="rId226" Type="http://schemas.openxmlformats.org/officeDocument/2006/relationships/customXml" Target="../ink/ink112.xml"/><Relationship Id="rId107" Type="http://schemas.openxmlformats.org/officeDocument/2006/relationships/image" Target="../media/image57.png"/><Relationship Id="rId268" Type="http://schemas.openxmlformats.org/officeDocument/2006/relationships/customXml" Target="../ink/ink129.xml"/><Relationship Id="rId11" Type="http://schemas.openxmlformats.org/officeDocument/2006/relationships/image" Target="../media/image9.png"/><Relationship Id="rId32" Type="http://schemas.openxmlformats.org/officeDocument/2006/relationships/customXml" Target="../ink/ink15.xml"/><Relationship Id="rId53" Type="http://schemas.openxmlformats.org/officeDocument/2006/relationships/image" Target="../media/image30.png"/><Relationship Id="rId74" Type="http://schemas.openxmlformats.org/officeDocument/2006/relationships/customXml" Target="../ink/ink36.xml"/><Relationship Id="rId128" Type="http://schemas.openxmlformats.org/officeDocument/2006/relationships/customXml" Target="../ink/ink63.xml"/><Relationship Id="rId149" Type="http://schemas.openxmlformats.org/officeDocument/2006/relationships/image" Target="../media/image78.png"/><Relationship Id="rId5" Type="http://schemas.openxmlformats.org/officeDocument/2006/relationships/image" Target="../media/image6.png"/><Relationship Id="rId95" Type="http://schemas.openxmlformats.org/officeDocument/2006/relationships/image" Target="../media/image51.png"/><Relationship Id="rId160" Type="http://schemas.openxmlformats.org/officeDocument/2006/relationships/customXml" Target="../ink/ink79.xml"/><Relationship Id="rId181" Type="http://schemas.openxmlformats.org/officeDocument/2006/relationships/image" Target="../media/image94.png"/><Relationship Id="rId216" Type="http://schemas.openxmlformats.org/officeDocument/2006/relationships/customXml" Target="../ink/ink107.xml"/><Relationship Id="rId237" Type="http://schemas.openxmlformats.org/officeDocument/2006/relationships/image" Target="../media/image122.png"/><Relationship Id="rId258" Type="http://schemas.openxmlformats.org/officeDocument/2006/relationships/customXml" Target="../ink/ink124.xml"/><Relationship Id="rId22" Type="http://schemas.openxmlformats.org/officeDocument/2006/relationships/customXml" Target="../ink/ink10.xml"/><Relationship Id="rId43" Type="http://schemas.openxmlformats.org/officeDocument/2006/relationships/image" Target="../media/image25.png"/><Relationship Id="rId64" Type="http://schemas.openxmlformats.org/officeDocument/2006/relationships/customXml" Target="../ink/ink31.xml"/><Relationship Id="rId118" Type="http://schemas.openxmlformats.org/officeDocument/2006/relationships/customXml" Target="../ink/ink58.xml"/><Relationship Id="rId139" Type="http://schemas.openxmlformats.org/officeDocument/2006/relationships/image" Target="../media/image73.png"/><Relationship Id="rId85" Type="http://schemas.openxmlformats.org/officeDocument/2006/relationships/image" Target="../media/image46.png"/><Relationship Id="rId150" Type="http://schemas.openxmlformats.org/officeDocument/2006/relationships/customXml" Target="../ink/ink74.xml"/><Relationship Id="rId171" Type="http://schemas.openxmlformats.org/officeDocument/2006/relationships/image" Target="../media/image89.png"/><Relationship Id="rId192" Type="http://schemas.openxmlformats.org/officeDocument/2006/relationships/customXml" Target="../ink/ink95.xml"/><Relationship Id="rId206" Type="http://schemas.openxmlformats.org/officeDocument/2006/relationships/customXml" Target="../ink/ink102.xml"/><Relationship Id="rId227" Type="http://schemas.openxmlformats.org/officeDocument/2006/relationships/image" Target="../media/image117.png"/><Relationship Id="rId248" Type="http://schemas.openxmlformats.org/officeDocument/2006/relationships/customXml" Target="../ink/ink123.xml"/><Relationship Id="rId269" Type="http://schemas.openxmlformats.org/officeDocument/2006/relationships/image" Target="../media/image138.png"/><Relationship Id="rId12" Type="http://schemas.openxmlformats.org/officeDocument/2006/relationships/customXml" Target="../ink/ink5.xml"/><Relationship Id="rId33" Type="http://schemas.openxmlformats.org/officeDocument/2006/relationships/image" Target="../media/image20.png"/><Relationship Id="rId108" Type="http://schemas.openxmlformats.org/officeDocument/2006/relationships/customXml" Target="../ink/ink53.xml"/><Relationship Id="rId129" Type="http://schemas.openxmlformats.org/officeDocument/2006/relationships/image" Target="../media/image68.png"/><Relationship Id="rId54" Type="http://schemas.openxmlformats.org/officeDocument/2006/relationships/customXml" Target="../ink/ink26.xml"/><Relationship Id="rId75" Type="http://schemas.openxmlformats.org/officeDocument/2006/relationships/image" Target="../media/image41.png"/><Relationship Id="rId96" Type="http://schemas.openxmlformats.org/officeDocument/2006/relationships/customXml" Target="../ink/ink47.xml"/><Relationship Id="rId140" Type="http://schemas.openxmlformats.org/officeDocument/2006/relationships/customXml" Target="../ink/ink69.xml"/><Relationship Id="rId161" Type="http://schemas.openxmlformats.org/officeDocument/2006/relationships/image" Target="../media/image84.png"/><Relationship Id="rId182" Type="http://schemas.openxmlformats.org/officeDocument/2006/relationships/customXml" Target="../ink/ink90.xml"/><Relationship Id="rId217" Type="http://schemas.openxmlformats.org/officeDocument/2006/relationships/image" Target="../media/image112.png"/><Relationship Id="rId6" Type="http://schemas.openxmlformats.org/officeDocument/2006/relationships/customXml" Target="../ink/ink2.xml"/><Relationship Id="rId238" Type="http://schemas.openxmlformats.org/officeDocument/2006/relationships/customXml" Target="../ink/ink118.xml"/><Relationship Id="rId259" Type="http://schemas.openxmlformats.org/officeDocument/2006/relationships/image" Target="../media/image133.png"/><Relationship Id="rId23" Type="http://schemas.openxmlformats.org/officeDocument/2006/relationships/image" Target="../media/image15.png"/><Relationship Id="rId119" Type="http://schemas.openxmlformats.org/officeDocument/2006/relationships/image" Target="../media/image63.png"/><Relationship Id="rId270" Type="http://schemas.openxmlformats.org/officeDocument/2006/relationships/customXml" Target="../ink/ink130.xml"/><Relationship Id="rId44" Type="http://schemas.openxmlformats.org/officeDocument/2006/relationships/customXml" Target="../ink/ink21.xml"/><Relationship Id="rId65" Type="http://schemas.openxmlformats.org/officeDocument/2006/relationships/image" Target="../media/image36.png"/><Relationship Id="rId86" Type="http://schemas.openxmlformats.org/officeDocument/2006/relationships/customXml" Target="../ink/ink42.xml"/><Relationship Id="rId130" Type="http://schemas.openxmlformats.org/officeDocument/2006/relationships/customXml" Target="../ink/ink64.xml"/><Relationship Id="rId151" Type="http://schemas.openxmlformats.org/officeDocument/2006/relationships/image" Target="../media/image79.png"/><Relationship Id="rId172" Type="http://schemas.openxmlformats.org/officeDocument/2006/relationships/customXml" Target="../ink/ink85.xml"/><Relationship Id="rId193" Type="http://schemas.openxmlformats.org/officeDocument/2006/relationships/image" Target="../media/image100.png"/><Relationship Id="rId207" Type="http://schemas.openxmlformats.org/officeDocument/2006/relationships/image" Target="../media/image107.png"/><Relationship Id="rId228" Type="http://schemas.openxmlformats.org/officeDocument/2006/relationships/customXml" Target="../ink/ink113.xml"/><Relationship Id="rId13" Type="http://schemas.openxmlformats.org/officeDocument/2006/relationships/image" Target="../media/image10.png"/><Relationship Id="rId109" Type="http://schemas.openxmlformats.org/officeDocument/2006/relationships/image" Target="../media/image58.png"/><Relationship Id="rId260" Type="http://schemas.openxmlformats.org/officeDocument/2006/relationships/customXml" Target="../ink/ink125.xml"/><Relationship Id="rId281" Type="http://schemas.openxmlformats.org/officeDocument/2006/relationships/image" Target="../media/image144.png"/><Relationship Id="rId34" Type="http://schemas.openxmlformats.org/officeDocument/2006/relationships/customXml" Target="../ink/ink16.xml"/><Relationship Id="rId55" Type="http://schemas.openxmlformats.org/officeDocument/2006/relationships/image" Target="../media/image31.png"/><Relationship Id="rId76" Type="http://schemas.openxmlformats.org/officeDocument/2006/relationships/customXml" Target="../ink/ink37.xml"/><Relationship Id="rId97" Type="http://schemas.openxmlformats.org/officeDocument/2006/relationships/image" Target="../media/image52.png"/><Relationship Id="rId120" Type="http://schemas.openxmlformats.org/officeDocument/2006/relationships/customXml" Target="../ink/ink59.xml"/><Relationship Id="rId141" Type="http://schemas.openxmlformats.org/officeDocument/2006/relationships/image" Target="../media/image74.png"/><Relationship Id="rId7" Type="http://schemas.openxmlformats.org/officeDocument/2006/relationships/image" Target="../media/image7.png"/><Relationship Id="rId162" Type="http://schemas.openxmlformats.org/officeDocument/2006/relationships/customXml" Target="../ink/ink80.xml"/><Relationship Id="rId183" Type="http://schemas.openxmlformats.org/officeDocument/2006/relationships/image" Target="../media/image95.png"/><Relationship Id="rId218" Type="http://schemas.openxmlformats.org/officeDocument/2006/relationships/customXml" Target="../ink/ink108.xml"/><Relationship Id="rId239" Type="http://schemas.openxmlformats.org/officeDocument/2006/relationships/image" Target="../media/image123.png"/><Relationship Id="rId271" Type="http://schemas.openxmlformats.org/officeDocument/2006/relationships/image" Target="../media/image139.png"/><Relationship Id="rId24" Type="http://schemas.openxmlformats.org/officeDocument/2006/relationships/customXml" Target="../ink/ink11.xml"/><Relationship Id="rId45" Type="http://schemas.openxmlformats.org/officeDocument/2006/relationships/image" Target="../media/image26.png"/><Relationship Id="rId66" Type="http://schemas.openxmlformats.org/officeDocument/2006/relationships/customXml" Target="../ink/ink32.xml"/><Relationship Id="rId87" Type="http://schemas.openxmlformats.org/officeDocument/2006/relationships/image" Target="../media/image47.png"/><Relationship Id="rId110" Type="http://schemas.openxmlformats.org/officeDocument/2006/relationships/customXml" Target="../ink/ink54.xml"/><Relationship Id="rId131" Type="http://schemas.openxmlformats.org/officeDocument/2006/relationships/image" Target="../media/image69.png"/><Relationship Id="rId152" Type="http://schemas.openxmlformats.org/officeDocument/2006/relationships/customXml" Target="../ink/ink75.xml"/><Relationship Id="rId173" Type="http://schemas.openxmlformats.org/officeDocument/2006/relationships/image" Target="../media/image90.png"/><Relationship Id="rId194" Type="http://schemas.openxmlformats.org/officeDocument/2006/relationships/customXml" Target="../ink/ink96.xml"/><Relationship Id="rId208" Type="http://schemas.openxmlformats.org/officeDocument/2006/relationships/customXml" Target="../ink/ink103.xml"/><Relationship Id="rId229" Type="http://schemas.openxmlformats.org/officeDocument/2006/relationships/image" Target="../media/image118.png"/><Relationship Id="rId240" Type="http://schemas.openxmlformats.org/officeDocument/2006/relationships/customXml" Target="../ink/ink119.xml"/><Relationship Id="rId261" Type="http://schemas.openxmlformats.org/officeDocument/2006/relationships/image" Target="../media/image134.png"/><Relationship Id="rId14" Type="http://schemas.openxmlformats.org/officeDocument/2006/relationships/customXml" Target="../ink/ink6.xml"/><Relationship Id="rId35" Type="http://schemas.openxmlformats.org/officeDocument/2006/relationships/image" Target="../media/image21.png"/><Relationship Id="rId56" Type="http://schemas.openxmlformats.org/officeDocument/2006/relationships/customXml" Target="../ink/ink27.xml"/><Relationship Id="rId77" Type="http://schemas.openxmlformats.org/officeDocument/2006/relationships/image" Target="../media/image42.png"/><Relationship Id="rId100" Type="http://schemas.openxmlformats.org/officeDocument/2006/relationships/customXml" Target="../ink/ink49.xml"/><Relationship Id="rId8" Type="http://schemas.openxmlformats.org/officeDocument/2006/relationships/customXml" Target="../ink/ink3.xml"/><Relationship Id="rId98" Type="http://schemas.openxmlformats.org/officeDocument/2006/relationships/customXml" Target="../ink/ink48.xml"/><Relationship Id="rId121" Type="http://schemas.openxmlformats.org/officeDocument/2006/relationships/image" Target="../media/image64.png"/><Relationship Id="rId142" Type="http://schemas.openxmlformats.org/officeDocument/2006/relationships/customXml" Target="../ink/ink70.xml"/><Relationship Id="rId163" Type="http://schemas.openxmlformats.org/officeDocument/2006/relationships/image" Target="../media/image85.png"/><Relationship Id="rId184" Type="http://schemas.openxmlformats.org/officeDocument/2006/relationships/customXml" Target="../ink/ink91.xml"/><Relationship Id="rId219" Type="http://schemas.openxmlformats.org/officeDocument/2006/relationships/image" Target="../media/image113.png"/><Relationship Id="rId230" Type="http://schemas.openxmlformats.org/officeDocument/2006/relationships/customXml" Target="../ink/ink114.xml"/><Relationship Id="rId25" Type="http://schemas.openxmlformats.org/officeDocument/2006/relationships/image" Target="../media/image16.png"/><Relationship Id="rId46" Type="http://schemas.openxmlformats.org/officeDocument/2006/relationships/customXml" Target="../ink/ink22.xml"/><Relationship Id="rId67" Type="http://schemas.openxmlformats.org/officeDocument/2006/relationships/image" Target="../media/image37.png"/><Relationship Id="rId272" Type="http://schemas.openxmlformats.org/officeDocument/2006/relationships/customXml" Target="../ink/ink131.xml"/><Relationship Id="rId88" Type="http://schemas.openxmlformats.org/officeDocument/2006/relationships/customXml" Target="../ink/ink43.xml"/><Relationship Id="rId111" Type="http://schemas.openxmlformats.org/officeDocument/2006/relationships/image" Target="../media/image59.png"/><Relationship Id="rId132" Type="http://schemas.openxmlformats.org/officeDocument/2006/relationships/customXml" Target="../ink/ink65.xml"/><Relationship Id="rId153" Type="http://schemas.openxmlformats.org/officeDocument/2006/relationships/image" Target="../media/image80.png"/><Relationship Id="rId174" Type="http://schemas.openxmlformats.org/officeDocument/2006/relationships/customXml" Target="../ink/ink86.xml"/><Relationship Id="rId195" Type="http://schemas.openxmlformats.org/officeDocument/2006/relationships/image" Target="../media/image101.png"/><Relationship Id="rId209" Type="http://schemas.openxmlformats.org/officeDocument/2006/relationships/image" Target="../media/image108.png"/><Relationship Id="rId220" Type="http://schemas.openxmlformats.org/officeDocument/2006/relationships/customXml" Target="../ink/ink109.xml"/><Relationship Id="rId241" Type="http://schemas.openxmlformats.org/officeDocument/2006/relationships/image" Target="../media/image124.png"/><Relationship Id="rId15" Type="http://schemas.openxmlformats.org/officeDocument/2006/relationships/image" Target="../media/image11.png"/><Relationship Id="rId36" Type="http://schemas.openxmlformats.org/officeDocument/2006/relationships/customXml" Target="../ink/ink17.xml"/><Relationship Id="rId57" Type="http://schemas.openxmlformats.org/officeDocument/2006/relationships/image" Target="../media/image32.png"/><Relationship Id="rId262" Type="http://schemas.openxmlformats.org/officeDocument/2006/relationships/customXml" Target="../ink/ink126.xml"/><Relationship Id="rId78" Type="http://schemas.openxmlformats.org/officeDocument/2006/relationships/customXml" Target="../ink/ink38.xml"/><Relationship Id="rId99" Type="http://schemas.openxmlformats.org/officeDocument/2006/relationships/image" Target="../media/image53.png"/><Relationship Id="rId101" Type="http://schemas.openxmlformats.org/officeDocument/2006/relationships/image" Target="../media/image54.png"/><Relationship Id="rId122" Type="http://schemas.openxmlformats.org/officeDocument/2006/relationships/customXml" Target="../ink/ink60.xml"/><Relationship Id="rId143" Type="http://schemas.openxmlformats.org/officeDocument/2006/relationships/image" Target="../media/image75.png"/><Relationship Id="rId164" Type="http://schemas.openxmlformats.org/officeDocument/2006/relationships/customXml" Target="../ink/ink81.xml"/><Relationship Id="rId185" Type="http://schemas.openxmlformats.org/officeDocument/2006/relationships/image" Target="../media/image96.png"/><Relationship Id="rId9" Type="http://schemas.openxmlformats.org/officeDocument/2006/relationships/image" Target="../media/image8.png"/><Relationship Id="rId210" Type="http://schemas.openxmlformats.org/officeDocument/2006/relationships/customXml" Target="../ink/ink104.xml"/><Relationship Id="rId26" Type="http://schemas.openxmlformats.org/officeDocument/2006/relationships/customXml" Target="../ink/ink12.xml"/><Relationship Id="rId231" Type="http://schemas.openxmlformats.org/officeDocument/2006/relationships/image" Target="../media/image119.png"/><Relationship Id="rId273" Type="http://schemas.openxmlformats.org/officeDocument/2006/relationships/image" Target="../media/image140.png"/><Relationship Id="rId47" Type="http://schemas.openxmlformats.org/officeDocument/2006/relationships/image" Target="../media/image27.png"/><Relationship Id="rId68" Type="http://schemas.openxmlformats.org/officeDocument/2006/relationships/customXml" Target="../ink/ink33.xml"/><Relationship Id="rId89" Type="http://schemas.openxmlformats.org/officeDocument/2006/relationships/image" Target="../media/image48.png"/><Relationship Id="rId112" Type="http://schemas.openxmlformats.org/officeDocument/2006/relationships/customXml" Target="../ink/ink55.xml"/><Relationship Id="rId133" Type="http://schemas.openxmlformats.org/officeDocument/2006/relationships/image" Target="../media/image70.png"/><Relationship Id="rId154" Type="http://schemas.openxmlformats.org/officeDocument/2006/relationships/customXml" Target="../ink/ink76.xml"/><Relationship Id="rId175" Type="http://schemas.openxmlformats.org/officeDocument/2006/relationships/image" Target="../media/image91.png"/><Relationship Id="rId196" Type="http://schemas.openxmlformats.org/officeDocument/2006/relationships/customXml" Target="../ink/ink97.xml"/><Relationship Id="rId200" Type="http://schemas.openxmlformats.org/officeDocument/2006/relationships/customXml" Target="../ink/ink99.xml"/><Relationship Id="rId16" Type="http://schemas.openxmlformats.org/officeDocument/2006/relationships/customXml" Target="../ink/ink7.xml"/><Relationship Id="rId221" Type="http://schemas.openxmlformats.org/officeDocument/2006/relationships/image" Target="../media/image114.png"/><Relationship Id="rId242" Type="http://schemas.openxmlformats.org/officeDocument/2006/relationships/customXml" Target="../ink/ink120.xml"/><Relationship Id="rId263" Type="http://schemas.openxmlformats.org/officeDocument/2006/relationships/image" Target="../media/image135.png"/><Relationship Id="rId37" Type="http://schemas.openxmlformats.org/officeDocument/2006/relationships/image" Target="../media/image22.png"/><Relationship Id="rId58" Type="http://schemas.openxmlformats.org/officeDocument/2006/relationships/customXml" Target="../ink/ink28.xml"/><Relationship Id="rId79" Type="http://schemas.openxmlformats.org/officeDocument/2006/relationships/image" Target="../media/image43.png"/><Relationship Id="rId102" Type="http://schemas.openxmlformats.org/officeDocument/2006/relationships/customXml" Target="../ink/ink50.xml"/><Relationship Id="rId123" Type="http://schemas.openxmlformats.org/officeDocument/2006/relationships/image" Target="../media/image65.png"/><Relationship Id="rId144" Type="http://schemas.openxmlformats.org/officeDocument/2006/relationships/customXml" Target="../ink/ink71.xml"/><Relationship Id="rId90" Type="http://schemas.openxmlformats.org/officeDocument/2006/relationships/customXml" Target="../ink/ink44.xml"/><Relationship Id="rId165" Type="http://schemas.openxmlformats.org/officeDocument/2006/relationships/image" Target="../media/image86.png"/><Relationship Id="rId186" Type="http://schemas.openxmlformats.org/officeDocument/2006/relationships/customXml" Target="../ink/ink92.xml"/><Relationship Id="rId211" Type="http://schemas.openxmlformats.org/officeDocument/2006/relationships/image" Target="../media/image109.png"/><Relationship Id="rId232" Type="http://schemas.openxmlformats.org/officeDocument/2006/relationships/customXml" Target="../ink/ink115.xml"/><Relationship Id="rId274" Type="http://schemas.openxmlformats.org/officeDocument/2006/relationships/customXml" Target="../ink/ink132.xml"/><Relationship Id="rId27" Type="http://schemas.openxmlformats.org/officeDocument/2006/relationships/image" Target="../media/image17.png"/><Relationship Id="rId48" Type="http://schemas.openxmlformats.org/officeDocument/2006/relationships/customXml" Target="../ink/ink23.xml"/><Relationship Id="rId69" Type="http://schemas.openxmlformats.org/officeDocument/2006/relationships/image" Target="../media/image38.png"/><Relationship Id="rId113" Type="http://schemas.openxmlformats.org/officeDocument/2006/relationships/image" Target="../media/image60.png"/><Relationship Id="rId134" Type="http://schemas.openxmlformats.org/officeDocument/2006/relationships/customXml" Target="../ink/ink66.xml"/><Relationship Id="rId80" Type="http://schemas.openxmlformats.org/officeDocument/2006/relationships/customXml" Target="../ink/ink39.xml"/><Relationship Id="rId155" Type="http://schemas.openxmlformats.org/officeDocument/2006/relationships/image" Target="../media/image81.png"/><Relationship Id="rId176" Type="http://schemas.openxmlformats.org/officeDocument/2006/relationships/customXml" Target="../ink/ink87.xml"/><Relationship Id="rId197" Type="http://schemas.openxmlformats.org/officeDocument/2006/relationships/image" Target="../media/image102.png"/><Relationship Id="rId201" Type="http://schemas.openxmlformats.org/officeDocument/2006/relationships/image" Target="../media/image104.png"/><Relationship Id="rId222" Type="http://schemas.openxmlformats.org/officeDocument/2006/relationships/customXml" Target="../ink/ink110.xml"/><Relationship Id="rId243" Type="http://schemas.openxmlformats.org/officeDocument/2006/relationships/image" Target="../media/image125.png"/><Relationship Id="rId264" Type="http://schemas.openxmlformats.org/officeDocument/2006/relationships/customXml" Target="../ink/ink127.xml"/><Relationship Id="rId17" Type="http://schemas.openxmlformats.org/officeDocument/2006/relationships/image" Target="../media/image12.png"/><Relationship Id="rId38" Type="http://schemas.openxmlformats.org/officeDocument/2006/relationships/customXml" Target="../ink/ink18.xml"/><Relationship Id="rId59" Type="http://schemas.openxmlformats.org/officeDocument/2006/relationships/image" Target="../media/image33.png"/><Relationship Id="rId103" Type="http://schemas.openxmlformats.org/officeDocument/2006/relationships/image" Target="../media/image55.png"/><Relationship Id="rId124" Type="http://schemas.openxmlformats.org/officeDocument/2006/relationships/customXml" Target="../ink/ink61.xml"/><Relationship Id="rId70" Type="http://schemas.openxmlformats.org/officeDocument/2006/relationships/customXml" Target="../ink/ink34.xml"/><Relationship Id="rId91" Type="http://schemas.openxmlformats.org/officeDocument/2006/relationships/image" Target="../media/image49.png"/><Relationship Id="rId145" Type="http://schemas.openxmlformats.org/officeDocument/2006/relationships/image" Target="../media/image76.png"/><Relationship Id="rId166" Type="http://schemas.openxmlformats.org/officeDocument/2006/relationships/customXml" Target="../ink/ink82.xml"/><Relationship Id="rId187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5.xml"/><Relationship Id="rId233" Type="http://schemas.openxmlformats.org/officeDocument/2006/relationships/image" Target="../media/image120.png"/><Relationship Id="rId28" Type="http://schemas.openxmlformats.org/officeDocument/2006/relationships/customXml" Target="../ink/ink13.xml"/><Relationship Id="rId49" Type="http://schemas.openxmlformats.org/officeDocument/2006/relationships/image" Target="../media/image28.png"/><Relationship Id="rId114" Type="http://schemas.openxmlformats.org/officeDocument/2006/relationships/customXml" Target="../ink/ink56.xml"/><Relationship Id="rId60" Type="http://schemas.openxmlformats.org/officeDocument/2006/relationships/customXml" Target="../ink/ink29.xml"/><Relationship Id="rId81" Type="http://schemas.openxmlformats.org/officeDocument/2006/relationships/image" Target="../media/image44.png"/><Relationship Id="rId135" Type="http://schemas.openxmlformats.org/officeDocument/2006/relationships/image" Target="../media/image71.png"/><Relationship Id="rId156" Type="http://schemas.openxmlformats.org/officeDocument/2006/relationships/customXml" Target="../ink/ink77.xml"/><Relationship Id="rId177" Type="http://schemas.openxmlformats.org/officeDocument/2006/relationships/image" Target="../media/image92.png"/><Relationship Id="rId198" Type="http://schemas.openxmlformats.org/officeDocument/2006/relationships/customXml" Target="../ink/ink98.xml"/><Relationship Id="rId202" Type="http://schemas.openxmlformats.org/officeDocument/2006/relationships/customXml" Target="../ink/ink100.xml"/><Relationship Id="rId223" Type="http://schemas.openxmlformats.org/officeDocument/2006/relationships/image" Target="../media/image115.png"/><Relationship Id="rId244" Type="http://schemas.openxmlformats.org/officeDocument/2006/relationships/customXml" Target="../ink/ink121.xml"/><Relationship Id="rId18" Type="http://schemas.openxmlformats.org/officeDocument/2006/relationships/customXml" Target="../ink/ink8.xml"/><Relationship Id="rId39" Type="http://schemas.openxmlformats.org/officeDocument/2006/relationships/image" Target="../media/image23.png"/><Relationship Id="rId265" Type="http://schemas.openxmlformats.org/officeDocument/2006/relationships/image" Target="../media/image136.png"/><Relationship Id="rId50" Type="http://schemas.openxmlformats.org/officeDocument/2006/relationships/customXml" Target="../ink/ink24.xml"/><Relationship Id="rId104" Type="http://schemas.openxmlformats.org/officeDocument/2006/relationships/customXml" Target="../ink/ink51.xml"/><Relationship Id="rId125" Type="http://schemas.openxmlformats.org/officeDocument/2006/relationships/image" Target="../media/image66.png"/><Relationship Id="rId146" Type="http://schemas.openxmlformats.org/officeDocument/2006/relationships/customXml" Target="../ink/ink72.xml"/><Relationship Id="rId167" Type="http://schemas.openxmlformats.org/officeDocument/2006/relationships/image" Target="../media/image87.png"/><Relationship Id="rId188" Type="http://schemas.openxmlformats.org/officeDocument/2006/relationships/customXml" Target="../ink/ink93.xml"/><Relationship Id="rId71" Type="http://schemas.openxmlformats.org/officeDocument/2006/relationships/image" Target="../media/image39.png"/><Relationship Id="rId92" Type="http://schemas.openxmlformats.org/officeDocument/2006/relationships/customXml" Target="../ink/ink45.xml"/><Relationship Id="rId213" Type="http://schemas.openxmlformats.org/officeDocument/2006/relationships/image" Target="../media/image110.png"/><Relationship Id="rId234" Type="http://schemas.openxmlformats.org/officeDocument/2006/relationships/customXml" Target="../ink/ink116.xml"/><Relationship Id="rId2" Type="http://schemas.openxmlformats.org/officeDocument/2006/relationships/notesSlide" Target="../notesSlides/notesSlide7.xml"/><Relationship Id="rId29" Type="http://schemas.openxmlformats.org/officeDocument/2006/relationships/image" Target="../media/image18.png"/><Relationship Id="rId40" Type="http://schemas.openxmlformats.org/officeDocument/2006/relationships/customXml" Target="../ink/ink19.xml"/><Relationship Id="rId115" Type="http://schemas.openxmlformats.org/officeDocument/2006/relationships/image" Target="../media/image61.png"/><Relationship Id="rId136" Type="http://schemas.openxmlformats.org/officeDocument/2006/relationships/customXml" Target="../ink/ink67.xml"/><Relationship Id="rId157" Type="http://schemas.openxmlformats.org/officeDocument/2006/relationships/image" Target="../media/image82.png"/><Relationship Id="rId178" Type="http://schemas.openxmlformats.org/officeDocument/2006/relationships/customXml" Target="../ink/ink88.xml"/><Relationship Id="rId61" Type="http://schemas.openxmlformats.org/officeDocument/2006/relationships/image" Target="../media/image34.png"/><Relationship Id="rId82" Type="http://schemas.openxmlformats.org/officeDocument/2006/relationships/customXml" Target="../ink/ink40.xml"/><Relationship Id="rId199" Type="http://schemas.openxmlformats.org/officeDocument/2006/relationships/image" Target="../media/image103.png"/><Relationship Id="rId203" Type="http://schemas.openxmlformats.org/officeDocument/2006/relationships/image" Target="../media/image105.png"/><Relationship Id="rId19" Type="http://schemas.openxmlformats.org/officeDocument/2006/relationships/image" Target="../media/image13.png"/><Relationship Id="rId224" Type="http://schemas.openxmlformats.org/officeDocument/2006/relationships/customXml" Target="../ink/ink111.xml"/><Relationship Id="rId245" Type="http://schemas.openxmlformats.org/officeDocument/2006/relationships/image" Target="../media/image126.png"/><Relationship Id="rId266" Type="http://schemas.openxmlformats.org/officeDocument/2006/relationships/customXml" Target="../ink/ink128.xml"/><Relationship Id="rId30" Type="http://schemas.openxmlformats.org/officeDocument/2006/relationships/customXml" Target="../ink/ink14.xml"/><Relationship Id="rId105" Type="http://schemas.openxmlformats.org/officeDocument/2006/relationships/image" Target="../media/image56.png"/><Relationship Id="rId126" Type="http://schemas.openxmlformats.org/officeDocument/2006/relationships/customXml" Target="../ink/ink62.xml"/><Relationship Id="rId147" Type="http://schemas.openxmlformats.org/officeDocument/2006/relationships/image" Target="../media/image77.png"/><Relationship Id="rId168" Type="http://schemas.openxmlformats.org/officeDocument/2006/relationships/customXml" Target="../ink/ink83.xml"/><Relationship Id="rId51" Type="http://schemas.openxmlformats.org/officeDocument/2006/relationships/image" Target="../media/image29.png"/><Relationship Id="rId72" Type="http://schemas.openxmlformats.org/officeDocument/2006/relationships/customXml" Target="../ink/ink35.xml"/><Relationship Id="rId93" Type="http://schemas.openxmlformats.org/officeDocument/2006/relationships/image" Target="../media/image50.png"/><Relationship Id="rId189" Type="http://schemas.openxmlformats.org/officeDocument/2006/relationships/image" Target="../media/image98.png"/><Relationship Id="rId3" Type="http://schemas.openxmlformats.org/officeDocument/2006/relationships/image" Target="../media/image5.png"/><Relationship Id="rId214" Type="http://schemas.openxmlformats.org/officeDocument/2006/relationships/customXml" Target="../ink/ink106.xml"/><Relationship Id="rId235" Type="http://schemas.openxmlformats.org/officeDocument/2006/relationships/image" Target="../media/image121.png"/><Relationship Id="rId116" Type="http://schemas.openxmlformats.org/officeDocument/2006/relationships/customXml" Target="../ink/ink57.xml"/><Relationship Id="rId137" Type="http://schemas.openxmlformats.org/officeDocument/2006/relationships/image" Target="../media/image72.png"/><Relationship Id="rId158" Type="http://schemas.openxmlformats.org/officeDocument/2006/relationships/customXml" Target="../ink/ink78.xml"/><Relationship Id="rId20" Type="http://schemas.openxmlformats.org/officeDocument/2006/relationships/customXml" Target="../ink/ink9.xml"/><Relationship Id="rId41" Type="http://schemas.openxmlformats.org/officeDocument/2006/relationships/image" Target="../media/image24.png"/><Relationship Id="rId62" Type="http://schemas.openxmlformats.org/officeDocument/2006/relationships/customXml" Target="../ink/ink30.xml"/><Relationship Id="rId83" Type="http://schemas.openxmlformats.org/officeDocument/2006/relationships/image" Target="../media/image45.png"/><Relationship Id="rId179" Type="http://schemas.openxmlformats.org/officeDocument/2006/relationships/image" Target="../media/image93.png"/><Relationship Id="rId190" Type="http://schemas.openxmlformats.org/officeDocument/2006/relationships/customXml" Target="../ink/ink94.xml"/><Relationship Id="rId204" Type="http://schemas.openxmlformats.org/officeDocument/2006/relationships/customXml" Target="../ink/ink101.xml"/><Relationship Id="rId225" Type="http://schemas.openxmlformats.org/officeDocument/2006/relationships/image" Target="../media/image116.png"/><Relationship Id="rId246" Type="http://schemas.openxmlformats.org/officeDocument/2006/relationships/customXml" Target="../ink/ink122.xml"/><Relationship Id="rId267" Type="http://schemas.openxmlformats.org/officeDocument/2006/relationships/image" Target="../media/image137.png"/><Relationship Id="rId106" Type="http://schemas.openxmlformats.org/officeDocument/2006/relationships/customXml" Target="../ink/ink52.xml"/><Relationship Id="rId127" Type="http://schemas.openxmlformats.org/officeDocument/2006/relationships/image" Target="../media/image67.png"/><Relationship Id="rId10" Type="http://schemas.openxmlformats.org/officeDocument/2006/relationships/customXml" Target="../ink/ink4.xml"/><Relationship Id="rId31" Type="http://schemas.openxmlformats.org/officeDocument/2006/relationships/image" Target="../media/image19.png"/><Relationship Id="rId52" Type="http://schemas.openxmlformats.org/officeDocument/2006/relationships/customXml" Target="../ink/ink25.xml"/><Relationship Id="rId73" Type="http://schemas.openxmlformats.org/officeDocument/2006/relationships/image" Target="../media/image40.png"/><Relationship Id="rId94" Type="http://schemas.openxmlformats.org/officeDocument/2006/relationships/customXml" Target="../ink/ink46.xml"/><Relationship Id="rId148" Type="http://schemas.openxmlformats.org/officeDocument/2006/relationships/customXml" Target="../ink/ink73.xml"/><Relationship Id="rId169" Type="http://schemas.openxmlformats.org/officeDocument/2006/relationships/image" Target="../media/image88.png"/><Relationship Id="rId4" Type="http://schemas.openxmlformats.org/officeDocument/2006/relationships/customXml" Target="../ink/ink1.xml"/><Relationship Id="rId180" Type="http://schemas.openxmlformats.org/officeDocument/2006/relationships/customXml" Target="../ink/ink89.xml"/><Relationship Id="rId215" Type="http://schemas.openxmlformats.org/officeDocument/2006/relationships/image" Target="../media/image111.png"/><Relationship Id="rId236" Type="http://schemas.openxmlformats.org/officeDocument/2006/relationships/customXml" Target="../ink/ink117.xml"/><Relationship Id="rId257" Type="http://schemas.openxmlformats.org/officeDocument/2006/relationships/image" Target="../media/image132.png"/><Relationship Id="rId42" Type="http://schemas.openxmlformats.org/officeDocument/2006/relationships/customXml" Target="../ink/ink20.xml"/><Relationship Id="rId84" Type="http://schemas.openxmlformats.org/officeDocument/2006/relationships/customXml" Target="../ink/ink41.xml"/><Relationship Id="rId138" Type="http://schemas.openxmlformats.org/officeDocument/2006/relationships/customXml" Target="../ink/ink68.xml"/><Relationship Id="rId191" Type="http://schemas.openxmlformats.org/officeDocument/2006/relationships/image" Target="../media/image99.png"/><Relationship Id="rId205" Type="http://schemas.openxmlformats.org/officeDocument/2006/relationships/image" Target="../media/image106.png"/><Relationship Id="rId247" Type="http://schemas.openxmlformats.org/officeDocument/2006/relationships/image" Target="../media/image127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1.png"/><Relationship Id="rId21" Type="http://schemas.openxmlformats.org/officeDocument/2006/relationships/image" Target="../media/image153.png"/><Relationship Id="rId42" Type="http://schemas.openxmlformats.org/officeDocument/2006/relationships/customXml" Target="../ink/ink152.xml"/><Relationship Id="rId63" Type="http://schemas.openxmlformats.org/officeDocument/2006/relationships/image" Target="../media/image174.png"/><Relationship Id="rId84" Type="http://schemas.openxmlformats.org/officeDocument/2006/relationships/customXml" Target="../ink/ink173.xml"/><Relationship Id="rId324" Type="http://schemas.openxmlformats.org/officeDocument/2006/relationships/customXml" Target="../ink/ink228.xml"/><Relationship Id="rId191" Type="http://schemas.openxmlformats.org/officeDocument/2006/relationships/image" Target="../media/image230.png"/><Relationship Id="rId205" Type="http://schemas.openxmlformats.org/officeDocument/2006/relationships/image" Target="../media/image237.png"/><Relationship Id="rId226" Type="http://schemas.openxmlformats.org/officeDocument/2006/relationships/customXml" Target="../ink/ink210.xml"/><Relationship Id="rId289" Type="http://schemas.openxmlformats.org/officeDocument/2006/relationships/image" Target="../media/image279.png"/><Relationship Id="rId11" Type="http://schemas.openxmlformats.org/officeDocument/2006/relationships/image" Target="../media/image148.png"/><Relationship Id="rId32" Type="http://schemas.openxmlformats.org/officeDocument/2006/relationships/customXml" Target="../ink/ink147.xml"/><Relationship Id="rId53" Type="http://schemas.openxmlformats.org/officeDocument/2006/relationships/image" Target="../media/image169.png"/><Relationship Id="rId74" Type="http://schemas.openxmlformats.org/officeDocument/2006/relationships/customXml" Target="../ink/ink168.xml"/><Relationship Id="rId314" Type="http://schemas.openxmlformats.org/officeDocument/2006/relationships/customXml" Target="../ink/ink223.xml"/><Relationship Id="rId335" Type="http://schemas.openxmlformats.org/officeDocument/2006/relationships/image" Target="../media/image302.png"/><Relationship Id="rId5" Type="http://schemas.openxmlformats.org/officeDocument/2006/relationships/image" Target="../media/image145.png"/><Relationship Id="rId181" Type="http://schemas.openxmlformats.org/officeDocument/2006/relationships/image" Target="../media/image225.png"/><Relationship Id="rId216" Type="http://schemas.openxmlformats.org/officeDocument/2006/relationships/customXml" Target="../ink/ink205.xml"/><Relationship Id="rId22" Type="http://schemas.openxmlformats.org/officeDocument/2006/relationships/customXml" Target="../ink/ink142.xml"/><Relationship Id="rId43" Type="http://schemas.openxmlformats.org/officeDocument/2006/relationships/image" Target="../media/image164.png"/><Relationship Id="rId64" Type="http://schemas.openxmlformats.org/officeDocument/2006/relationships/customXml" Target="../ink/ink163.xml"/><Relationship Id="rId118" Type="http://schemas.openxmlformats.org/officeDocument/2006/relationships/customXml" Target="../ink/ink182.xml"/><Relationship Id="rId290" Type="http://schemas.openxmlformats.org/officeDocument/2006/relationships/customXml" Target="../ink/ink216.xml"/><Relationship Id="rId325" Type="http://schemas.openxmlformats.org/officeDocument/2006/relationships/image" Target="../media/image297.png"/><Relationship Id="rId85" Type="http://schemas.openxmlformats.org/officeDocument/2006/relationships/image" Target="../media/image185.png"/><Relationship Id="rId192" Type="http://schemas.openxmlformats.org/officeDocument/2006/relationships/customXml" Target="../ink/ink193.xml"/><Relationship Id="rId206" Type="http://schemas.openxmlformats.org/officeDocument/2006/relationships/customXml" Target="../ink/ink200.xml"/><Relationship Id="rId227" Type="http://schemas.openxmlformats.org/officeDocument/2006/relationships/image" Target="../media/image248.png"/><Relationship Id="rId12" Type="http://schemas.openxmlformats.org/officeDocument/2006/relationships/customXml" Target="../ink/ink137.xml"/><Relationship Id="rId33" Type="http://schemas.openxmlformats.org/officeDocument/2006/relationships/image" Target="../media/image159.png"/><Relationship Id="rId315" Type="http://schemas.openxmlformats.org/officeDocument/2006/relationships/image" Target="../media/image292.png"/><Relationship Id="rId336" Type="http://schemas.openxmlformats.org/officeDocument/2006/relationships/customXml" Target="../ink/ink234.xml"/><Relationship Id="rId54" Type="http://schemas.openxmlformats.org/officeDocument/2006/relationships/customXml" Target="../ink/ink158.xml"/><Relationship Id="rId75" Type="http://schemas.openxmlformats.org/officeDocument/2006/relationships/image" Target="../media/image180.png"/><Relationship Id="rId182" Type="http://schemas.openxmlformats.org/officeDocument/2006/relationships/customXml" Target="../ink/ink188.xml"/><Relationship Id="rId217" Type="http://schemas.openxmlformats.org/officeDocument/2006/relationships/image" Target="../media/image243.png"/><Relationship Id="rId6" Type="http://schemas.openxmlformats.org/officeDocument/2006/relationships/customXml" Target="../ink/ink134.xml"/><Relationship Id="rId23" Type="http://schemas.openxmlformats.org/officeDocument/2006/relationships/image" Target="../media/image154.png"/><Relationship Id="rId119" Type="http://schemas.openxmlformats.org/officeDocument/2006/relationships/image" Target="../media/image202.png"/><Relationship Id="rId291" Type="http://schemas.openxmlformats.org/officeDocument/2006/relationships/image" Target="../media/image280.png"/><Relationship Id="rId305" Type="http://schemas.openxmlformats.org/officeDocument/2006/relationships/image" Target="../media/image287.png"/><Relationship Id="rId326" Type="http://schemas.openxmlformats.org/officeDocument/2006/relationships/customXml" Target="../ink/ink229.xml"/><Relationship Id="rId44" Type="http://schemas.openxmlformats.org/officeDocument/2006/relationships/customXml" Target="../ink/ink153.xml"/><Relationship Id="rId65" Type="http://schemas.openxmlformats.org/officeDocument/2006/relationships/image" Target="../media/image175.png"/><Relationship Id="rId86" Type="http://schemas.openxmlformats.org/officeDocument/2006/relationships/customXml" Target="../ink/ink174.xml"/><Relationship Id="rId193" Type="http://schemas.openxmlformats.org/officeDocument/2006/relationships/image" Target="../media/image231.png"/><Relationship Id="rId207" Type="http://schemas.openxmlformats.org/officeDocument/2006/relationships/image" Target="../media/image238.png"/><Relationship Id="rId228" Type="http://schemas.openxmlformats.org/officeDocument/2006/relationships/customXml" Target="../ink/ink211.xml"/><Relationship Id="rId13" Type="http://schemas.openxmlformats.org/officeDocument/2006/relationships/image" Target="../media/image149.png"/><Relationship Id="rId109" Type="http://schemas.openxmlformats.org/officeDocument/2006/relationships/image" Target="../media/image197.png"/><Relationship Id="rId316" Type="http://schemas.openxmlformats.org/officeDocument/2006/relationships/customXml" Target="../ink/ink224.xml"/><Relationship Id="rId337" Type="http://schemas.openxmlformats.org/officeDocument/2006/relationships/image" Target="../media/image303.png"/><Relationship Id="rId34" Type="http://schemas.openxmlformats.org/officeDocument/2006/relationships/customXml" Target="../ink/ink148.xml"/><Relationship Id="rId55" Type="http://schemas.openxmlformats.org/officeDocument/2006/relationships/image" Target="../media/image170.png"/><Relationship Id="rId76" Type="http://schemas.openxmlformats.org/officeDocument/2006/relationships/customXml" Target="../ink/ink169.xml"/><Relationship Id="rId120" Type="http://schemas.openxmlformats.org/officeDocument/2006/relationships/customXml" Target="../ink/ink183.xml"/><Relationship Id="rId7" Type="http://schemas.openxmlformats.org/officeDocument/2006/relationships/image" Target="../media/image146.png"/><Relationship Id="rId183" Type="http://schemas.openxmlformats.org/officeDocument/2006/relationships/image" Target="../media/image226.png"/><Relationship Id="rId218" Type="http://schemas.openxmlformats.org/officeDocument/2006/relationships/customXml" Target="../ink/ink206.xml"/><Relationship Id="rId292" Type="http://schemas.openxmlformats.org/officeDocument/2006/relationships/customXml" Target="../ink/ink217.xml"/><Relationship Id="rId306" Type="http://schemas.openxmlformats.org/officeDocument/2006/relationships/customXml" Target="../ink/ink219.xml"/><Relationship Id="rId24" Type="http://schemas.openxmlformats.org/officeDocument/2006/relationships/customXml" Target="../ink/ink143.xml"/><Relationship Id="rId40" Type="http://schemas.openxmlformats.org/officeDocument/2006/relationships/customXml" Target="../ink/ink151.xml"/><Relationship Id="rId45" Type="http://schemas.openxmlformats.org/officeDocument/2006/relationships/image" Target="../media/image165.png"/><Relationship Id="rId66" Type="http://schemas.openxmlformats.org/officeDocument/2006/relationships/customXml" Target="../ink/ink164.xml"/><Relationship Id="rId87" Type="http://schemas.openxmlformats.org/officeDocument/2006/relationships/image" Target="../media/image186.png"/><Relationship Id="rId110" Type="http://schemas.openxmlformats.org/officeDocument/2006/relationships/customXml" Target="../ink/ink178.xml"/><Relationship Id="rId115" Type="http://schemas.openxmlformats.org/officeDocument/2006/relationships/image" Target="../media/image200.png"/><Relationship Id="rId322" Type="http://schemas.openxmlformats.org/officeDocument/2006/relationships/customXml" Target="../ink/ink227.xml"/><Relationship Id="rId327" Type="http://schemas.openxmlformats.org/officeDocument/2006/relationships/image" Target="../media/image298.png"/><Relationship Id="rId61" Type="http://schemas.openxmlformats.org/officeDocument/2006/relationships/image" Target="../media/image173.png"/><Relationship Id="rId82" Type="http://schemas.openxmlformats.org/officeDocument/2006/relationships/customXml" Target="../ink/ink172.xml"/><Relationship Id="rId194" Type="http://schemas.openxmlformats.org/officeDocument/2006/relationships/customXml" Target="../ink/ink194.xml"/><Relationship Id="rId199" Type="http://schemas.openxmlformats.org/officeDocument/2006/relationships/image" Target="../media/image234.png"/><Relationship Id="rId203" Type="http://schemas.openxmlformats.org/officeDocument/2006/relationships/image" Target="../media/image236.png"/><Relationship Id="rId208" Type="http://schemas.openxmlformats.org/officeDocument/2006/relationships/customXml" Target="../ink/ink201.xml"/><Relationship Id="rId229" Type="http://schemas.openxmlformats.org/officeDocument/2006/relationships/image" Target="../media/image249.png"/><Relationship Id="rId19" Type="http://schemas.openxmlformats.org/officeDocument/2006/relationships/image" Target="../media/image152.png"/><Relationship Id="rId224" Type="http://schemas.openxmlformats.org/officeDocument/2006/relationships/customXml" Target="../ink/ink209.xml"/><Relationship Id="rId14" Type="http://schemas.openxmlformats.org/officeDocument/2006/relationships/customXml" Target="../ink/ink138.xml"/><Relationship Id="rId30" Type="http://schemas.openxmlformats.org/officeDocument/2006/relationships/customXml" Target="../ink/ink146.xml"/><Relationship Id="rId35" Type="http://schemas.openxmlformats.org/officeDocument/2006/relationships/image" Target="../media/image160.png"/><Relationship Id="rId56" Type="http://schemas.openxmlformats.org/officeDocument/2006/relationships/customXml" Target="../ink/ink159.xml"/><Relationship Id="rId77" Type="http://schemas.openxmlformats.org/officeDocument/2006/relationships/image" Target="../media/image181.png"/><Relationship Id="rId126" Type="http://schemas.openxmlformats.org/officeDocument/2006/relationships/customXml" Target="../ink/ink186.xml"/><Relationship Id="rId312" Type="http://schemas.openxmlformats.org/officeDocument/2006/relationships/customXml" Target="../ink/ink222.xml"/><Relationship Id="rId317" Type="http://schemas.openxmlformats.org/officeDocument/2006/relationships/image" Target="../media/image293.png"/><Relationship Id="rId333" Type="http://schemas.openxmlformats.org/officeDocument/2006/relationships/image" Target="../media/image301.png"/><Relationship Id="rId8" Type="http://schemas.openxmlformats.org/officeDocument/2006/relationships/customXml" Target="../ink/ink135.xml"/><Relationship Id="rId51" Type="http://schemas.openxmlformats.org/officeDocument/2006/relationships/image" Target="../media/image168.png"/><Relationship Id="rId72" Type="http://schemas.openxmlformats.org/officeDocument/2006/relationships/customXml" Target="../ink/ink167.xml"/><Relationship Id="rId121" Type="http://schemas.openxmlformats.org/officeDocument/2006/relationships/image" Target="../media/image203.png"/><Relationship Id="rId184" Type="http://schemas.openxmlformats.org/officeDocument/2006/relationships/customXml" Target="../ink/ink189.xml"/><Relationship Id="rId189" Type="http://schemas.openxmlformats.org/officeDocument/2006/relationships/image" Target="../media/image229.png"/><Relationship Id="rId219" Type="http://schemas.openxmlformats.org/officeDocument/2006/relationships/image" Target="../media/image244.png"/><Relationship Id="rId3" Type="http://schemas.openxmlformats.org/officeDocument/2006/relationships/image" Target="../media/image5.png"/><Relationship Id="rId214" Type="http://schemas.openxmlformats.org/officeDocument/2006/relationships/customXml" Target="../ink/ink204.xml"/><Relationship Id="rId230" Type="http://schemas.openxmlformats.org/officeDocument/2006/relationships/customXml" Target="../ink/ink212.xml"/><Relationship Id="rId235" Type="http://schemas.openxmlformats.org/officeDocument/2006/relationships/image" Target="../media/image252.png"/><Relationship Id="rId25" Type="http://schemas.openxmlformats.org/officeDocument/2006/relationships/image" Target="../media/image155.png"/><Relationship Id="rId46" Type="http://schemas.openxmlformats.org/officeDocument/2006/relationships/customXml" Target="../ink/ink154.xml"/><Relationship Id="rId67" Type="http://schemas.openxmlformats.org/officeDocument/2006/relationships/image" Target="../media/image176.png"/><Relationship Id="rId116" Type="http://schemas.openxmlformats.org/officeDocument/2006/relationships/customXml" Target="../ink/ink181.xml"/><Relationship Id="rId293" Type="http://schemas.openxmlformats.org/officeDocument/2006/relationships/image" Target="../media/image281.png"/><Relationship Id="rId307" Type="http://schemas.openxmlformats.org/officeDocument/2006/relationships/image" Target="../media/image288.png"/><Relationship Id="rId323" Type="http://schemas.openxmlformats.org/officeDocument/2006/relationships/image" Target="../media/image296.png"/><Relationship Id="rId328" Type="http://schemas.openxmlformats.org/officeDocument/2006/relationships/customXml" Target="../ink/ink230.xml"/><Relationship Id="rId20" Type="http://schemas.openxmlformats.org/officeDocument/2006/relationships/customXml" Target="../ink/ink141.xml"/><Relationship Id="rId41" Type="http://schemas.openxmlformats.org/officeDocument/2006/relationships/image" Target="../media/image163.png"/><Relationship Id="rId62" Type="http://schemas.openxmlformats.org/officeDocument/2006/relationships/customXml" Target="../ink/ink162.xml"/><Relationship Id="rId83" Type="http://schemas.openxmlformats.org/officeDocument/2006/relationships/image" Target="../media/image184.png"/><Relationship Id="rId88" Type="http://schemas.openxmlformats.org/officeDocument/2006/relationships/customXml" Target="../ink/ink175.xml"/><Relationship Id="rId111" Type="http://schemas.openxmlformats.org/officeDocument/2006/relationships/image" Target="../media/image198.png"/><Relationship Id="rId179" Type="http://schemas.openxmlformats.org/officeDocument/2006/relationships/image" Target="../media/image224.png"/><Relationship Id="rId195" Type="http://schemas.openxmlformats.org/officeDocument/2006/relationships/image" Target="../media/image232.png"/><Relationship Id="rId209" Type="http://schemas.openxmlformats.org/officeDocument/2006/relationships/image" Target="../media/image239.png"/><Relationship Id="rId190" Type="http://schemas.openxmlformats.org/officeDocument/2006/relationships/customXml" Target="../ink/ink192.xml"/><Relationship Id="rId204" Type="http://schemas.openxmlformats.org/officeDocument/2006/relationships/customXml" Target="../ink/ink199.xml"/><Relationship Id="rId220" Type="http://schemas.openxmlformats.org/officeDocument/2006/relationships/customXml" Target="../ink/ink207.xml"/><Relationship Id="rId225" Type="http://schemas.openxmlformats.org/officeDocument/2006/relationships/image" Target="../media/image247.png"/><Relationship Id="rId15" Type="http://schemas.openxmlformats.org/officeDocument/2006/relationships/image" Target="../media/image150.png"/><Relationship Id="rId36" Type="http://schemas.openxmlformats.org/officeDocument/2006/relationships/customXml" Target="../ink/ink149.xml"/><Relationship Id="rId57" Type="http://schemas.openxmlformats.org/officeDocument/2006/relationships/image" Target="../media/image171.png"/><Relationship Id="rId313" Type="http://schemas.openxmlformats.org/officeDocument/2006/relationships/image" Target="../media/image291.png"/><Relationship Id="rId318" Type="http://schemas.openxmlformats.org/officeDocument/2006/relationships/customXml" Target="../ink/ink225.xml"/><Relationship Id="rId10" Type="http://schemas.openxmlformats.org/officeDocument/2006/relationships/customXml" Target="../ink/ink136.xml"/><Relationship Id="rId31" Type="http://schemas.openxmlformats.org/officeDocument/2006/relationships/image" Target="../media/image158.png"/><Relationship Id="rId52" Type="http://schemas.openxmlformats.org/officeDocument/2006/relationships/customXml" Target="../ink/ink157.xml"/><Relationship Id="rId73" Type="http://schemas.openxmlformats.org/officeDocument/2006/relationships/image" Target="../media/image179.png"/><Relationship Id="rId78" Type="http://schemas.openxmlformats.org/officeDocument/2006/relationships/customXml" Target="../ink/ink170.xml"/><Relationship Id="rId122" Type="http://schemas.openxmlformats.org/officeDocument/2006/relationships/customXml" Target="../ink/ink184.xml"/><Relationship Id="rId185" Type="http://schemas.openxmlformats.org/officeDocument/2006/relationships/image" Target="../media/image227.png"/><Relationship Id="rId334" Type="http://schemas.openxmlformats.org/officeDocument/2006/relationships/customXml" Target="../ink/ink233.xml"/><Relationship Id="rId4" Type="http://schemas.openxmlformats.org/officeDocument/2006/relationships/customXml" Target="../ink/ink133.xml"/><Relationship Id="rId9" Type="http://schemas.openxmlformats.org/officeDocument/2006/relationships/image" Target="../media/image147.png"/><Relationship Id="rId180" Type="http://schemas.openxmlformats.org/officeDocument/2006/relationships/customXml" Target="../ink/ink187.xml"/><Relationship Id="rId210" Type="http://schemas.openxmlformats.org/officeDocument/2006/relationships/customXml" Target="../ink/ink202.xml"/><Relationship Id="rId215" Type="http://schemas.openxmlformats.org/officeDocument/2006/relationships/image" Target="../media/image242.png"/><Relationship Id="rId236" Type="http://schemas.openxmlformats.org/officeDocument/2006/relationships/customXml" Target="../ink/ink215.xml"/><Relationship Id="rId26" Type="http://schemas.openxmlformats.org/officeDocument/2006/relationships/customXml" Target="../ink/ink144.xml"/><Relationship Id="rId231" Type="http://schemas.openxmlformats.org/officeDocument/2006/relationships/image" Target="../media/image250.png"/><Relationship Id="rId294" Type="http://schemas.openxmlformats.org/officeDocument/2006/relationships/customXml" Target="../ink/ink218.xml"/><Relationship Id="rId308" Type="http://schemas.openxmlformats.org/officeDocument/2006/relationships/customXml" Target="../ink/ink220.xml"/><Relationship Id="rId329" Type="http://schemas.openxmlformats.org/officeDocument/2006/relationships/image" Target="../media/image299.png"/><Relationship Id="rId47" Type="http://schemas.openxmlformats.org/officeDocument/2006/relationships/image" Target="../media/image166.png"/><Relationship Id="rId68" Type="http://schemas.openxmlformats.org/officeDocument/2006/relationships/customXml" Target="../ink/ink165.xml"/><Relationship Id="rId89" Type="http://schemas.openxmlformats.org/officeDocument/2006/relationships/image" Target="../media/image187.png"/><Relationship Id="rId112" Type="http://schemas.openxmlformats.org/officeDocument/2006/relationships/customXml" Target="../ink/ink179.xml"/><Relationship Id="rId196" Type="http://schemas.openxmlformats.org/officeDocument/2006/relationships/customXml" Target="../ink/ink195.xml"/><Relationship Id="rId200" Type="http://schemas.openxmlformats.org/officeDocument/2006/relationships/customXml" Target="../ink/ink197.xml"/><Relationship Id="rId16" Type="http://schemas.openxmlformats.org/officeDocument/2006/relationships/customXml" Target="../ink/ink139.xml"/><Relationship Id="rId221" Type="http://schemas.openxmlformats.org/officeDocument/2006/relationships/image" Target="../media/image245.png"/><Relationship Id="rId319" Type="http://schemas.openxmlformats.org/officeDocument/2006/relationships/image" Target="../media/image294.png"/><Relationship Id="rId37" Type="http://schemas.openxmlformats.org/officeDocument/2006/relationships/image" Target="../media/image161.png"/><Relationship Id="rId58" Type="http://schemas.openxmlformats.org/officeDocument/2006/relationships/customXml" Target="../ink/ink160.xml"/><Relationship Id="rId79" Type="http://schemas.openxmlformats.org/officeDocument/2006/relationships/image" Target="../media/image182.png"/><Relationship Id="rId123" Type="http://schemas.openxmlformats.org/officeDocument/2006/relationships/image" Target="../media/image189.png"/><Relationship Id="rId330" Type="http://schemas.openxmlformats.org/officeDocument/2006/relationships/customXml" Target="../ink/ink231.xml"/><Relationship Id="rId90" Type="http://schemas.openxmlformats.org/officeDocument/2006/relationships/customXml" Target="../ink/ink176.xml"/><Relationship Id="rId186" Type="http://schemas.openxmlformats.org/officeDocument/2006/relationships/customXml" Target="../ink/ink190.xml"/><Relationship Id="rId211" Type="http://schemas.openxmlformats.org/officeDocument/2006/relationships/image" Target="../media/image240.png"/><Relationship Id="rId232" Type="http://schemas.openxmlformats.org/officeDocument/2006/relationships/customXml" Target="../ink/ink213.xml"/><Relationship Id="rId309" Type="http://schemas.openxmlformats.org/officeDocument/2006/relationships/image" Target="../media/image289.png"/><Relationship Id="rId27" Type="http://schemas.openxmlformats.org/officeDocument/2006/relationships/image" Target="../media/image156.png"/><Relationship Id="rId48" Type="http://schemas.openxmlformats.org/officeDocument/2006/relationships/customXml" Target="../ink/ink155.xml"/><Relationship Id="rId69" Type="http://schemas.openxmlformats.org/officeDocument/2006/relationships/image" Target="../media/image177.png"/><Relationship Id="rId113" Type="http://schemas.openxmlformats.org/officeDocument/2006/relationships/image" Target="../media/image199.png"/><Relationship Id="rId320" Type="http://schemas.openxmlformats.org/officeDocument/2006/relationships/customXml" Target="../ink/ink226.xml"/><Relationship Id="rId80" Type="http://schemas.openxmlformats.org/officeDocument/2006/relationships/customXml" Target="../ink/ink171.xml"/><Relationship Id="rId197" Type="http://schemas.openxmlformats.org/officeDocument/2006/relationships/image" Target="../media/image233.png"/><Relationship Id="rId201" Type="http://schemas.openxmlformats.org/officeDocument/2006/relationships/image" Target="../media/image235.png"/><Relationship Id="rId222" Type="http://schemas.openxmlformats.org/officeDocument/2006/relationships/customXml" Target="../ink/ink208.xml"/><Relationship Id="rId17" Type="http://schemas.openxmlformats.org/officeDocument/2006/relationships/image" Target="../media/image151.png"/><Relationship Id="rId38" Type="http://schemas.openxmlformats.org/officeDocument/2006/relationships/customXml" Target="../ink/ink150.xml"/><Relationship Id="rId59" Type="http://schemas.openxmlformats.org/officeDocument/2006/relationships/image" Target="../media/image172.png"/><Relationship Id="rId124" Type="http://schemas.openxmlformats.org/officeDocument/2006/relationships/customXml" Target="../ink/ink185.xml"/><Relationship Id="rId310" Type="http://schemas.openxmlformats.org/officeDocument/2006/relationships/customXml" Target="../ink/ink221.xml"/><Relationship Id="rId70" Type="http://schemas.openxmlformats.org/officeDocument/2006/relationships/customXml" Target="../ink/ink166.xml"/><Relationship Id="rId91" Type="http://schemas.openxmlformats.org/officeDocument/2006/relationships/image" Target="../media/image188.png"/><Relationship Id="rId187" Type="http://schemas.openxmlformats.org/officeDocument/2006/relationships/image" Target="../media/image228.png"/><Relationship Id="rId331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03.xml"/><Relationship Id="rId233" Type="http://schemas.openxmlformats.org/officeDocument/2006/relationships/image" Target="../media/image251.png"/><Relationship Id="rId28" Type="http://schemas.openxmlformats.org/officeDocument/2006/relationships/customXml" Target="../ink/ink145.xml"/><Relationship Id="rId49" Type="http://schemas.openxmlformats.org/officeDocument/2006/relationships/image" Target="../media/image167.png"/><Relationship Id="rId114" Type="http://schemas.openxmlformats.org/officeDocument/2006/relationships/customXml" Target="../ink/ink180.xml"/><Relationship Id="rId60" Type="http://schemas.openxmlformats.org/officeDocument/2006/relationships/customXml" Target="../ink/ink161.xml"/><Relationship Id="rId81" Type="http://schemas.openxmlformats.org/officeDocument/2006/relationships/image" Target="../media/image183.png"/><Relationship Id="rId198" Type="http://schemas.openxmlformats.org/officeDocument/2006/relationships/customXml" Target="../ink/ink196.xml"/><Relationship Id="rId321" Type="http://schemas.openxmlformats.org/officeDocument/2006/relationships/image" Target="../media/image295.png"/><Relationship Id="rId202" Type="http://schemas.openxmlformats.org/officeDocument/2006/relationships/customXml" Target="../ink/ink198.xml"/><Relationship Id="rId223" Type="http://schemas.openxmlformats.org/officeDocument/2006/relationships/image" Target="../media/image246.png"/><Relationship Id="rId18" Type="http://schemas.openxmlformats.org/officeDocument/2006/relationships/customXml" Target="../ink/ink140.xml"/><Relationship Id="rId39" Type="http://schemas.openxmlformats.org/officeDocument/2006/relationships/image" Target="../media/image162.png"/><Relationship Id="rId50" Type="http://schemas.openxmlformats.org/officeDocument/2006/relationships/customXml" Target="../ink/ink156.xml"/><Relationship Id="rId125" Type="http://schemas.openxmlformats.org/officeDocument/2006/relationships/image" Target="../media/image190.png"/><Relationship Id="rId188" Type="http://schemas.openxmlformats.org/officeDocument/2006/relationships/customXml" Target="../ink/ink191.xml"/><Relationship Id="rId311" Type="http://schemas.openxmlformats.org/officeDocument/2006/relationships/image" Target="../media/image290.png"/><Relationship Id="rId332" Type="http://schemas.openxmlformats.org/officeDocument/2006/relationships/customXml" Target="../ink/ink232.xml"/><Relationship Id="rId71" Type="http://schemas.openxmlformats.org/officeDocument/2006/relationships/image" Target="../media/image178.png"/><Relationship Id="rId92" Type="http://schemas.openxmlformats.org/officeDocument/2006/relationships/customXml" Target="../ink/ink177.xml"/><Relationship Id="rId213" Type="http://schemas.openxmlformats.org/officeDocument/2006/relationships/image" Target="../media/image241.png"/><Relationship Id="rId234" Type="http://schemas.openxmlformats.org/officeDocument/2006/relationships/customXml" Target="../ink/ink214.xml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15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80.png"/><Relationship Id="rId18" Type="http://schemas.openxmlformats.org/officeDocument/2006/relationships/customXml" Target="../ink/ink242.xml"/><Relationship Id="rId26" Type="http://schemas.openxmlformats.org/officeDocument/2006/relationships/customXml" Target="../ink/ink246.xml"/><Relationship Id="rId39" Type="http://schemas.openxmlformats.org/officeDocument/2006/relationships/image" Target="../media/image2210.png"/><Relationship Id="rId21" Type="http://schemas.openxmlformats.org/officeDocument/2006/relationships/image" Target="../media/image2120.png"/><Relationship Id="rId34" Type="http://schemas.openxmlformats.org/officeDocument/2006/relationships/customXml" Target="../ink/ink250.xml"/><Relationship Id="rId42" Type="http://schemas.openxmlformats.org/officeDocument/2006/relationships/customXml" Target="../ink/ink254.xml"/><Relationship Id="rId47" Type="http://schemas.openxmlformats.org/officeDocument/2006/relationships/image" Target="../media/image2250.png"/><Relationship Id="rId7" Type="http://schemas.openxmlformats.org/officeDocument/2006/relationships/image" Target="../media/image2050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241.xml"/><Relationship Id="rId29" Type="http://schemas.openxmlformats.org/officeDocument/2006/relationships/image" Target="../media/image2160.png"/><Relationship Id="rId11" Type="http://schemas.openxmlformats.org/officeDocument/2006/relationships/image" Target="../media/image2070.png"/><Relationship Id="rId24" Type="http://schemas.openxmlformats.org/officeDocument/2006/relationships/customXml" Target="../ink/ink245.xml"/><Relationship Id="rId32" Type="http://schemas.openxmlformats.org/officeDocument/2006/relationships/customXml" Target="../ink/ink249.xml"/><Relationship Id="rId37" Type="http://schemas.openxmlformats.org/officeDocument/2006/relationships/image" Target="../media/image2200.png"/><Relationship Id="rId40" Type="http://schemas.openxmlformats.org/officeDocument/2006/relationships/customXml" Target="../ink/ink253.xml"/><Relationship Id="rId45" Type="http://schemas.openxmlformats.org/officeDocument/2006/relationships/image" Target="../media/image2240.png"/><Relationship Id="rId5" Type="http://schemas.openxmlformats.org/officeDocument/2006/relationships/image" Target="../media/image2040.png"/><Relationship Id="rId15" Type="http://schemas.openxmlformats.org/officeDocument/2006/relationships/image" Target="../media/image2090.png"/><Relationship Id="rId23" Type="http://schemas.openxmlformats.org/officeDocument/2006/relationships/image" Target="../media/image2130.png"/><Relationship Id="rId28" Type="http://schemas.openxmlformats.org/officeDocument/2006/relationships/customXml" Target="../ink/ink247.xml"/><Relationship Id="rId36" Type="http://schemas.openxmlformats.org/officeDocument/2006/relationships/customXml" Target="../ink/ink251.xml"/><Relationship Id="rId49" Type="http://schemas.openxmlformats.org/officeDocument/2006/relationships/image" Target="../media/image2260.png"/><Relationship Id="rId10" Type="http://schemas.openxmlformats.org/officeDocument/2006/relationships/customXml" Target="../ink/ink238.xml"/><Relationship Id="rId19" Type="http://schemas.openxmlformats.org/officeDocument/2006/relationships/image" Target="../media/image2110.png"/><Relationship Id="rId31" Type="http://schemas.openxmlformats.org/officeDocument/2006/relationships/image" Target="../media/image2170.png"/><Relationship Id="rId44" Type="http://schemas.openxmlformats.org/officeDocument/2006/relationships/customXml" Target="../ink/ink255.xml"/><Relationship Id="rId4" Type="http://schemas.openxmlformats.org/officeDocument/2006/relationships/customXml" Target="../ink/ink235.xml"/><Relationship Id="rId9" Type="http://schemas.openxmlformats.org/officeDocument/2006/relationships/image" Target="../media/image2060.png"/><Relationship Id="rId14" Type="http://schemas.openxmlformats.org/officeDocument/2006/relationships/customXml" Target="../ink/ink240.xml"/><Relationship Id="rId22" Type="http://schemas.openxmlformats.org/officeDocument/2006/relationships/customXml" Target="../ink/ink244.xml"/><Relationship Id="rId27" Type="http://schemas.openxmlformats.org/officeDocument/2006/relationships/image" Target="../media/image2150.png"/><Relationship Id="rId30" Type="http://schemas.openxmlformats.org/officeDocument/2006/relationships/customXml" Target="../ink/ink248.xml"/><Relationship Id="rId35" Type="http://schemas.openxmlformats.org/officeDocument/2006/relationships/image" Target="../media/image2190.png"/><Relationship Id="rId43" Type="http://schemas.openxmlformats.org/officeDocument/2006/relationships/image" Target="../media/image2230.png"/><Relationship Id="rId48" Type="http://schemas.openxmlformats.org/officeDocument/2006/relationships/customXml" Target="../ink/ink257.xml"/><Relationship Id="rId8" Type="http://schemas.openxmlformats.org/officeDocument/2006/relationships/customXml" Target="../ink/ink237.xml"/><Relationship Id="rId3" Type="http://schemas.openxmlformats.org/officeDocument/2006/relationships/image" Target="../media/image5.png"/><Relationship Id="rId12" Type="http://schemas.openxmlformats.org/officeDocument/2006/relationships/customXml" Target="../ink/ink239.xml"/><Relationship Id="rId17" Type="http://schemas.openxmlformats.org/officeDocument/2006/relationships/image" Target="../media/image2100.png"/><Relationship Id="rId25" Type="http://schemas.openxmlformats.org/officeDocument/2006/relationships/image" Target="../media/image2140.png"/><Relationship Id="rId33" Type="http://schemas.openxmlformats.org/officeDocument/2006/relationships/image" Target="../media/image2180.png"/><Relationship Id="rId38" Type="http://schemas.openxmlformats.org/officeDocument/2006/relationships/customXml" Target="../ink/ink252.xml"/><Relationship Id="rId46" Type="http://schemas.openxmlformats.org/officeDocument/2006/relationships/customXml" Target="../ink/ink256.xml"/><Relationship Id="rId20" Type="http://schemas.openxmlformats.org/officeDocument/2006/relationships/customXml" Target="../ink/ink243.xml"/><Relationship Id="rId41" Type="http://schemas.openxmlformats.org/officeDocument/2006/relationships/image" Target="../media/image22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6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10.png"/><Relationship Id="rId18" Type="http://schemas.openxmlformats.org/officeDocument/2006/relationships/customXml" Target="../ink/ink265.xml"/><Relationship Id="rId26" Type="http://schemas.openxmlformats.org/officeDocument/2006/relationships/customXml" Target="../ink/ink269.xml"/><Relationship Id="rId39" Type="http://schemas.openxmlformats.org/officeDocument/2006/relationships/image" Target="../media/image2440.png"/><Relationship Id="rId21" Type="http://schemas.openxmlformats.org/officeDocument/2006/relationships/image" Target="../media/image2350.png"/><Relationship Id="rId34" Type="http://schemas.openxmlformats.org/officeDocument/2006/relationships/customXml" Target="../ink/ink273.xml"/><Relationship Id="rId42" Type="http://schemas.openxmlformats.org/officeDocument/2006/relationships/customXml" Target="../ink/ink277.xml"/><Relationship Id="rId47" Type="http://schemas.openxmlformats.org/officeDocument/2006/relationships/image" Target="../media/image2480.png"/><Relationship Id="rId50" Type="http://schemas.openxmlformats.org/officeDocument/2006/relationships/customXml" Target="../ink/ink281.xml"/><Relationship Id="rId55" Type="http://schemas.openxmlformats.org/officeDocument/2006/relationships/image" Target="../media/image2520.png"/><Relationship Id="rId7" Type="http://schemas.openxmlformats.org/officeDocument/2006/relationships/image" Target="../media/image2280.png"/><Relationship Id="rId2" Type="http://schemas.openxmlformats.org/officeDocument/2006/relationships/notesSlide" Target="../notesSlides/notesSlide10.xml"/><Relationship Id="rId16" Type="http://schemas.openxmlformats.org/officeDocument/2006/relationships/customXml" Target="../ink/ink264.xml"/><Relationship Id="rId29" Type="http://schemas.openxmlformats.org/officeDocument/2006/relationships/image" Target="../media/image2390.png"/><Relationship Id="rId11" Type="http://schemas.openxmlformats.org/officeDocument/2006/relationships/image" Target="../media/image2300.png"/><Relationship Id="rId24" Type="http://schemas.openxmlformats.org/officeDocument/2006/relationships/customXml" Target="../ink/ink268.xml"/><Relationship Id="rId32" Type="http://schemas.openxmlformats.org/officeDocument/2006/relationships/customXml" Target="../ink/ink272.xml"/><Relationship Id="rId37" Type="http://schemas.openxmlformats.org/officeDocument/2006/relationships/image" Target="../media/image2430.png"/><Relationship Id="rId40" Type="http://schemas.openxmlformats.org/officeDocument/2006/relationships/customXml" Target="../ink/ink276.xml"/><Relationship Id="rId45" Type="http://schemas.openxmlformats.org/officeDocument/2006/relationships/image" Target="../media/image2470.png"/><Relationship Id="rId53" Type="http://schemas.openxmlformats.org/officeDocument/2006/relationships/image" Target="../media/image2510.png"/><Relationship Id="rId58" Type="http://schemas.openxmlformats.org/officeDocument/2006/relationships/customXml" Target="../ink/ink285.xml"/><Relationship Id="rId87" Type="http://schemas.openxmlformats.org/officeDocument/2006/relationships/image" Target="../media/image378.png"/><Relationship Id="rId5" Type="http://schemas.openxmlformats.org/officeDocument/2006/relationships/image" Target="../media/image2270.png"/><Relationship Id="rId19" Type="http://schemas.openxmlformats.org/officeDocument/2006/relationships/image" Target="../media/image2340.png"/><Relationship Id="rId14" Type="http://schemas.openxmlformats.org/officeDocument/2006/relationships/customXml" Target="../ink/ink263.xml"/><Relationship Id="rId22" Type="http://schemas.openxmlformats.org/officeDocument/2006/relationships/customXml" Target="../ink/ink267.xml"/><Relationship Id="rId27" Type="http://schemas.openxmlformats.org/officeDocument/2006/relationships/image" Target="../media/image2380.png"/><Relationship Id="rId30" Type="http://schemas.openxmlformats.org/officeDocument/2006/relationships/customXml" Target="../ink/ink271.xml"/><Relationship Id="rId35" Type="http://schemas.openxmlformats.org/officeDocument/2006/relationships/image" Target="../media/image2420.png"/><Relationship Id="rId43" Type="http://schemas.openxmlformats.org/officeDocument/2006/relationships/image" Target="../media/image2460.png"/><Relationship Id="rId48" Type="http://schemas.openxmlformats.org/officeDocument/2006/relationships/customXml" Target="../ink/ink280.xml"/><Relationship Id="rId56" Type="http://schemas.openxmlformats.org/officeDocument/2006/relationships/customXml" Target="../ink/ink284.xml"/><Relationship Id="rId8" Type="http://schemas.openxmlformats.org/officeDocument/2006/relationships/customXml" Target="../ink/ink260.xml"/><Relationship Id="rId51" Type="http://schemas.openxmlformats.org/officeDocument/2006/relationships/image" Target="../media/image2500.png"/><Relationship Id="rId85" Type="http://schemas.openxmlformats.org/officeDocument/2006/relationships/image" Target="../media/image377.png"/><Relationship Id="rId3" Type="http://schemas.openxmlformats.org/officeDocument/2006/relationships/image" Target="../media/image5.png"/><Relationship Id="rId12" Type="http://schemas.openxmlformats.org/officeDocument/2006/relationships/customXml" Target="../ink/ink262.xml"/><Relationship Id="rId17" Type="http://schemas.openxmlformats.org/officeDocument/2006/relationships/image" Target="../media/image2330.png"/><Relationship Id="rId25" Type="http://schemas.openxmlformats.org/officeDocument/2006/relationships/image" Target="../media/image2370.png"/><Relationship Id="rId33" Type="http://schemas.openxmlformats.org/officeDocument/2006/relationships/image" Target="../media/image2410.png"/><Relationship Id="rId38" Type="http://schemas.openxmlformats.org/officeDocument/2006/relationships/customXml" Target="../ink/ink275.xml"/><Relationship Id="rId46" Type="http://schemas.openxmlformats.org/officeDocument/2006/relationships/customXml" Target="../ink/ink279.xml"/><Relationship Id="rId59" Type="http://schemas.openxmlformats.org/officeDocument/2006/relationships/image" Target="../media/image364.png"/><Relationship Id="rId20" Type="http://schemas.openxmlformats.org/officeDocument/2006/relationships/customXml" Target="../ink/ink266.xml"/><Relationship Id="rId41" Type="http://schemas.openxmlformats.org/officeDocument/2006/relationships/image" Target="../media/image2450.png"/><Relationship Id="rId54" Type="http://schemas.openxmlformats.org/officeDocument/2006/relationships/customXml" Target="../ink/ink2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9.xml"/><Relationship Id="rId15" Type="http://schemas.openxmlformats.org/officeDocument/2006/relationships/image" Target="../media/image2320.png"/><Relationship Id="rId23" Type="http://schemas.openxmlformats.org/officeDocument/2006/relationships/image" Target="../media/image2360.png"/><Relationship Id="rId28" Type="http://schemas.openxmlformats.org/officeDocument/2006/relationships/customXml" Target="../ink/ink270.xml"/><Relationship Id="rId36" Type="http://schemas.openxmlformats.org/officeDocument/2006/relationships/customXml" Target="../ink/ink274.xml"/><Relationship Id="rId49" Type="http://schemas.openxmlformats.org/officeDocument/2006/relationships/image" Target="../media/image2490.png"/><Relationship Id="rId57" Type="http://schemas.openxmlformats.org/officeDocument/2006/relationships/image" Target="../media/image363.png"/><Relationship Id="rId10" Type="http://schemas.openxmlformats.org/officeDocument/2006/relationships/customXml" Target="../ink/ink261.xml"/><Relationship Id="rId31" Type="http://schemas.openxmlformats.org/officeDocument/2006/relationships/image" Target="../media/image2400.png"/><Relationship Id="rId44" Type="http://schemas.openxmlformats.org/officeDocument/2006/relationships/customXml" Target="../ink/ink278.xml"/><Relationship Id="rId52" Type="http://schemas.openxmlformats.org/officeDocument/2006/relationships/customXml" Target="../ink/ink282.xml"/><Relationship Id="rId60" Type="http://schemas.openxmlformats.org/officeDocument/2006/relationships/customXml" Target="../ink/ink286.xml"/><Relationship Id="rId86" Type="http://schemas.openxmlformats.org/officeDocument/2006/relationships/customXml" Target="../ink/ink287.xml"/><Relationship Id="rId4" Type="http://schemas.openxmlformats.org/officeDocument/2006/relationships/customXml" Target="../ink/ink258.xml"/><Relationship Id="rId9" Type="http://schemas.openxmlformats.org/officeDocument/2006/relationships/image" Target="../media/image2290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90.png"/><Relationship Id="rId299" Type="http://schemas.openxmlformats.org/officeDocument/2006/relationships/image" Target="../media/image4000.png"/><Relationship Id="rId21" Type="http://schemas.openxmlformats.org/officeDocument/2006/relationships/image" Target="../media/image2610.png"/><Relationship Id="rId63" Type="http://schemas.openxmlformats.org/officeDocument/2006/relationships/image" Target="../media/image2820.png"/><Relationship Id="rId159" Type="http://schemas.openxmlformats.org/officeDocument/2006/relationships/image" Target="../media/image3300.png"/><Relationship Id="rId324" Type="http://schemas.openxmlformats.org/officeDocument/2006/relationships/customXml" Target="../ink/ink437.xml"/><Relationship Id="rId170" Type="http://schemas.openxmlformats.org/officeDocument/2006/relationships/customXml" Target="../ink/ink371.xml"/><Relationship Id="rId226" Type="http://schemas.openxmlformats.org/officeDocument/2006/relationships/customXml" Target="../ink/ink399.xml"/><Relationship Id="rId268" Type="http://schemas.openxmlformats.org/officeDocument/2006/relationships/customXml" Target="../ink/ink420.xml"/><Relationship Id="rId32" Type="http://schemas.openxmlformats.org/officeDocument/2006/relationships/customXml" Target="../ink/ink302.xml"/><Relationship Id="rId74" Type="http://schemas.openxmlformats.org/officeDocument/2006/relationships/customXml" Target="../ink/ink323.xml"/><Relationship Id="rId128" Type="http://schemas.openxmlformats.org/officeDocument/2006/relationships/customXml" Target="../ink/ink350.xml"/><Relationship Id="rId5" Type="http://schemas.openxmlformats.org/officeDocument/2006/relationships/image" Target="../media/image2530.png"/><Relationship Id="rId181" Type="http://schemas.openxmlformats.org/officeDocument/2006/relationships/image" Target="../media/image3410.png"/><Relationship Id="rId237" Type="http://schemas.openxmlformats.org/officeDocument/2006/relationships/image" Target="../media/image3690.png"/><Relationship Id="rId43" Type="http://schemas.openxmlformats.org/officeDocument/2006/relationships/image" Target="../media/image2720.png"/><Relationship Id="rId139" Type="http://schemas.openxmlformats.org/officeDocument/2006/relationships/image" Target="../media/image3200.png"/><Relationship Id="rId290" Type="http://schemas.openxmlformats.org/officeDocument/2006/relationships/customXml" Target="../ink/ink425.xml"/><Relationship Id="rId304" Type="http://schemas.openxmlformats.org/officeDocument/2006/relationships/customXml" Target="../ink/ink432.xml"/><Relationship Id="rId85" Type="http://schemas.openxmlformats.org/officeDocument/2006/relationships/image" Target="../media/image2930.png"/><Relationship Id="rId150" Type="http://schemas.openxmlformats.org/officeDocument/2006/relationships/customXml" Target="../ink/ink361.xml"/><Relationship Id="rId192" Type="http://schemas.openxmlformats.org/officeDocument/2006/relationships/customXml" Target="../ink/ink382.xml"/><Relationship Id="rId206" Type="http://schemas.openxmlformats.org/officeDocument/2006/relationships/customXml" Target="../ink/ink389.xml"/><Relationship Id="rId248" Type="http://schemas.openxmlformats.org/officeDocument/2006/relationships/customXml" Target="../ink/ink410.xml"/><Relationship Id="rId12" Type="http://schemas.openxmlformats.org/officeDocument/2006/relationships/customXml" Target="../ink/ink292.xml"/><Relationship Id="rId108" Type="http://schemas.openxmlformats.org/officeDocument/2006/relationships/customXml" Target="../ink/ink340.xml"/><Relationship Id="rId54" Type="http://schemas.openxmlformats.org/officeDocument/2006/relationships/customXml" Target="../ink/ink313.xml"/><Relationship Id="rId96" Type="http://schemas.openxmlformats.org/officeDocument/2006/relationships/customXml" Target="../ink/ink334.xml"/><Relationship Id="rId161" Type="http://schemas.openxmlformats.org/officeDocument/2006/relationships/image" Target="../media/image3310.png"/><Relationship Id="rId217" Type="http://schemas.openxmlformats.org/officeDocument/2006/relationships/image" Target="../media/image3590.png"/><Relationship Id="rId259" Type="http://schemas.openxmlformats.org/officeDocument/2006/relationships/image" Target="../media/image3800.png"/><Relationship Id="rId23" Type="http://schemas.openxmlformats.org/officeDocument/2006/relationships/image" Target="../media/image2620.png"/><Relationship Id="rId119" Type="http://schemas.openxmlformats.org/officeDocument/2006/relationships/image" Target="../media/image3100.png"/><Relationship Id="rId270" Type="http://schemas.openxmlformats.org/officeDocument/2006/relationships/customXml" Target="../ink/ink421.xml"/><Relationship Id="rId291" Type="http://schemas.openxmlformats.org/officeDocument/2006/relationships/image" Target="../media/image3960.png"/><Relationship Id="rId305" Type="http://schemas.openxmlformats.org/officeDocument/2006/relationships/image" Target="../media/image4030.png"/><Relationship Id="rId326" Type="http://schemas.openxmlformats.org/officeDocument/2006/relationships/customXml" Target="../ink/ink438.xml"/><Relationship Id="rId44" Type="http://schemas.openxmlformats.org/officeDocument/2006/relationships/customXml" Target="../ink/ink308.xml"/><Relationship Id="rId65" Type="http://schemas.openxmlformats.org/officeDocument/2006/relationships/image" Target="../media/image2830.png"/><Relationship Id="rId86" Type="http://schemas.openxmlformats.org/officeDocument/2006/relationships/customXml" Target="../ink/ink329.xml"/><Relationship Id="rId130" Type="http://schemas.openxmlformats.org/officeDocument/2006/relationships/customXml" Target="../ink/ink351.xml"/><Relationship Id="rId151" Type="http://schemas.openxmlformats.org/officeDocument/2006/relationships/image" Target="../media/image3260.png"/><Relationship Id="rId172" Type="http://schemas.openxmlformats.org/officeDocument/2006/relationships/customXml" Target="../ink/ink372.xml"/><Relationship Id="rId193" Type="http://schemas.openxmlformats.org/officeDocument/2006/relationships/image" Target="../media/image3470.png"/><Relationship Id="rId207" Type="http://schemas.openxmlformats.org/officeDocument/2006/relationships/image" Target="../media/image3540.png"/><Relationship Id="rId228" Type="http://schemas.openxmlformats.org/officeDocument/2006/relationships/customXml" Target="../ink/ink400.xml"/><Relationship Id="rId249" Type="http://schemas.openxmlformats.org/officeDocument/2006/relationships/image" Target="../media/image3750.png"/><Relationship Id="rId13" Type="http://schemas.openxmlformats.org/officeDocument/2006/relationships/image" Target="../media/image2570.png"/><Relationship Id="rId109" Type="http://schemas.openxmlformats.org/officeDocument/2006/relationships/image" Target="../media/image3050.png"/><Relationship Id="rId260" Type="http://schemas.openxmlformats.org/officeDocument/2006/relationships/customXml" Target="../ink/ink416.xml"/><Relationship Id="rId34" Type="http://schemas.openxmlformats.org/officeDocument/2006/relationships/customXml" Target="../ink/ink303.xml"/><Relationship Id="rId55" Type="http://schemas.openxmlformats.org/officeDocument/2006/relationships/image" Target="../media/image2780.png"/><Relationship Id="rId76" Type="http://schemas.openxmlformats.org/officeDocument/2006/relationships/customXml" Target="../ink/ink324.xml"/><Relationship Id="rId97" Type="http://schemas.openxmlformats.org/officeDocument/2006/relationships/image" Target="../media/image2990.png"/><Relationship Id="rId120" Type="http://schemas.openxmlformats.org/officeDocument/2006/relationships/customXml" Target="../ink/ink346.xml"/><Relationship Id="rId141" Type="http://schemas.openxmlformats.org/officeDocument/2006/relationships/image" Target="../media/image3210.png"/><Relationship Id="rId7" Type="http://schemas.openxmlformats.org/officeDocument/2006/relationships/image" Target="../media/image2540.png"/><Relationship Id="rId162" Type="http://schemas.openxmlformats.org/officeDocument/2006/relationships/customXml" Target="../ink/ink367.xml"/><Relationship Id="rId183" Type="http://schemas.openxmlformats.org/officeDocument/2006/relationships/image" Target="../media/image3420.png"/><Relationship Id="rId218" Type="http://schemas.openxmlformats.org/officeDocument/2006/relationships/customXml" Target="../ink/ink395.xml"/><Relationship Id="rId239" Type="http://schemas.openxmlformats.org/officeDocument/2006/relationships/image" Target="../media/image3700.png"/><Relationship Id="rId250" Type="http://schemas.openxmlformats.org/officeDocument/2006/relationships/customXml" Target="../ink/ink411.xml"/><Relationship Id="rId292" Type="http://schemas.openxmlformats.org/officeDocument/2006/relationships/customXml" Target="../ink/ink426.xml"/><Relationship Id="rId306" Type="http://schemas.openxmlformats.org/officeDocument/2006/relationships/customXml" Target="../ink/ink433.xml"/><Relationship Id="rId24" Type="http://schemas.openxmlformats.org/officeDocument/2006/relationships/customXml" Target="../ink/ink298.xml"/><Relationship Id="rId45" Type="http://schemas.openxmlformats.org/officeDocument/2006/relationships/image" Target="../media/image2730.png"/><Relationship Id="rId66" Type="http://schemas.openxmlformats.org/officeDocument/2006/relationships/customXml" Target="../ink/ink319.xml"/><Relationship Id="rId87" Type="http://schemas.openxmlformats.org/officeDocument/2006/relationships/image" Target="../media/image2940.png"/><Relationship Id="rId110" Type="http://schemas.openxmlformats.org/officeDocument/2006/relationships/customXml" Target="../ink/ink341.xml"/><Relationship Id="rId131" Type="http://schemas.openxmlformats.org/officeDocument/2006/relationships/image" Target="../media/image3160.png"/><Relationship Id="rId327" Type="http://schemas.openxmlformats.org/officeDocument/2006/relationships/image" Target="../media/image414.png"/><Relationship Id="rId152" Type="http://schemas.openxmlformats.org/officeDocument/2006/relationships/customXml" Target="../ink/ink362.xml"/><Relationship Id="rId173" Type="http://schemas.openxmlformats.org/officeDocument/2006/relationships/image" Target="../media/image3370.png"/><Relationship Id="rId194" Type="http://schemas.openxmlformats.org/officeDocument/2006/relationships/customXml" Target="../ink/ink383.xml"/><Relationship Id="rId208" Type="http://schemas.openxmlformats.org/officeDocument/2006/relationships/customXml" Target="../ink/ink390.xml"/><Relationship Id="rId229" Type="http://schemas.openxmlformats.org/officeDocument/2006/relationships/image" Target="../media/image3650.png"/><Relationship Id="rId240" Type="http://schemas.openxmlformats.org/officeDocument/2006/relationships/customXml" Target="../ink/ink406.xml"/><Relationship Id="rId261" Type="http://schemas.openxmlformats.org/officeDocument/2006/relationships/image" Target="../media/image3810.png"/><Relationship Id="rId14" Type="http://schemas.openxmlformats.org/officeDocument/2006/relationships/customXml" Target="../ink/ink293.xml"/><Relationship Id="rId35" Type="http://schemas.openxmlformats.org/officeDocument/2006/relationships/image" Target="../media/image2680.png"/><Relationship Id="rId56" Type="http://schemas.openxmlformats.org/officeDocument/2006/relationships/customXml" Target="../ink/ink314.xml"/><Relationship Id="rId77" Type="http://schemas.openxmlformats.org/officeDocument/2006/relationships/image" Target="../media/image2890.png"/><Relationship Id="rId100" Type="http://schemas.openxmlformats.org/officeDocument/2006/relationships/customXml" Target="../ink/ink336.xml"/><Relationship Id="rId8" Type="http://schemas.openxmlformats.org/officeDocument/2006/relationships/customXml" Target="../ink/ink290.xml"/><Relationship Id="rId98" Type="http://schemas.openxmlformats.org/officeDocument/2006/relationships/customXml" Target="../ink/ink335.xml"/><Relationship Id="rId121" Type="http://schemas.openxmlformats.org/officeDocument/2006/relationships/image" Target="../media/image3110.png"/><Relationship Id="rId142" Type="http://schemas.openxmlformats.org/officeDocument/2006/relationships/customXml" Target="../ink/ink357.xml"/><Relationship Id="rId163" Type="http://schemas.openxmlformats.org/officeDocument/2006/relationships/image" Target="../media/image3320.png"/><Relationship Id="rId184" Type="http://schemas.openxmlformats.org/officeDocument/2006/relationships/customXml" Target="../ink/ink378.xml"/><Relationship Id="rId219" Type="http://schemas.openxmlformats.org/officeDocument/2006/relationships/image" Target="../media/image3600.png"/><Relationship Id="rId230" Type="http://schemas.openxmlformats.org/officeDocument/2006/relationships/customXml" Target="../ink/ink401.xml"/><Relationship Id="rId251" Type="http://schemas.openxmlformats.org/officeDocument/2006/relationships/image" Target="../media/image3760.png"/><Relationship Id="rId25" Type="http://schemas.openxmlformats.org/officeDocument/2006/relationships/image" Target="../media/image2630.png"/><Relationship Id="rId46" Type="http://schemas.openxmlformats.org/officeDocument/2006/relationships/customXml" Target="../ink/ink309.xml"/><Relationship Id="rId67" Type="http://schemas.openxmlformats.org/officeDocument/2006/relationships/image" Target="../media/image2840.png"/><Relationship Id="rId293" Type="http://schemas.openxmlformats.org/officeDocument/2006/relationships/image" Target="../media/image3970.png"/><Relationship Id="rId307" Type="http://schemas.openxmlformats.org/officeDocument/2006/relationships/image" Target="../media/image4040.png"/><Relationship Id="rId328" Type="http://schemas.openxmlformats.org/officeDocument/2006/relationships/customXml" Target="../ink/ink439.xml"/><Relationship Id="rId88" Type="http://schemas.openxmlformats.org/officeDocument/2006/relationships/customXml" Target="../ink/ink330.xml"/><Relationship Id="rId111" Type="http://schemas.openxmlformats.org/officeDocument/2006/relationships/image" Target="../media/image3060.png"/><Relationship Id="rId132" Type="http://schemas.openxmlformats.org/officeDocument/2006/relationships/customXml" Target="../ink/ink352.xml"/><Relationship Id="rId153" Type="http://schemas.openxmlformats.org/officeDocument/2006/relationships/image" Target="../media/image3270.png"/><Relationship Id="rId174" Type="http://schemas.openxmlformats.org/officeDocument/2006/relationships/customXml" Target="../ink/ink373.xml"/><Relationship Id="rId195" Type="http://schemas.openxmlformats.org/officeDocument/2006/relationships/image" Target="../media/image3480.png"/><Relationship Id="rId209" Type="http://schemas.openxmlformats.org/officeDocument/2006/relationships/image" Target="../media/image3550.png"/><Relationship Id="rId220" Type="http://schemas.openxmlformats.org/officeDocument/2006/relationships/customXml" Target="../ink/ink396.xml"/><Relationship Id="rId241" Type="http://schemas.openxmlformats.org/officeDocument/2006/relationships/image" Target="../media/image3710.png"/><Relationship Id="rId15" Type="http://schemas.openxmlformats.org/officeDocument/2006/relationships/image" Target="../media/image2580.png"/><Relationship Id="rId36" Type="http://schemas.openxmlformats.org/officeDocument/2006/relationships/customXml" Target="../ink/ink304.xml"/><Relationship Id="rId57" Type="http://schemas.openxmlformats.org/officeDocument/2006/relationships/image" Target="../media/image2790.png"/><Relationship Id="rId262" Type="http://schemas.openxmlformats.org/officeDocument/2006/relationships/customXml" Target="../ink/ink417.xml"/><Relationship Id="rId283" Type="http://schemas.openxmlformats.org/officeDocument/2006/relationships/image" Target="../media/image3920.png"/><Relationship Id="rId78" Type="http://schemas.openxmlformats.org/officeDocument/2006/relationships/customXml" Target="../ink/ink325.xml"/><Relationship Id="rId99" Type="http://schemas.openxmlformats.org/officeDocument/2006/relationships/image" Target="../media/image3000.png"/><Relationship Id="rId101" Type="http://schemas.openxmlformats.org/officeDocument/2006/relationships/image" Target="../media/image3010.png"/><Relationship Id="rId122" Type="http://schemas.openxmlformats.org/officeDocument/2006/relationships/customXml" Target="../ink/ink347.xml"/><Relationship Id="rId143" Type="http://schemas.openxmlformats.org/officeDocument/2006/relationships/image" Target="../media/image3220.png"/><Relationship Id="rId164" Type="http://schemas.openxmlformats.org/officeDocument/2006/relationships/customXml" Target="../ink/ink368.xml"/><Relationship Id="rId185" Type="http://schemas.openxmlformats.org/officeDocument/2006/relationships/image" Target="../media/image3430.png"/><Relationship Id="rId9" Type="http://schemas.openxmlformats.org/officeDocument/2006/relationships/image" Target="../media/image2550.png"/><Relationship Id="rId210" Type="http://schemas.openxmlformats.org/officeDocument/2006/relationships/customXml" Target="../ink/ink391.xml"/><Relationship Id="rId26" Type="http://schemas.openxmlformats.org/officeDocument/2006/relationships/customXml" Target="../ink/ink299.xml"/><Relationship Id="rId231" Type="http://schemas.openxmlformats.org/officeDocument/2006/relationships/image" Target="../media/image3660.png"/><Relationship Id="rId252" Type="http://schemas.openxmlformats.org/officeDocument/2006/relationships/customXml" Target="../ink/ink412.xml"/><Relationship Id="rId294" Type="http://schemas.openxmlformats.org/officeDocument/2006/relationships/customXml" Target="../ink/ink427.xml"/><Relationship Id="rId308" Type="http://schemas.openxmlformats.org/officeDocument/2006/relationships/customXml" Target="../ink/ink434.xml"/><Relationship Id="rId329" Type="http://schemas.openxmlformats.org/officeDocument/2006/relationships/image" Target="../media/image415.png"/><Relationship Id="rId47" Type="http://schemas.openxmlformats.org/officeDocument/2006/relationships/image" Target="../media/image2740.png"/><Relationship Id="rId68" Type="http://schemas.openxmlformats.org/officeDocument/2006/relationships/customXml" Target="../ink/ink320.xml"/><Relationship Id="rId89" Type="http://schemas.openxmlformats.org/officeDocument/2006/relationships/image" Target="../media/image2950.png"/><Relationship Id="rId112" Type="http://schemas.openxmlformats.org/officeDocument/2006/relationships/customXml" Target="../ink/ink342.xml"/><Relationship Id="rId133" Type="http://schemas.openxmlformats.org/officeDocument/2006/relationships/image" Target="../media/image3170.png"/><Relationship Id="rId154" Type="http://schemas.openxmlformats.org/officeDocument/2006/relationships/customXml" Target="../ink/ink363.xml"/><Relationship Id="rId175" Type="http://schemas.openxmlformats.org/officeDocument/2006/relationships/image" Target="../media/image3380.png"/><Relationship Id="rId196" Type="http://schemas.openxmlformats.org/officeDocument/2006/relationships/customXml" Target="../ink/ink384.xml"/><Relationship Id="rId200" Type="http://schemas.openxmlformats.org/officeDocument/2006/relationships/customXml" Target="../ink/ink386.xml"/><Relationship Id="rId16" Type="http://schemas.openxmlformats.org/officeDocument/2006/relationships/customXml" Target="../ink/ink294.xml"/><Relationship Id="rId221" Type="http://schemas.openxmlformats.org/officeDocument/2006/relationships/image" Target="../media/image3610.png"/><Relationship Id="rId242" Type="http://schemas.openxmlformats.org/officeDocument/2006/relationships/customXml" Target="../ink/ink407.xml"/><Relationship Id="rId263" Type="http://schemas.openxmlformats.org/officeDocument/2006/relationships/image" Target="../media/image3820.png"/><Relationship Id="rId284" Type="http://schemas.openxmlformats.org/officeDocument/2006/relationships/customXml" Target="../ink/ink422.xml"/><Relationship Id="rId319" Type="http://schemas.openxmlformats.org/officeDocument/2006/relationships/image" Target="../media/image410.png"/><Relationship Id="rId37" Type="http://schemas.openxmlformats.org/officeDocument/2006/relationships/image" Target="../media/image2690.png"/><Relationship Id="rId58" Type="http://schemas.openxmlformats.org/officeDocument/2006/relationships/customXml" Target="../ink/ink315.xml"/><Relationship Id="rId79" Type="http://schemas.openxmlformats.org/officeDocument/2006/relationships/image" Target="../media/image2900.png"/><Relationship Id="rId102" Type="http://schemas.openxmlformats.org/officeDocument/2006/relationships/customXml" Target="../ink/ink337.xml"/><Relationship Id="rId123" Type="http://schemas.openxmlformats.org/officeDocument/2006/relationships/image" Target="../media/image3120.png"/><Relationship Id="rId144" Type="http://schemas.openxmlformats.org/officeDocument/2006/relationships/customXml" Target="../ink/ink358.xml"/><Relationship Id="rId90" Type="http://schemas.openxmlformats.org/officeDocument/2006/relationships/customXml" Target="../ink/ink331.xml"/><Relationship Id="rId165" Type="http://schemas.openxmlformats.org/officeDocument/2006/relationships/image" Target="../media/image3330.png"/><Relationship Id="rId186" Type="http://schemas.openxmlformats.org/officeDocument/2006/relationships/customXml" Target="../ink/ink379.xml"/><Relationship Id="rId211" Type="http://schemas.openxmlformats.org/officeDocument/2006/relationships/image" Target="../media/image3560.png"/><Relationship Id="rId232" Type="http://schemas.openxmlformats.org/officeDocument/2006/relationships/customXml" Target="../ink/ink402.xml"/><Relationship Id="rId253" Type="http://schemas.openxmlformats.org/officeDocument/2006/relationships/image" Target="../media/image3770.png"/><Relationship Id="rId295" Type="http://schemas.openxmlformats.org/officeDocument/2006/relationships/image" Target="../media/image3980.png"/><Relationship Id="rId27" Type="http://schemas.openxmlformats.org/officeDocument/2006/relationships/image" Target="../media/image2640.png"/><Relationship Id="rId48" Type="http://schemas.openxmlformats.org/officeDocument/2006/relationships/customXml" Target="../ink/ink310.xml"/><Relationship Id="rId69" Type="http://schemas.openxmlformats.org/officeDocument/2006/relationships/image" Target="../media/image2850.png"/><Relationship Id="rId113" Type="http://schemas.openxmlformats.org/officeDocument/2006/relationships/image" Target="../media/image3070.png"/><Relationship Id="rId134" Type="http://schemas.openxmlformats.org/officeDocument/2006/relationships/customXml" Target="../ink/ink353.xml"/><Relationship Id="rId320" Type="http://schemas.openxmlformats.org/officeDocument/2006/relationships/customXml" Target="../ink/ink435.xml"/><Relationship Id="rId80" Type="http://schemas.openxmlformats.org/officeDocument/2006/relationships/customXml" Target="../ink/ink326.xml"/><Relationship Id="rId155" Type="http://schemas.openxmlformats.org/officeDocument/2006/relationships/image" Target="../media/image3280.png"/><Relationship Id="rId176" Type="http://schemas.openxmlformats.org/officeDocument/2006/relationships/customXml" Target="../ink/ink374.xml"/><Relationship Id="rId197" Type="http://schemas.openxmlformats.org/officeDocument/2006/relationships/image" Target="../media/image3490.png"/><Relationship Id="rId201" Type="http://schemas.openxmlformats.org/officeDocument/2006/relationships/image" Target="../media/image3510.png"/><Relationship Id="rId222" Type="http://schemas.openxmlformats.org/officeDocument/2006/relationships/customXml" Target="../ink/ink397.xml"/><Relationship Id="rId243" Type="http://schemas.openxmlformats.org/officeDocument/2006/relationships/image" Target="../media/image3720.png"/><Relationship Id="rId264" Type="http://schemas.openxmlformats.org/officeDocument/2006/relationships/customXml" Target="../ink/ink418.xml"/><Relationship Id="rId285" Type="http://schemas.openxmlformats.org/officeDocument/2006/relationships/image" Target="../media/image3930.png"/><Relationship Id="rId17" Type="http://schemas.openxmlformats.org/officeDocument/2006/relationships/image" Target="../media/image2590.png"/><Relationship Id="rId38" Type="http://schemas.openxmlformats.org/officeDocument/2006/relationships/customXml" Target="../ink/ink305.xml"/><Relationship Id="rId59" Type="http://schemas.openxmlformats.org/officeDocument/2006/relationships/image" Target="../media/image2800.png"/><Relationship Id="rId103" Type="http://schemas.openxmlformats.org/officeDocument/2006/relationships/image" Target="../media/image3020.png"/><Relationship Id="rId124" Type="http://schemas.openxmlformats.org/officeDocument/2006/relationships/customXml" Target="../ink/ink348.xml"/><Relationship Id="rId70" Type="http://schemas.openxmlformats.org/officeDocument/2006/relationships/customXml" Target="../ink/ink321.xml"/><Relationship Id="rId91" Type="http://schemas.openxmlformats.org/officeDocument/2006/relationships/image" Target="../media/image2960.png"/><Relationship Id="rId145" Type="http://schemas.openxmlformats.org/officeDocument/2006/relationships/image" Target="../media/image3230.png"/><Relationship Id="rId166" Type="http://schemas.openxmlformats.org/officeDocument/2006/relationships/customXml" Target="../ink/ink369.xml"/><Relationship Id="rId187" Type="http://schemas.openxmlformats.org/officeDocument/2006/relationships/image" Target="../media/image344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92.xml"/><Relationship Id="rId233" Type="http://schemas.openxmlformats.org/officeDocument/2006/relationships/image" Target="../media/image3670.png"/><Relationship Id="rId254" Type="http://schemas.openxmlformats.org/officeDocument/2006/relationships/customXml" Target="../ink/ink413.xml"/><Relationship Id="rId28" Type="http://schemas.openxmlformats.org/officeDocument/2006/relationships/customXml" Target="../ink/ink300.xml"/><Relationship Id="rId49" Type="http://schemas.openxmlformats.org/officeDocument/2006/relationships/image" Target="../media/image2750.png"/><Relationship Id="rId114" Type="http://schemas.openxmlformats.org/officeDocument/2006/relationships/customXml" Target="../ink/ink343.xml"/><Relationship Id="rId296" Type="http://schemas.openxmlformats.org/officeDocument/2006/relationships/customXml" Target="../ink/ink428.xml"/><Relationship Id="rId300" Type="http://schemas.openxmlformats.org/officeDocument/2006/relationships/customXml" Target="../ink/ink430.xml"/><Relationship Id="rId60" Type="http://schemas.openxmlformats.org/officeDocument/2006/relationships/customXml" Target="../ink/ink316.xml"/><Relationship Id="rId81" Type="http://schemas.openxmlformats.org/officeDocument/2006/relationships/image" Target="../media/image2910.png"/><Relationship Id="rId135" Type="http://schemas.openxmlformats.org/officeDocument/2006/relationships/image" Target="../media/image3180.png"/><Relationship Id="rId156" Type="http://schemas.openxmlformats.org/officeDocument/2006/relationships/customXml" Target="../ink/ink364.xml"/><Relationship Id="rId177" Type="http://schemas.openxmlformats.org/officeDocument/2006/relationships/image" Target="../media/image3390.png"/><Relationship Id="rId198" Type="http://schemas.openxmlformats.org/officeDocument/2006/relationships/customXml" Target="../ink/ink385.xml"/><Relationship Id="rId321" Type="http://schemas.openxmlformats.org/officeDocument/2006/relationships/image" Target="../media/image411.png"/><Relationship Id="rId202" Type="http://schemas.openxmlformats.org/officeDocument/2006/relationships/customXml" Target="../ink/ink387.xml"/><Relationship Id="rId223" Type="http://schemas.openxmlformats.org/officeDocument/2006/relationships/image" Target="../media/image3620.png"/><Relationship Id="rId244" Type="http://schemas.openxmlformats.org/officeDocument/2006/relationships/customXml" Target="../ink/ink408.xml"/><Relationship Id="rId18" Type="http://schemas.openxmlformats.org/officeDocument/2006/relationships/customXml" Target="../ink/ink295.xml"/><Relationship Id="rId39" Type="http://schemas.openxmlformats.org/officeDocument/2006/relationships/image" Target="../media/image2700.png"/><Relationship Id="rId265" Type="http://schemas.openxmlformats.org/officeDocument/2006/relationships/image" Target="../media/image3830.png"/><Relationship Id="rId286" Type="http://schemas.openxmlformats.org/officeDocument/2006/relationships/customXml" Target="../ink/ink423.xml"/><Relationship Id="rId50" Type="http://schemas.openxmlformats.org/officeDocument/2006/relationships/customXml" Target="../ink/ink311.xml"/><Relationship Id="rId104" Type="http://schemas.openxmlformats.org/officeDocument/2006/relationships/customXml" Target="../ink/ink338.xml"/><Relationship Id="rId125" Type="http://schemas.openxmlformats.org/officeDocument/2006/relationships/image" Target="../media/image3130.png"/><Relationship Id="rId146" Type="http://schemas.openxmlformats.org/officeDocument/2006/relationships/customXml" Target="../ink/ink359.xml"/><Relationship Id="rId167" Type="http://schemas.openxmlformats.org/officeDocument/2006/relationships/image" Target="../media/image3340.png"/><Relationship Id="rId188" Type="http://schemas.openxmlformats.org/officeDocument/2006/relationships/customXml" Target="../ink/ink380.xml"/><Relationship Id="rId71" Type="http://schemas.openxmlformats.org/officeDocument/2006/relationships/image" Target="../media/image2860.png"/><Relationship Id="rId92" Type="http://schemas.openxmlformats.org/officeDocument/2006/relationships/customXml" Target="../ink/ink332.xml"/><Relationship Id="rId213" Type="http://schemas.openxmlformats.org/officeDocument/2006/relationships/image" Target="../media/image3570.png"/><Relationship Id="rId234" Type="http://schemas.openxmlformats.org/officeDocument/2006/relationships/customXml" Target="../ink/ink403.xml"/><Relationship Id="rId2" Type="http://schemas.openxmlformats.org/officeDocument/2006/relationships/notesSlide" Target="../notesSlides/notesSlide11.xml"/><Relationship Id="rId29" Type="http://schemas.openxmlformats.org/officeDocument/2006/relationships/image" Target="../media/image2650.png"/><Relationship Id="rId255" Type="http://schemas.openxmlformats.org/officeDocument/2006/relationships/image" Target="../media/image3780.png"/><Relationship Id="rId297" Type="http://schemas.openxmlformats.org/officeDocument/2006/relationships/image" Target="../media/image3990.png"/><Relationship Id="rId40" Type="http://schemas.openxmlformats.org/officeDocument/2006/relationships/customXml" Target="../ink/ink306.xml"/><Relationship Id="rId115" Type="http://schemas.openxmlformats.org/officeDocument/2006/relationships/image" Target="../media/image3080.png"/><Relationship Id="rId136" Type="http://schemas.openxmlformats.org/officeDocument/2006/relationships/customXml" Target="../ink/ink354.xml"/><Relationship Id="rId157" Type="http://schemas.openxmlformats.org/officeDocument/2006/relationships/image" Target="../media/image3290.png"/><Relationship Id="rId178" Type="http://schemas.openxmlformats.org/officeDocument/2006/relationships/customXml" Target="../ink/ink375.xml"/><Relationship Id="rId301" Type="http://schemas.openxmlformats.org/officeDocument/2006/relationships/image" Target="../media/image4010.png"/><Relationship Id="rId322" Type="http://schemas.openxmlformats.org/officeDocument/2006/relationships/customXml" Target="../ink/ink436.xml"/><Relationship Id="rId61" Type="http://schemas.openxmlformats.org/officeDocument/2006/relationships/image" Target="../media/image2810.png"/><Relationship Id="rId82" Type="http://schemas.openxmlformats.org/officeDocument/2006/relationships/customXml" Target="../ink/ink327.xml"/><Relationship Id="rId199" Type="http://schemas.openxmlformats.org/officeDocument/2006/relationships/image" Target="../media/image3500.png"/><Relationship Id="rId203" Type="http://schemas.openxmlformats.org/officeDocument/2006/relationships/image" Target="../media/image3520.png"/><Relationship Id="rId19" Type="http://schemas.openxmlformats.org/officeDocument/2006/relationships/image" Target="../media/image2600.png"/><Relationship Id="rId224" Type="http://schemas.openxmlformats.org/officeDocument/2006/relationships/customXml" Target="../ink/ink398.xml"/><Relationship Id="rId245" Type="http://schemas.openxmlformats.org/officeDocument/2006/relationships/image" Target="../media/image3730.png"/><Relationship Id="rId266" Type="http://schemas.openxmlformats.org/officeDocument/2006/relationships/customXml" Target="../ink/ink419.xml"/><Relationship Id="rId287" Type="http://schemas.openxmlformats.org/officeDocument/2006/relationships/image" Target="../media/image3940.png"/><Relationship Id="rId30" Type="http://schemas.openxmlformats.org/officeDocument/2006/relationships/customXml" Target="../ink/ink301.xml"/><Relationship Id="rId105" Type="http://schemas.openxmlformats.org/officeDocument/2006/relationships/image" Target="../media/image3030.png"/><Relationship Id="rId126" Type="http://schemas.openxmlformats.org/officeDocument/2006/relationships/customXml" Target="../ink/ink349.xml"/><Relationship Id="rId147" Type="http://schemas.openxmlformats.org/officeDocument/2006/relationships/image" Target="../media/image3240.png"/><Relationship Id="rId168" Type="http://schemas.openxmlformats.org/officeDocument/2006/relationships/customXml" Target="../ink/ink370.xml"/><Relationship Id="rId51" Type="http://schemas.openxmlformats.org/officeDocument/2006/relationships/image" Target="../media/image2760.png"/><Relationship Id="rId72" Type="http://schemas.openxmlformats.org/officeDocument/2006/relationships/customXml" Target="../ink/ink322.xml"/><Relationship Id="rId93" Type="http://schemas.openxmlformats.org/officeDocument/2006/relationships/image" Target="../media/image2970.png"/><Relationship Id="rId189" Type="http://schemas.openxmlformats.org/officeDocument/2006/relationships/image" Target="../media/image3450.png"/><Relationship Id="rId3" Type="http://schemas.openxmlformats.org/officeDocument/2006/relationships/image" Target="../media/image5.png"/><Relationship Id="rId214" Type="http://schemas.openxmlformats.org/officeDocument/2006/relationships/customXml" Target="../ink/ink393.xml"/><Relationship Id="rId235" Type="http://schemas.openxmlformats.org/officeDocument/2006/relationships/image" Target="../media/image3680.png"/><Relationship Id="rId256" Type="http://schemas.openxmlformats.org/officeDocument/2006/relationships/customXml" Target="../ink/ink414.xml"/><Relationship Id="rId298" Type="http://schemas.openxmlformats.org/officeDocument/2006/relationships/customXml" Target="../ink/ink429.xml"/><Relationship Id="rId116" Type="http://schemas.openxmlformats.org/officeDocument/2006/relationships/customXml" Target="../ink/ink344.xml"/><Relationship Id="rId137" Type="http://schemas.openxmlformats.org/officeDocument/2006/relationships/image" Target="../media/image3190.png"/><Relationship Id="rId158" Type="http://schemas.openxmlformats.org/officeDocument/2006/relationships/customXml" Target="../ink/ink365.xml"/><Relationship Id="rId302" Type="http://schemas.openxmlformats.org/officeDocument/2006/relationships/customXml" Target="../ink/ink431.xml"/><Relationship Id="rId323" Type="http://schemas.openxmlformats.org/officeDocument/2006/relationships/image" Target="../media/image412.png"/><Relationship Id="rId20" Type="http://schemas.openxmlformats.org/officeDocument/2006/relationships/customXml" Target="../ink/ink296.xml"/><Relationship Id="rId41" Type="http://schemas.openxmlformats.org/officeDocument/2006/relationships/image" Target="../media/image2710.png"/><Relationship Id="rId62" Type="http://schemas.openxmlformats.org/officeDocument/2006/relationships/customXml" Target="../ink/ink317.xml"/><Relationship Id="rId83" Type="http://schemas.openxmlformats.org/officeDocument/2006/relationships/image" Target="../media/image2920.png"/><Relationship Id="rId179" Type="http://schemas.openxmlformats.org/officeDocument/2006/relationships/image" Target="../media/image3400.png"/><Relationship Id="rId190" Type="http://schemas.openxmlformats.org/officeDocument/2006/relationships/customXml" Target="../ink/ink381.xml"/><Relationship Id="rId204" Type="http://schemas.openxmlformats.org/officeDocument/2006/relationships/customXml" Target="../ink/ink388.xml"/><Relationship Id="rId225" Type="http://schemas.openxmlformats.org/officeDocument/2006/relationships/image" Target="../media/image3630.png"/><Relationship Id="rId246" Type="http://schemas.openxmlformats.org/officeDocument/2006/relationships/customXml" Target="../ink/ink409.xml"/><Relationship Id="rId267" Type="http://schemas.openxmlformats.org/officeDocument/2006/relationships/image" Target="../media/image3840.png"/><Relationship Id="rId288" Type="http://schemas.openxmlformats.org/officeDocument/2006/relationships/customXml" Target="../ink/ink424.xml"/><Relationship Id="rId106" Type="http://schemas.openxmlformats.org/officeDocument/2006/relationships/customXml" Target="../ink/ink339.xml"/><Relationship Id="rId127" Type="http://schemas.openxmlformats.org/officeDocument/2006/relationships/image" Target="../media/image3140.png"/><Relationship Id="rId10" Type="http://schemas.openxmlformats.org/officeDocument/2006/relationships/customXml" Target="../ink/ink291.xml"/><Relationship Id="rId31" Type="http://schemas.openxmlformats.org/officeDocument/2006/relationships/image" Target="../media/image2660.png"/><Relationship Id="rId52" Type="http://schemas.openxmlformats.org/officeDocument/2006/relationships/customXml" Target="../ink/ink312.xml"/><Relationship Id="rId73" Type="http://schemas.openxmlformats.org/officeDocument/2006/relationships/image" Target="../media/image2870.png"/><Relationship Id="rId94" Type="http://schemas.openxmlformats.org/officeDocument/2006/relationships/customXml" Target="../ink/ink333.xml"/><Relationship Id="rId148" Type="http://schemas.openxmlformats.org/officeDocument/2006/relationships/customXml" Target="../ink/ink360.xml"/><Relationship Id="rId169" Type="http://schemas.openxmlformats.org/officeDocument/2006/relationships/image" Target="../media/image3350.png"/><Relationship Id="rId4" Type="http://schemas.openxmlformats.org/officeDocument/2006/relationships/customXml" Target="../ink/ink288.xml"/><Relationship Id="rId180" Type="http://schemas.openxmlformats.org/officeDocument/2006/relationships/customXml" Target="../ink/ink376.xml"/><Relationship Id="rId215" Type="http://schemas.openxmlformats.org/officeDocument/2006/relationships/image" Target="../media/image3580.png"/><Relationship Id="rId236" Type="http://schemas.openxmlformats.org/officeDocument/2006/relationships/customXml" Target="../ink/ink404.xml"/><Relationship Id="rId257" Type="http://schemas.openxmlformats.org/officeDocument/2006/relationships/image" Target="../media/image3790.png"/><Relationship Id="rId303" Type="http://schemas.openxmlformats.org/officeDocument/2006/relationships/image" Target="../media/image4020.png"/><Relationship Id="rId42" Type="http://schemas.openxmlformats.org/officeDocument/2006/relationships/customXml" Target="../ink/ink307.xml"/><Relationship Id="rId84" Type="http://schemas.openxmlformats.org/officeDocument/2006/relationships/customXml" Target="../ink/ink328.xml"/><Relationship Id="rId138" Type="http://schemas.openxmlformats.org/officeDocument/2006/relationships/customXml" Target="../ink/ink355.xml"/><Relationship Id="rId191" Type="http://schemas.openxmlformats.org/officeDocument/2006/relationships/image" Target="../media/image3460.png"/><Relationship Id="rId205" Type="http://schemas.openxmlformats.org/officeDocument/2006/relationships/image" Target="../media/image3530.png"/><Relationship Id="rId247" Type="http://schemas.openxmlformats.org/officeDocument/2006/relationships/image" Target="../media/image3740.png"/><Relationship Id="rId107" Type="http://schemas.openxmlformats.org/officeDocument/2006/relationships/image" Target="../media/image3040.png"/><Relationship Id="rId289" Type="http://schemas.openxmlformats.org/officeDocument/2006/relationships/image" Target="../media/image3950.png"/><Relationship Id="rId11" Type="http://schemas.openxmlformats.org/officeDocument/2006/relationships/image" Target="../media/image2560.png"/><Relationship Id="rId53" Type="http://schemas.openxmlformats.org/officeDocument/2006/relationships/image" Target="../media/image2770.png"/><Relationship Id="rId149" Type="http://schemas.openxmlformats.org/officeDocument/2006/relationships/image" Target="../media/image3250.png"/><Relationship Id="rId95" Type="http://schemas.openxmlformats.org/officeDocument/2006/relationships/image" Target="../media/image2980.png"/><Relationship Id="rId160" Type="http://schemas.openxmlformats.org/officeDocument/2006/relationships/customXml" Target="../ink/ink366.xml"/><Relationship Id="rId216" Type="http://schemas.openxmlformats.org/officeDocument/2006/relationships/customXml" Target="../ink/ink394.xml"/><Relationship Id="rId258" Type="http://schemas.openxmlformats.org/officeDocument/2006/relationships/customXml" Target="../ink/ink415.xml"/><Relationship Id="rId22" Type="http://schemas.openxmlformats.org/officeDocument/2006/relationships/customXml" Target="../ink/ink297.xml"/><Relationship Id="rId64" Type="http://schemas.openxmlformats.org/officeDocument/2006/relationships/customXml" Target="../ink/ink318.xml"/><Relationship Id="rId118" Type="http://schemas.openxmlformats.org/officeDocument/2006/relationships/customXml" Target="../ink/ink345.xml"/><Relationship Id="rId325" Type="http://schemas.openxmlformats.org/officeDocument/2006/relationships/image" Target="../media/image413.png"/><Relationship Id="rId171" Type="http://schemas.openxmlformats.org/officeDocument/2006/relationships/image" Target="../media/image3360.png"/><Relationship Id="rId227" Type="http://schemas.openxmlformats.org/officeDocument/2006/relationships/image" Target="../media/image3640.png"/><Relationship Id="rId269" Type="http://schemas.openxmlformats.org/officeDocument/2006/relationships/image" Target="../media/image3850.png"/><Relationship Id="rId33" Type="http://schemas.openxmlformats.org/officeDocument/2006/relationships/image" Target="../media/image2670.png"/><Relationship Id="rId129" Type="http://schemas.openxmlformats.org/officeDocument/2006/relationships/image" Target="../media/image3150.png"/><Relationship Id="rId75" Type="http://schemas.openxmlformats.org/officeDocument/2006/relationships/image" Target="../media/image2880.png"/><Relationship Id="rId140" Type="http://schemas.openxmlformats.org/officeDocument/2006/relationships/customXml" Target="../ink/ink356.xml"/><Relationship Id="rId182" Type="http://schemas.openxmlformats.org/officeDocument/2006/relationships/customXml" Target="../ink/ink377.xml"/><Relationship Id="rId6" Type="http://schemas.openxmlformats.org/officeDocument/2006/relationships/customXml" Target="../ink/ink289.xml"/><Relationship Id="rId238" Type="http://schemas.openxmlformats.org/officeDocument/2006/relationships/customXml" Target="../ink/ink405.xml"/></Relationships>
</file>

<file path=ppt/slides/_rels/slide12.xml.rels><?xml version="1.0" encoding="UTF-8" standalone="yes"?>
<Relationships xmlns="http://schemas.openxmlformats.org/package/2006/relationships"><Relationship Id="rId154" Type="http://schemas.openxmlformats.org/officeDocument/2006/relationships/customXml" Target="../ink/ink447.xml"/><Relationship Id="rId159" Type="http://schemas.openxmlformats.org/officeDocument/2006/relationships/image" Target="../media/image493.png"/><Relationship Id="rId175" Type="http://schemas.openxmlformats.org/officeDocument/2006/relationships/image" Target="../media/image501.png"/><Relationship Id="rId7" Type="http://schemas.openxmlformats.org/officeDocument/2006/relationships/image" Target="../media/image417.png"/><Relationship Id="rId162" Type="http://schemas.openxmlformats.org/officeDocument/2006/relationships/customXml" Target="../ink/ink451.xml"/><Relationship Id="rId170" Type="http://schemas.openxmlformats.org/officeDocument/2006/relationships/customXml" Target="../ink/ink455.xml"/><Relationship Id="rId183" Type="http://schemas.openxmlformats.org/officeDocument/2006/relationships/image" Target="../media/image505.png"/><Relationship Id="rId191" Type="http://schemas.openxmlformats.org/officeDocument/2006/relationships/image" Target="../media/image509.png"/><Relationship Id="rId196" Type="http://schemas.openxmlformats.org/officeDocument/2006/relationships/customXml" Target="../ink/ink468.xml"/><Relationship Id="rId200" Type="http://schemas.openxmlformats.org/officeDocument/2006/relationships/customXml" Target="../ink/ink470.xml"/><Relationship Id="rId205" Type="http://schemas.openxmlformats.org/officeDocument/2006/relationships/image" Target="../media/image516.png"/><Relationship Id="rId2" Type="http://schemas.openxmlformats.org/officeDocument/2006/relationships/notesSlide" Target="../notesSlides/notesSlide12.xml"/><Relationship Id="rId149" Type="http://schemas.openxmlformats.org/officeDocument/2006/relationships/image" Target="../media/image488.png"/><Relationship Id="rId157" Type="http://schemas.openxmlformats.org/officeDocument/2006/relationships/image" Target="../media/image492.png"/><Relationship Id="rId178" Type="http://schemas.openxmlformats.org/officeDocument/2006/relationships/customXml" Target="../ink/ink459.xml"/><Relationship Id="rId5" Type="http://schemas.openxmlformats.org/officeDocument/2006/relationships/image" Target="../media/image416.png"/><Relationship Id="rId152" Type="http://schemas.openxmlformats.org/officeDocument/2006/relationships/customXml" Target="../ink/ink446.xml"/><Relationship Id="rId160" Type="http://schemas.openxmlformats.org/officeDocument/2006/relationships/customXml" Target="../ink/ink450.xml"/><Relationship Id="rId165" Type="http://schemas.openxmlformats.org/officeDocument/2006/relationships/image" Target="../media/image496.png"/><Relationship Id="rId173" Type="http://schemas.openxmlformats.org/officeDocument/2006/relationships/image" Target="../media/image500.png"/><Relationship Id="rId181" Type="http://schemas.openxmlformats.org/officeDocument/2006/relationships/image" Target="../media/image504.png"/><Relationship Id="rId186" Type="http://schemas.openxmlformats.org/officeDocument/2006/relationships/customXml" Target="../ink/ink463.xml"/><Relationship Id="rId194" Type="http://schemas.openxmlformats.org/officeDocument/2006/relationships/customXml" Target="../ink/ink467.xml"/><Relationship Id="rId199" Type="http://schemas.openxmlformats.org/officeDocument/2006/relationships/image" Target="../media/image513.png"/><Relationship Id="rId203" Type="http://schemas.openxmlformats.org/officeDocument/2006/relationships/image" Target="../media/image515.png"/><Relationship Id="rId147" Type="http://schemas.openxmlformats.org/officeDocument/2006/relationships/image" Target="../media/image487.png"/><Relationship Id="rId168" Type="http://schemas.openxmlformats.org/officeDocument/2006/relationships/customXml" Target="../ink/ink454.xml"/><Relationship Id="rId8" Type="http://schemas.openxmlformats.org/officeDocument/2006/relationships/customXml" Target="../ink/ink442.xml"/><Relationship Id="rId150" Type="http://schemas.openxmlformats.org/officeDocument/2006/relationships/customXml" Target="../ink/ink445.xml"/><Relationship Id="rId155" Type="http://schemas.openxmlformats.org/officeDocument/2006/relationships/image" Target="../media/image491.png"/><Relationship Id="rId163" Type="http://schemas.openxmlformats.org/officeDocument/2006/relationships/image" Target="../media/image495.png"/><Relationship Id="rId171" Type="http://schemas.openxmlformats.org/officeDocument/2006/relationships/image" Target="../media/image499.png"/><Relationship Id="rId176" Type="http://schemas.openxmlformats.org/officeDocument/2006/relationships/customXml" Target="../ink/ink458.xml"/><Relationship Id="rId184" Type="http://schemas.openxmlformats.org/officeDocument/2006/relationships/customXml" Target="../ink/ink462.xml"/><Relationship Id="rId189" Type="http://schemas.openxmlformats.org/officeDocument/2006/relationships/image" Target="../media/image508.png"/><Relationship Id="rId192" Type="http://schemas.openxmlformats.org/officeDocument/2006/relationships/customXml" Target="../ink/ink466.xml"/><Relationship Id="rId197" Type="http://schemas.openxmlformats.org/officeDocument/2006/relationships/image" Target="../media/image512.png"/><Relationship Id="rId206" Type="http://schemas.openxmlformats.org/officeDocument/2006/relationships/customXml" Target="../ink/ink473.xml"/><Relationship Id="rId3" Type="http://schemas.openxmlformats.org/officeDocument/2006/relationships/image" Target="../media/image5.png"/><Relationship Id="rId201" Type="http://schemas.openxmlformats.org/officeDocument/2006/relationships/image" Target="../media/image514.png"/><Relationship Id="rId158" Type="http://schemas.openxmlformats.org/officeDocument/2006/relationships/customXml" Target="../ink/ink449.xml"/><Relationship Id="rId145" Type="http://schemas.openxmlformats.org/officeDocument/2006/relationships/image" Target="../media/image486.png"/><Relationship Id="rId153" Type="http://schemas.openxmlformats.org/officeDocument/2006/relationships/image" Target="../media/image490.png"/><Relationship Id="rId161" Type="http://schemas.openxmlformats.org/officeDocument/2006/relationships/image" Target="../media/image494.png"/><Relationship Id="rId166" Type="http://schemas.openxmlformats.org/officeDocument/2006/relationships/customXml" Target="../ink/ink453.xml"/><Relationship Id="rId174" Type="http://schemas.openxmlformats.org/officeDocument/2006/relationships/customXml" Target="../ink/ink457.xml"/><Relationship Id="rId179" Type="http://schemas.openxmlformats.org/officeDocument/2006/relationships/image" Target="../media/image503.png"/><Relationship Id="rId182" Type="http://schemas.openxmlformats.org/officeDocument/2006/relationships/customXml" Target="../ink/ink461.xml"/><Relationship Id="rId187" Type="http://schemas.openxmlformats.org/officeDocument/2006/relationships/image" Target="../media/image507.png"/><Relationship Id="rId195" Type="http://schemas.openxmlformats.org/officeDocument/2006/relationships/image" Target="../media/image51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1.xml"/><Relationship Id="rId190" Type="http://schemas.openxmlformats.org/officeDocument/2006/relationships/customXml" Target="../ink/ink465.xml"/><Relationship Id="rId204" Type="http://schemas.openxmlformats.org/officeDocument/2006/relationships/customXml" Target="../ink/ink472.xml"/><Relationship Id="rId148" Type="http://schemas.openxmlformats.org/officeDocument/2006/relationships/customXml" Target="../ink/ink444.xml"/><Relationship Id="rId151" Type="http://schemas.openxmlformats.org/officeDocument/2006/relationships/image" Target="../media/image489.png"/><Relationship Id="rId156" Type="http://schemas.openxmlformats.org/officeDocument/2006/relationships/customXml" Target="../ink/ink448.xml"/><Relationship Id="rId164" Type="http://schemas.openxmlformats.org/officeDocument/2006/relationships/customXml" Target="../ink/ink452.xml"/><Relationship Id="rId169" Type="http://schemas.openxmlformats.org/officeDocument/2006/relationships/image" Target="../media/image498.png"/><Relationship Id="rId177" Type="http://schemas.openxmlformats.org/officeDocument/2006/relationships/image" Target="../media/image502.png"/><Relationship Id="rId185" Type="http://schemas.openxmlformats.org/officeDocument/2006/relationships/image" Target="../media/image506.png"/><Relationship Id="rId198" Type="http://schemas.openxmlformats.org/officeDocument/2006/relationships/customXml" Target="../ink/ink469.xml"/><Relationship Id="rId4" Type="http://schemas.openxmlformats.org/officeDocument/2006/relationships/customXml" Target="../ink/ink440.xml"/><Relationship Id="rId172" Type="http://schemas.openxmlformats.org/officeDocument/2006/relationships/customXml" Target="../ink/ink456.xml"/><Relationship Id="rId180" Type="http://schemas.openxmlformats.org/officeDocument/2006/relationships/customXml" Target="../ink/ink460.xml"/><Relationship Id="rId193" Type="http://schemas.openxmlformats.org/officeDocument/2006/relationships/image" Target="../media/image510.png"/><Relationship Id="rId202" Type="http://schemas.openxmlformats.org/officeDocument/2006/relationships/customXml" Target="../ink/ink471.xml"/><Relationship Id="rId207" Type="http://schemas.openxmlformats.org/officeDocument/2006/relationships/image" Target="../media/image517.png"/><Relationship Id="rId146" Type="http://schemas.openxmlformats.org/officeDocument/2006/relationships/customXml" Target="../ink/ink443.xml"/><Relationship Id="rId167" Type="http://schemas.openxmlformats.org/officeDocument/2006/relationships/image" Target="../media/image497.png"/><Relationship Id="rId188" Type="http://schemas.openxmlformats.org/officeDocument/2006/relationships/customXml" Target="../ink/ink464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20.png"/><Relationship Id="rId21" Type="http://schemas.openxmlformats.org/officeDocument/2006/relationships/image" Target="../media/image4240.png"/><Relationship Id="rId42" Type="http://schemas.openxmlformats.org/officeDocument/2006/relationships/customXml" Target="../ink/ink493.xml"/><Relationship Id="rId63" Type="http://schemas.openxmlformats.org/officeDocument/2006/relationships/image" Target="../media/image4450.png"/><Relationship Id="rId84" Type="http://schemas.openxmlformats.org/officeDocument/2006/relationships/customXml" Target="../ink/ink514.xml"/><Relationship Id="rId138" Type="http://schemas.openxmlformats.org/officeDocument/2006/relationships/customXml" Target="../ink/ink541.xml"/><Relationship Id="rId247" Type="http://schemas.openxmlformats.org/officeDocument/2006/relationships/image" Target="../media/image571.png"/><Relationship Id="rId107" Type="http://schemas.openxmlformats.org/officeDocument/2006/relationships/image" Target="../media/image4670.png"/><Relationship Id="rId289" Type="http://schemas.openxmlformats.org/officeDocument/2006/relationships/image" Target="../media/image592.png"/><Relationship Id="rId11" Type="http://schemas.openxmlformats.org/officeDocument/2006/relationships/image" Target="../media/image4190.png"/><Relationship Id="rId32" Type="http://schemas.openxmlformats.org/officeDocument/2006/relationships/customXml" Target="../ink/ink488.xml"/><Relationship Id="rId53" Type="http://schemas.openxmlformats.org/officeDocument/2006/relationships/image" Target="../media/image4400.png"/><Relationship Id="rId74" Type="http://schemas.openxmlformats.org/officeDocument/2006/relationships/customXml" Target="../ink/ink509.xml"/><Relationship Id="rId128" Type="http://schemas.openxmlformats.org/officeDocument/2006/relationships/customXml" Target="../ink/ink536.xml"/><Relationship Id="rId5" Type="http://schemas.openxmlformats.org/officeDocument/2006/relationships/image" Target="../media/image4160.png"/><Relationship Id="rId95" Type="http://schemas.openxmlformats.org/officeDocument/2006/relationships/image" Target="../media/image4610.png"/><Relationship Id="rId237" Type="http://schemas.openxmlformats.org/officeDocument/2006/relationships/image" Target="../media/image566.png"/><Relationship Id="rId22" Type="http://schemas.openxmlformats.org/officeDocument/2006/relationships/customXml" Target="../ink/ink483.xml"/><Relationship Id="rId43" Type="http://schemas.openxmlformats.org/officeDocument/2006/relationships/image" Target="../media/image4350.png"/><Relationship Id="rId64" Type="http://schemas.openxmlformats.org/officeDocument/2006/relationships/customXml" Target="../ink/ink504.xml"/><Relationship Id="rId118" Type="http://schemas.openxmlformats.org/officeDocument/2006/relationships/customXml" Target="../ink/ink531.xml"/><Relationship Id="rId139" Type="http://schemas.openxmlformats.org/officeDocument/2006/relationships/image" Target="../media/image4830.png"/><Relationship Id="rId290" Type="http://schemas.openxmlformats.org/officeDocument/2006/relationships/customXml" Target="../ink/ink566.xml"/><Relationship Id="rId85" Type="http://schemas.openxmlformats.org/officeDocument/2006/relationships/image" Target="../media/image4560.png"/><Relationship Id="rId227" Type="http://schemas.openxmlformats.org/officeDocument/2006/relationships/image" Target="../media/image561.png"/><Relationship Id="rId248" Type="http://schemas.openxmlformats.org/officeDocument/2006/relationships/customXml" Target="../ink/ink557.xml"/><Relationship Id="rId12" Type="http://schemas.openxmlformats.org/officeDocument/2006/relationships/customXml" Target="../ink/ink478.xml"/><Relationship Id="rId33" Type="http://schemas.openxmlformats.org/officeDocument/2006/relationships/image" Target="../media/image4300.png"/><Relationship Id="rId108" Type="http://schemas.openxmlformats.org/officeDocument/2006/relationships/customXml" Target="../ink/ink526.xml"/><Relationship Id="rId129" Type="http://schemas.openxmlformats.org/officeDocument/2006/relationships/image" Target="../media/image4780.png"/><Relationship Id="rId54" Type="http://schemas.openxmlformats.org/officeDocument/2006/relationships/customXml" Target="../ink/ink499.xml"/><Relationship Id="rId75" Type="http://schemas.openxmlformats.org/officeDocument/2006/relationships/image" Target="../media/image4510.png"/><Relationship Id="rId96" Type="http://schemas.openxmlformats.org/officeDocument/2006/relationships/customXml" Target="../ink/ink520.xml"/><Relationship Id="rId140" Type="http://schemas.openxmlformats.org/officeDocument/2006/relationships/customXml" Target="../ink/ink542.xml"/><Relationship Id="rId6" Type="http://schemas.openxmlformats.org/officeDocument/2006/relationships/customXml" Target="../ink/ink475.xml"/><Relationship Id="rId238" Type="http://schemas.openxmlformats.org/officeDocument/2006/relationships/customXml" Target="../ink/ink552.xml"/><Relationship Id="rId23" Type="http://schemas.openxmlformats.org/officeDocument/2006/relationships/image" Target="../media/image4250.png"/><Relationship Id="rId119" Type="http://schemas.openxmlformats.org/officeDocument/2006/relationships/image" Target="../media/image4730.png"/><Relationship Id="rId291" Type="http://schemas.openxmlformats.org/officeDocument/2006/relationships/image" Target="../media/image593.png"/><Relationship Id="rId44" Type="http://schemas.openxmlformats.org/officeDocument/2006/relationships/customXml" Target="../ink/ink494.xml"/><Relationship Id="rId65" Type="http://schemas.openxmlformats.org/officeDocument/2006/relationships/image" Target="../media/image4460.png"/><Relationship Id="rId86" Type="http://schemas.openxmlformats.org/officeDocument/2006/relationships/customXml" Target="../ink/ink515.xml"/><Relationship Id="rId130" Type="http://schemas.openxmlformats.org/officeDocument/2006/relationships/customXml" Target="../ink/ink537.xml"/><Relationship Id="rId228" Type="http://schemas.openxmlformats.org/officeDocument/2006/relationships/customXml" Target="../ink/ink547.xml"/><Relationship Id="rId249" Type="http://schemas.openxmlformats.org/officeDocument/2006/relationships/image" Target="../media/image572.png"/><Relationship Id="rId13" Type="http://schemas.openxmlformats.org/officeDocument/2006/relationships/image" Target="../media/image4200.png"/><Relationship Id="rId18" Type="http://schemas.openxmlformats.org/officeDocument/2006/relationships/customXml" Target="../ink/ink481.xml"/><Relationship Id="rId39" Type="http://schemas.openxmlformats.org/officeDocument/2006/relationships/image" Target="../media/image4330.png"/><Relationship Id="rId109" Type="http://schemas.openxmlformats.org/officeDocument/2006/relationships/image" Target="../media/image4680.png"/><Relationship Id="rId281" Type="http://schemas.openxmlformats.org/officeDocument/2006/relationships/image" Target="../media/image588.png"/><Relationship Id="rId286" Type="http://schemas.openxmlformats.org/officeDocument/2006/relationships/customXml" Target="../ink/ink564.xml"/><Relationship Id="rId34" Type="http://schemas.openxmlformats.org/officeDocument/2006/relationships/customXml" Target="../ink/ink489.xml"/><Relationship Id="rId50" Type="http://schemas.openxmlformats.org/officeDocument/2006/relationships/customXml" Target="../ink/ink497.xml"/><Relationship Id="rId55" Type="http://schemas.openxmlformats.org/officeDocument/2006/relationships/image" Target="../media/image4410.png"/><Relationship Id="rId76" Type="http://schemas.openxmlformats.org/officeDocument/2006/relationships/customXml" Target="../ink/ink510.xml"/><Relationship Id="rId97" Type="http://schemas.openxmlformats.org/officeDocument/2006/relationships/image" Target="../media/image4620.png"/><Relationship Id="rId104" Type="http://schemas.openxmlformats.org/officeDocument/2006/relationships/customXml" Target="../ink/ink524.xml"/><Relationship Id="rId120" Type="http://schemas.openxmlformats.org/officeDocument/2006/relationships/customXml" Target="../ink/ink532.xml"/><Relationship Id="rId125" Type="http://schemas.openxmlformats.org/officeDocument/2006/relationships/image" Target="../media/image4760.png"/><Relationship Id="rId141" Type="http://schemas.openxmlformats.org/officeDocument/2006/relationships/image" Target="../media/image518.png"/><Relationship Id="rId188" Type="http://schemas.openxmlformats.org/officeDocument/2006/relationships/customXml" Target="../ink/ink546.xml"/><Relationship Id="rId7" Type="http://schemas.openxmlformats.org/officeDocument/2006/relationships/image" Target="../media/image4170.png"/><Relationship Id="rId71" Type="http://schemas.openxmlformats.org/officeDocument/2006/relationships/image" Target="../media/image4490.png"/><Relationship Id="rId92" Type="http://schemas.openxmlformats.org/officeDocument/2006/relationships/customXml" Target="../ink/ink518.xml"/><Relationship Id="rId234" Type="http://schemas.openxmlformats.org/officeDocument/2006/relationships/customXml" Target="../ink/ink550.xml"/><Relationship Id="rId239" Type="http://schemas.openxmlformats.org/officeDocument/2006/relationships/image" Target="../media/image567.png"/><Relationship Id="rId2" Type="http://schemas.openxmlformats.org/officeDocument/2006/relationships/notesSlide" Target="../notesSlides/notesSlide13.xml"/><Relationship Id="rId29" Type="http://schemas.openxmlformats.org/officeDocument/2006/relationships/image" Target="../media/image4280.png"/><Relationship Id="rId250" Type="http://schemas.openxmlformats.org/officeDocument/2006/relationships/customXml" Target="../ink/ink558.xml"/><Relationship Id="rId255" Type="http://schemas.openxmlformats.org/officeDocument/2006/relationships/image" Target="../media/image575.png"/><Relationship Id="rId24" Type="http://schemas.openxmlformats.org/officeDocument/2006/relationships/customXml" Target="../ink/ink484.xml"/><Relationship Id="rId40" Type="http://schemas.openxmlformats.org/officeDocument/2006/relationships/customXml" Target="../ink/ink492.xml"/><Relationship Id="rId45" Type="http://schemas.openxmlformats.org/officeDocument/2006/relationships/image" Target="../media/image4360.png"/><Relationship Id="rId66" Type="http://schemas.openxmlformats.org/officeDocument/2006/relationships/customXml" Target="../ink/ink505.xml"/><Relationship Id="rId87" Type="http://schemas.openxmlformats.org/officeDocument/2006/relationships/image" Target="../media/image4570.png"/><Relationship Id="rId110" Type="http://schemas.openxmlformats.org/officeDocument/2006/relationships/customXml" Target="../ink/ink527.xml"/><Relationship Id="rId115" Type="http://schemas.openxmlformats.org/officeDocument/2006/relationships/image" Target="../media/image4710.png"/><Relationship Id="rId131" Type="http://schemas.openxmlformats.org/officeDocument/2006/relationships/image" Target="../media/image4790.png"/><Relationship Id="rId136" Type="http://schemas.openxmlformats.org/officeDocument/2006/relationships/customXml" Target="../ink/ink540.xml"/><Relationship Id="rId61" Type="http://schemas.openxmlformats.org/officeDocument/2006/relationships/image" Target="../media/image4440.png"/><Relationship Id="rId82" Type="http://schemas.openxmlformats.org/officeDocument/2006/relationships/customXml" Target="../ink/ink513.xml"/><Relationship Id="rId229" Type="http://schemas.openxmlformats.org/officeDocument/2006/relationships/image" Target="../media/image562.png"/><Relationship Id="rId19" Type="http://schemas.openxmlformats.org/officeDocument/2006/relationships/image" Target="../media/image4230.png"/><Relationship Id="rId240" Type="http://schemas.openxmlformats.org/officeDocument/2006/relationships/customXml" Target="../ink/ink553.xml"/><Relationship Id="rId245" Type="http://schemas.openxmlformats.org/officeDocument/2006/relationships/image" Target="../media/image570.png"/><Relationship Id="rId287" Type="http://schemas.openxmlformats.org/officeDocument/2006/relationships/image" Target="../media/image591.png"/><Relationship Id="rId14" Type="http://schemas.openxmlformats.org/officeDocument/2006/relationships/customXml" Target="../ink/ink479.xml"/><Relationship Id="rId30" Type="http://schemas.openxmlformats.org/officeDocument/2006/relationships/customXml" Target="../ink/ink487.xml"/><Relationship Id="rId35" Type="http://schemas.openxmlformats.org/officeDocument/2006/relationships/image" Target="../media/image4310.png"/><Relationship Id="rId56" Type="http://schemas.openxmlformats.org/officeDocument/2006/relationships/customXml" Target="../ink/ink500.xml"/><Relationship Id="rId77" Type="http://schemas.openxmlformats.org/officeDocument/2006/relationships/image" Target="../media/image4520.png"/><Relationship Id="rId100" Type="http://schemas.openxmlformats.org/officeDocument/2006/relationships/customXml" Target="../ink/ink522.xml"/><Relationship Id="rId105" Type="http://schemas.openxmlformats.org/officeDocument/2006/relationships/image" Target="../media/image4660.png"/><Relationship Id="rId126" Type="http://schemas.openxmlformats.org/officeDocument/2006/relationships/customXml" Target="../ink/ink535.xml"/><Relationship Id="rId282" Type="http://schemas.openxmlformats.org/officeDocument/2006/relationships/customXml" Target="../ink/ink562.xml"/><Relationship Id="rId8" Type="http://schemas.openxmlformats.org/officeDocument/2006/relationships/customXml" Target="../ink/ink476.xml"/><Relationship Id="rId51" Type="http://schemas.openxmlformats.org/officeDocument/2006/relationships/image" Target="../media/image4390.png"/><Relationship Id="rId72" Type="http://schemas.openxmlformats.org/officeDocument/2006/relationships/customXml" Target="../ink/ink508.xml"/><Relationship Id="rId93" Type="http://schemas.openxmlformats.org/officeDocument/2006/relationships/image" Target="../media/image4600.png"/><Relationship Id="rId98" Type="http://schemas.openxmlformats.org/officeDocument/2006/relationships/customXml" Target="../ink/ink521.xml"/><Relationship Id="rId121" Type="http://schemas.openxmlformats.org/officeDocument/2006/relationships/image" Target="../media/image4740.png"/><Relationship Id="rId142" Type="http://schemas.openxmlformats.org/officeDocument/2006/relationships/customXml" Target="../ink/ink543.xml"/><Relationship Id="rId3" Type="http://schemas.openxmlformats.org/officeDocument/2006/relationships/image" Target="../media/image5.png"/><Relationship Id="rId230" Type="http://schemas.openxmlformats.org/officeDocument/2006/relationships/customXml" Target="../ink/ink548.xml"/><Relationship Id="rId235" Type="http://schemas.openxmlformats.org/officeDocument/2006/relationships/image" Target="../media/image565.png"/><Relationship Id="rId251" Type="http://schemas.openxmlformats.org/officeDocument/2006/relationships/image" Target="../media/image573.png"/><Relationship Id="rId256" Type="http://schemas.openxmlformats.org/officeDocument/2006/relationships/customXml" Target="../ink/ink561.xml"/><Relationship Id="rId25" Type="http://schemas.openxmlformats.org/officeDocument/2006/relationships/image" Target="../media/image4260.png"/><Relationship Id="rId46" Type="http://schemas.openxmlformats.org/officeDocument/2006/relationships/customXml" Target="../ink/ink495.xml"/><Relationship Id="rId67" Type="http://schemas.openxmlformats.org/officeDocument/2006/relationships/image" Target="../media/image4470.png"/><Relationship Id="rId116" Type="http://schemas.openxmlformats.org/officeDocument/2006/relationships/customXml" Target="../ink/ink530.xml"/><Relationship Id="rId137" Type="http://schemas.openxmlformats.org/officeDocument/2006/relationships/image" Target="../media/image4820.png"/><Relationship Id="rId20" Type="http://schemas.openxmlformats.org/officeDocument/2006/relationships/customXml" Target="../ink/ink482.xml"/><Relationship Id="rId41" Type="http://schemas.openxmlformats.org/officeDocument/2006/relationships/image" Target="../media/image4340.png"/><Relationship Id="rId62" Type="http://schemas.openxmlformats.org/officeDocument/2006/relationships/customXml" Target="../ink/ink503.xml"/><Relationship Id="rId83" Type="http://schemas.openxmlformats.org/officeDocument/2006/relationships/image" Target="../media/image4550.png"/><Relationship Id="rId88" Type="http://schemas.openxmlformats.org/officeDocument/2006/relationships/customXml" Target="../ink/ink516.xml"/><Relationship Id="rId111" Type="http://schemas.openxmlformats.org/officeDocument/2006/relationships/image" Target="../media/image4690.png"/><Relationship Id="rId132" Type="http://schemas.openxmlformats.org/officeDocument/2006/relationships/customXml" Target="../ink/ink538.xml"/><Relationship Id="rId241" Type="http://schemas.openxmlformats.org/officeDocument/2006/relationships/image" Target="../media/image568.png"/><Relationship Id="rId246" Type="http://schemas.openxmlformats.org/officeDocument/2006/relationships/customXml" Target="../ink/ink556.xml"/><Relationship Id="rId288" Type="http://schemas.openxmlformats.org/officeDocument/2006/relationships/customXml" Target="../ink/ink565.xml"/><Relationship Id="rId15" Type="http://schemas.openxmlformats.org/officeDocument/2006/relationships/image" Target="../media/image4210.png"/><Relationship Id="rId36" Type="http://schemas.openxmlformats.org/officeDocument/2006/relationships/customXml" Target="../ink/ink490.xml"/><Relationship Id="rId57" Type="http://schemas.openxmlformats.org/officeDocument/2006/relationships/image" Target="../media/image4420.png"/><Relationship Id="rId106" Type="http://schemas.openxmlformats.org/officeDocument/2006/relationships/customXml" Target="../ink/ink525.xml"/><Relationship Id="rId127" Type="http://schemas.openxmlformats.org/officeDocument/2006/relationships/image" Target="../media/image4770.png"/><Relationship Id="rId283" Type="http://schemas.openxmlformats.org/officeDocument/2006/relationships/image" Target="../media/image589.png"/><Relationship Id="rId10" Type="http://schemas.openxmlformats.org/officeDocument/2006/relationships/customXml" Target="../ink/ink477.xml"/><Relationship Id="rId31" Type="http://schemas.openxmlformats.org/officeDocument/2006/relationships/image" Target="../media/image4290.png"/><Relationship Id="rId52" Type="http://schemas.openxmlformats.org/officeDocument/2006/relationships/customXml" Target="../ink/ink498.xml"/><Relationship Id="rId73" Type="http://schemas.openxmlformats.org/officeDocument/2006/relationships/image" Target="../media/image4500.png"/><Relationship Id="rId78" Type="http://schemas.openxmlformats.org/officeDocument/2006/relationships/customXml" Target="../ink/ink511.xml"/><Relationship Id="rId94" Type="http://schemas.openxmlformats.org/officeDocument/2006/relationships/customXml" Target="../ink/ink519.xml"/><Relationship Id="rId99" Type="http://schemas.openxmlformats.org/officeDocument/2006/relationships/image" Target="../media/image4630.png"/><Relationship Id="rId101" Type="http://schemas.openxmlformats.org/officeDocument/2006/relationships/image" Target="../media/image4640.png"/><Relationship Id="rId122" Type="http://schemas.openxmlformats.org/officeDocument/2006/relationships/customXml" Target="../ink/ink533.xml"/><Relationship Id="rId143" Type="http://schemas.openxmlformats.org/officeDocument/2006/relationships/image" Target="../media/image519.png"/><Relationship Id="rId185" Type="http://schemas.openxmlformats.org/officeDocument/2006/relationships/image" Target="../media/image540.png"/><Relationship Id="rId4" Type="http://schemas.openxmlformats.org/officeDocument/2006/relationships/customXml" Target="../ink/ink474.xml"/><Relationship Id="rId9" Type="http://schemas.openxmlformats.org/officeDocument/2006/relationships/image" Target="../media/image4180.png"/><Relationship Id="rId236" Type="http://schemas.openxmlformats.org/officeDocument/2006/relationships/customXml" Target="../ink/ink551.xml"/><Relationship Id="rId26" Type="http://schemas.openxmlformats.org/officeDocument/2006/relationships/customXml" Target="../ink/ink485.xml"/><Relationship Id="rId231" Type="http://schemas.openxmlformats.org/officeDocument/2006/relationships/image" Target="../media/image563.png"/><Relationship Id="rId252" Type="http://schemas.openxmlformats.org/officeDocument/2006/relationships/customXml" Target="../ink/ink559.xml"/><Relationship Id="rId47" Type="http://schemas.openxmlformats.org/officeDocument/2006/relationships/image" Target="../media/image4370.png"/><Relationship Id="rId68" Type="http://schemas.openxmlformats.org/officeDocument/2006/relationships/customXml" Target="../ink/ink506.xml"/><Relationship Id="rId89" Type="http://schemas.openxmlformats.org/officeDocument/2006/relationships/image" Target="../media/image4580.png"/><Relationship Id="rId112" Type="http://schemas.openxmlformats.org/officeDocument/2006/relationships/customXml" Target="../ink/ink528.xml"/><Relationship Id="rId133" Type="http://schemas.openxmlformats.org/officeDocument/2006/relationships/image" Target="../media/image4800.png"/><Relationship Id="rId16" Type="http://schemas.openxmlformats.org/officeDocument/2006/relationships/customXml" Target="../ink/ink480.xml"/><Relationship Id="rId242" Type="http://schemas.openxmlformats.org/officeDocument/2006/relationships/customXml" Target="../ink/ink554.xml"/><Relationship Id="rId284" Type="http://schemas.openxmlformats.org/officeDocument/2006/relationships/customXml" Target="../ink/ink563.xml"/><Relationship Id="rId37" Type="http://schemas.openxmlformats.org/officeDocument/2006/relationships/image" Target="../media/image4320.png"/><Relationship Id="rId58" Type="http://schemas.openxmlformats.org/officeDocument/2006/relationships/customXml" Target="../ink/ink501.xml"/><Relationship Id="rId79" Type="http://schemas.openxmlformats.org/officeDocument/2006/relationships/image" Target="../media/image4530.png"/><Relationship Id="rId102" Type="http://schemas.openxmlformats.org/officeDocument/2006/relationships/customXml" Target="../ink/ink523.xml"/><Relationship Id="rId123" Type="http://schemas.openxmlformats.org/officeDocument/2006/relationships/image" Target="../media/image4750.png"/><Relationship Id="rId144" Type="http://schemas.openxmlformats.org/officeDocument/2006/relationships/customXml" Target="../ink/ink544.xml"/><Relationship Id="rId90" Type="http://schemas.openxmlformats.org/officeDocument/2006/relationships/customXml" Target="../ink/ink517.xml"/><Relationship Id="rId186" Type="http://schemas.openxmlformats.org/officeDocument/2006/relationships/customXml" Target="../ink/ink545.xml"/><Relationship Id="rId232" Type="http://schemas.openxmlformats.org/officeDocument/2006/relationships/customXml" Target="../ink/ink549.xml"/><Relationship Id="rId253" Type="http://schemas.openxmlformats.org/officeDocument/2006/relationships/image" Target="../media/image574.png"/><Relationship Id="rId27" Type="http://schemas.openxmlformats.org/officeDocument/2006/relationships/image" Target="../media/image4270.png"/><Relationship Id="rId48" Type="http://schemas.openxmlformats.org/officeDocument/2006/relationships/customXml" Target="../ink/ink496.xml"/><Relationship Id="rId69" Type="http://schemas.openxmlformats.org/officeDocument/2006/relationships/image" Target="../media/image4480.png"/><Relationship Id="rId113" Type="http://schemas.openxmlformats.org/officeDocument/2006/relationships/image" Target="../media/image4700.png"/><Relationship Id="rId134" Type="http://schemas.openxmlformats.org/officeDocument/2006/relationships/customXml" Target="../ink/ink539.xml"/><Relationship Id="rId80" Type="http://schemas.openxmlformats.org/officeDocument/2006/relationships/customXml" Target="../ink/ink512.xml"/><Relationship Id="rId243" Type="http://schemas.openxmlformats.org/officeDocument/2006/relationships/image" Target="../media/image569.png"/><Relationship Id="rId285" Type="http://schemas.openxmlformats.org/officeDocument/2006/relationships/image" Target="../media/image590.png"/><Relationship Id="rId17" Type="http://schemas.openxmlformats.org/officeDocument/2006/relationships/image" Target="../media/image4220.png"/><Relationship Id="rId38" Type="http://schemas.openxmlformats.org/officeDocument/2006/relationships/customXml" Target="../ink/ink491.xml"/><Relationship Id="rId59" Type="http://schemas.openxmlformats.org/officeDocument/2006/relationships/image" Target="../media/image4430.png"/><Relationship Id="rId103" Type="http://schemas.openxmlformats.org/officeDocument/2006/relationships/image" Target="../media/image4650.png"/><Relationship Id="rId124" Type="http://schemas.openxmlformats.org/officeDocument/2006/relationships/customXml" Target="../ink/ink534.xml"/><Relationship Id="rId70" Type="http://schemas.openxmlformats.org/officeDocument/2006/relationships/customXml" Target="../ink/ink507.xml"/><Relationship Id="rId91" Type="http://schemas.openxmlformats.org/officeDocument/2006/relationships/image" Target="../media/image4590.png"/><Relationship Id="rId187" Type="http://schemas.openxmlformats.org/officeDocument/2006/relationships/image" Target="../media/image541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64.png"/><Relationship Id="rId254" Type="http://schemas.openxmlformats.org/officeDocument/2006/relationships/customXml" Target="../ink/ink560.xml"/><Relationship Id="rId28" Type="http://schemas.openxmlformats.org/officeDocument/2006/relationships/customXml" Target="../ink/ink486.xml"/><Relationship Id="rId49" Type="http://schemas.openxmlformats.org/officeDocument/2006/relationships/image" Target="../media/image4380.png"/><Relationship Id="rId114" Type="http://schemas.openxmlformats.org/officeDocument/2006/relationships/customXml" Target="../ink/ink529.xml"/><Relationship Id="rId60" Type="http://schemas.openxmlformats.org/officeDocument/2006/relationships/customXml" Target="../ink/ink502.xml"/><Relationship Id="rId81" Type="http://schemas.openxmlformats.org/officeDocument/2006/relationships/image" Target="../media/image4540.png"/><Relationship Id="rId135" Type="http://schemas.openxmlformats.org/officeDocument/2006/relationships/image" Target="../media/image4810.png"/><Relationship Id="rId244" Type="http://schemas.openxmlformats.org/officeDocument/2006/relationships/customXml" Target="../ink/ink555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90.png"/><Relationship Id="rId21" Type="http://schemas.openxmlformats.org/officeDocument/2006/relationships/image" Target="../media/image4910.png"/><Relationship Id="rId42" Type="http://schemas.openxmlformats.org/officeDocument/2006/relationships/customXml" Target="../ink/ink586.xml"/><Relationship Id="rId63" Type="http://schemas.openxmlformats.org/officeDocument/2006/relationships/image" Target="../media/image5120.png"/><Relationship Id="rId84" Type="http://schemas.openxmlformats.org/officeDocument/2006/relationships/customXml" Target="../ink/ink607.xml"/><Relationship Id="rId138" Type="http://schemas.openxmlformats.org/officeDocument/2006/relationships/customXml" Target="../ink/ink634.xml"/><Relationship Id="rId107" Type="http://schemas.openxmlformats.org/officeDocument/2006/relationships/image" Target="../media/image5340.png"/><Relationship Id="rId11" Type="http://schemas.openxmlformats.org/officeDocument/2006/relationships/image" Target="../media/image4860.png"/><Relationship Id="rId32" Type="http://schemas.openxmlformats.org/officeDocument/2006/relationships/customXml" Target="../ink/ink581.xml"/><Relationship Id="rId37" Type="http://schemas.openxmlformats.org/officeDocument/2006/relationships/image" Target="../media/image4990.png"/><Relationship Id="rId53" Type="http://schemas.openxmlformats.org/officeDocument/2006/relationships/image" Target="../media/image5070.png"/><Relationship Id="rId58" Type="http://schemas.openxmlformats.org/officeDocument/2006/relationships/customXml" Target="../ink/ink594.xml"/><Relationship Id="rId74" Type="http://schemas.openxmlformats.org/officeDocument/2006/relationships/customXml" Target="../ink/ink602.xml"/><Relationship Id="rId79" Type="http://schemas.openxmlformats.org/officeDocument/2006/relationships/image" Target="../media/image5200.png"/><Relationship Id="rId102" Type="http://schemas.openxmlformats.org/officeDocument/2006/relationships/customXml" Target="../ink/ink616.xml"/><Relationship Id="rId123" Type="http://schemas.openxmlformats.org/officeDocument/2006/relationships/image" Target="../media/image5420.png"/><Relationship Id="rId128" Type="http://schemas.openxmlformats.org/officeDocument/2006/relationships/customXml" Target="../ink/ink629.xml"/><Relationship Id="rId5" Type="http://schemas.openxmlformats.org/officeDocument/2006/relationships/image" Target="../media/image4840.png"/><Relationship Id="rId90" Type="http://schemas.openxmlformats.org/officeDocument/2006/relationships/customXml" Target="../ink/ink610.xml"/><Relationship Id="rId95" Type="http://schemas.openxmlformats.org/officeDocument/2006/relationships/image" Target="../media/image5280.png"/><Relationship Id="rId22" Type="http://schemas.openxmlformats.org/officeDocument/2006/relationships/customXml" Target="../ink/ink576.xml"/><Relationship Id="rId27" Type="http://schemas.openxmlformats.org/officeDocument/2006/relationships/image" Target="../media/image4940.png"/><Relationship Id="rId43" Type="http://schemas.openxmlformats.org/officeDocument/2006/relationships/image" Target="../media/image5020.png"/><Relationship Id="rId48" Type="http://schemas.openxmlformats.org/officeDocument/2006/relationships/customXml" Target="../ink/ink589.xml"/><Relationship Id="rId64" Type="http://schemas.openxmlformats.org/officeDocument/2006/relationships/customXml" Target="../ink/ink597.xml"/><Relationship Id="rId69" Type="http://schemas.openxmlformats.org/officeDocument/2006/relationships/image" Target="../media/image5150.png"/><Relationship Id="rId113" Type="http://schemas.openxmlformats.org/officeDocument/2006/relationships/image" Target="../media/image5370.png"/><Relationship Id="rId118" Type="http://schemas.openxmlformats.org/officeDocument/2006/relationships/customXml" Target="../ink/ink624.xml"/><Relationship Id="rId134" Type="http://schemas.openxmlformats.org/officeDocument/2006/relationships/customXml" Target="../ink/ink632.xml"/><Relationship Id="rId139" Type="http://schemas.openxmlformats.org/officeDocument/2006/relationships/image" Target="../media/image5500.png"/><Relationship Id="rId80" Type="http://schemas.openxmlformats.org/officeDocument/2006/relationships/customXml" Target="../ink/ink605.xml"/><Relationship Id="rId85" Type="http://schemas.openxmlformats.org/officeDocument/2006/relationships/image" Target="../media/image5230.png"/><Relationship Id="rId12" Type="http://schemas.openxmlformats.org/officeDocument/2006/relationships/customXml" Target="../ink/ink571.xml"/><Relationship Id="rId17" Type="http://schemas.openxmlformats.org/officeDocument/2006/relationships/image" Target="../media/image4890.png"/><Relationship Id="rId33" Type="http://schemas.openxmlformats.org/officeDocument/2006/relationships/image" Target="../media/image4970.png"/><Relationship Id="rId38" Type="http://schemas.openxmlformats.org/officeDocument/2006/relationships/customXml" Target="../ink/ink584.xml"/><Relationship Id="rId59" Type="http://schemas.openxmlformats.org/officeDocument/2006/relationships/image" Target="../media/image5100.png"/><Relationship Id="rId103" Type="http://schemas.openxmlformats.org/officeDocument/2006/relationships/image" Target="../media/image5320.png"/><Relationship Id="rId108" Type="http://schemas.openxmlformats.org/officeDocument/2006/relationships/customXml" Target="../ink/ink619.xml"/><Relationship Id="rId124" Type="http://schemas.openxmlformats.org/officeDocument/2006/relationships/customXml" Target="../ink/ink627.xml"/><Relationship Id="rId129" Type="http://schemas.openxmlformats.org/officeDocument/2006/relationships/image" Target="../media/image5450.png"/><Relationship Id="rId54" Type="http://schemas.openxmlformats.org/officeDocument/2006/relationships/customXml" Target="../ink/ink592.xml"/><Relationship Id="rId70" Type="http://schemas.openxmlformats.org/officeDocument/2006/relationships/customXml" Target="../ink/ink600.xml"/><Relationship Id="rId75" Type="http://schemas.openxmlformats.org/officeDocument/2006/relationships/image" Target="../media/image5180.png"/><Relationship Id="rId91" Type="http://schemas.openxmlformats.org/officeDocument/2006/relationships/image" Target="../media/image5260.png"/><Relationship Id="rId96" Type="http://schemas.openxmlformats.org/officeDocument/2006/relationships/customXml" Target="../ink/ink613.xml"/><Relationship Id="rId140" Type="http://schemas.openxmlformats.org/officeDocument/2006/relationships/customXml" Target="../ink/ink63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68.xml"/><Relationship Id="rId23" Type="http://schemas.openxmlformats.org/officeDocument/2006/relationships/image" Target="../media/image4920.png"/><Relationship Id="rId28" Type="http://schemas.openxmlformats.org/officeDocument/2006/relationships/customXml" Target="../ink/ink579.xml"/><Relationship Id="rId49" Type="http://schemas.openxmlformats.org/officeDocument/2006/relationships/image" Target="../media/image5050.png"/><Relationship Id="rId114" Type="http://schemas.openxmlformats.org/officeDocument/2006/relationships/customXml" Target="../ink/ink622.xml"/><Relationship Id="rId119" Type="http://schemas.openxmlformats.org/officeDocument/2006/relationships/image" Target="../media/image5400.png"/><Relationship Id="rId44" Type="http://schemas.openxmlformats.org/officeDocument/2006/relationships/customXml" Target="../ink/ink587.xml"/><Relationship Id="rId60" Type="http://schemas.openxmlformats.org/officeDocument/2006/relationships/customXml" Target="../ink/ink595.xml"/><Relationship Id="rId65" Type="http://schemas.openxmlformats.org/officeDocument/2006/relationships/image" Target="../media/image5130.png"/><Relationship Id="rId81" Type="http://schemas.openxmlformats.org/officeDocument/2006/relationships/image" Target="../media/image5210.png"/><Relationship Id="rId86" Type="http://schemas.openxmlformats.org/officeDocument/2006/relationships/customXml" Target="../ink/ink608.xml"/><Relationship Id="rId130" Type="http://schemas.openxmlformats.org/officeDocument/2006/relationships/customXml" Target="../ink/ink630.xml"/><Relationship Id="rId135" Type="http://schemas.openxmlformats.org/officeDocument/2006/relationships/image" Target="../media/image5480.png"/><Relationship Id="rId13" Type="http://schemas.openxmlformats.org/officeDocument/2006/relationships/image" Target="../media/image4870.png"/><Relationship Id="rId18" Type="http://schemas.openxmlformats.org/officeDocument/2006/relationships/customXml" Target="../ink/ink574.xml"/><Relationship Id="rId39" Type="http://schemas.openxmlformats.org/officeDocument/2006/relationships/image" Target="../media/image5000.png"/><Relationship Id="rId109" Type="http://schemas.openxmlformats.org/officeDocument/2006/relationships/image" Target="../media/image5350.png"/><Relationship Id="rId34" Type="http://schemas.openxmlformats.org/officeDocument/2006/relationships/customXml" Target="../ink/ink582.xml"/><Relationship Id="rId50" Type="http://schemas.openxmlformats.org/officeDocument/2006/relationships/customXml" Target="../ink/ink590.xml"/><Relationship Id="rId55" Type="http://schemas.openxmlformats.org/officeDocument/2006/relationships/image" Target="../media/image5080.png"/><Relationship Id="rId76" Type="http://schemas.openxmlformats.org/officeDocument/2006/relationships/customXml" Target="../ink/ink603.xml"/><Relationship Id="rId97" Type="http://schemas.openxmlformats.org/officeDocument/2006/relationships/image" Target="../media/image5290.png"/><Relationship Id="rId104" Type="http://schemas.openxmlformats.org/officeDocument/2006/relationships/customXml" Target="../ink/ink617.xml"/><Relationship Id="rId120" Type="http://schemas.openxmlformats.org/officeDocument/2006/relationships/customXml" Target="../ink/ink625.xml"/><Relationship Id="rId125" Type="http://schemas.openxmlformats.org/officeDocument/2006/relationships/image" Target="../media/image5430.png"/><Relationship Id="rId141" Type="http://schemas.openxmlformats.org/officeDocument/2006/relationships/image" Target="../media/image5510.png"/><Relationship Id="rId7" Type="http://schemas.openxmlformats.org/officeDocument/2006/relationships/image" Target="../media/image4850.png"/><Relationship Id="rId71" Type="http://schemas.openxmlformats.org/officeDocument/2006/relationships/image" Target="../media/image5160.png"/><Relationship Id="rId92" Type="http://schemas.openxmlformats.org/officeDocument/2006/relationships/customXml" Target="../ink/ink611.xml"/><Relationship Id="rId2" Type="http://schemas.openxmlformats.org/officeDocument/2006/relationships/notesSlide" Target="../notesSlides/notesSlide14.xml"/><Relationship Id="rId29" Type="http://schemas.openxmlformats.org/officeDocument/2006/relationships/image" Target="../media/image4950.png"/><Relationship Id="rId24" Type="http://schemas.openxmlformats.org/officeDocument/2006/relationships/customXml" Target="../ink/ink577.xml"/><Relationship Id="rId40" Type="http://schemas.openxmlformats.org/officeDocument/2006/relationships/customXml" Target="../ink/ink585.xml"/><Relationship Id="rId45" Type="http://schemas.openxmlformats.org/officeDocument/2006/relationships/image" Target="../media/image5030.png"/><Relationship Id="rId66" Type="http://schemas.openxmlformats.org/officeDocument/2006/relationships/customXml" Target="../ink/ink598.xml"/><Relationship Id="rId87" Type="http://schemas.openxmlformats.org/officeDocument/2006/relationships/image" Target="../media/image5240.png"/><Relationship Id="rId110" Type="http://schemas.openxmlformats.org/officeDocument/2006/relationships/customXml" Target="../ink/ink620.xml"/><Relationship Id="rId115" Type="http://schemas.openxmlformats.org/officeDocument/2006/relationships/image" Target="../media/image5380.png"/><Relationship Id="rId131" Type="http://schemas.openxmlformats.org/officeDocument/2006/relationships/image" Target="../media/image5460.png"/><Relationship Id="rId136" Type="http://schemas.openxmlformats.org/officeDocument/2006/relationships/customXml" Target="../ink/ink633.xml"/><Relationship Id="rId61" Type="http://schemas.openxmlformats.org/officeDocument/2006/relationships/image" Target="../media/image5110.png"/><Relationship Id="rId82" Type="http://schemas.openxmlformats.org/officeDocument/2006/relationships/customXml" Target="../ink/ink606.xml"/><Relationship Id="rId19" Type="http://schemas.openxmlformats.org/officeDocument/2006/relationships/image" Target="../media/image4900.png"/><Relationship Id="rId14" Type="http://schemas.openxmlformats.org/officeDocument/2006/relationships/customXml" Target="../ink/ink572.xml"/><Relationship Id="rId30" Type="http://schemas.openxmlformats.org/officeDocument/2006/relationships/customXml" Target="../ink/ink580.xml"/><Relationship Id="rId35" Type="http://schemas.openxmlformats.org/officeDocument/2006/relationships/image" Target="../media/image4980.png"/><Relationship Id="rId56" Type="http://schemas.openxmlformats.org/officeDocument/2006/relationships/customXml" Target="../ink/ink593.xml"/><Relationship Id="rId77" Type="http://schemas.openxmlformats.org/officeDocument/2006/relationships/image" Target="../media/image5190.png"/><Relationship Id="rId100" Type="http://schemas.openxmlformats.org/officeDocument/2006/relationships/customXml" Target="../ink/ink615.xml"/><Relationship Id="rId105" Type="http://schemas.openxmlformats.org/officeDocument/2006/relationships/image" Target="../media/image5330.png"/><Relationship Id="rId126" Type="http://schemas.openxmlformats.org/officeDocument/2006/relationships/customXml" Target="../ink/ink628.xml"/><Relationship Id="rId8" Type="http://schemas.openxmlformats.org/officeDocument/2006/relationships/customXml" Target="../ink/ink569.xml"/><Relationship Id="rId51" Type="http://schemas.openxmlformats.org/officeDocument/2006/relationships/image" Target="../media/image5060.png"/><Relationship Id="rId72" Type="http://schemas.openxmlformats.org/officeDocument/2006/relationships/customXml" Target="../ink/ink601.xml"/><Relationship Id="rId93" Type="http://schemas.openxmlformats.org/officeDocument/2006/relationships/image" Target="../media/image5270.png"/><Relationship Id="rId98" Type="http://schemas.openxmlformats.org/officeDocument/2006/relationships/customXml" Target="../ink/ink614.xml"/><Relationship Id="rId121" Type="http://schemas.openxmlformats.org/officeDocument/2006/relationships/image" Target="../media/image5410.png"/><Relationship Id="rId142" Type="http://schemas.openxmlformats.org/officeDocument/2006/relationships/customXml" Target="../ink/ink636.xml"/><Relationship Id="rId3" Type="http://schemas.openxmlformats.org/officeDocument/2006/relationships/image" Target="../media/image5.png"/><Relationship Id="rId25" Type="http://schemas.openxmlformats.org/officeDocument/2006/relationships/image" Target="../media/image4930.png"/><Relationship Id="rId46" Type="http://schemas.openxmlformats.org/officeDocument/2006/relationships/customXml" Target="../ink/ink588.xml"/><Relationship Id="rId67" Type="http://schemas.openxmlformats.org/officeDocument/2006/relationships/image" Target="../media/image5140.png"/><Relationship Id="rId116" Type="http://schemas.openxmlformats.org/officeDocument/2006/relationships/customXml" Target="../ink/ink623.xml"/><Relationship Id="rId137" Type="http://schemas.openxmlformats.org/officeDocument/2006/relationships/image" Target="../media/image5490.png"/><Relationship Id="rId20" Type="http://schemas.openxmlformats.org/officeDocument/2006/relationships/customXml" Target="../ink/ink575.xml"/><Relationship Id="rId41" Type="http://schemas.openxmlformats.org/officeDocument/2006/relationships/image" Target="../media/image5010.png"/><Relationship Id="rId62" Type="http://schemas.openxmlformats.org/officeDocument/2006/relationships/customXml" Target="../ink/ink596.xml"/><Relationship Id="rId83" Type="http://schemas.openxmlformats.org/officeDocument/2006/relationships/image" Target="../media/image5220.png"/><Relationship Id="rId88" Type="http://schemas.openxmlformats.org/officeDocument/2006/relationships/customXml" Target="../ink/ink609.xml"/><Relationship Id="rId111" Type="http://schemas.openxmlformats.org/officeDocument/2006/relationships/image" Target="../media/image5360.png"/><Relationship Id="rId132" Type="http://schemas.openxmlformats.org/officeDocument/2006/relationships/customXml" Target="../ink/ink631.xml"/><Relationship Id="rId15" Type="http://schemas.openxmlformats.org/officeDocument/2006/relationships/image" Target="../media/image4880.png"/><Relationship Id="rId36" Type="http://schemas.openxmlformats.org/officeDocument/2006/relationships/customXml" Target="../ink/ink583.xml"/><Relationship Id="rId57" Type="http://schemas.openxmlformats.org/officeDocument/2006/relationships/image" Target="../media/image5090.png"/><Relationship Id="rId106" Type="http://schemas.openxmlformats.org/officeDocument/2006/relationships/customXml" Target="../ink/ink618.xml"/><Relationship Id="rId127" Type="http://schemas.openxmlformats.org/officeDocument/2006/relationships/image" Target="../media/image5440.png"/><Relationship Id="rId10" Type="http://schemas.openxmlformats.org/officeDocument/2006/relationships/customXml" Target="../ink/ink570.xml"/><Relationship Id="rId31" Type="http://schemas.openxmlformats.org/officeDocument/2006/relationships/image" Target="../media/image4960.png"/><Relationship Id="rId52" Type="http://schemas.openxmlformats.org/officeDocument/2006/relationships/customXml" Target="../ink/ink591.xml"/><Relationship Id="rId73" Type="http://schemas.openxmlformats.org/officeDocument/2006/relationships/image" Target="../media/image5170.png"/><Relationship Id="rId78" Type="http://schemas.openxmlformats.org/officeDocument/2006/relationships/customXml" Target="../ink/ink604.xml"/><Relationship Id="rId94" Type="http://schemas.openxmlformats.org/officeDocument/2006/relationships/customXml" Target="../ink/ink612.xml"/><Relationship Id="rId99" Type="http://schemas.openxmlformats.org/officeDocument/2006/relationships/image" Target="../media/image5300.png"/><Relationship Id="rId101" Type="http://schemas.openxmlformats.org/officeDocument/2006/relationships/image" Target="../media/image5310.png"/><Relationship Id="rId122" Type="http://schemas.openxmlformats.org/officeDocument/2006/relationships/customXml" Target="../ink/ink626.xml"/><Relationship Id="rId143" Type="http://schemas.openxmlformats.org/officeDocument/2006/relationships/image" Target="../media/image5520.png"/><Relationship Id="rId4" Type="http://schemas.openxmlformats.org/officeDocument/2006/relationships/customXml" Target="../ink/ink567.xml"/><Relationship Id="rId9" Type="http://schemas.openxmlformats.org/officeDocument/2006/relationships/image" Target="../media/image2620.png"/><Relationship Id="rId26" Type="http://schemas.openxmlformats.org/officeDocument/2006/relationships/customXml" Target="../ink/ink578.xml"/><Relationship Id="rId47" Type="http://schemas.openxmlformats.org/officeDocument/2006/relationships/image" Target="../media/image5040.png"/><Relationship Id="rId68" Type="http://schemas.openxmlformats.org/officeDocument/2006/relationships/customXml" Target="../ink/ink599.xml"/><Relationship Id="rId89" Type="http://schemas.openxmlformats.org/officeDocument/2006/relationships/image" Target="../media/image5250.png"/><Relationship Id="rId112" Type="http://schemas.openxmlformats.org/officeDocument/2006/relationships/customXml" Target="../ink/ink621.xml"/><Relationship Id="rId133" Type="http://schemas.openxmlformats.org/officeDocument/2006/relationships/image" Target="../media/image5470.png"/><Relationship Id="rId16" Type="http://schemas.openxmlformats.org/officeDocument/2006/relationships/customXml" Target="../ink/ink573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90.png"/><Relationship Id="rId299" Type="http://schemas.openxmlformats.org/officeDocument/2006/relationships/image" Target="../media/image721.png"/><Relationship Id="rId21" Type="http://schemas.openxmlformats.org/officeDocument/2006/relationships/image" Target="../media/image5610.png"/><Relationship Id="rId63" Type="http://schemas.openxmlformats.org/officeDocument/2006/relationships/image" Target="../media/image5820.png"/><Relationship Id="rId159" Type="http://schemas.openxmlformats.org/officeDocument/2006/relationships/image" Target="../media/image6300.png"/><Relationship Id="rId324" Type="http://schemas.openxmlformats.org/officeDocument/2006/relationships/customXml" Target="../ink/ink797.xml"/><Relationship Id="rId170" Type="http://schemas.openxmlformats.org/officeDocument/2006/relationships/customXml" Target="../ink/ink720.xml"/><Relationship Id="rId226" Type="http://schemas.openxmlformats.org/officeDocument/2006/relationships/customXml" Target="../ink/ink748.xml"/><Relationship Id="rId268" Type="http://schemas.openxmlformats.org/officeDocument/2006/relationships/customXml" Target="../ink/ink769.xml"/><Relationship Id="rId32" Type="http://schemas.openxmlformats.org/officeDocument/2006/relationships/customXml" Target="../ink/ink651.xml"/><Relationship Id="rId74" Type="http://schemas.openxmlformats.org/officeDocument/2006/relationships/customXml" Target="../ink/ink672.xml"/><Relationship Id="rId128" Type="http://schemas.openxmlformats.org/officeDocument/2006/relationships/customXml" Target="../ink/ink699.xml"/><Relationship Id="rId335" Type="http://schemas.openxmlformats.org/officeDocument/2006/relationships/image" Target="../media/image739.png"/><Relationship Id="rId5" Type="http://schemas.openxmlformats.org/officeDocument/2006/relationships/image" Target="../media/image5530.png"/><Relationship Id="rId181" Type="http://schemas.openxmlformats.org/officeDocument/2006/relationships/image" Target="../media/image662.png"/><Relationship Id="rId237" Type="http://schemas.openxmlformats.org/officeDocument/2006/relationships/image" Target="../media/image690.png"/><Relationship Id="rId279" Type="http://schemas.openxmlformats.org/officeDocument/2006/relationships/image" Target="../media/image711.png"/><Relationship Id="rId43" Type="http://schemas.openxmlformats.org/officeDocument/2006/relationships/image" Target="../media/image5720.png"/><Relationship Id="rId139" Type="http://schemas.openxmlformats.org/officeDocument/2006/relationships/image" Target="../media/image6200.png"/><Relationship Id="rId290" Type="http://schemas.openxmlformats.org/officeDocument/2006/relationships/customXml" Target="../ink/ink780.xml"/><Relationship Id="rId304" Type="http://schemas.openxmlformats.org/officeDocument/2006/relationships/customXml" Target="../ink/ink787.xml"/><Relationship Id="rId85" Type="http://schemas.openxmlformats.org/officeDocument/2006/relationships/image" Target="../media/image5930.png"/><Relationship Id="rId150" Type="http://schemas.openxmlformats.org/officeDocument/2006/relationships/customXml" Target="../ink/ink710.xml"/><Relationship Id="rId192" Type="http://schemas.openxmlformats.org/officeDocument/2006/relationships/customXml" Target="../ink/ink731.xml"/><Relationship Id="rId206" Type="http://schemas.openxmlformats.org/officeDocument/2006/relationships/customXml" Target="../ink/ink738.xml"/><Relationship Id="rId248" Type="http://schemas.openxmlformats.org/officeDocument/2006/relationships/customXml" Target="../ink/ink759.xml"/><Relationship Id="rId12" Type="http://schemas.openxmlformats.org/officeDocument/2006/relationships/customXml" Target="../ink/ink641.xml"/><Relationship Id="rId108" Type="http://schemas.openxmlformats.org/officeDocument/2006/relationships/customXml" Target="../ink/ink689.xml"/><Relationship Id="rId315" Type="http://schemas.openxmlformats.org/officeDocument/2006/relationships/image" Target="../media/image729.png"/><Relationship Id="rId54" Type="http://schemas.openxmlformats.org/officeDocument/2006/relationships/customXml" Target="../ink/ink662.xml"/><Relationship Id="rId96" Type="http://schemas.openxmlformats.org/officeDocument/2006/relationships/customXml" Target="../ink/ink683.xml"/><Relationship Id="rId161" Type="http://schemas.openxmlformats.org/officeDocument/2006/relationships/image" Target="../media/image6310.png"/><Relationship Id="rId217" Type="http://schemas.openxmlformats.org/officeDocument/2006/relationships/image" Target="../media/image680.png"/><Relationship Id="rId259" Type="http://schemas.openxmlformats.org/officeDocument/2006/relationships/image" Target="../media/image701.png"/><Relationship Id="rId23" Type="http://schemas.openxmlformats.org/officeDocument/2006/relationships/image" Target="../media/image5620.png"/><Relationship Id="rId119" Type="http://schemas.openxmlformats.org/officeDocument/2006/relationships/image" Target="../media/image6100.png"/><Relationship Id="rId270" Type="http://schemas.openxmlformats.org/officeDocument/2006/relationships/customXml" Target="../ink/ink770.xml"/><Relationship Id="rId326" Type="http://schemas.openxmlformats.org/officeDocument/2006/relationships/customXml" Target="../ink/ink798.xml"/><Relationship Id="rId65" Type="http://schemas.openxmlformats.org/officeDocument/2006/relationships/image" Target="../media/image5830.png"/><Relationship Id="rId130" Type="http://schemas.openxmlformats.org/officeDocument/2006/relationships/customXml" Target="../ink/ink700.xml"/><Relationship Id="rId172" Type="http://schemas.openxmlformats.org/officeDocument/2006/relationships/customXml" Target="../ink/ink721.xml"/><Relationship Id="rId228" Type="http://schemas.openxmlformats.org/officeDocument/2006/relationships/customXml" Target="../ink/ink749.xml"/><Relationship Id="rId281" Type="http://schemas.openxmlformats.org/officeDocument/2006/relationships/image" Target="../media/image712.png"/><Relationship Id="rId337" Type="http://schemas.openxmlformats.org/officeDocument/2006/relationships/image" Target="../media/image740.png"/><Relationship Id="rId34" Type="http://schemas.openxmlformats.org/officeDocument/2006/relationships/customXml" Target="../ink/ink652.xml"/><Relationship Id="rId76" Type="http://schemas.openxmlformats.org/officeDocument/2006/relationships/customXml" Target="../ink/ink673.xml"/><Relationship Id="rId141" Type="http://schemas.openxmlformats.org/officeDocument/2006/relationships/image" Target="../media/image6210.png"/><Relationship Id="rId7" Type="http://schemas.openxmlformats.org/officeDocument/2006/relationships/image" Target="../media/image5540.png"/><Relationship Id="rId183" Type="http://schemas.openxmlformats.org/officeDocument/2006/relationships/image" Target="../media/image663.png"/><Relationship Id="rId239" Type="http://schemas.openxmlformats.org/officeDocument/2006/relationships/image" Target="../media/image691.png"/><Relationship Id="rId250" Type="http://schemas.openxmlformats.org/officeDocument/2006/relationships/customXml" Target="../ink/ink760.xml"/><Relationship Id="rId292" Type="http://schemas.openxmlformats.org/officeDocument/2006/relationships/customXml" Target="../ink/ink781.xml"/><Relationship Id="rId306" Type="http://schemas.openxmlformats.org/officeDocument/2006/relationships/customXml" Target="../ink/ink788.xml"/><Relationship Id="rId45" Type="http://schemas.openxmlformats.org/officeDocument/2006/relationships/image" Target="../media/image5730.png"/><Relationship Id="rId87" Type="http://schemas.openxmlformats.org/officeDocument/2006/relationships/image" Target="../media/image5940.png"/><Relationship Id="rId110" Type="http://schemas.openxmlformats.org/officeDocument/2006/relationships/customXml" Target="../ink/ink690.xml"/><Relationship Id="rId152" Type="http://schemas.openxmlformats.org/officeDocument/2006/relationships/customXml" Target="../ink/ink711.xml"/><Relationship Id="rId173" Type="http://schemas.openxmlformats.org/officeDocument/2006/relationships/image" Target="../media/image6370.png"/><Relationship Id="rId194" Type="http://schemas.openxmlformats.org/officeDocument/2006/relationships/customXml" Target="../ink/ink732.xml"/><Relationship Id="rId208" Type="http://schemas.openxmlformats.org/officeDocument/2006/relationships/customXml" Target="../ink/ink739.xml"/><Relationship Id="rId229" Type="http://schemas.openxmlformats.org/officeDocument/2006/relationships/image" Target="../media/image686.png"/><Relationship Id="rId240" Type="http://schemas.openxmlformats.org/officeDocument/2006/relationships/customXml" Target="../ink/ink755.xml"/><Relationship Id="rId261" Type="http://schemas.openxmlformats.org/officeDocument/2006/relationships/image" Target="../media/image702.png"/><Relationship Id="rId14" Type="http://schemas.openxmlformats.org/officeDocument/2006/relationships/customXml" Target="../ink/ink642.xml"/><Relationship Id="rId35" Type="http://schemas.openxmlformats.org/officeDocument/2006/relationships/image" Target="../media/image5680.png"/><Relationship Id="rId56" Type="http://schemas.openxmlformats.org/officeDocument/2006/relationships/customXml" Target="../ink/ink663.xml"/><Relationship Id="rId77" Type="http://schemas.openxmlformats.org/officeDocument/2006/relationships/image" Target="../media/image5890.png"/><Relationship Id="rId100" Type="http://schemas.openxmlformats.org/officeDocument/2006/relationships/customXml" Target="../ink/ink685.xml"/><Relationship Id="rId282" Type="http://schemas.openxmlformats.org/officeDocument/2006/relationships/customXml" Target="../ink/ink776.xml"/><Relationship Id="rId317" Type="http://schemas.openxmlformats.org/officeDocument/2006/relationships/image" Target="../media/image730.png"/><Relationship Id="rId338" Type="http://schemas.openxmlformats.org/officeDocument/2006/relationships/customXml" Target="../ink/ink804.xml"/><Relationship Id="rId8" Type="http://schemas.openxmlformats.org/officeDocument/2006/relationships/customXml" Target="../ink/ink639.xml"/><Relationship Id="rId98" Type="http://schemas.openxmlformats.org/officeDocument/2006/relationships/customXml" Target="../ink/ink684.xml"/><Relationship Id="rId121" Type="http://schemas.openxmlformats.org/officeDocument/2006/relationships/image" Target="../media/image6110.png"/><Relationship Id="rId142" Type="http://schemas.openxmlformats.org/officeDocument/2006/relationships/customXml" Target="../ink/ink706.xml"/><Relationship Id="rId163" Type="http://schemas.openxmlformats.org/officeDocument/2006/relationships/image" Target="../media/image6320.png"/><Relationship Id="rId184" Type="http://schemas.openxmlformats.org/officeDocument/2006/relationships/customXml" Target="../ink/ink727.xml"/><Relationship Id="rId219" Type="http://schemas.openxmlformats.org/officeDocument/2006/relationships/image" Target="../media/image681.png"/><Relationship Id="rId230" Type="http://schemas.openxmlformats.org/officeDocument/2006/relationships/customXml" Target="../ink/ink750.xml"/><Relationship Id="rId251" Type="http://schemas.openxmlformats.org/officeDocument/2006/relationships/image" Target="../media/image697.png"/><Relationship Id="rId25" Type="http://schemas.openxmlformats.org/officeDocument/2006/relationships/image" Target="../media/image5630.png"/><Relationship Id="rId46" Type="http://schemas.openxmlformats.org/officeDocument/2006/relationships/customXml" Target="../ink/ink658.xml"/><Relationship Id="rId67" Type="http://schemas.openxmlformats.org/officeDocument/2006/relationships/image" Target="../media/image5840.png"/><Relationship Id="rId272" Type="http://schemas.openxmlformats.org/officeDocument/2006/relationships/customXml" Target="../ink/ink771.xml"/><Relationship Id="rId293" Type="http://schemas.openxmlformats.org/officeDocument/2006/relationships/image" Target="../media/image718.png"/><Relationship Id="rId307" Type="http://schemas.openxmlformats.org/officeDocument/2006/relationships/image" Target="../media/image725.png"/><Relationship Id="rId328" Type="http://schemas.openxmlformats.org/officeDocument/2006/relationships/customXml" Target="../ink/ink799.xml"/><Relationship Id="rId88" Type="http://schemas.openxmlformats.org/officeDocument/2006/relationships/customXml" Target="../ink/ink679.xml"/><Relationship Id="rId111" Type="http://schemas.openxmlformats.org/officeDocument/2006/relationships/image" Target="../media/image6060.png"/><Relationship Id="rId132" Type="http://schemas.openxmlformats.org/officeDocument/2006/relationships/customXml" Target="../ink/ink701.xml"/><Relationship Id="rId153" Type="http://schemas.openxmlformats.org/officeDocument/2006/relationships/image" Target="../media/image6270.png"/><Relationship Id="rId174" Type="http://schemas.openxmlformats.org/officeDocument/2006/relationships/customXml" Target="../ink/ink722.xml"/><Relationship Id="rId195" Type="http://schemas.openxmlformats.org/officeDocument/2006/relationships/image" Target="../media/image669.png"/><Relationship Id="rId209" Type="http://schemas.openxmlformats.org/officeDocument/2006/relationships/image" Target="../media/image676.png"/><Relationship Id="rId220" Type="http://schemas.openxmlformats.org/officeDocument/2006/relationships/customXml" Target="../ink/ink745.xml"/><Relationship Id="rId241" Type="http://schemas.openxmlformats.org/officeDocument/2006/relationships/image" Target="../media/image692.png"/><Relationship Id="rId15" Type="http://schemas.openxmlformats.org/officeDocument/2006/relationships/image" Target="../media/image5580.png"/><Relationship Id="rId36" Type="http://schemas.openxmlformats.org/officeDocument/2006/relationships/customXml" Target="../ink/ink653.xml"/><Relationship Id="rId57" Type="http://schemas.openxmlformats.org/officeDocument/2006/relationships/image" Target="../media/image5790.png"/><Relationship Id="rId262" Type="http://schemas.openxmlformats.org/officeDocument/2006/relationships/customXml" Target="../ink/ink766.xml"/><Relationship Id="rId283" Type="http://schemas.openxmlformats.org/officeDocument/2006/relationships/image" Target="../media/image713.png"/><Relationship Id="rId318" Type="http://schemas.openxmlformats.org/officeDocument/2006/relationships/customXml" Target="../ink/ink794.xml"/><Relationship Id="rId339" Type="http://schemas.openxmlformats.org/officeDocument/2006/relationships/image" Target="../media/image741.png"/><Relationship Id="rId78" Type="http://schemas.openxmlformats.org/officeDocument/2006/relationships/customXml" Target="../ink/ink674.xml"/><Relationship Id="rId99" Type="http://schemas.openxmlformats.org/officeDocument/2006/relationships/image" Target="../media/image6000.png"/><Relationship Id="rId101" Type="http://schemas.openxmlformats.org/officeDocument/2006/relationships/image" Target="../media/image6010.png"/><Relationship Id="rId122" Type="http://schemas.openxmlformats.org/officeDocument/2006/relationships/customXml" Target="../ink/ink696.xml"/><Relationship Id="rId143" Type="http://schemas.openxmlformats.org/officeDocument/2006/relationships/image" Target="../media/image6220.png"/><Relationship Id="rId164" Type="http://schemas.openxmlformats.org/officeDocument/2006/relationships/customXml" Target="../ink/ink717.xml"/><Relationship Id="rId185" Type="http://schemas.openxmlformats.org/officeDocument/2006/relationships/image" Target="../media/image664.png"/><Relationship Id="rId9" Type="http://schemas.openxmlformats.org/officeDocument/2006/relationships/image" Target="../media/image5550.png"/><Relationship Id="rId210" Type="http://schemas.openxmlformats.org/officeDocument/2006/relationships/customXml" Target="../ink/ink740.xml"/><Relationship Id="rId26" Type="http://schemas.openxmlformats.org/officeDocument/2006/relationships/customXml" Target="../ink/ink648.xml"/><Relationship Id="rId231" Type="http://schemas.openxmlformats.org/officeDocument/2006/relationships/image" Target="../media/image687.png"/><Relationship Id="rId252" Type="http://schemas.openxmlformats.org/officeDocument/2006/relationships/customXml" Target="../ink/ink761.xml"/><Relationship Id="rId273" Type="http://schemas.openxmlformats.org/officeDocument/2006/relationships/image" Target="../media/image708.png"/><Relationship Id="rId294" Type="http://schemas.openxmlformats.org/officeDocument/2006/relationships/customXml" Target="../ink/ink782.xml"/><Relationship Id="rId308" Type="http://schemas.openxmlformats.org/officeDocument/2006/relationships/customXml" Target="../ink/ink789.xml"/><Relationship Id="rId329" Type="http://schemas.openxmlformats.org/officeDocument/2006/relationships/image" Target="../media/image736.png"/><Relationship Id="rId47" Type="http://schemas.openxmlformats.org/officeDocument/2006/relationships/image" Target="../media/image5740.png"/><Relationship Id="rId68" Type="http://schemas.openxmlformats.org/officeDocument/2006/relationships/customXml" Target="../ink/ink669.xml"/><Relationship Id="rId89" Type="http://schemas.openxmlformats.org/officeDocument/2006/relationships/image" Target="../media/image5950.png"/><Relationship Id="rId112" Type="http://schemas.openxmlformats.org/officeDocument/2006/relationships/customXml" Target="../ink/ink691.xml"/><Relationship Id="rId133" Type="http://schemas.openxmlformats.org/officeDocument/2006/relationships/image" Target="../media/image6170.png"/><Relationship Id="rId154" Type="http://schemas.openxmlformats.org/officeDocument/2006/relationships/customXml" Target="../ink/ink712.xml"/><Relationship Id="rId175" Type="http://schemas.openxmlformats.org/officeDocument/2006/relationships/image" Target="../media/image659.png"/><Relationship Id="rId196" Type="http://schemas.openxmlformats.org/officeDocument/2006/relationships/customXml" Target="../ink/ink733.xml"/><Relationship Id="rId200" Type="http://schemas.openxmlformats.org/officeDocument/2006/relationships/customXml" Target="../ink/ink735.xml"/><Relationship Id="rId16" Type="http://schemas.openxmlformats.org/officeDocument/2006/relationships/customXml" Target="../ink/ink643.xml"/><Relationship Id="rId221" Type="http://schemas.openxmlformats.org/officeDocument/2006/relationships/image" Target="../media/image682.png"/><Relationship Id="rId242" Type="http://schemas.openxmlformats.org/officeDocument/2006/relationships/customXml" Target="../ink/ink756.xml"/><Relationship Id="rId263" Type="http://schemas.openxmlformats.org/officeDocument/2006/relationships/image" Target="../media/image703.png"/><Relationship Id="rId284" Type="http://schemas.openxmlformats.org/officeDocument/2006/relationships/customXml" Target="../ink/ink777.xml"/><Relationship Id="rId319" Type="http://schemas.openxmlformats.org/officeDocument/2006/relationships/image" Target="../media/image731.png"/><Relationship Id="rId37" Type="http://schemas.openxmlformats.org/officeDocument/2006/relationships/image" Target="../media/image5690.png"/><Relationship Id="rId58" Type="http://schemas.openxmlformats.org/officeDocument/2006/relationships/customXml" Target="../ink/ink664.xml"/><Relationship Id="rId79" Type="http://schemas.openxmlformats.org/officeDocument/2006/relationships/image" Target="../media/image5900.png"/><Relationship Id="rId102" Type="http://schemas.openxmlformats.org/officeDocument/2006/relationships/customXml" Target="../ink/ink686.xml"/><Relationship Id="rId123" Type="http://schemas.openxmlformats.org/officeDocument/2006/relationships/image" Target="../media/image6120.png"/><Relationship Id="rId144" Type="http://schemas.openxmlformats.org/officeDocument/2006/relationships/customXml" Target="../ink/ink707.xml"/><Relationship Id="rId330" Type="http://schemas.openxmlformats.org/officeDocument/2006/relationships/customXml" Target="../ink/ink800.xml"/><Relationship Id="rId90" Type="http://schemas.openxmlformats.org/officeDocument/2006/relationships/customXml" Target="../ink/ink680.xml"/><Relationship Id="rId165" Type="http://schemas.openxmlformats.org/officeDocument/2006/relationships/image" Target="../media/image6330.png"/><Relationship Id="rId186" Type="http://schemas.openxmlformats.org/officeDocument/2006/relationships/customXml" Target="../ink/ink728.xml"/><Relationship Id="rId211" Type="http://schemas.openxmlformats.org/officeDocument/2006/relationships/image" Target="../media/image677.png"/><Relationship Id="rId232" Type="http://schemas.openxmlformats.org/officeDocument/2006/relationships/customXml" Target="../ink/ink751.xml"/><Relationship Id="rId253" Type="http://schemas.openxmlformats.org/officeDocument/2006/relationships/image" Target="../media/image698.png"/><Relationship Id="rId274" Type="http://schemas.openxmlformats.org/officeDocument/2006/relationships/customXml" Target="../ink/ink772.xml"/><Relationship Id="rId295" Type="http://schemas.openxmlformats.org/officeDocument/2006/relationships/image" Target="../media/image719.png"/><Relationship Id="rId309" Type="http://schemas.openxmlformats.org/officeDocument/2006/relationships/image" Target="../media/image726.png"/><Relationship Id="rId27" Type="http://schemas.openxmlformats.org/officeDocument/2006/relationships/image" Target="../media/image5640.png"/><Relationship Id="rId48" Type="http://schemas.openxmlformats.org/officeDocument/2006/relationships/customXml" Target="../ink/ink659.xml"/><Relationship Id="rId69" Type="http://schemas.openxmlformats.org/officeDocument/2006/relationships/image" Target="../media/image5850.png"/><Relationship Id="rId113" Type="http://schemas.openxmlformats.org/officeDocument/2006/relationships/image" Target="../media/image6070.png"/><Relationship Id="rId134" Type="http://schemas.openxmlformats.org/officeDocument/2006/relationships/customXml" Target="../ink/ink702.xml"/><Relationship Id="rId320" Type="http://schemas.openxmlformats.org/officeDocument/2006/relationships/customXml" Target="../ink/ink795.xml"/><Relationship Id="rId80" Type="http://schemas.openxmlformats.org/officeDocument/2006/relationships/customXml" Target="../ink/ink675.xml"/><Relationship Id="rId155" Type="http://schemas.openxmlformats.org/officeDocument/2006/relationships/image" Target="../media/image6280.png"/><Relationship Id="rId176" Type="http://schemas.openxmlformats.org/officeDocument/2006/relationships/customXml" Target="../ink/ink723.xml"/><Relationship Id="rId197" Type="http://schemas.openxmlformats.org/officeDocument/2006/relationships/image" Target="../media/image670.png"/><Relationship Id="rId201" Type="http://schemas.openxmlformats.org/officeDocument/2006/relationships/image" Target="../media/image672.png"/><Relationship Id="rId222" Type="http://schemas.openxmlformats.org/officeDocument/2006/relationships/customXml" Target="../ink/ink746.xml"/><Relationship Id="rId243" Type="http://schemas.openxmlformats.org/officeDocument/2006/relationships/image" Target="../media/image693.png"/><Relationship Id="rId264" Type="http://schemas.openxmlformats.org/officeDocument/2006/relationships/customXml" Target="../ink/ink767.xml"/><Relationship Id="rId285" Type="http://schemas.openxmlformats.org/officeDocument/2006/relationships/image" Target="../media/image714.png"/><Relationship Id="rId17" Type="http://schemas.openxmlformats.org/officeDocument/2006/relationships/image" Target="../media/image5590.png"/><Relationship Id="rId38" Type="http://schemas.openxmlformats.org/officeDocument/2006/relationships/customXml" Target="../ink/ink654.xml"/><Relationship Id="rId59" Type="http://schemas.openxmlformats.org/officeDocument/2006/relationships/image" Target="../media/image5800.png"/><Relationship Id="rId103" Type="http://schemas.openxmlformats.org/officeDocument/2006/relationships/image" Target="../media/image6020.png"/><Relationship Id="rId124" Type="http://schemas.openxmlformats.org/officeDocument/2006/relationships/customXml" Target="../ink/ink697.xml"/><Relationship Id="rId310" Type="http://schemas.openxmlformats.org/officeDocument/2006/relationships/customXml" Target="../ink/ink790.xml"/><Relationship Id="rId70" Type="http://schemas.openxmlformats.org/officeDocument/2006/relationships/customXml" Target="../ink/ink670.xml"/><Relationship Id="rId91" Type="http://schemas.openxmlformats.org/officeDocument/2006/relationships/image" Target="../media/image5960.png"/><Relationship Id="rId145" Type="http://schemas.openxmlformats.org/officeDocument/2006/relationships/image" Target="../media/image6230.png"/><Relationship Id="rId166" Type="http://schemas.openxmlformats.org/officeDocument/2006/relationships/customXml" Target="../ink/ink718.xml"/><Relationship Id="rId187" Type="http://schemas.openxmlformats.org/officeDocument/2006/relationships/image" Target="../media/image665.png"/><Relationship Id="rId331" Type="http://schemas.openxmlformats.org/officeDocument/2006/relationships/image" Target="../media/image73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41.xml"/><Relationship Id="rId233" Type="http://schemas.openxmlformats.org/officeDocument/2006/relationships/image" Target="../media/image688.png"/><Relationship Id="rId254" Type="http://schemas.openxmlformats.org/officeDocument/2006/relationships/customXml" Target="../ink/ink762.xml"/><Relationship Id="rId28" Type="http://schemas.openxmlformats.org/officeDocument/2006/relationships/customXml" Target="../ink/ink649.xml"/><Relationship Id="rId49" Type="http://schemas.openxmlformats.org/officeDocument/2006/relationships/image" Target="../media/image5750.png"/><Relationship Id="rId114" Type="http://schemas.openxmlformats.org/officeDocument/2006/relationships/customXml" Target="../ink/ink692.xml"/><Relationship Id="rId275" Type="http://schemas.openxmlformats.org/officeDocument/2006/relationships/image" Target="../media/image709.png"/><Relationship Id="rId296" Type="http://schemas.openxmlformats.org/officeDocument/2006/relationships/customXml" Target="../ink/ink783.xml"/><Relationship Id="rId300" Type="http://schemas.openxmlformats.org/officeDocument/2006/relationships/customXml" Target="../ink/ink785.xml"/><Relationship Id="rId60" Type="http://schemas.openxmlformats.org/officeDocument/2006/relationships/customXml" Target="../ink/ink665.xml"/><Relationship Id="rId81" Type="http://schemas.openxmlformats.org/officeDocument/2006/relationships/image" Target="../media/image5910.png"/><Relationship Id="rId135" Type="http://schemas.openxmlformats.org/officeDocument/2006/relationships/image" Target="../media/image6180.png"/><Relationship Id="rId156" Type="http://schemas.openxmlformats.org/officeDocument/2006/relationships/customXml" Target="../ink/ink713.xml"/><Relationship Id="rId177" Type="http://schemas.openxmlformats.org/officeDocument/2006/relationships/image" Target="../media/image660.png"/><Relationship Id="rId198" Type="http://schemas.openxmlformats.org/officeDocument/2006/relationships/customXml" Target="../ink/ink734.xml"/><Relationship Id="rId321" Type="http://schemas.openxmlformats.org/officeDocument/2006/relationships/image" Target="../media/image732.png"/><Relationship Id="rId202" Type="http://schemas.openxmlformats.org/officeDocument/2006/relationships/customXml" Target="../ink/ink736.xml"/><Relationship Id="rId223" Type="http://schemas.openxmlformats.org/officeDocument/2006/relationships/image" Target="../media/image683.png"/><Relationship Id="rId244" Type="http://schemas.openxmlformats.org/officeDocument/2006/relationships/customXml" Target="../ink/ink757.xml"/><Relationship Id="rId18" Type="http://schemas.openxmlformats.org/officeDocument/2006/relationships/customXml" Target="../ink/ink644.xml"/><Relationship Id="rId39" Type="http://schemas.openxmlformats.org/officeDocument/2006/relationships/image" Target="../media/image5700.png"/><Relationship Id="rId265" Type="http://schemas.openxmlformats.org/officeDocument/2006/relationships/image" Target="../media/image704.png"/><Relationship Id="rId286" Type="http://schemas.openxmlformats.org/officeDocument/2006/relationships/customXml" Target="../ink/ink778.xml"/><Relationship Id="rId50" Type="http://schemas.openxmlformats.org/officeDocument/2006/relationships/customXml" Target="../ink/ink660.xml"/><Relationship Id="rId104" Type="http://schemas.openxmlformats.org/officeDocument/2006/relationships/customXml" Target="../ink/ink687.xml"/><Relationship Id="rId125" Type="http://schemas.openxmlformats.org/officeDocument/2006/relationships/image" Target="../media/image6130.png"/><Relationship Id="rId146" Type="http://schemas.openxmlformats.org/officeDocument/2006/relationships/customXml" Target="../ink/ink708.xml"/><Relationship Id="rId167" Type="http://schemas.openxmlformats.org/officeDocument/2006/relationships/image" Target="../media/image6340.png"/><Relationship Id="rId188" Type="http://schemas.openxmlformats.org/officeDocument/2006/relationships/customXml" Target="../ink/ink729.xml"/><Relationship Id="rId311" Type="http://schemas.openxmlformats.org/officeDocument/2006/relationships/image" Target="../media/image727.png"/><Relationship Id="rId332" Type="http://schemas.openxmlformats.org/officeDocument/2006/relationships/customXml" Target="../ink/ink801.xml"/><Relationship Id="rId71" Type="http://schemas.openxmlformats.org/officeDocument/2006/relationships/image" Target="../media/image5860.png"/><Relationship Id="rId92" Type="http://schemas.openxmlformats.org/officeDocument/2006/relationships/customXml" Target="../ink/ink681.xml"/><Relationship Id="rId213" Type="http://schemas.openxmlformats.org/officeDocument/2006/relationships/image" Target="../media/image678.png"/><Relationship Id="rId234" Type="http://schemas.openxmlformats.org/officeDocument/2006/relationships/customXml" Target="../ink/ink752.xml"/><Relationship Id="rId2" Type="http://schemas.openxmlformats.org/officeDocument/2006/relationships/notesSlide" Target="../notesSlides/notesSlide15.xml"/><Relationship Id="rId29" Type="http://schemas.openxmlformats.org/officeDocument/2006/relationships/image" Target="../media/image5650.png"/><Relationship Id="rId255" Type="http://schemas.openxmlformats.org/officeDocument/2006/relationships/image" Target="../media/image699.png"/><Relationship Id="rId276" Type="http://schemas.openxmlformats.org/officeDocument/2006/relationships/customXml" Target="../ink/ink773.xml"/><Relationship Id="rId297" Type="http://schemas.openxmlformats.org/officeDocument/2006/relationships/image" Target="../media/image720.png"/><Relationship Id="rId40" Type="http://schemas.openxmlformats.org/officeDocument/2006/relationships/customXml" Target="../ink/ink655.xml"/><Relationship Id="rId115" Type="http://schemas.openxmlformats.org/officeDocument/2006/relationships/image" Target="../media/image6080.png"/><Relationship Id="rId136" Type="http://schemas.openxmlformats.org/officeDocument/2006/relationships/customXml" Target="../ink/ink703.xml"/><Relationship Id="rId157" Type="http://schemas.openxmlformats.org/officeDocument/2006/relationships/image" Target="../media/image6290.png"/><Relationship Id="rId178" Type="http://schemas.openxmlformats.org/officeDocument/2006/relationships/customXml" Target="../ink/ink724.xml"/><Relationship Id="rId301" Type="http://schemas.openxmlformats.org/officeDocument/2006/relationships/image" Target="../media/image722.png"/><Relationship Id="rId322" Type="http://schemas.openxmlformats.org/officeDocument/2006/relationships/customXml" Target="../ink/ink796.xml"/><Relationship Id="rId61" Type="http://schemas.openxmlformats.org/officeDocument/2006/relationships/image" Target="../media/image5810.png"/><Relationship Id="rId82" Type="http://schemas.openxmlformats.org/officeDocument/2006/relationships/customXml" Target="../ink/ink676.xml"/><Relationship Id="rId199" Type="http://schemas.openxmlformats.org/officeDocument/2006/relationships/image" Target="../media/image671.png"/><Relationship Id="rId203" Type="http://schemas.openxmlformats.org/officeDocument/2006/relationships/image" Target="../media/image673.png"/><Relationship Id="rId19" Type="http://schemas.openxmlformats.org/officeDocument/2006/relationships/image" Target="../media/image5600.png"/><Relationship Id="rId224" Type="http://schemas.openxmlformats.org/officeDocument/2006/relationships/customXml" Target="../ink/ink747.xml"/><Relationship Id="rId245" Type="http://schemas.openxmlformats.org/officeDocument/2006/relationships/image" Target="../media/image694.png"/><Relationship Id="rId266" Type="http://schemas.openxmlformats.org/officeDocument/2006/relationships/customXml" Target="../ink/ink768.xml"/><Relationship Id="rId287" Type="http://schemas.openxmlformats.org/officeDocument/2006/relationships/image" Target="../media/image715.png"/><Relationship Id="rId30" Type="http://schemas.openxmlformats.org/officeDocument/2006/relationships/customXml" Target="../ink/ink650.xml"/><Relationship Id="rId105" Type="http://schemas.openxmlformats.org/officeDocument/2006/relationships/image" Target="../media/image6030.png"/><Relationship Id="rId126" Type="http://schemas.openxmlformats.org/officeDocument/2006/relationships/customXml" Target="../ink/ink698.xml"/><Relationship Id="rId147" Type="http://schemas.openxmlformats.org/officeDocument/2006/relationships/image" Target="../media/image6240.png"/><Relationship Id="rId168" Type="http://schemas.openxmlformats.org/officeDocument/2006/relationships/customXml" Target="../ink/ink719.xml"/><Relationship Id="rId312" Type="http://schemas.openxmlformats.org/officeDocument/2006/relationships/customXml" Target="../ink/ink791.xml"/><Relationship Id="rId333" Type="http://schemas.openxmlformats.org/officeDocument/2006/relationships/image" Target="../media/image738.png"/><Relationship Id="rId51" Type="http://schemas.openxmlformats.org/officeDocument/2006/relationships/image" Target="../media/image5760.png"/><Relationship Id="rId72" Type="http://schemas.openxmlformats.org/officeDocument/2006/relationships/customXml" Target="../ink/ink671.xml"/><Relationship Id="rId93" Type="http://schemas.openxmlformats.org/officeDocument/2006/relationships/image" Target="../media/image5970.png"/><Relationship Id="rId189" Type="http://schemas.openxmlformats.org/officeDocument/2006/relationships/image" Target="../media/image666.png"/><Relationship Id="rId3" Type="http://schemas.openxmlformats.org/officeDocument/2006/relationships/image" Target="../media/image5.png"/><Relationship Id="rId214" Type="http://schemas.openxmlformats.org/officeDocument/2006/relationships/customXml" Target="../ink/ink742.xml"/><Relationship Id="rId235" Type="http://schemas.openxmlformats.org/officeDocument/2006/relationships/image" Target="../media/image689.png"/><Relationship Id="rId256" Type="http://schemas.openxmlformats.org/officeDocument/2006/relationships/customXml" Target="../ink/ink763.xml"/><Relationship Id="rId277" Type="http://schemas.openxmlformats.org/officeDocument/2006/relationships/image" Target="../media/image710.png"/><Relationship Id="rId298" Type="http://schemas.openxmlformats.org/officeDocument/2006/relationships/customXml" Target="../ink/ink784.xml"/><Relationship Id="rId116" Type="http://schemas.openxmlformats.org/officeDocument/2006/relationships/customXml" Target="../ink/ink693.xml"/><Relationship Id="rId137" Type="http://schemas.openxmlformats.org/officeDocument/2006/relationships/image" Target="../media/image6190.png"/><Relationship Id="rId158" Type="http://schemas.openxmlformats.org/officeDocument/2006/relationships/customXml" Target="../ink/ink714.xml"/><Relationship Id="rId302" Type="http://schemas.openxmlformats.org/officeDocument/2006/relationships/customXml" Target="../ink/ink786.xml"/><Relationship Id="rId323" Type="http://schemas.openxmlformats.org/officeDocument/2006/relationships/image" Target="../media/image733.png"/><Relationship Id="rId20" Type="http://schemas.openxmlformats.org/officeDocument/2006/relationships/customXml" Target="../ink/ink645.xml"/><Relationship Id="rId41" Type="http://schemas.openxmlformats.org/officeDocument/2006/relationships/image" Target="../media/image5710.png"/><Relationship Id="rId62" Type="http://schemas.openxmlformats.org/officeDocument/2006/relationships/customXml" Target="../ink/ink666.xml"/><Relationship Id="rId83" Type="http://schemas.openxmlformats.org/officeDocument/2006/relationships/image" Target="../media/image5920.png"/><Relationship Id="rId179" Type="http://schemas.openxmlformats.org/officeDocument/2006/relationships/image" Target="../media/image661.png"/><Relationship Id="rId190" Type="http://schemas.openxmlformats.org/officeDocument/2006/relationships/customXml" Target="../ink/ink730.xml"/><Relationship Id="rId204" Type="http://schemas.openxmlformats.org/officeDocument/2006/relationships/customXml" Target="../ink/ink737.xml"/><Relationship Id="rId225" Type="http://schemas.openxmlformats.org/officeDocument/2006/relationships/image" Target="../media/image684.png"/><Relationship Id="rId246" Type="http://schemas.openxmlformats.org/officeDocument/2006/relationships/customXml" Target="../ink/ink758.xml"/><Relationship Id="rId267" Type="http://schemas.openxmlformats.org/officeDocument/2006/relationships/image" Target="../media/image705.png"/><Relationship Id="rId288" Type="http://schemas.openxmlformats.org/officeDocument/2006/relationships/customXml" Target="../ink/ink779.xml"/><Relationship Id="rId106" Type="http://schemas.openxmlformats.org/officeDocument/2006/relationships/customXml" Target="../ink/ink688.xml"/><Relationship Id="rId127" Type="http://schemas.openxmlformats.org/officeDocument/2006/relationships/image" Target="../media/image6140.png"/><Relationship Id="rId313" Type="http://schemas.openxmlformats.org/officeDocument/2006/relationships/image" Target="../media/image728.png"/><Relationship Id="rId10" Type="http://schemas.openxmlformats.org/officeDocument/2006/relationships/customXml" Target="../ink/ink640.xml"/><Relationship Id="rId31" Type="http://schemas.openxmlformats.org/officeDocument/2006/relationships/image" Target="../media/image5660.png"/><Relationship Id="rId52" Type="http://schemas.openxmlformats.org/officeDocument/2006/relationships/customXml" Target="../ink/ink661.xml"/><Relationship Id="rId73" Type="http://schemas.openxmlformats.org/officeDocument/2006/relationships/image" Target="../media/image5870.png"/><Relationship Id="rId94" Type="http://schemas.openxmlformats.org/officeDocument/2006/relationships/customXml" Target="../ink/ink682.xml"/><Relationship Id="rId148" Type="http://schemas.openxmlformats.org/officeDocument/2006/relationships/customXml" Target="../ink/ink709.xml"/><Relationship Id="rId169" Type="http://schemas.openxmlformats.org/officeDocument/2006/relationships/image" Target="../media/image6350.png"/><Relationship Id="rId334" Type="http://schemas.openxmlformats.org/officeDocument/2006/relationships/customXml" Target="../ink/ink802.xml"/><Relationship Id="rId4" Type="http://schemas.openxmlformats.org/officeDocument/2006/relationships/customXml" Target="../ink/ink637.xml"/><Relationship Id="rId180" Type="http://schemas.openxmlformats.org/officeDocument/2006/relationships/customXml" Target="../ink/ink725.xml"/><Relationship Id="rId215" Type="http://schemas.openxmlformats.org/officeDocument/2006/relationships/image" Target="../media/image679.png"/><Relationship Id="rId236" Type="http://schemas.openxmlformats.org/officeDocument/2006/relationships/customXml" Target="../ink/ink753.xml"/><Relationship Id="rId257" Type="http://schemas.openxmlformats.org/officeDocument/2006/relationships/image" Target="../media/image700.png"/><Relationship Id="rId278" Type="http://schemas.openxmlformats.org/officeDocument/2006/relationships/customXml" Target="../ink/ink774.xml"/><Relationship Id="rId303" Type="http://schemas.openxmlformats.org/officeDocument/2006/relationships/image" Target="../media/image723.png"/><Relationship Id="rId42" Type="http://schemas.openxmlformats.org/officeDocument/2006/relationships/customXml" Target="../ink/ink656.xml"/><Relationship Id="rId84" Type="http://schemas.openxmlformats.org/officeDocument/2006/relationships/customXml" Target="../ink/ink677.xml"/><Relationship Id="rId138" Type="http://schemas.openxmlformats.org/officeDocument/2006/relationships/customXml" Target="../ink/ink704.xml"/><Relationship Id="rId191" Type="http://schemas.openxmlformats.org/officeDocument/2006/relationships/image" Target="../media/image667.png"/><Relationship Id="rId205" Type="http://schemas.openxmlformats.org/officeDocument/2006/relationships/image" Target="../media/image674.png"/><Relationship Id="rId247" Type="http://schemas.openxmlformats.org/officeDocument/2006/relationships/image" Target="../media/image695.png"/><Relationship Id="rId107" Type="http://schemas.openxmlformats.org/officeDocument/2006/relationships/image" Target="../media/image6040.png"/><Relationship Id="rId289" Type="http://schemas.openxmlformats.org/officeDocument/2006/relationships/image" Target="../media/image716.png"/><Relationship Id="rId11" Type="http://schemas.openxmlformats.org/officeDocument/2006/relationships/image" Target="../media/image5560.png"/><Relationship Id="rId53" Type="http://schemas.openxmlformats.org/officeDocument/2006/relationships/image" Target="../media/image5770.png"/><Relationship Id="rId149" Type="http://schemas.openxmlformats.org/officeDocument/2006/relationships/image" Target="../media/image6250.png"/><Relationship Id="rId314" Type="http://schemas.openxmlformats.org/officeDocument/2006/relationships/customXml" Target="../ink/ink792.xml"/><Relationship Id="rId95" Type="http://schemas.openxmlformats.org/officeDocument/2006/relationships/image" Target="../media/image5980.png"/><Relationship Id="rId160" Type="http://schemas.openxmlformats.org/officeDocument/2006/relationships/customXml" Target="../ink/ink715.xml"/><Relationship Id="rId216" Type="http://schemas.openxmlformats.org/officeDocument/2006/relationships/customXml" Target="../ink/ink743.xml"/><Relationship Id="rId258" Type="http://schemas.openxmlformats.org/officeDocument/2006/relationships/customXml" Target="../ink/ink764.xml"/><Relationship Id="rId22" Type="http://schemas.openxmlformats.org/officeDocument/2006/relationships/customXml" Target="../ink/ink646.xml"/><Relationship Id="rId64" Type="http://schemas.openxmlformats.org/officeDocument/2006/relationships/customXml" Target="../ink/ink667.xml"/><Relationship Id="rId118" Type="http://schemas.openxmlformats.org/officeDocument/2006/relationships/customXml" Target="../ink/ink694.xml"/><Relationship Id="rId325" Type="http://schemas.openxmlformats.org/officeDocument/2006/relationships/image" Target="../media/image734.png"/><Relationship Id="rId171" Type="http://schemas.openxmlformats.org/officeDocument/2006/relationships/image" Target="../media/image6360.png"/><Relationship Id="rId227" Type="http://schemas.openxmlformats.org/officeDocument/2006/relationships/image" Target="../media/image685.png"/><Relationship Id="rId269" Type="http://schemas.openxmlformats.org/officeDocument/2006/relationships/image" Target="../media/image706.png"/><Relationship Id="rId33" Type="http://schemas.openxmlformats.org/officeDocument/2006/relationships/image" Target="../media/image5670.png"/><Relationship Id="rId129" Type="http://schemas.openxmlformats.org/officeDocument/2006/relationships/image" Target="../media/image6150.png"/><Relationship Id="rId280" Type="http://schemas.openxmlformats.org/officeDocument/2006/relationships/customXml" Target="../ink/ink775.xml"/><Relationship Id="rId336" Type="http://schemas.openxmlformats.org/officeDocument/2006/relationships/customXml" Target="../ink/ink803.xml"/><Relationship Id="rId75" Type="http://schemas.openxmlformats.org/officeDocument/2006/relationships/image" Target="../media/image5880.png"/><Relationship Id="rId140" Type="http://schemas.openxmlformats.org/officeDocument/2006/relationships/customXml" Target="../ink/ink705.xml"/><Relationship Id="rId182" Type="http://schemas.openxmlformats.org/officeDocument/2006/relationships/customXml" Target="../ink/ink726.xml"/><Relationship Id="rId6" Type="http://schemas.openxmlformats.org/officeDocument/2006/relationships/customXml" Target="../ink/ink638.xml"/><Relationship Id="rId238" Type="http://schemas.openxmlformats.org/officeDocument/2006/relationships/customXml" Target="../ink/ink754.xml"/><Relationship Id="rId291" Type="http://schemas.openxmlformats.org/officeDocument/2006/relationships/image" Target="../media/image717.png"/><Relationship Id="rId305" Type="http://schemas.openxmlformats.org/officeDocument/2006/relationships/image" Target="../media/image724.png"/><Relationship Id="rId44" Type="http://schemas.openxmlformats.org/officeDocument/2006/relationships/customXml" Target="../ink/ink657.xml"/><Relationship Id="rId86" Type="http://schemas.openxmlformats.org/officeDocument/2006/relationships/customXml" Target="../ink/ink678.xml"/><Relationship Id="rId151" Type="http://schemas.openxmlformats.org/officeDocument/2006/relationships/image" Target="../media/image6260.png"/><Relationship Id="rId193" Type="http://schemas.openxmlformats.org/officeDocument/2006/relationships/image" Target="../media/image668.png"/><Relationship Id="rId207" Type="http://schemas.openxmlformats.org/officeDocument/2006/relationships/image" Target="../media/image675.png"/><Relationship Id="rId249" Type="http://schemas.openxmlformats.org/officeDocument/2006/relationships/image" Target="../media/image696.png"/><Relationship Id="rId13" Type="http://schemas.openxmlformats.org/officeDocument/2006/relationships/image" Target="../media/image5570.png"/><Relationship Id="rId109" Type="http://schemas.openxmlformats.org/officeDocument/2006/relationships/image" Target="../media/image6050.png"/><Relationship Id="rId260" Type="http://schemas.openxmlformats.org/officeDocument/2006/relationships/customXml" Target="../ink/ink765.xml"/><Relationship Id="rId316" Type="http://schemas.openxmlformats.org/officeDocument/2006/relationships/customXml" Target="../ink/ink793.xml"/><Relationship Id="rId55" Type="http://schemas.openxmlformats.org/officeDocument/2006/relationships/image" Target="../media/image5780.png"/><Relationship Id="rId97" Type="http://schemas.openxmlformats.org/officeDocument/2006/relationships/image" Target="../media/image5990.png"/><Relationship Id="rId120" Type="http://schemas.openxmlformats.org/officeDocument/2006/relationships/customXml" Target="../ink/ink695.xml"/><Relationship Id="rId162" Type="http://schemas.openxmlformats.org/officeDocument/2006/relationships/customXml" Target="../ink/ink716.xml"/><Relationship Id="rId218" Type="http://schemas.openxmlformats.org/officeDocument/2006/relationships/customXml" Target="../ink/ink744.xml"/><Relationship Id="rId271" Type="http://schemas.openxmlformats.org/officeDocument/2006/relationships/image" Target="../media/image707.png"/><Relationship Id="rId24" Type="http://schemas.openxmlformats.org/officeDocument/2006/relationships/customXml" Target="../ink/ink647.xml"/><Relationship Id="rId66" Type="http://schemas.openxmlformats.org/officeDocument/2006/relationships/customXml" Target="../ink/ink668.xml"/><Relationship Id="rId131" Type="http://schemas.openxmlformats.org/officeDocument/2006/relationships/image" Target="../media/image6160.png"/><Relationship Id="rId327" Type="http://schemas.openxmlformats.org/officeDocument/2006/relationships/image" Target="../media/image7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Hydraulic Diagram and Calculations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5486400" cy="4114800"/>
          </a:xfrm>
        </p:spPr>
        <p:txBody>
          <a:bodyPr/>
          <a:lstStyle/>
          <a:p>
            <a:r>
              <a:rPr lang="en-US" dirty="0"/>
              <a:t>1. Label the Diagram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CA2FB5B-570E-D181-A4B1-1DCB61C089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538" r="14538"/>
          <a:stretch/>
        </p:blipFill>
        <p:spPr>
          <a:xfrm>
            <a:off x="7183438" y="1168400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49DE2D8-6A2D-A73A-1129-FF7DADD4DA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421"/>
          <a:stretch>
            <a:fillRect/>
          </a:stretch>
        </p:blipFill>
        <p:spPr>
          <a:xfrm>
            <a:off x="968928" y="46299"/>
            <a:ext cx="7096326" cy="640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6CA0C-3A06-AC94-0A2E-F8E964BFD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8D6AB-8593-4634-C584-4C8F3C656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77553"/>
            <a:ext cx="6245912" cy="3269447"/>
          </a:xfrm>
        </p:spPr>
        <p:txBody>
          <a:bodyPr/>
          <a:lstStyle/>
          <a:p>
            <a:r>
              <a:rPr lang="en-US" dirty="0"/>
              <a:t>2. Draw the Diagram</a:t>
            </a:r>
          </a:p>
        </p:txBody>
      </p:sp>
    </p:spTree>
    <p:extLst>
      <p:ext uri="{BB962C8B-B14F-4D97-AF65-F5344CB8AC3E}">
        <p14:creationId xmlns:p14="http://schemas.microsoft.com/office/powerpoint/2010/main" val="2617487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E194F-F773-2693-AA4B-A02A0330A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135851-E5C0-7183-FE0A-4627F89AA0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61" r="10517"/>
          <a:stretch>
            <a:fillRect/>
          </a:stretch>
        </p:blipFill>
        <p:spPr>
          <a:xfrm>
            <a:off x="978060" y="0"/>
            <a:ext cx="6974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0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/>
          <a:lstStyle/>
          <a:p>
            <a:r>
              <a:rPr lang="en-US" dirty="0"/>
              <a:t>3. Calculations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ECBBDA4-D2C1-0F46-BA36-5967266F87A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307" r="14307"/>
          <a:stretch/>
        </p:blipFill>
        <p:spPr>
          <a:xfrm>
            <a:off x="904238" y="1157224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A6A87F-6EC5-88ED-ABCB-ADB1CA2F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7"/>
            <a:ext cx="9601200" cy="968856"/>
          </a:xfrm>
        </p:spPr>
        <p:txBody>
          <a:bodyPr/>
          <a:lstStyle/>
          <a:p>
            <a:r>
              <a:rPr lang="en-GB" sz="3600" dirty="0"/>
              <a:t>1 Convert syringe volumes to dimensions</a:t>
            </a:r>
            <a:endParaRPr lang="en-AE" sz="3600" dirty="0"/>
          </a:p>
        </p:txBody>
      </p:sp>
      <p:pic>
        <p:nvPicPr>
          <p:cNvPr id="1026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6DD91E15-B20E-2F33-C5BE-1C2F6CCB54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919FDA9-FB65-8430-6893-4E3227889311}"/>
                  </a:ext>
                </a:extLst>
              </p14:cNvPr>
              <p14:cNvContentPartPr/>
              <p14:nvPr/>
            </p14:nvContentPartPr>
            <p14:xfrm>
              <a:off x="3094754" y="3798000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919FDA9-FB65-8430-6893-4E32278893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86114" y="37893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40C2D0E-03A8-56FD-F49E-C6B9B80AA147}"/>
                  </a:ext>
                </a:extLst>
              </p14:cNvPr>
              <p14:cNvContentPartPr/>
              <p14:nvPr/>
            </p14:nvContentPartPr>
            <p14:xfrm>
              <a:off x="1081080" y="2087080"/>
              <a:ext cx="143640" cy="2217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40C2D0E-03A8-56FD-F49E-C6B9B80AA1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3440" y="2069080"/>
                <a:ext cx="1792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9E7C512-FFD8-A7A3-93BB-45AC7B63023A}"/>
                  </a:ext>
                </a:extLst>
              </p14:cNvPr>
              <p14:cNvContentPartPr/>
              <p14:nvPr/>
            </p14:nvContentPartPr>
            <p14:xfrm>
              <a:off x="1361520" y="2174200"/>
              <a:ext cx="117360" cy="54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9E7C512-FFD8-A7A3-93BB-45AC7B6302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3520" y="2156200"/>
                <a:ext cx="1530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8C3EC4F-9E7A-6662-EDC6-DB6F02843E75}"/>
                  </a:ext>
                </a:extLst>
              </p14:cNvPr>
              <p14:cNvContentPartPr/>
              <p14:nvPr/>
            </p14:nvContentPartPr>
            <p14:xfrm>
              <a:off x="1371600" y="2260240"/>
              <a:ext cx="127440" cy="108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8C3EC4F-9E7A-6662-EDC6-DB6F02843E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53600" y="2242600"/>
                <a:ext cx="1630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39DD0D7-0CA9-C385-4B1B-533BF3BD748C}"/>
                  </a:ext>
                </a:extLst>
              </p14:cNvPr>
              <p14:cNvContentPartPr/>
              <p14:nvPr/>
            </p14:nvContentPartPr>
            <p14:xfrm>
              <a:off x="1752480" y="2021920"/>
              <a:ext cx="280080" cy="330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39DD0D7-0CA9-C385-4B1B-533BF3BD748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34840" y="2003920"/>
                <a:ext cx="315720" cy="36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97E6B976-9724-E427-B940-2A65A3DBB5FC}"/>
              </a:ext>
            </a:extLst>
          </p:cNvPr>
          <p:cNvGrpSpPr/>
          <p:nvPr/>
        </p:nvGrpSpPr>
        <p:grpSpPr>
          <a:xfrm>
            <a:off x="2311200" y="2133520"/>
            <a:ext cx="163800" cy="131760"/>
            <a:chOff x="2311200" y="2133520"/>
            <a:chExt cx="163800" cy="13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FAA957-DED5-14B8-CF61-D1872AFBE741}"/>
                    </a:ext>
                  </a:extLst>
                </p14:cNvPr>
                <p14:cNvContentPartPr/>
                <p14:nvPr/>
              </p14:nvContentPartPr>
              <p14:xfrm>
                <a:off x="2311200" y="2148640"/>
                <a:ext cx="163800" cy="116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FAA957-DED5-14B8-CF61-D1872AFBE7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93560" y="2130640"/>
                  <a:ext cx="1994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83B04A-65FE-2232-B74C-835F803267BA}"/>
                    </a:ext>
                  </a:extLst>
                </p14:cNvPr>
                <p14:cNvContentPartPr/>
                <p14:nvPr/>
              </p14:nvContentPartPr>
              <p14:xfrm>
                <a:off x="2331360" y="2133520"/>
                <a:ext cx="101880" cy="130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83B04A-65FE-2232-B74C-835F803267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13720" y="2115520"/>
                  <a:ext cx="13752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C83F4B8-60F7-3BE6-5DE3-E88ACC2F9615}"/>
                  </a:ext>
                </a:extLst>
              </p14:cNvPr>
              <p14:cNvContentPartPr/>
              <p14:nvPr/>
            </p14:nvContentPartPr>
            <p14:xfrm>
              <a:off x="2712600" y="2017240"/>
              <a:ext cx="243720" cy="304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C83F4B8-60F7-3BE6-5DE3-E88ACC2F961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94960" y="1999600"/>
                <a:ext cx="279360" cy="33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098591BB-059C-7633-6CB0-5DDB6B15640C}"/>
              </a:ext>
            </a:extLst>
          </p:cNvPr>
          <p:cNvGrpSpPr/>
          <p:nvPr/>
        </p:nvGrpSpPr>
        <p:grpSpPr>
          <a:xfrm>
            <a:off x="1082160" y="2570920"/>
            <a:ext cx="768240" cy="255960"/>
            <a:chOff x="1082160" y="2570920"/>
            <a:chExt cx="768240" cy="25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D635EDB-D708-6A39-A426-389D75241B0B}"/>
                    </a:ext>
                  </a:extLst>
                </p14:cNvPr>
                <p14:cNvContentPartPr/>
                <p14:nvPr/>
              </p14:nvContentPartPr>
              <p14:xfrm>
                <a:off x="1082160" y="2702320"/>
                <a:ext cx="176400" cy="112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D635EDB-D708-6A39-A426-389D75241B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4160" y="2684680"/>
                  <a:ext cx="2120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06E5E4D-44F8-2560-9D69-933E7AF59190}"/>
                    </a:ext>
                  </a:extLst>
                </p14:cNvPr>
                <p14:cNvContentPartPr/>
                <p14:nvPr/>
              </p14:nvContentPartPr>
              <p14:xfrm>
                <a:off x="1305360" y="2570920"/>
                <a:ext cx="130680" cy="255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06E5E4D-44F8-2560-9D69-933E7AF5919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87720" y="2553280"/>
                  <a:ext cx="1663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BFC1E75-B250-1646-5D7E-196C0E6779B5}"/>
                    </a:ext>
                  </a:extLst>
                </p14:cNvPr>
                <p14:cNvContentPartPr/>
                <p14:nvPr/>
              </p14:nvContentPartPr>
              <p14:xfrm>
                <a:off x="1482480" y="2697280"/>
                <a:ext cx="121320" cy="129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BFC1E75-B250-1646-5D7E-196C0E6779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64480" y="2679640"/>
                  <a:ext cx="156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2E6F0A7-50F6-C1F1-53A1-04BB392D0C65}"/>
                    </a:ext>
                  </a:extLst>
                </p14:cNvPr>
                <p14:cNvContentPartPr/>
                <p14:nvPr/>
              </p14:nvContentPartPr>
              <p14:xfrm>
                <a:off x="1605240" y="2677120"/>
                <a:ext cx="96840" cy="137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2E6F0A7-50F6-C1F1-53A1-04BB392D0C6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87240" y="2659120"/>
                  <a:ext cx="132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418DA1-6472-9C69-7307-E22A29C35FEB}"/>
                    </a:ext>
                  </a:extLst>
                </p14:cNvPr>
                <p14:cNvContentPartPr/>
                <p14:nvPr/>
              </p14:nvContentPartPr>
              <p14:xfrm>
                <a:off x="1742040" y="2676760"/>
                <a:ext cx="108360" cy="136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418DA1-6472-9C69-7307-E22A29C35FE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24400" y="2658760"/>
                  <a:ext cx="14400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D2BE1E2-CC36-66AA-9F24-5DAEAC214F71}"/>
              </a:ext>
            </a:extLst>
          </p:cNvPr>
          <p:cNvGrpSpPr/>
          <p:nvPr/>
        </p:nvGrpSpPr>
        <p:grpSpPr>
          <a:xfrm>
            <a:off x="2021760" y="2677120"/>
            <a:ext cx="30600" cy="132480"/>
            <a:chOff x="2021760" y="2677120"/>
            <a:chExt cx="3060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C55A56A-3590-4DD4-80E6-0A285BC5D019}"/>
                    </a:ext>
                  </a:extLst>
                </p14:cNvPr>
                <p14:cNvContentPartPr/>
                <p14:nvPr/>
              </p14:nvContentPartPr>
              <p14:xfrm>
                <a:off x="2026800" y="2692240"/>
                <a:ext cx="20520" cy="15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C55A56A-3590-4DD4-80E6-0A285BC5D01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09160" y="2674240"/>
                  <a:ext cx="56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6567A7C-AD85-78D0-C019-C13A7D940A56}"/>
                    </a:ext>
                  </a:extLst>
                </p14:cNvPr>
                <p14:cNvContentPartPr/>
                <p14:nvPr/>
              </p14:nvContentPartPr>
              <p14:xfrm>
                <a:off x="2026800" y="2677120"/>
                <a:ext cx="25560" cy="25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6567A7C-AD85-78D0-C019-C13A7D940A5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09160" y="2659120"/>
                  <a:ext cx="612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408C15B-F284-1548-A0B3-E7A5E754D0D9}"/>
                    </a:ext>
                  </a:extLst>
                </p14:cNvPr>
                <p14:cNvContentPartPr/>
                <p14:nvPr/>
              </p14:nvContentPartPr>
              <p14:xfrm>
                <a:off x="2021760" y="2778640"/>
                <a:ext cx="20880" cy="30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408C15B-F284-1548-A0B3-E7A5E754D0D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03760" y="2760640"/>
                  <a:ext cx="56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5521FB3-8C25-FFEB-55A4-9A6207BF88B8}"/>
                    </a:ext>
                  </a:extLst>
                </p14:cNvPr>
                <p14:cNvContentPartPr/>
                <p14:nvPr/>
              </p14:nvContentPartPr>
              <p14:xfrm>
                <a:off x="2031840" y="2793760"/>
                <a:ext cx="15480" cy="10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5521FB3-8C25-FFEB-55A4-9A6207BF88B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14200" y="2776120"/>
                  <a:ext cx="5112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87C8FF6-4633-8EAD-EB91-00E697A4C619}"/>
                  </a:ext>
                </a:extLst>
              </p14:cNvPr>
              <p14:cNvContentPartPr/>
              <p14:nvPr/>
            </p14:nvContentPartPr>
            <p14:xfrm>
              <a:off x="2407680" y="3002200"/>
              <a:ext cx="151200" cy="2124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87C8FF6-4633-8EAD-EB91-00E697A4C61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390040" y="2984200"/>
                <a:ext cx="186840" cy="24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11654684-5E8C-E2C7-0DB8-A51B420D20CB}"/>
              </a:ext>
            </a:extLst>
          </p:cNvPr>
          <p:cNvGrpSpPr/>
          <p:nvPr/>
        </p:nvGrpSpPr>
        <p:grpSpPr>
          <a:xfrm>
            <a:off x="2743200" y="3103720"/>
            <a:ext cx="177120" cy="71640"/>
            <a:chOff x="2743200" y="3103720"/>
            <a:chExt cx="177120" cy="7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015FF29-7134-8900-3B02-3B04CAA07AAA}"/>
                    </a:ext>
                  </a:extLst>
                </p14:cNvPr>
                <p14:cNvContentPartPr/>
                <p14:nvPr/>
              </p14:nvContentPartPr>
              <p14:xfrm>
                <a:off x="2743200" y="3103720"/>
                <a:ext cx="157680" cy="10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015FF29-7134-8900-3B02-3B04CAA07A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25200" y="3085720"/>
                  <a:ext cx="1933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024" name="Ink 1023">
                  <a:extLst>
                    <a:ext uri="{FF2B5EF4-FFF2-40B4-BE49-F238E27FC236}">
                      <a16:creationId xmlns:a16="http://schemas.microsoft.com/office/drawing/2014/main" id="{6776241B-1D8C-D36A-20EE-80060C421E18}"/>
                    </a:ext>
                  </a:extLst>
                </p14:cNvPr>
                <p14:cNvContentPartPr/>
                <p14:nvPr/>
              </p14:nvContentPartPr>
              <p14:xfrm>
                <a:off x="2763360" y="3164560"/>
                <a:ext cx="156960" cy="10800"/>
              </p14:xfrm>
            </p:contentPart>
          </mc:Choice>
          <mc:Fallback xmlns=""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6776241B-1D8C-D36A-20EE-80060C421E1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45720" y="3146920"/>
                  <a:ext cx="19260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51B59946-3494-1686-EAE9-5920BC95B86F}"/>
              </a:ext>
            </a:extLst>
          </p:cNvPr>
          <p:cNvGrpSpPr/>
          <p:nvPr/>
        </p:nvGrpSpPr>
        <p:grpSpPr>
          <a:xfrm>
            <a:off x="3169440" y="3053680"/>
            <a:ext cx="1062360" cy="318600"/>
            <a:chOff x="3169440" y="3053680"/>
            <a:chExt cx="106236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027" name="Ink 1026">
                  <a:extLst>
                    <a:ext uri="{FF2B5EF4-FFF2-40B4-BE49-F238E27FC236}">
                      <a16:creationId xmlns:a16="http://schemas.microsoft.com/office/drawing/2014/main" id="{5712FDD2-F2FD-A39D-9685-D581A0B0329B}"/>
                    </a:ext>
                  </a:extLst>
                </p14:cNvPr>
                <p14:cNvContentPartPr/>
                <p14:nvPr/>
              </p14:nvContentPartPr>
              <p14:xfrm>
                <a:off x="3169440" y="3073120"/>
                <a:ext cx="110160" cy="179280"/>
              </p14:xfrm>
            </p:contentPart>
          </mc:Choice>
          <mc:Fallback xmlns="">
            <p:pic>
              <p:nvPicPr>
                <p:cNvPr id="1027" name="Ink 1026">
                  <a:extLst>
                    <a:ext uri="{FF2B5EF4-FFF2-40B4-BE49-F238E27FC236}">
                      <a16:creationId xmlns:a16="http://schemas.microsoft.com/office/drawing/2014/main" id="{5712FDD2-F2FD-A39D-9685-D581A0B0329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51800" y="3055480"/>
                  <a:ext cx="1458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28" name="Ink 1027">
                  <a:extLst>
                    <a:ext uri="{FF2B5EF4-FFF2-40B4-BE49-F238E27FC236}">
                      <a16:creationId xmlns:a16="http://schemas.microsoft.com/office/drawing/2014/main" id="{4B89394B-75DC-3F71-B22D-C454B646787F}"/>
                    </a:ext>
                  </a:extLst>
                </p14:cNvPr>
                <p14:cNvContentPartPr/>
                <p14:nvPr/>
              </p14:nvContentPartPr>
              <p14:xfrm>
                <a:off x="3327120" y="3125680"/>
                <a:ext cx="137520" cy="213120"/>
              </p14:xfrm>
            </p:contentPart>
          </mc:Choice>
          <mc:Fallback xmlns=""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4B89394B-75DC-3F71-B22D-C454B646787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09480" y="3108040"/>
                  <a:ext cx="173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029" name="Ink 1028">
                  <a:extLst>
                    <a:ext uri="{FF2B5EF4-FFF2-40B4-BE49-F238E27FC236}">
                      <a16:creationId xmlns:a16="http://schemas.microsoft.com/office/drawing/2014/main" id="{FD0C18DB-63B9-D1FE-B764-8C9C36DDEB36}"/>
                    </a:ext>
                  </a:extLst>
                </p14:cNvPr>
                <p14:cNvContentPartPr/>
                <p14:nvPr/>
              </p14:nvContentPartPr>
              <p14:xfrm>
                <a:off x="3509280" y="3139360"/>
                <a:ext cx="108000" cy="101880"/>
              </p14:xfrm>
            </p:contentPart>
          </mc:Choice>
          <mc:Fallback xmlns=""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FD0C18DB-63B9-D1FE-B764-8C9C36DDEB3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91280" y="3121360"/>
                  <a:ext cx="143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E411CCDB-42A6-BA5C-6FD6-E7C739F87781}"/>
                    </a:ext>
                  </a:extLst>
                </p14:cNvPr>
                <p14:cNvContentPartPr/>
                <p14:nvPr/>
              </p14:nvContentPartPr>
              <p14:xfrm>
                <a:off x="3672720" y="3144400"/>
                <a:ext cx="25560" cy="76680"/>
              </p14:xfrm>
            </p:contentPart>
          </mc:Choice>
          <mc:Fallback xmlns=""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E411CCDB-42A6-BA5C-6FD6-E7C739F8778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55080" y="3126400"/>
                  <a:ext cx="61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31" name="Ink 1030">
                  <a:extLst>
                    <a:ext uri="{FF2B5EF4-FFF2-40B4-BE49-F238E27FC236}">
                      <a16:creationId xmlns:a16="http://schemas.microsoft.com/office/drawing/2014/main" id="{C7C73AB4-952A-E91B-1816-5113647C6560}"/>
                    </a:ext>
                  </a:extLst>
                </p14:cNvPr>
                <p14:cNvContentPartPr/>
                <p14:nvPr/>
              </p14:nvContentPartPr>
              <p14:xfrm>
                <a:off x="3657600" y="3083200"/>
                <a:ext cx="10440" cy="10800"/>
              </p14:xfrm>
            </p:contentPart>
          </mc:Choice>
          <mc:Fallback xmlns=""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C7C73AB4-952A-E91B-1816-5113647C656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39600" y="3065560"/>
                  <a:ext cx="46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32" name="Ink 1031">
                  <a:extLst>
                    <a:ext uri="{FF2B5EF4-FFF2-40B4-BE49-F238E27FC236}">
                      <a16:creationId xmlns:a16="http://schemas.microsoft.com/office/drawing/2014/main" id="{32FF7096-7B9F-CC84-EDA5-61FEBA3B8EA5}"/>
                    </a:ext>
                  </a:extLst>
                </p14:cNvPr>
                <p14:cNvContentPartPr/>
                <p14:nvPr/>
              </p14:nvContentPartPr>
              <p14:xfrm>
                <a:off x="3759120" y="3118840"/>
                <a:ext cx="107280" cy="107280"/>
              </p14:xfrm>
            </p:contentPart>
          </mc:Choice>
          <mc:Fallback xmlns="">
            <p:pic>
              <p:nvPicPr>
                <p:cNvPr id="1032" name="Ink 1031">
                  <a:extLst>
                    <a:ext uri="{FF2B5EF4-FFF2-40B4-BE49-F238E27FC236}">
                      <a16:creationId xmlns:a16="http://schemas.microsoft.com/office/drawing/2014/main" id="{32FF7096-7B9F-CC84-EDA5-61FEBA3B8E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41120" y="3100840"/>
                  <a:ext cx="142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33" name="Ink 1032">
                  <a:extLst>
                    <a:ext uri="{FF2B5EF4-FFF2-40B4-BE49-F238E27FC236}">
                      <a16:creationId xmlns:a16="http://schemas.microsoft.com/office/drawing/2014/main" id="{069A739A-7E10-C6F7-4493-6FAD86D0A085}"/>
                    </a:ext>
                  </a:extLst>
                </p14:cNvPr>
                <p14:cNvContentPartPr/>
                <p14:nvPr/>
              </p14:nvContentPartPr>
              <p14:xfrm>
                <a:off x="3934440" y="3124240"/>
                <a:ext cx="104400" cy="248040"/>
              </p14:xfrm>
            </p:contentPart>
          </mc:Choice>
          <mc:Fallback xmlns=""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069A739A-7E10-C6F7-4493-6FAD86D0A08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16800" y="3106240"/>
                  <a:ext cx="1400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34" name="Ink 1033">
                  <a:extLst>
                    <a:ext uri="{FF2B5EF4-FFF2-40B4-BE49-F238E27FC236}">
                      <a16:creationId xmlns:a16="http://schemas.microsoft.com/office/drawing/2014/main" id="{AB5D2BD7-D2A4-99FC-6186-2EED9D69908A}"/>
                    </a:ext>
                  </a:extLst>
                </p14:cNvPr>
                <p14:cNvContentPartPr/>
                <p14:nvPr/>
              </p14:nvContentPartPr>
              <p14:xfrm>
                <a:off x="4103640" y="3109120"/>
                <a:ext cx="128160" cy="142920"/>
              </p14:xfrm>
            </p:contentPart>
          </mc:Choice>
          <mc:Fallback xmlns=""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AB5D2BD7-D2A4-99FC-6186-2EED9D69908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86000" y="3091480"/>
                  <a:ext cx="163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35" name="Ink 1034">
                  <a:extLst>
                    <a:ext uri="{FF2B5EF4-FFF2-40B4-BE49-F238E27FC236}">
                      <a16:creationId xmlns:a16="http://schemas.microsoft.com/office/drawing/2014/main" id="{C8850788-9517-2F51-D695-30C8023A5C7D}"/>
                    </a:ext>
                  </a:extLst>
                </p14:cNvPr>
                <p14:cNvContentPartPr/>
                <p14:nvPr/>
              </p14:nvContentPartPr>
              <p14:xfrm>
                <a:off x="3637080" y="3053680"/>
                <a:ext cx="30240" cy="24840"/>
              </p14:xfrm>
            </p:contentPart>
          </mc:Choice>
          <mc:Fallback xmlns=""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C8850788-9517-2F51-D695-30C8023A5C7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19080" y="3036040"/>
                  <a:ext cx="6588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282C8EE2-7BD3-BD9F-B882-89588BDB0D24}"/>
              </a:ext>
            </a:extLst>
          </p:cNvPr>
          <p:cNvGrpSpPr/>
          <p:nvPr/>
        </p:nvGrpSpPr>
        <p:grpSpPr>
          <a:xfrm>
            <a:off x="4587120" y="2936680"/>
            <a:ext cx="1065600" cy="318960"/>
            <a:chOff x="4587120" y="2936680"/>
            <a:chExt cx="106560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6EAB0824-CBE0-9DF9-33A0-B029D161834A}"/>
                    </a:ext>
                  </a:extLst>
                </p14:cNvPr>
                <p14:cNvContentPartPr/>
                <p14:nvPr/>
              </p14:nvContentPartPr>
              <p14:xfrm>
                <a:off x="4587120" y="3083920"/>
                <a:ext cx="124920" cy="124200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6EAB0824-CBE0-9DF9-33A0-B029D161834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69480" y="3065920"/>
                  <a:ext cx="160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E00499E5-1272-D684-CF06-A1C566C66A16}"/>
                    </a:ext>
                  </a:extLst>
                </p14:cNvPr>
                <p14:cNvContentPartPr/>
                <p14:nvPr/>
              </p14:nvContentPartPr>
              <p14:xfrm>
                <a:off x="4775040" y="3105520"/>
                <a:ext cx="87120" cy="100080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E00499E5-1272-D684-CF06-A1C566C66A1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57400" y="3087520"/>
                  <a:ext cx="122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39" name="Ink 1038">
                  <a:extLst>
                    <a:ext uri="{FF2B5EF4-FFF2-40B4-BE49-F238E27FC236}">
                      <a16:creationId xmlns:a16="http://schemas.microsoft.com/office/drawing/2014/main" id="{4FC2D3C1-A785-1FDF-B238-14407CDAEDA5}"/>
                    </a:ext>
                  </a:extLst>
                </p14:cNvPr>
                <p14:cNvContentPartPr/>
                <p14:nvPr/>
              </p14:nvContentPartPr>
              <p14:xfrm>
                <a:off x="4926960" y="2936680"/>
                <a:ext cx="56520" cy="318960"/>
              </p14:xfrm>
            </p:contentPart>
          </mc:Choice>
          <mc:Fallback xmlns=""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4FC2D3C1-A785-1FDF-B238-14407CDAEDA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09320" y="2919040"/>
                  <a:ext cx="921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40" name="Ink 1039">
                  <a:extLst>
                    <a:ext uri="{FF2B5EF4-FFF2-40B4-BE49-F238E27FC236}">
                      <a16:creationId xmlns:a16="http://schemas.microsoft.com/office/drawing/2014/main" id="{D7405D3F-CA89-06AE-1434-ADF56204B7D0}"/>
                    </a:ext>
                  </a:extLst>
                </p14:cNvPr>
                <p14:cNvContentPartPr/>
                <p14:nvPr/>
              </p14:nvContentPartPr>
              <p14:xfrm>
                <a:off x="5024160" y="3130720"/>
                <a:ext cx="157680" cy="115560"/>
              </p14:xfrm>
            </p:contentPart>
          </mc:Choice>
          <mc:Fallback xmlns=""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D7405D3F-CA89-06AE-1434-ADF56204B7D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06160" y="3113080"/>
                  <a:ext cx="193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42" name="Ink 1041">
                  <a:extLst>
                    <a:ext uri="{FF2B5EF4-FFF2-40B4-BE49-F238E27FC236}">
                      <a16:creationId xmlns:a16="http://schemas.microsoft.com/office/drawing/2014/main" id="{CB2F6AD9-8DC4-085A-BAA8-82DB5B84A28D}"/>
                    </a:ext>
                  </a:extLst>
                </p14:cNvPr>
                <p14:cNvContentPartPr/>
                <p14:nvPr/>
              </p14:nvContentPartPr>
              <p14:xfrm>
                <a:off x="5191560" y="3108040"/>
                <a:ext cx="224280" cy="120600"/>
              </p14:xfrm>
            </p:contentPart>
          </mc:Choice>
          <mc:Fallback xmlns=""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CB2F6AD9-8DC4-085A-BAA8-82DB5B84A28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73560" y="3090040"/>
                  <a:ext cx="2599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FDED6A13-E62A-5F83-3B18-A21013A0051D}"/>
                    </a:ext>
                  </a:extLst>
                </p14:cNvPr>
                <p14:cNvContentPartPr/>
                <p14:nvPr/>
              </p14:nvContentPartPr>
              <p14:xfrm>
                <a:off x="5511600" y="3093640"/>
                <a:ext cx="141120" cy="152280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FDED6A13-E62A-5F83-3B18-A21013A0051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493960" y="3075640"/>
                  <a:ext cx="17676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0A590299-606A-EA81-0D43-E82C0BEF38CB}"/>
              </a:ext>
            </a:extLst>
          </p:cNvPr>
          <p:cNvGrpSpPr/>
          <p:nvPr/>
        </p:nvGrpSpPr>
        <p:grpSpPr>
          <a:xfrm>
            <a:off x="2476800" y="3428800"/>
            <a:ext cx="515520" cy="328680"/>
            <a:chOff x="2476800" y="3428800"/>
            <a:chExt cx="51552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2D8B14E9-E7D5-B60D-0B8C-F1AC119E374F}"/>
                    </a:ext>
                  </a:extLst>
                </p14:cNvPr>
                <p14:cNvContentPartPr/>
                <p14:nvPr/>
              </p14:nvContentPartPr>
              <p14:xfrm>
                <a:off x="2476800" y="3428800"/>
                <a:ext cx="200520" cy="328680"/>
              </p14:xfrm>
            </p:contentPart>
          </mc:Choice>
          <mc:Fallback xmlns=""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2D8B14E9-E7D5-B60D-0B8C-F1AC119E37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58800" y="3411160"/>
                  <a:ext cx="2361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58D3EF23-6509-D23C-F791-1F1F917298A5}"/>
                    </a:ext>
                  </a:extLst>
                </p14:cNvPr>
                <p14:cNvContentPartPr/>
                <p14:nvPr/>
              </p14:nvContentPartPr>
              <p14:xfrm>
                <a:off x="2824560" y="3596560"/>
                <a:ext cx="152640" cy="1044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58D3EF23-6509-D23C-F791-1F1F917298A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06560" y="3578560"/>
                  <a:ext cx="188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D752DB9B-B679-143F-B33F-F38A6C6F9688}"/>
                    </a:ext>
                  </a:extLst>
                </p14:cNvPr>
                <p14:cNvContentPartPr/>
                <p14:nvPr/>
              </p14:nvContentPartPr>
              <p14:xfrm>
                <a:off x="2819520" y="3672880"/>
                <a:ext cx="172800" cy="540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D752DB9B-B679-143F-B33F-F38A6C6F968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01520" y="3654880"/>
                  <a:ext cx="2084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FD01EB1E-1B1E-F34F-9CE5-7E0EC0DF73CD}"/>
              </a:ext>
            </a:extLst>
          </p:cNvPr>
          <p:cNvGrpSpPr/>
          <p:nvPr/>
        </p:nvGrpSpPr>
        <p:grpSpPr>
          <a:xfrm>
            <a:off x="3282120" y="3443920"/>
            <a:ext cx="751680" cy="334080"/>
            <a:chOff x="3282120" y="3443920"/>
            <a:chExt cx="75168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17EF4AC6-E1C8-93C7-E32C-77B4C6FE387D}"/>
                    </a:ext>
                  </a:extLst>
                </p14:cNvPr>
                <p14:cNvContentPartPr/>
                <p14:nvPr/>
              </p14:nvContentPartPr>
              <p14:xfrm>
                <a:off x="3282120" y="3552640"/>
                <a:ext cx="277200" cy="225360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17EF4AC6-E1C8-93C7-E32C-77B4C6FE387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64120" y="3535000"/>
                  <a:ext cx="3128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3A51F876-638E-5A9A-7D51-3ADA1FA2E016}"/>
                    </a:ext>
                  </a:extLst>
                </p14:cNvPr>
                <p14:cNvContentPartPr/>
                <p14:nvPr/>
              </p14:nvContentPartPr>
              <p14:xfrm>
                <a:off x="3642480" y="3565960"/>
                <a:ext cx="147600" cy="18936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3A51F876-638E-5A9A-7D51-3ADA1FA2E01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24480" y="3547960"/>
                  <a:ext cx="1832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A85CF144-CD96-C441-C49C-196E1ACE40ED}"/>
                    </a:ext>
                  </a:extLst>
                </p14:cNvPr>
                <p14:cNvContentPartPr/>
                <p14:nvPr/>
              </p14:nvContentPartPr>
              <p14:xfrm>
                <a:off x="3896280" y="3443920"/>
                <a:ext cx="137520" cy="12060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A85CF144-CD96-C441-C49C-196E1ACE40E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78280" y="3426280"/>
                  <a:ext cx="17316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2ECA30DE-0A1C-D03E-D46F-B912CDEE3973}"/>
              </a:ext>
            </a:extLst>
          </p:cNvPr>
          <p:cNvGrpSpPr/>
          <p:nvPr/>
        </p:nvGrpSpPr>
        <p:grpSpPr>
          <a:xfrm>
            <a:off x="4282560" y="3591520"/>
            <a:ext cx="147600" cy="66240"/>
            <a:chOff x="4282560" y="3591520"/>
            <a:chExt cx="147600" cy="6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2B4D65A3-39FF-E16C-9427-5231A769404F}"/>
                    </a:ext>
                  </a:extLst>
                </p14:cNvPr>
                <p14:cNvContentPartPr/>
                <p14:nvPr/>
              </p14:nvContentPartPr>
              <p14:xfrm>
                <a:off x="4282560" y="3591520"/>
                <a:ext cx="117000" cy="540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2B4D65A3-39FF-E16C-9427-5231A769404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64560" y="3573520"/>
                  <a:ext cx="152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54" name="Ink 1053">
                  <a:extLst>
                    <a:ext uri="{FF2B5EF4-FFF2-40B4-BE49-F238E27FC236}">
                      <a16:creationId xmlns:a16="http://schemas.microsoft.com/office/drawing/2014/main" id="{9B2F93B9-4E0E-C06A-B864-37C2C6E56B2A}"/>
                    </a:ext>
                  </a:extLst>
                </p14:cNvPr>
                <p14:cNvContentPartPr/>
                <p14:nvPr/>
              </p14:nvContentPartPr>
              <p14:xfrm>
                <a:off x="4287600" y="3647320"/>
                <a:ext cx="142560" cy="10440"/>
              </p14:xfrm>
            </p:contentPart>
          </mc:Choice>
          <mc:Fallback xmlns="">
            <p:pic>
              <p:nvPicPr>
                <p:cNvPr id="1054" name="Ink 1053">
                  <a:extLst>
                    <a:ext uri="{FF2B5EF4-FFF2-40B4-BE49-F238E27FC236}">
                      <a16:creationId xmlns:a16="http://schemas.microsoft.com/office/drawing/2014/main" id="{9B2F93B9-4E0E-C06A-B864-37C2C6E56B2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69600" y="3629320"/>
                  <a:ext cx="1782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883AC310-77AB-779B-999A-F013D9A77F6A}"/>
              </a:ext>
            </a:extLst>
          </p:cNvPr>
          <p:cNvGrpSpPr/>
          <p:nvPr/>
        </p:nvGrpSpPr>
        <p:grpSpPr>
          <a:xfrm>
            <a:off x="4656960" y="3540400"/>
            <a:ext cx="636840" cy="188640"/>
            <a:chOff x="4656960" y="3540400"/>
            <a:chExt cx="636840" cy="18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56" name="Ink 1055">
                  <a:extLst>
                    <a:ext uri="{FF2B5EF4-FFF2-40B4-BE49-F238E27FC236}">
                      <a16:creationId xmlns:a16="http://schemas.microsoft.com/office/drawing/2014/main" id="{633A7C8A-4968-1A9C-ACDB-C667A6EE2107}"/>
                    </a:ext>
                  </a:extLst>
                </p14:cNvPr>
                <p14:cNvContentPartPr/>
                <p14:nvPr/>
              </p14:nvContentPartPr>
              <p14:xfrm>
                <a:off x="4656960" y="3540400"/>
                <a:ext cx="154080" cy="183240"/>
              </p14:xfrm>
            </p:contentPart>
          </mc:Choice>
          <mc:Fallback xmlns=""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633A7C8A-4968-1A9C-ACDB-C667A6EE210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38960" y="3522760"/>
                  <a:ext cx="1897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57" name="Ink 1056">
                  <a:extLst>
                    <a:ext uri="{FF2B5EF4-FFF2-40B4-BE49-F238E27FC236}">
                      <a16:creationId xmlns:a16="http://schemas.microsoft.com/office/drawing/2014/main" id="{30FA0814-FF00-B024-BB3C-3C2D35F3BF64}"/>
                    </a:ext>
                  </a:extLst>
                </p14:cNvPr>
                <p14:cNvContentPartPr/>
                <p14:nvPr/>
              </p14:nvContentPartPr>
              <p14:xfrm>
                <a:off x="4800600" y="3591160"/>
                <a:ext cx="91800" cy="107280"/>
              </p14:xfrm>
            </p:contentPart>
          </mc:Choice>
          <mc:Fallback xmlns=""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30FA0814-FF00-B024-BB3C-3C2D35F3BF6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82600" y="3573160"/>
                  <a:ext cx="127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58" name="Ink 1057">
                  <a:extLst>
                    <a:ext uri="{FF2B5EF4-FFF2-40B4-BE49-F238E27FC236}">
                      <a16:creationId xmlns:a16="http://schemas.microsoft.com/office/drawing/2014/main" id="{328CCB76-5425-3760-CCA5-F7FC31760D36}"/>
                    </a:ext>
                  </a:extLst>
                </p14:cNvPr>
                <p14:cNvContentPartPr/>
                <p14:nvPr/>
              </p14:nvContentPartPr>
              <p14:xfrm>
                <a:off x="4947840" y="3600160"/>
                <a:ext cx="87480" cy="98640"/>
              </p14:xfrm>
            </p:contentPart>
          </mc:Choice>
          <mc:Fallback xmlns=""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328CCB76-5425-3760-CCA5-F7FC31760D3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30200" y="3582160"/>
                  <a:ext cx="1231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59" name="Ink 1058">
                  <a:extLst>
                    <a:ext uri="{FF2B5EF4-FFF2-40B4-BE49-F238E27FC236}">
                      <a16:creationId xmlns:a16="http://schemas.microsoft.com/office/drawing/2014/main" id="{6ADFE814-1E15-EB2D-452D-240BFD9A05BC}"/>
                    </a:ext>
                  </a:extLst>
                </p14:cNvPr>
                <p14:cNvContentPartPr/>
                <p14:nvPr/>
              </p14:nvContentPartPr>
              <p14:xfrm>
                <a:off x="5091480" y="3596200"/>
                <a:ext cx="46080" cy="122760"/>
              </p14:xfrm>
            </p:contentPart>
          </mc:Choice>
          <mc:Fallback xmlns="">
            <p:pic>
              <p:nvPicPr>
                <p:cNvPr id="1059" name="Ink 1058">
                  <a:extLst>
                    <a:ext uri="{FF2B5EF4-FFF2-40B4-BE49-F238E27FC236}">
                      <a16:creationId xmlns:a16="http://schemas.microsoft.com/office/drawing/2014/main" id="{6ADFE814-1E15-EB2D-452D-240BFD9A05B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73480" y="3578200"/>
                  <a:ext cx="81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60" name="Ink 1059">
                  <a:extLst>
                    <a:ext uri="{FF2B5EF4-FFF2-40B4-BE49-F238E27FC236}">
                      <a16:creationId xmlns:a16="http://schemas.microsoft.com/office/drawing/2014/main" id="{10DA2FBA-89C0-B8E7-415F-137A43325CA0}"/>
                    </a:ext>
                  </a:extLst>
                </p14:cNvPr>
                <p14:cNvContentPartPr/>
                <p14:nvPr/>
              </p14:nvContentPartPr>
              <p14:xfrm>
                <a:off x="5188320" y="3581440"/>
                <a:ext cx="105480" cy="147600"/>
              </p14:xfrm>
            </p:contentPart>
          </mc:Choice>
          <mc:Fallback xmlns=""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10DA2FBA-89C0-B8E7-415F-137A43325CA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170320" y="3563440"/>
                  <a:ext cx="14112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75FBF2A2-223B-E585-7ABC-D16F2FAEC998}"/>
              </a:ext>
            </a:extLst>
          </p:cNvPr>
          <p:cNvGrpSpPr/>
          <p:nvPr/>
        </p:nvGrpSpPr>
        <p:grpSpPr>
          <a:xfrm>
            <a:off x="5557320" y="3438880"/>
            <a:ext cx="1006200" cy="320400"/>
            <a:chOff x="5557320" y="3438880"/>
            <a:chExt cx="100620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61" name="Ink 1060">
                  <a:extLst>
                    <a:ext uri="{FF2B5EF4-FFF2-40B4-BE49-F238E27FC236}">
                      <a16:creationId xmlns:a16="http://schemas.microsoft.com/office/drawing/2014/main" id="{737799AB-95F4-3F03-FF8A-7C2ED0DF3942}"/>
                    </a:ext>
                  </a:extLst>
                </p14:cNvPr>
                <p14:cNvContentPartPr/>
                <p14:nvPr/>
              </p14:nvContentPartPr>
              <p14:xfrm>
                <a:off x="5557320" y="3576040"/>
                <a:ext cx="91800" cy="172800"/>
              </p14:xfrm>
            </p:contentPart>
          </mc:Choice>
          <mc:Fallback xmlns=""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737799AB-95F4-3F03-FF8A-7C2ED0DF394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539320" y="3558040"/>
                  <a:ext cx="127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62" name="Ink 1061">
                  <a:extLst>
                    <a:ext uri="{FF2B5EF4-FFF2-40B4-BE49-F238E27FC236}">
                      <a16:creationId xmlns:a16="http://schemas.microsoft.com/office/drawing/2014/main" id="{ED3ACE28-4DF3-8E94-A3B7-970DB89F2181}"/>
                    </a:ext>
                  </a:extLst>
                </p14:cNvPr>
                <p14:cNvContentPartPr/>
                <p14:nvPr/>
              </p14:nvContentPartPr>
              <p14:xfrm>
                <a:off x="5709600" y="3616360"/>
                <a:ext cx="102240" cy="127800"/>
              </p14:xfrm>
            </p:contentPart>
          </mc:Choice>
          <mc:Fallback xmlns=""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ED3ACE28-4DF3-8E94-A3B7-970DB89F218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91960" y="3598720"/>
                  <a:ext cx="1378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63" name="Ink 1062">
                  <a:extLst>
                    <a:ext uri="{FF2B5EF4-FFF2-40B4-BE49-F238E27FC236}">
                      <a16:creationId xmlns:a16="http://schemas.microsoft.com/office/drawing/2014/main" id="{EBCD53C3-66FE-571A-DC17-F7AFE71AC833}"/>
                    </a:ext>
                  </a:extLst>
                </p14:cNvPr>
                <p14:cNvContentPartPr/>
                <p14:nvPr/>
              </p14:nvContentPartPr>
              <p14:xfrm>
                <a:off x="5832360" y="3626800"/>
                <a:ext cx="115560" cy="126720"/>
              </p14:xfrm>
            </p:contentPart>
          </mc:Choice>
          <mc:Fallback xmlns="">
            <p:pic>
              <p:nvPicPr>
                <p:cNvPr id="1063" name="Ink 1062">
                  <a:extLst>
                    <a:ext uri="{FF2B5EF4-FFF2-40B4-BE49-F238E27FC236}">
                      <a16:creationId xmlns:a16="http://schemas.microsoft.com/office/drawing/2014/main" id="{EBCD53C3-66FE-571A-DC17-F7AFE71AC83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14720" y="3609160"/>
                  <a:ext cx="151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64" name="Ink 1063">
                  <a:extLst>
                    <a:ext uri="{FF2B5EF4-FFF2-40B4-BE49-F238E27FC236}">
                      <a16:creationId xmlns:a16="http://schemas.microsoft.com/office/drawing/2014/main" id="{DCA34BFC-1716-95FA-7EB2-C46EA206EE5F}"/>
                    </a:ext>
                  </a:extLst>
                </p14:cNvPr>
                <p14:cNvContentPartPr/>
                <p14:nvPr/>
              </p14:nvContentPartPr>
              <p14:xfrm>
                <a:off x="5968800" y="3505840"/>
                <a:ext cx="96840" cy="243000"/>
              </p14:xfrm>
            </p:contentPart>
          </mc:Choice>
          <mc:Fallback xmlns=""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DCA34BFC-1716-95FA-7EB2-C46EA206EE5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51160" y="3487840"/>
                  <a:ext cx="132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65" name="Ink 1064">
                  <a:extLst>
                    <a:ext uri="{FF2B5EF4-FFF2-40B4-BE49-F238E27FC236}">
                      <a16:creationId xmlns:a16="http://schemas.microsoft.com/office/drawing/2014/main" id="{D3806624-6E73-561F-2769-AD67F15EE789}"/>
                    </a:ext>
                  </a:extLst>
                </p14:cNvPr>
                <p14:cNvContentPartPr/>
                <p14:nvPr/>
              </p14:nvContentPartPr>
              <p14:xfrm>
                <a:off x="5933520" y="3596560"/>
                <a:ext cx="117360" cy="10440"/>
              </p14:xfrm>
            </p:contentPart>
          </mc:Choice>
          <mc:Fallback xmlns=""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D3806624-6E73-561F-2769-AD67F15EE78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15520" y="3578560"/>
                  <a:ext cx="153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66" name="Ink 1065">
                  <a:extLst>
                    <a:ext uri="{FF2B5EF4-FFF2-40B4-BE49-F238E27FC236}">
                      <a16:creationId xmlns:a16="http://schemas.microsoft.com/office/drawing/2014/main" id="{D5509616-B4EB-DD41-BDE3-4C7AA8C1DE0C}"/>
                    </a:ext>
                  </a:extLst>
                </p14:cNvPr>
                <p14:cNvContentPartPr/>
                <p14:nvPr/>
              </p14:nvContentPartPr>
              <p14:xfrm>
                <a:off x="6065280" y="3626800"/>
                <a:ext cx="41040" cy="91800"/>
              </p14:xfrm>
            </p:contentPart>
          </mc:Choice>
          <mc:Fallback xmlns=""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D5509616-B4EB-DD41-BDE3-4C7AA8C1DE0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47640" y="3609160"/>
                  <a:ext cx="766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67" name="Ink 1066">
                  <a:extLst>
                    <a:ext uri="{FF2B5EF4-FFF2-40B4-BE49-F238E27FC236}">
                      <a16:creationId xmlns:a16="http://schemas.microsoft.com/office/drawing/2014/main" id="{76C81C66-9DBA-F3C4-7ED8-E3CE8A3AFDCD}"/>
                    </a:ext>
                  </a:extLst>
                </p14:cNvPr>
                <p14:cNvContentPartPr/>
                <p14:nvPr/>
              </p14:nvContentPartPr>
              <p14:xfrm>
                <a:off x="6085800" y="3576040"/>
                <a:ext cx="360" cy="25920"/>
              </p14:xfrm>
            </p:contentPart>
          </mc:Choice>
          <mc:Fallback xmlns=""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76C81C66-9DBA-F3C4-7ED8-E3CE8A3AFDC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067800" y="3558040"/>
                  <a:ext cx="36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68" name="Ink 1067">
                  <a:extLst>
                    <a:ext uri="{FF2B5EF4-FFF2-40B4-BE49-F238E27FC236}">
                      <a16:creationId xmlns:a16="http://schemas.microsoft.com/office/drawing/2014/main" id="{6E106389-ADBF-B555-FD66-CE8610598398}"/>
                    </a:ext>
                  </a:extLst>
                </p14:cNvPr>
                <p14:cNvContentPartPr/>
                <p14:nvPr/>
              </p14:nvContentPartPr>
              <p14:xfrm>
                <a:off x="6136560" y="3619240"/>
                <a:ext cx="97560" cy="119880"/>
              </p14:xfrm>
            </p:contentPart>
          </mc:Choice>
          <mc:Fallback xmlns="">
            <p:pic>
              <p:nvPicPr>
                <p:cNvPr id="1068" name="Ink 1067">
                  <a:extLst>
                    <a:ext uri="{FF2B5EF4-FFF2-40B4-BE49-F238E27FC236}">
                      <a16:creationId xmlns:a16="http://schemas.microsoft.com/office/drawing/2014/main" id="{6E106389-ADBF-B555-FD66-CE86105983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18560" y="3601240"/>
                  <a:ext cx="133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69" name="Ink 1068">
                  <a:extLst>
                    <a:ext uri="{FF2B5EF4-FFF2-40B4-BE49-F238E27FC236}">
                      <a16:creationId xmlns:a16="http://schemas.microsoft.com/office/drawing/2014/main" id="{448A076E-26D9-7094-FC5C-EFD1443B4FC6}"/>
                    </a:ext>
                  </a:extLst>
                </p14:cNvPr>
                <p14:cNvContentPartPr/>
                <p14:nvPr/>
              </p14:nvContentPartPr>
              <p14:xfrm>
                <a:off x="6268680" y="3631840"/>
                <a:ext cx="111960" cy="112320"/>
              </p14:xfrm>
            </p:contentPart>
          </mc:Choice>
          <mc:Fallback xmlns="">
            <p:pic>
              <p:nvPicPr>
                <p:cNvPr id="1069" name="Ink 1068">
                  <a:extLst>
                    <a:ext uri="{FF2B5EF4-FFF2-40B4-BE49-F238E27FC236}">
                      <a16:creationId xmlns:a16="http://schemas.microsoft.com/office/drawing/2014/main" id="{448A076E-26D9-7094-FC5C-EFD1443B4FC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50680" y="3614200"/>
                  <a:ext cx="147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70" name="Ink 1069">
                  <a:extLst>
                    <a:ext uri="{FF2B5EF4-FFF2-40B4-BE49-F238E27FC236}">
                      <a16:creationId xmlns:a16="http://schemas.microsoft.com/office/drawing/2014/main" id="{E57CF4EF-80C2-55F3-DD07-3AC46E2BF563}"/>
                    </a:ext>
                  </a:extLst>
                </p14:cNvPr>
                <p14:cNvContentPartPr/>
                <p14:nvPr/>
              </p14:nvContentPartPr>
              <p14:xfrm>
                <a:off x="6414120" y="3644440"/>
                <a:ext cx="63720" cy="94680"/>
              </p14:xfrm>
            </p:contentPart>
          </mc:Choice>
          <mc:Fallback xmlns="">
            <p:pic>
              <p:nvPicPr>
                <p:cNvPr id="1070" name="Ink 1069">
                  <a:extLst>
                    <a:ext uri="{FF2B5EF4-FFF2-40B4-BE49-F238E27FC236}">
                      <a16:creationId xmlns:a16="http://schemas.microsoft.com/office/drawing/2014/main" id="{E57CF4EF-80C2-55F3-DD07-3AC46E2BF56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96480" y="3626440"/>
                  <a:ext cx="99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71" name="Ink 1070">
                  <a:extLst>
                    <a:ext uri="{FF2B5EF4-FFF2-40B4-BE49-F238E27FC236}">
                      <a16:creationId xmlns:a16="http://schemas.microsoft.com/office/drawing/2014/main" id="{B836778B-2091-9731-82A5-8BB692497532}"/>
                    </a:ext>
                  </a:extLst>
                </p14:cNvPr>
                <p14:cNvContentPartPr/>
                <p14:nvPr/>
              </p14:nvContentPartPr>
              <p14:xfrm>
                <a:off x="6482160" y="3438880"/>
                <a:ext cx="81360" cy="320400"/>
              </p14:xfrm>
            </p:contentPart>
          </mc:Choice>
          <mc:Fallback xmlns="">
            <p:pic>
              <p:nvPicPr>
                <p:cNvPr id="1071" name="Ink 1070">
                  <a:extLst>
                    <a:ext uri="{FF2B5EF4-FFF2-40B4-BE49-F238E27FC236}">
                      <a16:creationId xmlns:a16="http://schemas.microsoft.com/office/drawing/2014/main" id="{B836778B-2091-9731-82A5-8BB69249753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64160" y="3421240"/>
                  <a:ext cx="117000" cy="35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8CC920BE-16A2-165C-DC67-EEBA67024B92}"/>
              </a:ext>
            </a:extLst>
          </p:cNvPr>
          <p:cNvGrpSpPr/>
          <p:nvPr/>
        </p:nvGrpSpPr>
        <p:grpSpPr>
          <a:xfrm>
            <a:off x="6837840" y="3626800"/>
            <a:ext cx="538560" cy="142920"/>
            <a:chOff x="6837840" y="3626800"/>
            <a:chExt cx="538560" cy="1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72" name="Ink 1071">
                  <a:extLst>
                    <a:ext uri="{FF2B5EF4-FFF2-40B4-BE49-F238E27FC236}">
                      <a16:creationId xmlns:a16="http://schemas.microsoft.com/office/drawing/2014/main" id="{7BF8FDE4-5A23-0C6C-75F3-CE8DAAF3E636}"/>
                    </a:ext>
                  </a:extLst>
                </p14:cNvPr>
                <p14:cNvContentPartPr/>
                <p14:nvPr/>
              </p14:nvContentPartPr>
              <p14:xfrm>
                <a:off x="6837840" y="3636880"/>
                <a:ext cx="182880" cy="128160"/>
              </p14:xfrm>
            </p:contentPart>
          </mc:Choice>
          <mc:Fallback xmlns=""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7BF8FDE4-5A23-0C6C-75F3-CE8DAAF3E63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20200" y="3619240"/>
                  <a:ext cx="218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73" name="Ink 1072">
                  <a:extLst>
                    <a:ext uri="{FF2B5EF4-FFF2-40B4-BE49-F238E27FC236}">
                      <a16:creationId xmlns:a16="http://schemas.microsoft.com/office/drawing/2014/main" id="{842025B4-052A-9DFD-547D-E3EB9ADAAD2B}"/>
                    </a:ext>
                  </a:extLst>
                </p14:cNvPr>
                <p14:cNvContentPartPr/>
                <p14:nvPr/>
              </p14:nvContentPartPr>
              <p14:xfrm>
                <a:off x="6989760" y="3626800"/>
                <a:ext cx="107280" cy="122400"/>
              </p14:xfrm>
            </p:contentPart>
          </mc:Choice>
          <mc:Fallback xmlns="">
            <p:pic>
              <p:nvPicPr>
                <p:cNvPr id="1073" name="Ink 1072">
                  <a:extLst>
                    <a:ext uri="{FF2B5EF4-FFF2-40B4-BE49-F238E27FC236}">
                      <a16:creationId xmlns:a16="http://schemas.microsoft.com/office/drawing/2014/main" id="{842025B4-052A-9DFD-547D-E3EB9ADAAD2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72120" y="3609160"/>
                  <a:ext cx="142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74" name="Ink 1073">
                  <a:extLst>
                    <a:ext uri="{FF2B5EF4-FFF2-40B4-BE49-F238E27FC236}">
                      <a16:creationId xmlns:a16="http://schemas.microsoft.com/office/drawing/2014/main" id="{6F05923E-DDCE-52B9-1914-6A41D8F752C3}"/>
                    </a:ext>
                  </a:extLst>
                </p14:cNvPr>
                <p14:cNvContentPartPr/>
                <p14:nvPr/>
              </p14:nvContentPartPr>
              <p14:xfrm>
                <a:off x="7110720" y="3633280"/>
                <a:ext cx="108360" cy="126000"/>
              </p14:xfrm>
            </p:contentPart>
          </mc:Choice>
          <mc:Fallback xmlns="">
            <p:pic>
              <p:nvPicPr>
                <p:cNvPr id="1074" name="Ink 1073">
                  <a:extLst>
                    <a:ext uri="{FF2B5EF4-FFF2-40B4-BE49-F238E27FC236}">
                      <a16:creationId xmlns:a16="http://schemas.microsoft.com/office/drawing/2014/main" id="{6F05923E-DDCE-52B9-1914-6A41D8F752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92720" y="3615640"/>
                  <a:ext cx="144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75" name="Ink 1074">
                  <a:extLst>
                    <a:ext uri="{FF2B5EF4-FFF2-40B4-BE49-F238E27FC236}">
                      <a16:creationId xmlns:a16="http://schemas.microsoft.com/office/drawing/2014/main" id="{21E2144D-1AF0-27EB-C66C-6C26AB19FD3E}"/>
                    </a:ext>
                  </a:extLst>
                </p14:cNvPr>
                <p14:cNvContentPartPr/>
                <p14:nvPr/>
              </p14:nvContentPartPr>
              <p14:xfrm>
                <a:off x="7235280" y="3634720"/>
                <a:ext cx="141120" cy="135000"/>
              </p14:xfrm>
            </p:contentPart>
          </mc:Choice>
          <mc:Fallback xmlns="">
            <p:pic>
              <p:nvPicPr>
                <p:cNvPr id="1075" name="Ink 1074">
                  <a:extLst>
                    <a:ext uri="{FF2B5EF4-FFF2-40B4-BE49-F238E27FC236}">
                      <a16:creationId xmlns:a16="http://schemas.microsoft.com/office/drawing/2014/main" id="{21E2144D-1AF0-27EB-C66C-6C26AB19FD3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17280" y="3616720"/>
                  <a:ext cx="17676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79" name="Ink 1078">
                <a:extLst>
                  <a:ext uri="{FF2B5EF4-FFF2-40B4-BE49-F238E27FC236}">
                    <a16:creationId xmlns:a16="http://schemas.microsoft.com/office/drawing/2014/main" id="{9417D451-89D8-6DCF-475E-035D9B4F0FC2}"/>
                  </a:ext>
                </a:extLst>
              </p14:cNvPr>
              <p14:cNvContentPartPr/>
              <p14:nvPr/>
            </p14:nvContentPartPr>
            <p14:xfrm>
              <a:off x="2499120" y="3906160"/>
              <a:ext cx="193680" cy="257760"/>
            </p14:xfrm>
          </p:contentPart>
        </mc:Choice>
        <mc:Fallback xmlns="">
          <p:pic>
            <p:nvPicPr>
              <p:cNvPr id="1079" name="Ink 1078">
                <a:extLst>
                  <a:ext uri="{FF2B5EF4-FFF2-40B4-BE49-F238E27FC236}">
                    <a16:creationId xmlns:a16="http://schemas.microsoft.com/office/drawing/2014/main" id="{9417D451-89D8-6DCF-475E-035D9B4F0FC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481120" y="3888520"/>
                <a:ext cx="229320" cy="29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723A4EDC-6347-6B97-0DD2-998001678AC9}"/>
              </a:ext>
            </a:extLst>
          </p:cNvPr>
          <p:cNvGrpSpPr/>
          <p:nvPr/>
        </p:nvGrpSpPr>
        <p:grpSpPr>
          <a:xfrm>
            <a:off x="2880360" y="4058800"/>
            <a:ext cx="162720" cy="56160"/>
            <a:chOff x="2880360" y="4058800"/>
            <a:chExt cx="162720" cy="5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80" name="Ink 1079">
                  <a:extLst>
                    <a:ext uri="{FF2B5EF4-FFF2-40B4-BE49-F238E27FC236}">
                      <a16:creationId xmlns:a16="http://schemas.microsoft.com/office/drawing/2014/main" id="{F12E2BF0-BCC8-EDA9-29C7-210400A2D860}"/>
                    </a:ext>
                  </a:extLst>
                </p14:cNvPr>
                <p14:cNvContentPartPr/>
                <p14:nvPr/>
              </p14:nvContentPartPr>
              <p14:xfrm>
                <a:off x="2880360" y="4058800"/>
                <a:ext cx="117000" cy="10800"/>
              </p14:xfrm>
            </p:contentPart>
          </mc:Choice>
          <mc:Fallback xmlns="">
            <p:pic>
              <p:nvPicPr>
                <p:cNvPr id="1080" name="Ink 1079">
                  <a:extLst>
                    <a:ext uri="{FF2B5EF4-FFF2-40B4-BE49-F238E27FC236}">
                      <a16:creationId xmlns:a16="http://schemas.microsoft.com/office/drawing/2014/main" id="{F12E2BF0-BCC8-EDA9-29C7-210400A2D86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62360" y="4040800"/>
                  <a:ext cx="152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81" name="Ink 1080">
                  <a:extLst>
                    <a:ext uri="{FF2B5EF4-FFF2-40B4-BE49-F238E27FC236}">
                      <a16:creationId xmlns:a16="http://schemas.microsoft.com/office/drawing/2014/main" id="{9A0C03D5-7310-72A5-98BF-868C0D7480DF}"/>
                    </a:ext>
                  </a:extLst>
                </p14:cNvPr>
                <p14:cNvContentPartPr/>
                <p14:nvPr/>
              </p14:nvContentPartPr>
              <p14:xfrm>
                <a:off x="2880360" y="4109560"/>
                <a:ext cx="162720" cy="5400"/>
              </p14:xfrm>
            </p:contentPart>
          </mc:Choice>
          <mc:Fallback xmlns="">
            <p:pic>
              <p:nvPicPr>
                <p:cNvPr id="1081" name="Ink 1080">
                  <a:extLst>
                    <a:ext uri="{FF2B5EF4-FFF2-40B4-BE49-F238E27FC236}">
                      <a16:creationId xmlns:a16="http://schemas.microsoft.com/office/drawing/2014/main" id="{9A0C03D5-7310-72A5-98BF-868C0D7480D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862360" y="4091560"/>
                  <a:ext cx="19836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1" name="Group 1090">
            <a:extLst>
              <a:ext uri="{FF2B5EF4-FFF2-40B4-BE49-F238E27FC236}">
                <a16:creationId xmlns:a16="http://schemas.microsoft.com/office/drawing/2014/main" id="{23675CB5-7C5C-476F-6F89-5F7752D3923F}"/>
              </a:ext>
            </a:extLst>
          </p:cNvPr>
          <p:cNvGrpSpPr/>
          <p:nvPr/>
        </p:nvGrpSpPr>
        <p:grpSpPr>
          <a:xfrm>
            <a:off x="3256200" y="3918760"/>
            <a:ext cx="965880" cy="384120"/>
            <a:chOff x="3256200" y="3918760"/>
            <a:chExt cx="96588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83" name="Ink 1082">
                  <a:extLst>
                    <a:ext uri="{FF2B5EF4-FFF2-40B4-BE49-F238E27FC236}">
                      <a16:creationId xmlns:a16="http://schemas.microsoft.com/office/drawing/2014/main" id="{F8C6C5F1-306E-6CC3-7DB0-88B881775570}"/>
                    </a:ext>
                  </a:extLst>
                </p14:cNvPr>
                <p14:cNvContentPartPr/>
                <p14:nvPr/>
              </p14:nvContentPartPr>
              <p14:xfrm>
                <a:off x="3256200" y="3918760"/>
                <a:ext cx="112320" cy="233640"/>
              </p14:xfrm>
            </p:contentPart>
          </mc:Choice>
          <mc:Fallback xmlns="">
            <p:pic>
              <p:nvPicPr>
                <p:cNvPr id="1083" name="Ink 1082">
                  <a:extLst>
                    <a:ext uri="{FF2B5EF4-FFF2-40B4-BE49-F238E27FC236}">
                      <a16:creationId xmlns:a16="http://schemas.microsoft.com/office/drawing/2014/main" id="{F8C6C5F1-306E-6CC3-7DB0-88B88177557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38200" y="3900760"/>
                  <a:ext cx="1479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84" name="Ink 1083">
                  <a:extLst>
                    <a:ext uri="{FF2B5EF4-FFF2-40B4-BE49-F238E27FC236}">
                      <a16:creationId xmlns:a16="http://schemas.microsoft.com/office/drawing/2014/main" id="{D3B683D6-6C5B-E272-652D-23E272B29FD6}"/>
                    </a:ext>
                  </a:extLst>
                </p14:cNvPr>
                <p14:cNvContentPartPr/>
                <p14:nvPr/>
              </p14:nvContentPartPr>
              <p14:xfrm>
                <a:off x="3434040" y="3936760"/>
                <a:ext cx="21240" cy="234000"/>
              </p14:xfrm>
            </p:contentPart>
          </mc:Choice>
          <mc:Fallback xmlns="">
            <p:pic>
              <p:nvPicPr>
                <p:cNvPr id="1084" name="Ink 1083">
                  <a:extLst>
                    <a:ext uri="{FF2B5EF4-FFF2-40B4-BE49-F238E27FC236}">
                      <a16:creationId xmlns:a16="http://schemas.microsoft.com/office/drawing/2014/main" id="{D3B683D6-6C5B-E272-652D-23E272B29FD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416040" y="3918760"/>
                  <a:ext cx="568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85" name="Ink 1084">
                  <a:extLst>
                    <a:ext uri="{FF2B5EF4-FFF2-40B4-BE49-F238E27FC236}">
                      <a16:creationId xmlns:a16="http://schemas.microsoft.com/office/drawing/2014/main" id="{B32692E3-E4AF-E0CB-DAD8-7B3B5D64CACF}"/>
                    </a:ext>
                  </a:extLst>
                </p14:cNvPr>
                <p14:cNvContentPartPr/>
                <p14:nvPr/>
              </p14:nvContentPartPr>
              <p14:xfrm>
                <a:off x="3499920" y="4094080"/>
                <a:ext cx="133200" cy="78480"/>
              </p14:xfrm>
            </p:contentPart>
          </mc:Choice>
          <mc:Fallback xmlns="">
            <p:pic>
              <p:nvPicPr>
                <p:cNvPr id="1085" name="Ink 1084">
                  <a:extLst>
                    <a:ext uri="{FF2B5EF4-FFF2-40B4-BE49-F238E27FC236}">
                      <a16:creationId xmlns:a16="http://schemas.microsoft.com/office/drawing/2014/main" id="{B32692E3-E4AF-E0CB-DAD8-7B3B5D64CAC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82280" y="4076440"/>
                  <a:ext cx="168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86" name="Ink 1085">
                  <a:extLst>
                    <a:ext uri="{FF2B5EF4-FFF2-40B4-BE49-F238E27FC236}">
                      <a16:creationId xmlns:a16="http://schemas.microsoft.com/office/drawing/2014/main" id="{E1BA36B5-980B-BC3B-B60B-775B701CC167}"/>
                    </a:ext>
                  </a:extLst>
                </p14:cNvPr>
                <p14:cNvContentPartPr/>
                <p14:nvPr/>
              </p14:nvContentPartPr>
              <p14:xfrm>
                <a:off x="3677760" y="4089040"/>
                <a:ext cx="98640" cy="86760"/>
              </p14:xfrm>
            </p:contentPart>
          </mc:Choice>
          <mc:Fallback xmlns="">
            <p:pic>
              <p:nvPicPr>
                <p:cNvPr id="1086" name="Ink 1085">
                  <a:extLst>
                    <a:ext uri="{FF2B5EF4-FFF2-40B4-BE49-F238E27FC236}">
                      <a16:creationId xmlns:a16="http://schemas.microsoft.com/office/drawing/2014/main" id="{E1BA36B5-980B-BC3B-B60B-775B701CC16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60120" y="4071400"/>
                  <a:ext cx="134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87" name="Ink 1086">
                  <a:extLst>
                    <a:ext uri="{FF2B5EF4-FFF2-40B4-BE49-F238E27FC236}">
                      <a16:creationId xmlns:a16="http://schemas.microsoft.com/office/drawing/2014/main" id="{380AAC40-A382-0C6B-66D1-26F96E6B70F0}"/>
                    </a:ext>
                  </a:extLst>
                </p14:cNvPr>
                <p14:cNvContentPartPr/>
                <p14:nvPr/>
              </p14:nvContentPartPr>
              <p14:xfrm>
                <a:off x="3825720" y="4114600"/>
                <a:ext cx="121680" cy="188280"/>
              </p14:xfrm>
            </p:contentPart>
          </mc:Choice>
          <mc:Fallback xmlns=""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380AAC40-A382-0C6B-66D1-26F96E6B70F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807720" y="4096600"/>
                  <a:ext cx="157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88" name="Ink 1087">
                  <a:extLst>
                    <a:ext uri="{FF2B5EF4-FFF2-40B4-BE49-F238E27FC236}">
                      <a16:creationId xmlns:a16="http://schemas.microsoft.com/office/drawing/2014/main" id="{9EB8B710-FCE3-3D1F-B565-E43802723D47}"/>
                    </a:ext>
                  </a:extLst>
                </p14:cNvPr>
                <p14:cNvContentPartPr/>
                <p14:nvPr/>
              </p14:nvContentPartPr>
              <p14:xfrm>
                <a:off x="3972240" y="4119640"/>
                <a:ext cx="86760" cy="117360"/>
              </p14:xfrm>
            </p:contentPart>
          </mc:Choice>
          <mc:Fallback xmlns=""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9EB8B710-FCE3-3D1F-B565-E43802723D4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54600" y="4101640"/>
                  <a:ext cx="1224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89" name="Ink 1088">
                  <a:extLst>
                    <a:ext uri="{FF2B5EF4-FFF2-40B4-BE49-F238E27FC236}">
                      <a16:creationId xmlns:a16="http://schemas.microsoft.com/office/drawing/2014/main" id="{FBE6BEB1-FFF1-BC02-2B0D-59D59CD61233}"/>
                    </a:ext>
                  </a:extLst>
                </p14:cNvPr>
                <p14:cNvContentPartPr/>
                <p14:nvPr/>
              </p14:nvContentPartPr>
              <p14:xfrm>
                <a:off x="4104720" y="4084000"/>
                <a:ext cx="117360" cy="119160"/>
              </p14:xfrm>
            </p:contentPart>
          </mc:Choice>
          <mc:Fallback xmlns="">
            <p:pic>
              <p:nvPicPr>
                <p:cNvPr id="1089" name="Ink 1088">
                  <a:extLst>
                    <a:ext uri="{FF2B5EF4-FFF2-40B4-BE49-F238E27FC236}">
                      <a16:creationId xmlns:a16="http://schemas.microsoft.com/office/drawing/2014/main" id="{FBE6BEB1-FFF1-BC02-2B0D-59D59CD6123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86720" y="4066360"/>
                  <a:ext cx="153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90" name="Ink 1089">
                  <a:extLst>
                    <a:ext uri="{FF2B5EF4-FFF2-40B4-BE49-F238E27FC236}">
                      <a16:creationId xmlns:a16="http://schemas.microsoft.com/office/drawing/2014/main" id="{27E58816-3192-73B0-087E-57376E984E95}"/>
                    </a:ext>
                  </a:extLst>
                </p14:cNvPr>
                <p14:cNvContentPartPr/>
                <p14:nvPr/>
              </p14:nvContentPartPr>
              <p14:xfrm>
                <a:off x="3983400" y="4089400"/>
                <a:ext cx="51480" cy="51120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27E58816-3192-73B0-087E-57376E984E9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65760" y="4071760"/>
                  <a:ext cx="8712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C60DADF2-C7D6-22EC-9B91-03232C6CA96B}"/>
              </a:ext>
            </a:extLst>
          </p:cNvPr>
          <p:cNvGrpSpPr/>
          <p:nvPr/>
        </p:nvGrpSpPr>
        <p:grpSpPr>
          <a:xfrm>
            <a:off x="4576680" y="3952960"/>
            <a:ext cx="877680" cy="272880"/>
            <a:chOff x="4576680" y="3952960"/>
            <a:chExt cx="87768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92" name="Ink 1091">
                  <a:extLst>
                    <a:ext uri="{FF2B5EF4-FFF2-40B4-BE49-F238E27FC236}">
                      <a16:creationId xmlns:a16="http://schemas.microsoft.com/office/drawing/2014/main" id="{A12FBA98-B4EE-012A-485D-515A99A529E8}"/>
                    </a:ext>
                  </a:extLst>
                </p14:cNvPr>
                <p14:cNvContentPartPr/>
                <p14:nvPr/>
              </p14:nvContentPartPr>
              <p14:xfrm>
                <a:off x="4576680" y="4084000"/>
                <a:ext cx="131760" cy="141840"/>
              </p14:xfrm>
            </p:contentPart>
          </mc:Choice>
          <mc:Fallback xmlns=""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A12FBA98-B4EE-012A-485D-515A99A529E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59040" y="4066360"/>
                  <a:ext cx="167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93" name="Ink 1092">
                  <a:extLst>
                    <a:ext uri="{FF2B5EF4-FFF2-40B4-BE49-F238E27FC236}">
                      <a16:creationId xmlns:a16="http://schemas.microsoft.com/office/drawing/2014/main" id="{5F97AD07-799C-A0ED-8C7E-5710A5942790}"/>
                    </a:ext>
                  </a:extLst>
                </p14:cNvPr>
                <p14:cNvContentPartPr/>
                <p14:nvPr/>
              </p14:nvContentPartPr>
              <p14:xfrm>
                <a:off x="4795200" y="3952960"/>
                <a:ext cx="127440" cy="258840"/>
              </p14:xfrm>
            </p:contentPart>
          </mc:Choice>
          <mc:Fallback xmlns="">
            <p:pic>
              <p:nvPicPr>
                <p:cNvPr id="1093" name="Ink 1092">
                  <a:extLst>
                    <a:ext uri="{FF2B5EF4-FFF2-40B4-BE49-F238E27FC236}">
                      <a16:creationId xmlns:a16="http://schemas.microsoft.com/office/drawing/2014/main" id="{5F97AD07-799C-A0ED-8C7E-5710A594279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77560" y="3934960"/>
                  <a:ext cx="1630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94" name="Ink 1093">
                  <a:extLst>
                    <a:ext uri="{FF2B5EF4-FFF2-40B4-BE49-F238E27FC236}">
                      <a16:creationId xmlns:a16="http://schemas.microsoft.com/office/drawing/2014/main" id="{944D8440-914C-CE3B-34A9-F99DF0F51FCA}"/>
                    </a:ext>
                  </a:extLst>
                </p14:cNvPr>
                <p14:cNvContentPartPr/>
                <p14:nvPr/>
              </p14:nvContentPartPr>
              <p14:xfrm>
                <a:off x="4754880" y="4073920"/>
                <a:ext cx="132480" cy="15480"/>
              </p14:xfrm>
            </p:contentPart>
          </mc:Choice>
          <mc:Fallback xmlns="">
            <p:pic>
              <p:nvPicPr>
                <p:cNvPr id="1094" name="Ink 1093">
                  <a:extLst>
                    <a:ext uri="{FF2B5EF4-FFF2-40B4-BE49-F238E27FC236}">
                      <a16:creationId xmlns:a16="http://schemas.microsoft.com/office/drawing/2014/main" id="{944D8440-914C-CE3B-34A9-F99DF0F51FC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736880" y="4056280"/>
                  <a:ext cx="168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95" name="Ink 1094">
                  <a:extLst>
                    <a:ext uri="{FF2B5EF4-FFF2-40B4-BE49-F238E27FC236}">
                      <a16:creationId xmlns:a16="http://schemas.microsoft.com/office/drawing/2014/main" id="{538855EF-8BAE-F1A8-9687-C232DE90EB7D}"/>
                    </a:ext>
                  </a:extLst>
                </p14:cNvPr>
                <p14:cNvContentPartPr/>
                <p14:nvPr/>
              </p14:nvContentPartPr>
              <p14:xfrm>
                <a:off x="4917240" y="4073920"/>
                <a:ext cx="91800" cy="106920"/>
              </p14:xfrm>
            </p:contentPart>
          </mc:Choice>
          <mc:Fallback xmlns="">
            <p:pic>
              <p:nvPicPr>
                <p:cNvPr id="1095" name="Ink 1094">
                  <a:extLst>
                    <a:ext uri="{FF2B5EF4-FFF2-40B4-BE49-F238E27FC236}">
                      <a16:creationId xmlns:a16="http://schemas.microsoft.com/office/drawing/2014/main" id="{538855EF-8BAE-F1A8-9687-C232DE90EB7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99240" y="4056280"/>
                  <a:ext cx="127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96" name="Ink 1095">
                  <a:extLst>
                    <a:ext uri="{FF2B5EF4-FFF2-40B4-BE49-F238E27FC236}">
                      <a16:creationId xmlns:a16="http://schemas.microsoft.com/office/drawing/2014/main" id="{EF93F33D-5D19-0B26-5AAA-6DDEF249B3B2}"/>
                    </a:ext>
                  </a:extLst>
                </p14:cNvPr>
                <p14:cNvContentPartPr/>
                <p14:nvPr/>
              </p14:nvContentPartPr>
              <p14:xfrm>
                <a:off x="5023800" y="4105240"/>
                <a:ext cx="100440" cy="100440"/>
              </p14:xfrm>
            </p:contentPart>
          </mc:Choice>
          <mc:Fallback xmlns="">
            <p:pic>
              <p:nvPicPr>
                <p:cNvPr id="1096" name="Ink 1095">
                  <a:extLst>
                    <a:ext uri="{FF2B5EF4-FFF2-40B4-BE49-F238E27FC236}">
                      <a16:creationId xmlns:a16="http://schemas.microsoft.com/office/drawing/2014/main" id="{EF93F33D-5D19-0B26-5AAA-6DDEF249B3B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06160" y="4087600"/>
                  <a:ext cx="136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7" name="Ink 1096">
                  <a:extLst>
                    <a:ext uri="{FF2B5EF4-FFF2-40B4-BE49-F238E27FC236}">
                      <a16:creationId xmlns:a16="http://schemas.microsoft.com/office/drawing/2014/main" id="{9AC338D6-0FDF-CFBC-A7DE-79E166DEB3FD}"/>
                    </a:ext>
                  </a:extLst>
                </p14:cNvPr>
                <p14:cNvContentPartPr/>
                <p14:nvPr/>
              </p14:nvContentPartPr>
              <p14:xfrm>
                <a:off x="5166360" y="3967360"/>
                <a:ext cx="71280" cy="239040"/>
              </p14:xfrm>
            </p:contentPart>
          </mc:Choice>
          <mc:Fallback xmlns="">
            <p:pic>
              <p:nvPicPr>
                <p:cNvPr id="1097" name="Ink 1096">
                  <a:extLst>
                    <a:ext uri="{FF2B5EF4-FFF2-40B4-BE49-F238E27FC236}">
                      <a16:creationId xmlns:a16="http://schemas.microsoft.com/office/drawing/2014/main" id="{9AC338D6-0FDF-CFBC-A7DE-79E166DEB3F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148360" y="3949360"/>
                  <a:ext cx="1069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8" name="Ink 1097">
                  <a:extLst>
                    <a:ext uri="{FF2B5EF4-FFF2-40B4-BE49-F238E27FC236}">
                      <a16:creationId xmlns:a16="http://schemas.microsoft.com/office/drawing/2014/main" id="{5C99B50A-CD40-C011-048A-2AD350AC754B}"/>
                    </a:ext>
                  </a:extLst>
                </p14:cNvPr>
                <p14:cNvContentPartPr/>
                <p14:nvPr/>
              </p14:nvContentPartPr>
              <p14:xfrm>
                <a:off x="5202000" y="4067080"/>
                <a:ext cx="99360" cy="129240"/>
              </p14:xfrm>
            </p:contentPart>
          </mc:Choice>
          <mc:Fallback xmlns="">
            <p:pic>
              <p:nvPicPr>
                <p:cNvPr id="1098" name="Ink 1097">
                  <a:extLst>
                    <a:ext uri="{FF2B5EF4-FFF2-40B4-BE49-F238E27FC236}">
                      <a16:creationId xmlns:a16="http://schemas.microsoft.com/office/drawing/2014/main" id="{5C99B50A-CD40-C011-048A-2AD350AC754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184000" y="4049440"/>
                  <a:ext cx="1350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9" name="Ink 1098">
                  <a:extLst>
                    <a:ext uri="{FF2B5EF4-FFF2-40B4-BE49-F238E27FC236}">
                      <a16:creationId xmlns:a16="http://schemas.microsoft.com/office/drawing/2014/main" id="{2B5AAA6C-03EF-9850-E6B9-C925F68A1BCA}"/>
                    </a:ext>
                  </a:extLst>
                </p14:cNvPr>
                <p14:cNvContentPartPr/>
                <p14:nvPr/>
              </p14:nvContentPartPr>
              <p14:xfrm>
                <a:off x="5322600" y="4068520"/>
                <a:ext cx="131760" cy="147960"/>
              </p14:xfrm>
            </p:contentPart>
          </mc:Choice>
          <mc:Fallback xmlns="">
            <p:pic>
              <p:nvPicPr>
                <p:cNvPr id="1099" name="Ink 1098">
                  <a:extLst>
                    <a:ext uri="{FF2B5EF4-FFF2-40B4-BE49-F238E27FC236}">
                      <a16:creationId xmlns:a16="http://schemas.microsoft.com/office/drawing/2014/main" id="{2B5AAA6C-03EF-9850-E6B9-C925F68A1BC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04960" y="4050880"/>
                  <a:ext cx="16740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8" name="Group 1107">
            <a:extLst>
              <a:ext uri="{FF2B5EF4-FFF2-40B4-BE49-F238E27FC236}">
                <a16:creationId xmlns:a16="http://schemas.microsoft.com/office/drawing/2014/main" id="{E319178B-B1D6-73BC-2CCA-2F2E7E9AB729}"/>
              </a:ext>
            </a:extLst>
          </p:cNvPr>
          <p:cNvGrpSpPr/>
          <p:nvPr/>
        </p:nvGrpSpPr>
        <p:grpSpPr>
          <a:xfrm>
            <a:off x="5734800" y="3923440"/>
            <a:ext cx="930240" cy="403560"/>
            <a:chOff x="5734800" y="3923440"/>
            <a:chExt cx="93024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1" name="Ink 1100">
                  <a:extLst>
                    <a:ext uri="{FF2B5EF4-FFF2-40B4-BE49-F238E27FC236}">
                      <a16:creationId xmlns:a16="http://schemas.microsoft.com/office/drawing/2014/main" id="{B541A5D5-183F-9BD5-3CAD-B7F99A4E9E1F}"/>
                    </a:ext>
                  </a:extLst>
                </p14:cNvPr>
                <p14:cNvContentPartPr/>
                <p14:nvPr/>
              </p14:nvContentPartPr>
              <p14:xfrm>
                <a:off x="5734800" y="3923440"/>
                <a:ext cx="178560" cy="303480"/>
              </p14:xfrm>
            </p:contentPart>
          </mc:Choice>
          <mc:Fallback xmlns="">
            <p:pic>
              <p:nvPicPr>
                <p:cNvPr id="1101" name="Ink 1100">
                  <a:extLst>
                    <a:ext uri="{FF2B5EF4-FFF2-40B4-BE49-F238E27FC236}">
                      <a16:creationId xmlns:a16="http://schemas.microsoft.com/office/drawing/2014/main" id="{B541A5D5-183F-9BD5-3CAD-B7F99A4E9E1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716800" y="3905440"/>
                  <a:ext cx="2142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2" name="Ink 1101">
                  <a:extLst>
                    <a:ext uri="{FF2B5EF4-FFF2-40B4-BE49-F238E27FC236}">
                      <a16:creationId xmlns:a16="http://schemas.microsoft.com/office/drawing/2014/main" id="{2077054C-89C6-3D8A-D11A-806EA0D2214B}"/>
                    </a:ext>
                  </a:extLst>
                </p14:cNvPr>
                <p14:cNvContentPartPr/>
                <p14:nvPr/>
              </p14:nvContentPartPr>
              <p14:xfrm>
                <a:off x="5877720" y="4094440"/>
                <a:ext cx="96480" cy="120240"/>
              </p14:xfrm>
            </p:contentPart>
          </mc:Choice>
          <mc:Fallback xmlns="">
            <p:pic>
              <p:nvPicPr>
                <p:cNvPr id="1102" name="Ink 1101">
                  <a:extLst>
                    <a:ext uri="{FF2B5EF4-FFF2-40B4-BE49-F238E27FC236}">
                      <a16:creationId xmlns:a16="http://schemas.microsoft.com/office/drawing/2014/main" id="{2077054C-89C6-3D8A-D11A-806EA0D2214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60080" y="4076800"/>
                  <a:ext cx="132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3" name="Ink 1102">
                  <a:extLst>
                    <a:ext uri="{FF2B5EF4-FFF2-40B4-BE49-F238E27FC236}">
                      <a16:creationId xmlns:a16="http://schemas.microsoft.com/office/drawing/2014/main" id="{1B28F492-C58C-9166-B39B-9EA73A515219}"/>
                    </a:ext>
                  </a:extLst>
                </p14:cNvPr>
                <p14:cNvContentPartPr/>
                <p14:nvPr/>
              </p14:nvContentPartPr>
              <p14:xfrm>
                <a:off x="6040080" y="4099480"/>
                <a:ext cx="107280" cy="127440"/>
              </p14:xfrm>
            </p:contentPart>
          </mc:Choice>
          <mc:Fallback xmlns="">
            <p:pic>
              <p:nvPicPr>
                <p:cNvPr id="1103" name="Ink 1102">
                  <a:extLst>
                    <a:ext uri="{FF2B5EF4-FFF2-40B4-BE49-F238E27FC236}">
                      <a16:creationId xmlns:a16="http://schemas.microsoft.com/office/drawing/2014/main" id="{1B28F492-C58C-9166-B39B-9EA73A51521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22080" y="4081480"/>
                  <a:ext cx="142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4" name="Ink 1103">
                  <a:extLst>
                    <a:ext uri="{FF2B5EF4-FFF2-40B4-BE49-F238E27FC236}">
                      <a16:creationId xmlns:a16="http://schemas.microsoft.com/office/drawing/2014/main" id="{532B9523-6C88-7D7A-D8BB-09FF5E7B233C}"/>
                    </a:ext>
                  </a:extLst>
                </p14:cNvPr>
                <p14:cNvContentPartPr/>
                <p14:nvPr/>
              </p14:nvContentPartPr>
              <p14:xfrm>
                <a:off x="6234120" y="4130440"/>
                <a:ext cx="115920" cy="196560"/>
              </p14:xfrm>
            </p:contentPart>
          </mc:Choice>
          <mc:Fallback xmlns="">
            <p:pic>
              <p:nvPicPr>
                <p:cNvPr id="1104" name="Ink 1103">
                  <a:extLst>
                    <a:ext uri="{FF2B5EF4-FFF2-40B4-BE49-F238E27FC236}">
                      <a16:creationId xmlns:a16="http://schemas.microsoft.com/office/drawing/2014/main" id="{532B9523-6C88-7D7A-D8BB-09FF5E7B233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216480" y="4112800"/>
                  <a:ext cx="151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5" name="Ink 1104">
                  <a:extLst>
                    <a:ext uri="{FF2B5EF4-FFF2-40B4-BE49-F238E27FC236}">
                      <a16:creationId xmlns:a16="http://schemas.microsoft.com/office/drawing/2014/main" id="{995C40D4-E40C-7B82-A524-EC0EF3B28BB4}"/>
                    </a:ext>
                  </a:extLst>
                </p14:cNvPr>
                <p14:cNvContentPartPr/>
                <p14:nvPr/>
              </p14:nvContentPartPr>
              <p14:xfrm>
                <a:off x="6417720" y="4000480"/>
                <a:ext cx="103680" cy="251640"/>
              </p14:xfrm>
            </p:contentPart>
          </mc:Choice>
          <mc:Fallback xmlns="">
            <p:pic>
              <p:nvPicPr>
                <p:cNvPr id="1105" name="Ink 1104">
                  <a:extLst>
                    <a:ext uri="{FF2B5EF4-FFF2-40B4-BE49-F238E27FC236}">
                      <a16:creationId xmlns:a16="http://schemas.microsoft.com/office/drawing/2014/main" id="{995C40D4-E40C-7B82-A524-EC0EF3B28BB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99720" y="3982840"/>
                  <a:ext cx="1393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6" name="Ink 1105">
                  <a:extLst>
                    <a:ext uri="{FF2B5EF4-FFF2-40B4-BE49-F238E27FC236}">
                      <a16:creationId xmlns:a16="http://schemas.microsoft.com/office/drawing/2014/main" id="{DA7B2F3F-B36C-EE69-B5D2-A7F5F72F1352}"/>
                    </a:ext>
                  </a:extLst>
                </p14:cNvPr>
                <p14:cNvContentPartPr/>
                <p14:nvPr/>
              </p14:nvContentPartPr>
              <p14:xfrm>
                <a:off x="6375240" y="4099480"/>
                <a:ext cx="117360" cy="5400"/>
              </p14:xfrm>
            </p:contentPart>
          </mc:Choice>
          <mc:Fallback xmlns="">
            <p:pic>
              <p:nvPicPr>
                <p:cNvPr id="1106" name="Ink 1105">
                  <a:extLst>
                    <a:ext uri="{FF2B5EF4-FFF2-40B4-BE49-F238E27FC236}">
                      <a16:creationId xmlns:a16="http://schemas.microsoft.com/office/drawing/2014/main" id="{DA7B2F3F-B36C-EE69-B5D2-A7F5F72F135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57240" y="4081480"/>
                  <a:ext cx="153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7" name="Ink 1106">
                  <a:extLst>
                    <a:ext uri="{FF2B5EF4-FFF2-40B4-BE49-F238E27FC236}">
                      <a16:creationId xmlns:a16="http://schemas.microsoft.com/office/drawing/2014/main" id="{59C6DC98-B36F-CF5B-4D6B-762FA9382592}"/>
                    </a:ext>
                  </a:extLst>
                </p14:cNvPr>
                <p14:cNvContentPartPr/>
                <p14:nvPr/>
              </p14:nvContentPartPr>
              <p14:xfrm>
                <a:off x="6523920" y="3977440"/>
                <a:ext cx="141120" cy="242640"/>
              </p14:xfrm>
            </p:contentPart>
          </mc:Choice>
          <mc:Fallback xmlns="">
            <p:pic>
              <p:nvPicPr>
                <p:cNvPr id="1107" name="Ink 1106">
                  <a:extLst>
                    <a:ext uri="{FF2B5EF4-FFF2-40B4-BE49-F238E27FC236}">
                      <a16:creationId xmlns:a16="http://schemas.microsoft.com/office/drawing/2014/main" id="{59C6DC98-B36F-CF5B-4D6B-762FA938259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06280" y="3959800"/>
                  <a:ext cx="17676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2" name="Group 1121">
            <a:extLst>
              <a:ext uri="{FF2B5EF4-FFF2-40B4-BE49-F238E27FC236}">
                <a16:creationId xmlns:a16="http://schemas.microsoft.com/office/drawing/2014/main" id="{C71AF13C-9E2E-56DC-E102-ECFA837F9960}"/>
              </a:ext>
            </a:extLst>
          </p:cNvPr>
          <p:cNvGrpSpPr/>
          <p:nvPr/>
        </p:nvGrpSpPr>
        <p:grpSpPr>
          <a:xfrm>
            <a:off x="1130760" y="4845040"/>
            <a:ext cx="1709280" cy="346680"/>
            <a:chOff x="1130760" y="4845040"/>
            <a:chExt cx="170928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9" name="Ink 1108">
                  <a:extLst>
                    <a:ext uri="{FF2B5EF4-FFF2-40B4-BE49-F238E27FC236}">
                      <a16:creationId xmlns:a16="http://schemas.microsoft.com/office/drawing/2014/main" id="{12D3C782-05BD-C097-1113-E43EFFD26527}"/>
                    </a:ext>
                  </a:extLst>
                </p14:cNvPr>
                <p14:cNvContentPartPr/>
                <p14:nvPr/>
              </p14:nvContentPartPr>
              <p14:xfrm>
                <a:off x="1130760" y="4845040"/>
                <a:ext cx="215280" cy="346680"/>
              </p14:xfrm>
            </p:contentPart>
          </mc:Choice>
          <mc:Fallback xmlns="">
            <p:pic>
              <p:nvPicPr>
                <p:cNvPr id="1109" name="Ink 1108">
                  <a:extLst>
                    <a:ext uri="{FF2B5EF4-FFF2-40B4-BE49-F238E27FC236}">
                      <a16:creationId xmlns:a16="http://schemas.microsoft.com/office/drawing/2014/main" id="{12D3C782-05BD-C097-1113-E43EFFD2652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13120" y="4827040"/>
                  <a:ext cx="2509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0" name="Ink 1109">
                  <a:extLst>
                    <a:ext uri="{FF2B5EF4-FFF2-40B4-BE49-F238E27FC236}">
                      <a16:creationId xmlns:a16="http://schemas.microsoft.com/office/drawing/2014/main" id="{7D5111D1-3974-96C5-06A0-D372C77F7B07}"/>
                    </a:ext>
                  </a:extLst>
                </p14:cNvPr>
                <p14:cNvContentPartPr/>
                <p14:nvPr/>
              </p14:nvContentPartPr>
              <p14:xfrm>
                <a:off x="1386720" y="5054560"/>
                <a:ext cx="36000" cy="101880"/>
              </p14:xfrm>
            </p:contentPart>
          </mc:Choice>
          <mc:Fallback xmlns="">
            <p:pic>
              <p:nvPicPr>
                <p:cNvPr id="1110" name="Ink 1109">
                  <a:extLst>
                    <a:ext uri="{FF2B5EF4-FFF2-40B4-BE49-F238E27FC236}">
                      <a16:creationId xmlns:a16="http://schemas.microsoft.com/office/drawing/2014/main" id="{7D5111D1-3974-96C5-06A0-D372C77F7B0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369080" y="5036560"/>
                  <a:ext cx="71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1" name="Ink 1110">
                  <a:extLst>
                    <a:ext uri="{FF2B5EF4-FFF2-40B4-BE49-F238E27FC236}">
                      <a16:creationId xmlns:a16="http://schemas.microsoft.com/office/drawing/2014/main" id="{EE11D864-D2FB-597B-6A79-7881A5D4751D}"/>
                    </a:ext>
                  </a:extLst>
                </p14:cNvPr>
                <p14:cNvContentPartPr/>
                <p14:nvPr/>
              </p14:nvContentPartPr>
              <p14:xfrm>
                <a:off x="1376280" y="4963120"/>
                <a:ext cx="10800" cy="25920"/>
              </p14:xfrm>
            </p:contentPart>
          </mc:Choice>
          <mc:Fallback xmlns="">
            <p:pic>
              <p:nvPicPr>
                <p:cNvPr id="1111" name="Ink 1110">
                  <a:extLst>
                    <a:ext uri="{FF2B5EF4-FFF2-40B4-BE49-F238E27FC236}">
                      <a16:creationId xmlns:a16="http://schemas.microsoft.com/office/drawing/2014/main" id="{EE11D864-D2FB-597B-6A79-7881A5D4751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58640" y="4945120"/>
                  <a:ext cx="46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2" name="Ink 1111">
                  <a:extLst>
                    <a:ext uri="{FF2B5EF4-FFF2-40B4-BE49-F238E27FC236}">
                      <a16:creationId xmlns:a16="http://schemas.microsoft.com/office/drawing/2014/main" id="{20958349-3D5A-FB3D-9B9F-3D4A6FF7600E}"/>
                    </a:ext>
                  </a:extLst>
                </p14:cNvPr>
                <p14:cNvContentPartPr/>
                <p14:nvPr/>
              </p14:nvContentPartPr>
              <p14:xfrm>
                <a:off x="1488240" y="5034040"/>
                <a:ext cx="188280" cy="152640"/>
              </p14:xfrm>
            </p:contentPart>
          </mc:Choice>
          <mc:Fallback xmlns="">
            <p:pic>
              <p:nvPicPr>
                <p:cNvPr id="1112" name="Ink 1111">
                  <a:extLst>
                    <a:ext uri="{FF2B5EF4-FFF2-40B4-BE49-F238E27FC236}">
                      <a16:creationId xmlns:a16="http://schemas.microsoft.com/office/drawing/2014/main" id="{20958349-3D5A-FB3D-9B9F-3D4A6FF7600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70600" y="5016040"/>
                  <a:ext cx="2239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13" name="Ink 1112">
                  <a:extLst>
                    <a:ext uri="{FF2B5EF4-FFF2-40B4-BE49-F238E27FC236}">
                      <a16:creationId xmlns:a16="http://schemas.microsoft.com/office/drawing/2014/main" id="{F6D93657-F6CB-5C98-8CD6-754DBD56AFC0}"/>
                    </a:ext>
                  </a:extLst>
                </p14:cNvPr>
                <p14:cNvContentPartPr/>
                <p14:nvPr/>
              </p14:nvContentPartPr>
              <p14:xfrm>
                <a:off x="1666080" y="5054560"/>
                <a:ext cx="200520" cy="122400"/>
              </p14:xfrm>
            </p:contentPart>
          </mc:Choice>
          <mc:Fallback xmlns="">
            <p:pic>
              <p:nvPicPr>
                <p:cNvPr id="1113" name="Ink 1112">
                  <a:extLst>
                    <a:ext uri="{FF2B5EF4-FFF2-40B4-BE49-F238E27FC236}">
                      <a16:creationId xmlns:a16="http://schemas.microsoft.com/office/drawing/2014/main" id="{F6D93657-F6CB-5C98-8CD6-754DBD56AFC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48440" y="5036560"/>
                  <a:ext cx="2361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4" name="Ink 1113">
                  <a:extLst>
                    <a:ext uri="{FF2B5EF4-FFF2-40B4-BE49-F238E27FC236}">
                      <a16:creationId xmlns:a16="http://schemas.microsoft.com/office/drawing/2014/main" id="{8E83D56C-BE5F-D195-869A-7C3FB89C75DC}"/>
                    </a:ext>
                  </a:extLst>
                </p14:cNvPr>
                <p14:cNvContentPartPr/>
                <p14:nvPr/>
              </p14:nvContentPartPr>
              <p14:xfrm>
                <a:off x="1919520" y="5058880"/>
                <a:ext cx="97200" cy="117720"/>
              </p14:xfrm>
            </p:contentPart>
          </mc:Choice>
          <mc:Fallback xmlns="">
            <p:pic>
              <p:nvPicPr>
                <p:cNvPr id="1114" name="Ink 1113">
                  <a:extLst>
                    <a:ext uri="{FF2B5EF4-FFF2-40B4-BE49-F238E27FC236}">
                      <a16:creationId xmlns:a16="http://schemas.microsoft.com/office/drawing/2014/main" id="{8E83D56C-BE5F-D195-869A-7C3FB89C75D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901880" y="5041240"/>
                  <a:ext cx="1328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15" name="Ink 1114">
                  <a:extLst>
                    <a:ext uri="{FF2B5EF4-FFF2-40B4-BE49-F238E27FC236}">
                      <a16:creationId xmlns:a16="http://schemas.microsoft.com/office/drawing/2014/main" id="{AC1C302B-4ED9-D9D1-D376-3ED86EABCC35}"/>
                    </a:ext>
                  </a:extLst>
                </p14:cNvPr>
                <p14:cNvContentPartPr/>
                <p14:nvPr/>
              </p14:nvContentPartPr>
              <p14:xfrm>
                <a:off x="2092680" y="4914880"/>
                <a:ext cx="97200" cy="257040"/>
              </p14:xfrm>
            </p:contentPart>
          </mc:Choice>
          <mc:Fallback xmlns="">
            <p:pic>
              <p:nvPicPr>
                <p:cNvPr id="1115" name="Ink 1114">
                  <a:extLst>
                    <a:ext uri="{FF2B5EF4-FFF2-40B4-BE49-F238E27FC236}">
                      <a16:creationId xmlns:a16="http://schemas.microsoft.com/office/drawing/2014/main" id="{AC1C302B-4ED9-D9D1-D376-3ED86EABCC3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074680" y="4896880"/>
                  <a:ext cx="1328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16" name="Ink 1115">
                  <a:extLst>
                    <a:ext uri="{FF2B5EF4-FFF2-40B4-BE49-F238E27FC236}">
                      <a16:creationId xmlns:a16="http://schemas.microsoft.com/office/drawing/2014/main" id="{DAB55AD9-ECCD-5CFB-B6C1-F290332B4EC7}"/>
                    </a:ext>
                  </a:extLst>
                </p14:cNvPr>
                <p14:cNvContentPartPr/>
                <p14:nvPr/>
              </p14:nvContentPartPr>
              <p14:xfrm>
                <a:off x="2052000" y="5034040"/>
                <a:ext cx="147600" cy="5400"/>
              </p14:xfrm>
            </p:contentPart>
          </mc:Choice>
          <mc:Fallback xmlns="">
            <p:pic>
              <p:nvPicPr>
                <p:cNvPr id="1116" name="Ink 1115">
                  <a:extLst>
                    <a:ext uri="{FF2B5EF4-FFF2-40B4-BE49-F238E27FC236}">
                      <a16:creationId xmlns:a16="http://schemas.microsoft.com/office/drawing/2014/main" id="{DAB55AD9-ECCD-5CFB-B6C1-F290332B4EC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34360" y="5016040"/>
                  <a:ext cx="183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17" name="Ink 1116">
                  <a:extLst>
                    <a:ext uri="{FF2B5EF4-FFF2-40B4-BE49-F238E27FC236}">
                      <a16:creationId xmlns:a16="http://schemas.microsoft.com/office/drawing/2014/main" id="{312EE554-986F-FBF3-CD5F-2C6C0CE2588F}"/>
                    </a:ext>
                  </a:extLst>
                </p14:cNvPr>
                <p14:cNvContentPartPr/>
                <p14:nvPr/>
              </p14:nvContentPartPr>
              <p14:xfrm>
                <a:off x="2258640" y="5041960"/>
                <a:ext cx="138600" cy="124560"/>
              </p14:xfrm>
            </p:contentPart>
          </mc:Choice>
          <mc:Fallback xmlns="">
            <p:pic>
              <p:nvPicPr>
                <p:cNvPr id="1117" name="Ink 1116">
                  <a:extLst>
                    <a:ext uri="{FF2B5EF4-FFF2-40B4-BE49-F238E27FC236}">
                      <a16:creationId xmlns:a16="http://schemas.microsoft.com/office/drawing/2014/main" id="{312EE554-986F-FBF3-CD5F-2C6C0CE2588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240640" y="5024320"/>
                  <a:ext cx="174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18" name="Ink 1117">
                  <a:extLst>
                    <a:ext uri="{FF2B5EF4-FFF2-40B4-BE49-F238E27FC236}">
                      <a16:creationId xmlns:a16="http://schemas.microsoft.com/office/drawing/2014/main" id="{3F882D21-78B6-7E37-6592-F185EA3E6A87}"/>
                    </a:ext>
                  </a:extLst>
                </p14:cNvPr>
                <p14:cNvContentPartPr/>
                <p14:nvPr/>
              </p14:nvContentPartPr>
              <p14:xfrm>
                <a:off x="2392560" y="5054560"/>
                <a:ext cx="71280" cy="101160"/>
              </p14:xfrm>
            </p:contentPart>
          </mc:Choice>
          <mc:Fallback xmlns="">
            <p:pic>
              <p:nvPicPr>
                <p:cNvPr id="1118" name="Ink 1117">
                  <a:extLst>
                    <a:ext uri="{FF2B5EF4-FFF2-40B4-BE49-F238E27FC236}">
                      <a16:creationId xmlns:a16="http://schemas.microsoft.com/office/drawing/2014/main" id="{3F882D21-78B6-7E37-6592-F185EA3E6A8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374920" y="5036560"/>
                  <a:ext cx="1069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19" name="Ink 1118">
                  <a:extLst>
                    <a:ext uri="{FF2B5EF4-FFF2-40B4-BE49-F238E27FC236}">
                      <a16:creationId xmlns:a16="http://schemas.microsoft.com/office/drawing/2014/main" id="{15F3BA5D-671D-1A09-A936-736A0A149478}"/>
                    </a:ext>
                  </a:extLst>
                </p14:cNvPr>
                <p14:cNvContentPartPr/>
                <p14:nvPr/>
              </p14:nvContentPartPr>
              <p14:xfrm>
                <a:off x="2565000" y="5034040"/>
                <a:ext cx="94680" cy="157680"/>
              </p14:xfrm>
            </p:contentPart>
          </mc:Choice>
          <mc:Fallback xmlns="">
            <p:pic>
              <p:nvPicPr>
                <p:cNvPr id="1119" name="Ink 1118">
                  <a:extLst>
                    <a:ext uri="{FF2B5EF4-FFF2-40B4-BE49-F238E27FC236}">
                      <a16:creationId xmlns:a16="http://schemas.microsoft.com/office/drawing/2014/main" id="{15F3BA5D-671D-1A09-A936-736A0A14947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47360" y="5016400"/>
                  <a:ext cx="1303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20" name="Ink 1119">
                  <a:extLst>
                    <a:ext uri="{FF2B5EF4-FFF2-40B4-BE49-F238E27FC236}">
                      <a16:creationId xmlns:a16="http://schemas.microsoft.com/office/drawing/2014/main" id="{F03213A1-152D-C147-B0DC-31F825D2E715}"/>
                    </a:ext>
                  </a:extLst>
                </p14:cNvPr>
                <p14:cNvContentPartPr/>
                <p14:nvPr/>
              </p14:nvContentPartPr>
              <p14:xfrm>
                <a:off x="2758320" y="5044480"/>
                <a:ext cx="51120" cy="46440"/>
              </p14:xfrm>
            </p:contentPart>
          </mc:Choice>
          <mc:Fallback xmlns="">
            <p:pic>
              <p:nvPicPr>
                <p:cNvPr id="1120" name="Ink 1119">
                  <a:extLst>
                    <a:ext uri="{FF2B5EF4-FFF2-40B4-BE49-F238E27FC236}">
                      <a16:creationId xmlns:a16="http://schemas.microsoft.com/office/drawing/2014/main" id="{F03213A1-152D-C147-B0DC-31F825D2E71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740680" y="5026480"/>
                  <a:ext cx="86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21" name="Ink 1120">
                  <a:extLst>
                    <a:ext uri="{FF2B5EF4-FFF2-40B4-BE49-F238E27FC236}">
                      <a16:creationId xmlns:a16="http://schemas.microsoft.com/office/drawing/2014/main" id="{6A74DBBC-7930-05A7-A242-DA94FD7A52A4}"/>
                    </a:ext>
                  </a:extLst>
                </p14:cNvPr>
                <p14:cNvContentPartPr/>
                <p14:nvPr/>
              </p14:nvContentPartPr>
              <p14:xfrm>
                <a:off x="2799000" y="5125480"/>
                <a:ext cx="41040" cy="36000"/>
              </p14:xfrm>
            </p:contentPart>
          </mc:Choice>
          <mc:Fallback xmlns="">
            <p:pic>
              <p:nvPicPr>
                <p:cNvPr id="1121" name="Ink 1120">
                  <a:extLst>
                    <a:ext uri="{FF2B5EF4-FFF2-40B4-BE49-F238E27FC236}">
                      <a16:creationId xmlns:a16="http://schemas.microsoft.com/office/drawing/2014/main" id="{6A74DBBC-7930-05A7-A242-DA94FD7A52A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81000" y="5107840"/>
                  <a:ext cx="7668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1F460BA4-98D8-D820-4465-F71B44BFE607}"/>
              </a:ext>
            </a:extLst>
          </p:cNvPr>
          <p:cNvGrpSpPr/>
          <p:nvPr/>
        </p:nvGrpSpPr>
        <p:grpSpPr>
          <a:xfrm>
            <a:off x="1802520" y="5313400"/>
            <a:ext cx="610560" cy="335520"/>
            <a:chOff x="1802520" y="5313400"/>
            <a:chExt cx="61056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23" name="Ink 1122">
                  <a:extLst>
                    <a:ext uri="{FF2B5EF4-FFF2-40B4-BE49-F238E27FC236}">
                      <a16:creationId xmlns:a16="http://schemas.microsoft.com/office/drawing/2014/main" id="{7FA3B4A9-FA7F-133B-F68C-943641EF86AF}"/>
                    </a:ext>
                  </a:extLst>
                </p14:cNvPr>
                <p14:cNvContentPartPr/>
                <p14:nvPr/>
              </p14:nvContentPartPr>
              <p14:xfrm>
                <a:off x="1802520" y="5313400"/>
                <a:ext cx="163080" cy="321840"/>
              </p14:xfrm>
            </p:contentPart>
          </mc:Choice>
          <mc:Fallback xmlns="">
            <p:pic>
              <p:nvPicPr>
                <p:cNvPr id="1123" name="Ink 1122">
                  <a:extLst>
                    <a:ext uri="{FF2B5EF4-FFF2-40B4-BE49-F238E27FC236}">
                      <a16:creationId xmlns:a16="http://schemas.microsoft.com/office/drawing/2014/main" id="{7FA3B4A9-FA7F-133B-F68C-943641EF86A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784880" y="5295400"/>
                  <a:ext cx="1987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24" name="Ink 1123">
                  <a:extLst>
                    <a:ext uri="{FF2B5EF4-FFF2-40B4-BE49-F238E27FC236}">
                      <a16:creationId xmlns:a16="http://schemas.microsoft.com/office/drawing/2014/main" id="{627A3395-1FCF-10B0-B923-6CE2E5AEF5FE}"/>
                    </a:ext>
                  </a:extLst>
                </p14:cNvPr>
                <p14:cNvContentPartPr/>
                <p14:nvPr/>
              </p14:nvContentPartPr>
              <p14:xfrm>
                <a:off x="2031840" y="5516800"/>
                <a:ext cx="183960" cy="109800"/>
              </p14:xfrm>
            </p:contentPart>
          </mc:Choice>
          <mc:Fallback xmlns="">
            <p:pic>
              <p:nvPicPr>
                <p:cNvPr id="1124" name="Ink 1123">
                  <a:extLst>
                    <a:ext uri="{FF2B5EF4-FFF2-40B4-BE49-F238E27FC236}">
                      <a16:creationId xmlns:a16="http://schemas.microsoft.com/office/drawing/2014/main" id="{627A3395-1FCF-10B0-B923-6CE2E5AEF5F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014200" y="5498800"/>
                  <a:ext cx="219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25" name="Ink 1124">
                  <a:extLst>
                    <a:ext uri="{FF2B5EF4-FFF2-40B4-BE49-F238E27FC236}">
                      <a16:creationId xmlns:a16="http://schemas.microsoft.com/office/drawing/2014/main" id="{4CFD8BE7-2045-D0F7-594C-38F18B6C9DB1}"/>
                    </a:ext>
                  </a:extLst>
                </p14:cNvPr>
                <p14:cNvContentPartPr/>
                <p14:nvPr/>
              </p14:nvContentPartPr>
              <p14:xfrm>
                <a:off x="2260440" y="5349760"/>
                <a:ext cx="152640" cy="299160"/>
              </p14:xfrm>
            </p:contentPart>
          </mc:Choice>
          <mc:Fallback xmlns="">
            <p:pic>
              <p:nvPicPr>
                <p:cNvPr id="1125" name="Ink 1124">
                  <a:extLst>
                    <a:ext uri="{FF2B5EF4-FFF2-40B4-BE49-F238E27FC236}">
                      <a16:creationId xmlns:a16="http://schemas.microsoft.com/office/drawing/2014/main" id="{4CFD8BE7-2045-D0F7-594C-38F18B6C9DB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42440" y="5332120"/>
                  <a:ext cx="18828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8" name="Group 1127">
            <a:extLst>
              <a:ext uri="{FF2B5EF4-FFF2-40B4-BE49-F238E27FC236}">
                <a16:creationId xmlns:a16="http://schemas.microsoft.com/office/drawing/2014/main" id="{A0CC93B9-20C2-0177-2F0B-D8E243A22C31}"/>
              </a:ext>
            </a:extLst>
          </p:cNvPr>
          <p:cNvGrpSpPr/>
          <p:nvPr/>
        </p:nvGrpSpPr>
        <p:grpSpPr>
          <a:xfrm>
            <a:off x="2788920" y="5486200"/>
            <a:ext cx="157680" cy="61200"/>
            <a:chOff x="2788920" y="5486200"/>
            <a:chExt cx="157680" cy="6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26" name="Ink 1125">
                  <a:extLst>
                    <a:ext uri="{FF2B5EF4-FFF2-40B4-BE49-F238E27FC236}">
                      <a16:creationId xmlns:a16="http://schemas.microsoft.com/office/drawing/2014/main" id="{7BE05FB3-BB36-C787-495A-C23DF75D0548}"/>
                    </a:ext>
                  </a:extLst>
                </p14:cNvPr>
                <p14:cNvContentPartPr/>
                <p14:nvPr/>
              </p14:nvContentPartPr>
              <p14:xfrm>
                <a:off x="2788920" y="5486200"/>
                <a:ext cx="142560" cy="10440"/>
              </p14:xfrm>
            </p:contentPart>
          </mc:Choice>
          <mc:Fallback xmlns="">
            <p:pic>
              <p:nvPicPr>
                <p:cNvPr id="1126" name="Ink 1125">
                  <a:extLst>
                    <a:ext uri="{FF2B5EF4-FFF2-40B4-BE49-F238E27FC236}">
                      <a16:creationId xmlns:a16="http://schemas.microsoft.com/office/drawing/2014/main" id="{7BE05FB3-BB36-C787-495A-C23DF75D054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0920" y="5468560"/>
                  <a:ext cx="178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27" name="Ink 1126">
                  <a:extLst>
                    <a:ext uri="{FF2B5EF4-FFF2-40B4-BE49-F238E27FC236}">
                      <a16:creationId xmlns:a16="http://schemas.microsoft.com/office/drawing/2014/main" id="{6C71DD1A-888D-D0B5-A530-004B0A640DC2}"/>
                    </a:ext>
                  </a:extLst>
                </p14:cNvPr>
                <p14:cNvContentPartPr/>
                <p14:nvPr/>
              </p14:nvContentPartPr>
              <p14:xfrm>
                <a:off x="2793960" y="5547040"/>
                <a:ext cx="152640" cy="360"/>
              </p14:xfrm>
            </p:contentPart>
          </mc:Choice>
          <mc:Fallback xmlns="">
            <p:pic>
              <p:nvPicPr>
                <p:cNvPr id="1127" name="Ink 1126">
                  <a:extLst>
                    <a:ext uri="{FF2B5EF4-FFF2-40B4-BE49-F238E27FC236}">
                      <a16:creationId xmlns:a16="http://schemas.microsoft.com/office/drawing/2014/main" id="{6C71DD1A-888D-D0B5-A530-004B0A640DC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5960" y="5529400"/>
                  <a:ext cx="1882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7" name="Group 1136">
            <a:extLst>
              <a:ext uri="{FF2B5EF4-FFF2-40B4-BE49-F238E27FC236}">
                <a16:creationId xmlns:a16="http://schemas.microsoft.com/office/drawing/2014/main" id="{C0026F9E-67F8-03AC-D20E-519E198458C2}"/>
              </a:ext>
            </a:extLst>
          </p:cNvPr>
          <p:cNvGrpSpPr/>
          <p:nvPr/>
        </p:nvGrpSpPr>
        <p:grpSpPr>
          <a:xfrm>
            <a:off x="3124080" y="5368480"/>
            <a:ext cx="907560" cy="288000"/>
            <a:chOff x="3124080" y="5368480"/>
            <a:chExt cx="90756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30" name="Ink 1129">
                  <a:extLst>
                    <a:ext uri="{FF2B5EF4-FFF2-40B4-BE49-F238E27FC236}">
                      <a16:creationId xmlns:a16="http://schemas.microsoft.com/office/drawing/2014/main" id="{492D2847-7D65-5D2E-CAED-E2E58E16419E}"/>
                    </a:ext>
                  </a:extLst>
                </p14:cNvPr>
                <p14:cNvContentPartPr/>
                <p14:nvPr/>
              </p14:nvContentPartPr>
              <p14:xfrm>
                <a:off x="3124080" y="5374240"/>
                <a:ext cx="68760" cy="234360"/>
              </p14:xfrm>
            </p:contentPart>
          </mc:Choice>
          <mc:Fallback xmlns="">
            <p:pic>
              <p:nvPicPr>
                <p:cNvPr id="1130" name="Ink 1129">
                  <a:extLst>
                    <a:ext uri="{FF2B5EF4-FFF2-40B4-BE49-F238E27FC236}">
                      <a16:creationId xmlns:a16="http://schemas.microsoft.com/office/drawing/2014/main" id="{492D2847-7D65-5D2E-CAED-E2E58E16419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106440" y="5356600"/>
                  <a:ext cx="1044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31" name="Ink 1130">
                  <a:extLst>
                    <a:ext uri="{FF2B5EF4-FFF2-40B4-BE49-F238E27FC236}">
                      <a16:creationId xmlns:a16="http://schemas.microsoft.com/office/drawing/2014/main" id="{BA7B30A2-C442-F27C-AACC-2E0CD7A551A6}"/>
                    </a:ext>
                  </a:extLst>
                </p14:cNvPr>
                <p14:cNvContentPartPr/>
                <p14:nvPr/>
              </p14:nvContentPartPr>
              <p14:xfrm>
                <a:off x="3261240" y="5368480"/>
                <a:ext cx="178200" cy="219600"/>
              </p14:xfrm>
            </p:contentPart>
          </mc:Choice>
          <mc:Fallback xmlns="">
            <p:pic>
              <p:nvPicPr>
                <p:cNvPr id="1131" name="Ink 1130">
                  <a:extLst>
                    <a:ext uri="{FF2B5EF4-FFF2-40B4-BE49-F238E27FC236}">
                      <a16:creationId xmlns:a16="http://schemas.microsoft.com/office/drawing/2014/main" id="{BA7B30A2-C442-F27C-AACC-2E0CD7A551A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243240" y="5350840"/>
                  <a:ext cx="2138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32" name="Ink 1131">
                  <a:extLst>
                    <a:ext uri="{FF2B5EF4-FFF2-40B4-BE49-F238E27FC236}">
                      <a16:creationId xmlns:a16="http://schemas.microsoft.com/office/drawing/2014/main" id="{C35632AF-FE20-5028-6734-A9ABF95271A5}"/>
                    </a:ext>
                  </a:extLst>
                </p14:cNvPr>
                <p14:cNvContentPartPr/>
                <p14:nvPr/>
              </p14:nvContentPartPr>
              <p14:xfrm>
                <a:off x="3555720" y="5526880"/>
                <a:ext cx="207720" cy="123480"/>
              </p14:xfrm>
            </p:contentPart>
          </mc:Choice>
          <mc:Fallback xmlns="">
            <p:pic>
              <p:nvPicPr>
                <p:cNvPr id="1132" name="Ink 1131">
                  <a:extLst>
                    <a:ext uri="{FF2B5EF4-FFF2-40B4-BE49-F238E27FC236}">
                      <a16:creationId xmlns:a16="http://schemas.microsoft.com/office/drawing/2014/main" id="{C35632AF-FE20-5028-6734-A9ABF95271A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538080" y="5508880"/>
                  <a:ext cx="2433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33" name="Ink 1132">
                  <a:extLst>
                    <a:ext uri="{FF2B5EF4-FFF2-40B4-BE49-F238E27FC236}">
                      <a16:creationId xmlns:a16="http://schemas.microsoft.com/office/drawing/2014/main" id="{7CDF5293-DCC4-32F8-B940-81A0EE1616AD}"/>
                    </a:ext>
                  </a:extLst>
                </p14:cNvPr>
                <p14:cNvContentPartPr/>
                <p14:nvPr/>
              </p14:nvContentPartPr>
              <p14:xfrm>
                <a:off x="3799800" y="5547040"/>
                <a:ext cx="231840" cy="109440"/>
              </p14:xfrm>
            </p:contentPart>
          </mc:Choice>
          <mc:Fallback xmlns="">
            <p:pic>
              <p:nvPicPr>
                <p:cNvPr id="1133" name="Ink 1132">
                  <a:extLst>
                    <a:ext uri="{FF2B5EF4-FFF2-40B4-BE49-F238E27FC236}">
                      <a16:creationId xmlns:a16="http://schemas.microsoft.com/office/drawing/2014/main" id="{7CDF5293-DCC4-32F8-B940-81A0EE1616A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781800" y="5529400"/>
                  <a:ext cx="26748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38" name="Ink 1137">
                <a:extLst>
                  <a:ext uri="{FF2B5EF4-FFF2-40B4-BE49-F238E27FC236}">
                    <a16:creationId xmlns:a16="http://schemas.microsoft.com/office/drawing/2014/main" id="{BDFCDD72-07D3-45B9-0040-C73CD5DDBAE9}"/>
                  </a:ext>
                </a:extLst>
              </p14:cNvPr>
              <p14:cNvContentPartPr/>
              <p14:nvPr/>
            </p14:nvContentPartPr>
            <p14:xfrm>
              <a:off x="4795200" y="5419600"/>
              <a:ext cx="183240" cy="193320"/>
            </p14:xfrm>
          </p:contentPart>
        </mc:Choice>
        <mc:Fallback xmlns="">
          <p:pic>
            <p:nvPicPr>
              <p:cNvPr id="1138" name="Ink 1137">
                <a:extLst>
                  <a:ext uri="{FF2B5EF4-FFF2-40B4-BE49-F238E27FC236}">
                    <a16:creationId xmlns:a16="http://schemas.microsoft.com/office/drawing/2014/main" id="{BDFCDD72-07D3-45B9-0040-C73CD5DDBAE9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777560" y="5401960"/>
                <a:ext cx="21888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39" name="Ink 1138">
                <a:extLst>
                  <a:ext uri="{FF2B5EF4-FFF2-40B4-BE49-F238E27FC236}">
                    <a16:creationId xmlns:a16="http://schemas.microsoft.com/office/drawing/2014/main" id="{6A8C9567-9628-340E-1543-FBB8F2F25B79}"/>
                  </a:ext>
                </a:extLst>
              </p14:cNvPr>
              <p14:cNvContentPartPr/>
              <p14:nvPr/>
            </p14:nvContentPartPr>
            <p14:xfrm>
              <a:off x="5073480" y="5471080"/>
              <a:ext cx="151560" cy="10440"/>
            </p14:xfrm>
          </p:contentPart>
        </mc:Choice>
        <mc:Fallback xmlns="">
          <p:pic>
            <p:nvPicPr>
              <p:cNvPr id="1139" name="Ink 1138">
                <a:extLst>
                  <a:ext uri="{FF2B5EF4-FFF2-40B4-BE49-F238E27FC236}">
                    <a16:creationId xmlns:a16="http://schemas.microsoft.com/office/drawing/2014/main" id="{6A8C9567-9628-340E-1543-FBB8F2F25B79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055840" y="5453440"/>
                <a:ext cx="1872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40" name="Ink 1139">
                <a:extLst>
                  <a:ext uri="{FF2B5EF4-FFF2-40B4-BE49-F238E27FC236}">
                    <a16:creationId xmlns:a16="http://schemas.microsoft.com/office/drawing/2014/main" id="{AAFFFC70-78F7-C194-4722-E3B9CD8DCE40}"/>
                  </a:ext>
                </a:extLst>
              </p14:cNvPr>
              <p14:cNvContentPartPr/>
              <p14:nvPr/>
            </p14:nvContentPartPr>
            <p14:xfrm>
              <a:off x="5085000" y="5536960"/>
              <a:ext cx="162720" cy="20520"/>
            </p14:xfrm>
          </p:contentPart>
        </mc:Choice>
        <mc:Fallback xmlns="">
          <p:pic>
            <p:nvPicPr>
              <p:cNvPr id="1140" name="Ink 1139">
                <a:extLst>
                  <a:ext uri="{FF2B5EF4-FFF2-40B4-BE49-F238E27FC236}">
                    <a16:creationId xmlns:a16="http://schemas.microsoft.com/office/drawing/2014/main" id="{AAFFFC70-78F7-C194-4722-E3B9CD8DCE4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067000" y="5519320"/>
                <a:ext cx="19836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D6DB3D3B-2301-BC23-5BC9-5989E6AA9389}"/>
              </a:ext>
            </a:extLst>
          </p:cNvPr>
          <p:cNvGrpSpPr/>
          <p:nvPr/>
        </p:nvGrpSpPr>
        <p:grpSpPr>
          <a:xfrm>
            <a:off x="5416920" y="5313400"/>
            <a:ext cx="633960" cy="320400"/>
            <a:chOff x="5416920" y="5313400"/>
            <a:chExt cx="63396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41" name="Ink 1140">
                  <a:extLst>
                    <a:ext uri="{FF2B5EF4-FFF2-40B4-BE49-F238E27FC236}">
                      <a16:creationId xmlns:a16="http://schemas.microsoft.com/office/drawing/2014/main" id="{362B2BF0-361C-D642-FD3A-0163572C3FF9}"/>
                    </a:ext>
                  </a:extLst>
                </p14:cNvPr>
                <p14:cNvContentPartPr/>
                <p14:nvPr/>
              </p14:nvContentPartPr>
              <p14:xfrm>
                <a:off x="5416920" y="5313400"/>
                <a:ext cx="140040" cy="290520"/>
              </p14:xfrm>
            </p:contentPart>
          </mc:Choice>
          <mc:Fallback xmlns="">
            <p:pic>
              <p:nvPicPr>
                <p:cNvPr id="1141" name="Ink 1140">
                  <a:extLst>
                    <a:ext uri="{FF2B5EF4-FFF2-40B4-BE49-F238E27FC236}">
                      <a16:creationId xmlns:a16="http://schemas.microsoft.com/office/drawing/2014/main" id="{362B2BF0-361C-D642-FD3A-0163572C3FF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398920" y="5295760"/>
                  <a:ext cx="1756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42" name="Ink 1141">
                  <a:extLst>
                    <a:ext uri="{FF2B5EF4-FFF2-40B4-BE49-F238E27FC236}">
                      <a16:creationId xmlns:a16="http://schemas.microsoft.com/office/drawing/2014/main" id="{AD3505D9-0E3D-6D22-0B29-3822D2EAB0A4}"/>
                    </a:ext>
                  </a:extLst>
                </p14:cNvPr>
                <p14:cNvContentPartPr/>
                <p14:nvPr/>
              </p14:nvContentPartPr>
              <p14:xfrm>
                <a:off x="5622840" y="5496280"/>
                <a:ext cx="189360" cy="113400"/>
              </p14:xfrm>
            </p:contentPart>
          </mc:Choice>
          <mc:Fallback xmlns="">
            <p:pic>
              <p:nvPicPr>
                <p:cNvPr id="1142" name="Ink 1141">
                  <a:extLst>
                    <a:ext uri="{FF2B5EF4-FFF2-40B4-BE49-F238E27FC236}">
                      <a16:creationId xmlns:a16="http://schemas.microsoft.com/office/drawing/2014/main" id="{AD3505D9-0E3D-6D22-0B29-3822D2EAB0A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04840" y="5478640"/>
                  <a:ext cx="225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143" name="Ink 1142">
                  <a:extLst>
                    <a:ext uri="{FF2B5EF4-FFF2-40B4-BE49-F238E27FC236}">
                      <a16:creationId xmlns:a16="http://schemas.microsoft.com/office/drawing/2014/main" id="{CF2AF02B-1898-9F4B-BCD1-3DCFCBDCE878}"/>
                    </a:ext>
                  </a:extLst>
                </p14:cNvPr>
                <p14:cNvContentPartPr/>
                <p14:nvPr/>
              </p14:nvContentPartPr>
              <p14:xfrm>
                <a:off x="5857200" y="5542000"/>
                <a:ext cx="193680" cy="91800"/>
              </p14:xfrm>
            </p:contentPart>
          </mc:Choice>
          <mc:Fallback xmlns="">
            <p:pic>
              <p:nvPicPr>
                <p:cNvPr id="1143" name="Ink 1142">
                  <a:extLst>
                    <a:ext uri="{FF2B5EF4-FFF2-40B4-BE49-F238E27FC236}">
                      <a16:creationId xmlns:a16="http://schemas.microsoft.com/office/drawing/2014/main" id="{CF2AF02B-1898-9F4B-BCD1-3DCFCBDCE87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839200" y="5524360"/>
                  <a:ext cx="22932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2" name="Group 1151">
            <a:extLst>
              <a:ext uri="{FF2B5EF4-FFF2-40B4-BE49-F238E27FC236}">
                <a16:creationId xmlns:a16="http://schemas.microsoft.com/office/drawing/2014/main" id="{EF153261-4BE3-5C4C-9F02-BB7D09DE4994}"/>
              </a:ext>
            </a:extLst>
          </p:cNvPr>
          <p:cNvGrpSpPr/>
          <p:nvPr/>
        </p:nvGrpSpPr>
        <p:grpSpPr>
          <a:xfrm>
            <a:off x="1795320" y="5821360"/>
            <a:ext cx="799200" cy="289800"/>
            <a:chOff x="1795320" y="5821360"/>
            <a:chExt cx="79920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146" name="Ink 1145">
                  <a:extLst>
                    <a:ext uri="{FF2B5EF4-FFF2-40B4-BE49-F238E27FC236}">
                      <a16:creationId xmlns:a16="http://schemas.microsoft.com/office/drawing/2014/main" id="{225D5BAC-8915-F705-09C3-0F6AA551C68E}"/>
                    </a:ext>
                  </a:extLst>
                </p14:cNvPr>
                <p14:cNvContentPartPr/>
                <p14:nvPr/>
              </p14:nvContentPartPr>
              <p14:xfrm>
                <a:off x="1795320" y="5821360"/>
                <a:ext cx="198360" cy="267480"/>
              </p14:xfrm>
            </p:contentPart>
          </mc:Choice>
          <mc:Fallback xmlns="">
            <p:pic>
              <p:nvPicPr>
                <p:cNvPr id="1146" name="Ink 1145">
                  <a:extLst>
                    <a:ext uri="{FF2B5EF4-FFF2-40B4-BE49-F238E27FC236}">
                      <a16:creationId xmlns:a16="http://schemas.microsoft.com/office/drawing/2014/main" id="{225D5BAC-8915-F705-09C3-0F6AA551C68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77320" y="5803360"/>
                  <a:ext cx="234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147" name="Ink 1146">
                  <a:extLst>
                    <a:ext uri="{FF2B5EF4-FFF2-40B4-BE49-F238E27FC236}">
                      <a16:creationId xmlns:a16="http://schemas.microsoft.com/office/drawing/2014/main" id="{70C94F5A-D856-B5BD-48A0-C34B7804B29D}"/>
                    </a:ext>
                  </a:extLst>
                </p14:cNvPr>
                <p14:cNvContentPartPr/>
                <p14:nvPr/>
              </p14:nvContentPartPr>
              <p14:xfrm>
                <a:off x="2087280" y="5999200"/>
                <a:ext cx="245880" cy="94320"/>
              </p14:xfrm>
            </p:contentPart>
          </mc:Choice>
          <mc:Fallback xmlns="">
            <p:pic>
              <p:nvPicPr>
                <p:cNvPr id="1147" name="Ink 1146">
                  <a:extLst>
                    <a:ext uri="{FF2B5EF4-FFF2-40B4-BE49-F238E27FC236}">
                      <a16:creationId xmlns:a16="http://schemas.microsoft.com/office/drawing/2014/main" id="{70C94F5A-D856-B5BD-48A0-C34B7804B29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069280" y="5981560"/>
                  <a:ext cx="281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148" name="Ink 1147">
                  <a:extLst>
                    <a:ext uri="{FF2B5EF4-FFF2-40B4-BE49-F238E27FC236}">
                      <a16:creationId xmlns:a16="http://schemas.microsoft.com/office/drawing/2014/main" id="{D0DA3695-EBE2-2ADE-179D-0F02407FA18B}"/>
                    </a:ext>
                  </a:extLst>
                </p14:cNvPr>
                <p14:cNvContentPartPr/>
                <p14:nvPr/>
              </p14:nvContentPartPr>
              <p14:xfrm>
                <a:off x="2438280" y="5845480"/>
                <a:ext cx="156240" cy="265680"/>
              </p14:xfrm>
            </p:contentPart>
          </mc:Choice>
          <mc:Fallback xmlns="">
            <p:pic>
              <p:nvPicPr>
                <p:cNvPr id="1148" name="Ink 1147">
                  <a:extLst>
                    <a:ext uri="{FF2B5EF4-FFF2-40B4-BE49-F238E27FC236}">
                      <a16:creationId xmlns:a16="http://schemas.microsoft.com/office/drawing/2014/main" id="{D0DA3695-EBE2-2ADE-179D-0F02407FA18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420280" y="5827840"/>
                  <a:ext cx="19188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1" name="Group 1150">
            <a:extLst>
              <a:ext uri="{FF2B5EF4-FFF2-40B4-BE49-F238E27FC236}">
                <a16:creationId xmlns:a16="http://schemas.microsoft.com/office/drawing/2014/main" id="{C02A9FC0-BB64-FAD8-AFD9-52E19BC61635}"/>
              </a:ext>
            </a:extLst>
          </p:cNvPr>
          <p:cNvGrpSpPr/>
          <p:nvPr/>
        </p:nvGrpSpPr>
        <p:grpSpPr>
          <a:xfrm>
            <a:off x="2814120" y="5968960"/>
            <a:ext cx="178200" cy="81720"/>
            <a:chOff x="2814120" y="5968960"/>
            <a:chExt cx="178200" cy="8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149" name="Ink 1148">
                  <a:extLst>
                    <a:ext uri="{FF2B5EF4-FFF2-40B4-BE49-F238E27FC236}">
                      <a16:creationId xmlns:a16="http://schemas.microsoft.com/office/drawing/2014/main" id="{0038D8A4-C109-CCFD-8D11-4CBA9CC70F44}"/>
                    </a:ext>
                  </a:extLst>
                </p14:cNvPr>
                <p14:cNvContentPartPr/>
                <p14:nvPr/>
              </p14:nvContentPartPr>
              <p14:xfrm>
                <a:off x="2826000" y="5968960"/>
                <a:ext cx="156240" cy="5400"/>
              </p14:xfrm>
            </p:contentPart>
          </mc:Choice>
          <mc:Fallback xmlns="">
            <p:pic>
              <p:nvPicPr>
                <p:cNvPr id="1149" name="Ink 1148">
                  <a:extLst>
                    <a:ext uri="{FF2B5EF4-FFF2-40B4-BE49-F238E27FC236}">
                      <a16:creationId xmlns:a16="http://schemas.microsoft.com/office/drawing/2014/main" id="{0038D8A4-C109-CCFD-8D11-4CBA9CC70F4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808360" y="5950960"/>
                  <a:ext cx="191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150" name="Ink 1149">
                  <a:extLst>
                    <a:ext uri="{FF2B5EF4-FFF2-40B4-BE49-F238E27FC236}">
                      <a16:creationId xmlns:a16="http://schemas.microsoft.com/office/drawing/2014/main" id="{DD805CA4-B125-6EC3-8D56-735DF11D3C7E}"/>
                    </a:ext>
                  </a:extLst>
                </p14:cNvPr>
                <p14:cNvContentPartPr/>
                <p14:nvPr/>
              </p14:nvContentPartPr>
              <p14:xfrm>
                <a:off x="2814120" y="6044920"/>
                <a:ext cx="178200" cy="5760"/>
              </p14:xfrm>
            </p:contentPart>
          </mc:Choice>
          <mc:Fallback xmlns="">
            <p:pic>
              <p:nvPicPr>
                <p:cNvPr id="1150" name="Ink 1149">
                  <a:extLst>
                    <a:ext uri="{FF2B5EF4-FFF2-40B4-BE49-F238E27FC236}">
                      <a16:creationId xmlns:a16="http://schemas.microsoft.com/office/drawing/2014/main" id="{DD805CA4-B125-6EC3-8D56-735DF11D3C7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796120" y="6027280"/>
                  <a:ext cx="2138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6" name="Group 1165">
            <a:extLst>
              <a:ext uri="{FF2B5EF4-FFF2-40B4-BE49-F238E27FC236}">
                <a16:creationId xmlns:a16="http://schemas.microsoft.com/office/drawing/2014/main" id="{40225BCC-1437-0A50-E14A-5EBB4F352AE8}"/>
              </a:ext>
            </a:extLst>
          </p:cNvPr>
          <p:cNvGrpSpPr/>
          <p:nvPr/>
        </p:nvGrpSpPr>
        <p:grpSpPr>
          <a:xfrm>
            <a:off x="5207040" y="5958880"/>
            <a:ext cx="183240" cy="66240"/>
            <a:chOff x="5207040" y="5958880"/>
            <a:chExt cx="183240" cy="6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160" name="Ink 1159">
                  <a:extLst>
                    <a:ext uri="{FF2B5EF4-FFF2-40B4-BE49-F238E27FC236}">
                      <a16:creationId xmlns:a16="http://schemas.microsoft.com/office/drawing/2014/main" id="{BC57536F-CFD5-9220-C778-C799C866CCC7}"/>
                    </a:ext>
                  </a:extLst>
                </p14:cNvPr>
                <p14:cNvContentPartPr/>
                <p14:nvPr/>
              </p14:nvContentPartPr>
              <p14:xfrm>
                <a:off x="5207040" y="5958880"/>
                <a:ext cx="167760" cy="15480"/>
              </p14:xfrm>
            </p:contentPart>
          </mc:Choice>
          <mc:Fallback xmlns="">
            <p:pic>
              <p:nvPicPr>
                <p:cNvPr id="1160" name="Ink 1159">
                  <a:extLst>
                    <a:ext uri="{FF2B5EF4-FFF2-40B4-BE49-F238E27FC236}">
                      <a16:creationId xmlns:a16="http://schemas.microsoft.com/office/drawing/2014/main" id="{BC57536F-CFD5-9220-C778-C799C866CCC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189040" y="5940880"/>
                  <a:ext cx="203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161" name="Ink 1160">
                  <a:extLst>
                    <a:ext uri="{FF2B5EF4-FFF2-40B4-BE49-F238E27FC236}">
                      <a16:creationId xmlns:a16="http://schemas.microsoft.com/office/drawing/2014/main" id="{D117D91D-1D1D-CB03-8F59-DBEDD39BBE13}"/>
                    </a:ext>
                  </a:extLst>
                </p14:cNvPr>
                <p14:cNvContentPartPr/>
                <p14:nvPr/>
              </p14:nvContentPartPr>
              <p14:xfrm>
                <a:off x="5207040" y="6019720"/>
                <a:ext cx="183240" cy="5400"/>
              </p14:xfrm>
            </p:contentPart>
          </mc:Choice>
          <mc:Fallback xmlns="">
            <p:pic>
              <p:nvPicPr>
                <p:cNvPr id="1161" name="Ink 1160">
                  <a:extLst>
                    <a:ext uri="{FF2B5EF4-FFF2-40B4-BE49-F238E27FC236}">
                      <a16:creationId xmlns:a16="http://schemas.microsoft.com/office/drawing/2014/main" id="{D117D91D-1D1D-CB03-8F59-DBEDD39BBE1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189040" y="6002080"/>
                  <a:ext cx="21888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5" name="Group 1164">
            <a:extLst>
              <a:ext uri="{FF2B5EF4-FFF2-40B4-BE49-F238E27FC236}">
                <a16:creationId xmlns:a16="http://schemas.microsoft.com/office/drawing/2014/main" id="{7E99EC0A-633C-2B3A-4FC0-F0ACD2E184AA}"/>
              </a:ext>
            </a:extLst>
          </p:cNvPr>
          <p:cNvGrpSpPr/>
          <p:nvPr/>
        </p:nvGrpSpPr>
        <p:grpSpPr>
          <a:xfrm>
            <a:off x="4434840" y="5404840"/>
            <a:ext cx="239040" cy="180720"/>
            <a:chOff x="4434840" y="5404840"/>
            <a:chExt cx="239040" cy="1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134" name="Ink 1133">
                  <a:extLst>
                    <a:ext uri="{FF2B5EF4-FFF2-40B4-BE49-F238E27FC236}">
                      <a16:creationId xmlns:a16="http://schemas.microsoft.com/office/drawing/2014/main" id="{255F77CD-B8F4-CCE2-5AE1-562AE8CA1C79}"/>
                    </a:ext>
                  </a:extLst>
                </p14:cNvPr>
                <p14:cNvContentPartPr/>
                <p14:nvPr/>
              </p14:nvContentPartPr>
              <p14:xfrm>
                <a:off x="4434840" y="5486200"/>
                <a:ext cx="198360" cy="20880"/>
              </p14:xfrm>
            </p:contentPart>
          </mc:Choice>
          <mc:Fallback xmlns="">
            <p:pic>
              <p:nvPicPr>
                <p:cNvPr id="1134" name="Ink 1133">
                  <a:extLst>
                    <a:ext uri="{FF2B5EF4-FFF2-40B4-BE49-F238E27FC236}">
                      <a16:creationId xmlns:a16="http://schemas.microsoft.com/office/drawing/2014/main" id="{255F77CD-B8F4-CCE2-5AE1-562AE8CA1C7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416840" y="5468560"/>
                  <a:ext cx="2340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135" name="Ink 1134">
                  <a:extLst>
                    <a:ext uri="{FF2B5EF4-FFF2-40B4-BE49-F238E27FC236}">
                      <a16:creationId xmlns:a16="http://schemas.microsoft.com/office/drawing/2014/main" id="{A304D48F-1408-3BA2-3880-667E8A5D076C}"/>
                    </a:ext>
                  </a:extLst>
                </p14:cNvPr>
                <p14:cNvContentPartPr/>
                <p14:nvPr/>
              </p14:nvContentPartPr>
              <p14:xfrm>
                <a:off x="4460040" y="5542000"/>
                <a:ext cx="173160" cy="5400"/>
              </p14:xfrm>
            </p:contentPart>
          </mc:Choice>
          <mc:Fallback xmlns="">
            <p:pic>
              <p:nvPicPr>
                <p:cNvPr id="1135" name="Ink 1134">
                  <a:extLst>
                    <a:ext uri="{FF2B5EF4-FFF2-40B4-BE49-F238E27FC236}">
                      <a16:creationId xmlns:a16="http://schemas.microsoft.com/office/drawing/2014/main" id="{A304D48F-1408-3BA2-3880-667E8A5D076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442040" y="5524360"/>
                  <a:ext cx="20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162" name="Ink 1161">
                  <a:extLst>
                    <a:ext uri="{FF2B5EF4-FFF2-40B4-BE49-F238E27FC236}">
                      <a16:creationId xmlns:a16="http://schemas.microsoft.com/office/drawing/2014/main" id="{F4519BFF-A645-E021-F0E8-534EFE8ACA07}"/>
                    </a:ext>
                  </a:extLst>
                </p14:cNvPr>
                <p14:cNvContentPartPr/>
                <p14:nvPr/>
              </p14:nvContentPartPr>
              <p14:xfrm>
                <a:off x="4548960" y="5404840"/>
                <a:ext cx="124920" cy="180720"/>
              </p14:xfrm>
            </p:contentPart>
          </mc:Choice>
          <mc:Fallback xmlns="">
            <p:pic>
              <p:nvPicPr>
                <p:cNvPr id="1162" name="Ink 1161">
                  <a:extLst>
                    <a:ext uri="{FF2B5EF4-FFF2-40B4-BE49-F238E27FC236}">
                      <a16:creationId xmlns:a16="http://schemas.microsoft.com/office/drawing/2014/main" id="{F4519BFF-A645-E021-F0E8-534EFE8ACA0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530960" y="5387200"/>
                  <a:ext cx="16056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4" name="Group 1163">
            <a:extLst>
              <a:ext uri="{FF2B5EF4-FFF2-40B4-BE49-F238E27FC236}">
                <a16:creationId xmlns:a16="http://schemas.microsoft.com/office/drawing/2014/main" id="{4DD93DC6-C8B1-E040-9978-D737C4FA0D85}"/>
              </a:ext>
            </a:extLst>
          </p:cNvPr>
          <p:cNvGrpSpPr/>
          <p:nvPr/>
        </p:nvGrpSpPr>
        <p:grpSpPr>
          <a:xfrm>
            <a:off x="4404240" y="5902720"/>
            <a:ext cx="554040" cy="193320"/>
            <a:chOff x="4404240" y="5902720"/>
            <a:chExt cx="554040" cy="19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157" name="Ink 1156">
                  <a:extLst>
                    <a:ext uri="{FF2B5EF4-FFF2-40B4-BE49-F238E27FC236}">
                      <a16:creationId xmlns:a16="http://schemas.microsoft.com/office/drawing/2014/main" id="{C5C8CEED-5601-E8E0-34F7-8B677089B7F2}"/>
                    </a:ext>
                  </a:extLst>
                </p14:cNvPr>
                <p14:cNvContentPartPr/>
                <p14:nvPr/>
              </p14:nvContentPartPr>
              <p14:xfrm>
                <a:off x="4414320" y="5938360"/>
                <a:ext cx="147600" cy="20880"/>
              </p14:xfrm>
            </p:contentPart>
          </mc:Choice>
          <mc:Fallback xmlns="">
            <p:pic>
              <p:nvPicPr>
                <p:cNvPr id="1157" name="Ink 1156">
                  <a:extLst>
                    <a:ext uri="{FF2B5EF4-FFF2-40B4-BE49-F238E27FC236}">
                      <a16:creationId xmlns:a16="http://schemas.microsoft.com/office/drawing/2014/main" id="{C5C8CEED-5601-E8E0-34F7-8B677089B7F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396680" y="5920720"/>
                  <a:ext cx="183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158" name="Ink 1157">
                  <a:extLst>
                    <a:ext uri="{FF2B5EF4-FFF2-40B4-BE49-F238E27FC236}">
                      <a16:creationId xmlns:a16="http://schemas.microsoft.com/office/drawing/2014/main" id="{C141B253-291D-767F-5B64-1A179A4BC616}"/>
                    </a:ext>
                  </a:extLst>
                </p14:cNvPr>
                <p14:cNvContentPartPr/>
                <p14:nvPr/>
              </p14:nvContentPartPr>
              <p14:xfrm>
                <a:off x="4404240" y="6014320"/>
                <a:ext cx="147600" cy="5760"/>
              </p14:xfrm>
            </p:contentPart>
          </mc:Choice>
          <mc:Fallback xmlns="">
            <p:pic>
              <p:nvPicPr>
                <p:cNvPr id="1158" name="Ink 1157">
                  <a:extLst>
                    <a:ext uri="{FF2B5EF4-FFF2-40B4-BE49-F238E27FC236}">
                      <a16:creationId xmlns:a16="http://schemas.microsoft.com/office/drawing/2014/main" id="{C141B253-291D-767F-5B64-1A179A4BC61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386600" y="5996680"/>
                  <a:ext cx="183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159" name="Ink 1158">
                  <a:extLst>
                    <a:ext uri="{FF2B5EF4-FFF2-40B4-BE49-F238E27FC236}">
                      <a16:creationId xmlns:a16="http://schemas.microsoft.com/office/drawing/2014/main" id="{B6D2A693-31AF-B002-9B01-1954AD957126}"/>
                    </a:ext>
                  </a:extLst>
                </p14:cNvPr>
                <p14:cNvContentPartPr/>
                <p14:nvPr/>
              </p14:nvContentPartPr>
              <p14:xfrm>
                <a:off x="4820760" y="5902720"/>
                <a:ext cx="137520" cy="164880"/>
              </p14:xfrm>
            </p:contentPart>
          </mc:Choice>
          <mc:Fallback xmlns="">
            <p:pic>
              <p:nvPicPr>
                <p:cNvPr id="1159" name="Ink 1158">
                  <a:extLst>
                    <a:ext uri="{FF2B5EF4-FFF2-40B4-BE49-F238E27FC236}">
                      <a16:creationId xmlns:a16="http://schemas.microsoft.com/office/drawing/2014/main" id="{B6D2A693-31AF-B002-9B01-1954AD95712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802760" y="5885080"/>
                  <a:ext cx="173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163" name="Ink 1162">
                  <a:extLst>
                    <a:ext uri="{FF2B5EF4-FFF2-40B4-BE49-F238E27FC236}">
                      <a16:creationId xmlns:a16="http://schemas.microsoft.com/office/drawing/2014/main" id="{13FE9880-FF20-FCD5-4583-CDF864A24AB0}"/>
                    </a:ext>
                  </a:extLst>
                </p14:cNvPr>
                <p14:cNvContentPartPr/>
                <p14:nvPr/>
              </p14:nvContentPartPr>
              <p14:xfrm>
                <a:off x="4533120" y="5902720"/>
                <a:ext cx="140760" cy="193320"/>
              </p14:xfrm>
            </p:contentPart>
          </mc:Choice>
          <mc:Fallback xmlns="">
            <p:pic>
              <p:nvPicPr>
                <p:cNvPr id="1163" name="Ink 1162">
                  <a:extLst>
                    <a:ext uri="{FF2B5EF4-FFF2-40B4-BE49-F238E27FC236}">
                      <a16:creationId xmlns:a16="http://schemas.microsoft.com/office/drawing/2014/main" id="{13FE9880-FF20-FCD5-4583-CDF864A24AB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515120" y="5885080"/>
                  <a:ext cx="176400" cy="22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172" name="Ink 1171">
                <a:extLst>
                  <a:ext uri="{FF2B5EF4-FFF2-40B4-BE49-F238E27FC236}">
                    <a16:creationId xmlns:a16="http://schemas.microsoft.com/office/drawing/2014/main" id="{61813EFC-96E7-E371-F53E-D851CCA5A29F}"/>
                  </a:ext>
                </a:extLst>
              </p14:cNvPr>
              <p14:cNvContentPartPr/>
              <p14:nvPr/>
            </p14:nvContentPartPr>
            <p14:xfrm>
              <a:off x="3342600" y="3576040"/>
              <a:ext cx="36000" cy="170640"/>
            </p14:xfrm>
          </p:contentPart>
        </mc:Choice>
        <mc:Fallback xmlns="">
          <p:pic>
            <p:nvPicPr>
              <p:cNvPr id="1172" name="Ink 1171">
                <a:extLst>
                  <a:ext uri="{FF2B5EF4-FFF2-40B4-BE49-F238E27FC236}">
                    <a16:creationId xmlns:a16="http://schemas.microsoft.com/office/drawing/2014/main" id="{61813EFC-96E7-E371-F53E-D851CCA5A29F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3324600" y="3558040"/>
                <a:ext cx="71640" cy="20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E6C30-A6BF-5E3F-1975-2FED0A08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9CCD7C-D308-BC6A-E639-2A892EB19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7"/>
            <a:ext cx="9601200" cy="968856"/>
          </a:xfrm>
        </p:spPr>
        <p:txBody>
          <a:bodyPr/>
          <a:lstStyle/>
          <a:p>
            <a:r>
              <a:rPr lang="en-GB" sz="3600" dirty="0"/>
              <a:t>1 Convert syringe volumes to dimensions</a:t>
            </a:r>
            <a:endParaRPr lang="en-AE" sz="36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998E6CF3-0DCA-F4DB-A45B-FEB1D5C787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5FB13-67AF-02CB-E6B4-2C0022EFBDCD}"/>
              </a:ext>
            </a:extLst>
          </p:cNvPr>
          <p:cNvGrpSpPr/>
          <p:nvPr/>
        </p:nvGrpSpPr>
        <p:grpSpPr>
          <a:xfrm>
            <a:off x="2149920" y="2306320"/>
            <a:ext cx="816840" cy="503280"/>
            <a:chOff x="2149920" y="2306320"/>
            <a:chExt cx="816840" cy="50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24D5C2B-C265-96FA-9750-F1036D7EE4CB}"/>
                    </a:ext>
                  </a:extLst>
                </p14:cNvPr>
                <p14:cNvContentPartPr/>
                <p14:nvPr/>
              </p14:nvContentPartPr>
              <p14:xfrm>
                <a:off x="2190240" y="2626000"/>
                <a:ext cx="96480" cy="172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24D5C2B-C265-96FA-9750-F1036D7EE4C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72240" y="2608360"/>
                  <a:ext cx="132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0153B5F-4629-AAC0-73C8-99CCF4FA5B1B}"/>
                    </a:ext>
                  </a:extLst>
                </p14:cNvPr>
                <p14:cNvContentPartPr/>
                <p14:nvPr/>
              </p14:nvContentPartPr>
              <p14:xfrm>
                <a:off x="2149920" y="2580640"/>
                <a:ext cx="395280" cy="20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0153B5F-4629-AAC0-73C8-99CCF4FA5B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32280" y="2562640"/>
                  <a:ext cx="430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81D24AD-D231-D18D-9FBA-A3B6936933DE}"/>
                    </a:ext>
                  </a:extLst>
                </p14:cNvPr>
                <p14:cNvContentPartPr/>
                <p14:nvPr/>
              </p14:nvContentPartPr>
              <p14:xfrm>
                <a:off x="2392560" y="2590720"/>
                <a:ext cx="35280" cy="207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81D24AD-D231-D18D-9FBA-A3B6936933D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74560" y="2572720"/>
                  <a:ext cx="70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28626FC-9CD5-D40C-7C67-40D860F081E6}"/>
                    </a:ext>
                  </a:extLst>
                </p14:cNvPr>
                <p14:cNvContentPartPr/>
                <p14:nvPr/>
              </p14:nvContentPartPr>
              <p14:xfrm>
                <a:off x="2752560" y="2306320"/>
                <a:ext cx="214200" cy="50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28626FC-9CD5-D40C-7C67-40D860F081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4920" y="2288320"/>
                  <a:ext cx="249840" cy="53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3" name="Group 1172">
            <a:extLst>
              <a:ext uri="{FF2B5EF4-FFF2-40B4-BE49-F238E27FC236}">
                <a16:creationId xmlns:a16="http://schemas.microsoft.com/office/drawing/2014/main" id="{6C2619B6-B72E-AE0C-1BEC-AEF8FDA9AFD1}"/>
              </a:ext>
            </a:extLst>
          </p:cNvPr>
          <p:cNvGrpSpPr/>
          <p:nvPr/>
        </p:nvGrpSpPr>
        <p:grpSpPr>
          <a:xfrm>
            <a:off x="1284840" y="2453560"/>
            <a:ext cx="595080" cy="366120"/>
            <a:chOff x="1284840" y="2453560"/>
            <a:chExt cx="59508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A3AEB7B-2B22-CEE4-2EED-0504469E5D7E}"/>
                    </a:ext>
                  </a:extLst>
                </p14:cNvPr>
                <p14:cNvContentPartPr/>
                <p14:nvPr/>
              </p14:nvContentPartPr>
              <p14:xfrm>
                <a:off x="1284840" y="2453560"/>
                <a:ext cx="218880" cy="335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A3AEB7B-2B22-CEE4-2EED-0504469E5D7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66840" y="2435560"/>
                  <a:ext cx="2545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DF61E1C-A1BA-99BE-67DB-FF3011261ED2}"/>
                    </a:ext>
                  </a:extLst>
                </p14:cNvPr>
                <p14:cNvContentPartPr/>
                <p14:nvPr/>
              </p14:nvContentPartPr>
              <p14:xfrm>
                <a:off x="1686240" y="2620960"/>
                <a:ext cx="157680" cy="15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DF61E1C-A1BA-99BE-67DB-FF3011261E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68600" y="2603320"/>
                  <a:ext cx="1933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B4F5820-34FD-F0B8-D377-E79A4CF9B2DE}"/>
                    </a:ext>
                  </a:extLst>
                </p14:cNvPr>
                <p14:cNvContentPartPr/>
                <p14:nvPr/>
              </p14:nvContentPartPr>
              <p14:xfrm>
                <a:off x="1701720" y="2697280"/>
                <a:ext cx="178200" cy="5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B4F5820-34FD-F0B8-D377-E79A4CF9B2D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83720" y="2679640"/>
                  <a:ext cx="2138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6EE795D-DC5C-942E-A85C-AB74493D07A5}"/>
                    </a:ext>
                  </a:extLst>
                </p14:cNvPr>
                <p14:cNvContentPartPr/>
                <p14:nvPr/>
              </p14:nvContentPartPr>
              <p14:xfrm>
                <a:off x="1574640" y="2722480"/>
                <a:ext cx="20520" cy="97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6EE795D-DC5C-942E-A85C-AB74493D07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57000" y="2704840"/>
                  <a:ext cx="5616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5" name="Group 1144">
            <a:extLst>
              <a:ext uri="{FF2B5EF4-FFF2-40B4-BE49-F238E27FC236}">
                <a16:creationId xmlns:a16="http://schemas.microsoft.com/office/drawing/2014/main" id="{AA9175E4-4B41-B4E9-6369-6B1F6F502068}"/>
              </a:ext>
            </a:extLst>
          </p:cNvPr>
          <p:cNvGrpSpPr/>
          <p:nvPr/>
        </p:nvGrpSpPr>
        <p:grpSpPr>
          <a:xfrm>
            <a:off x="1207800" y="2977360"/>
            <a:ext cx="788760" cy="327600"/>
            <a:chOff x="1207800" y="2977360"/>
            <a:chExt cx="788760" cy="3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2DAA0AD-5A2D-37C3-C7FC-9D8D3C639D7D}"/>
                    </a:ext>
                  </a:extLst>
                </p14:cNvPr>
                <p14:cNvContentPartPr/>
                <p14:nvPr/>
              </p14:nvContentPartPr>
              <p14:xfrm>
                <a:off x="1207800" y="2977360"/>
                <a:ext cx="228240" cy="327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2DAA0AD-5A2D-37C3-C7FC-9D8D3C639D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90160" y="2959360"/>
                  <a:ext cx="2638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83AF14-D589-E658-27BE-31A921435FCF}"/>
                    </a:ext>
                  </a:extLst>
                </p14:cNvPr>
                <p14:cNvContentPartPr/>
                <p14:nvPr/>
              </p14:nvContentPartPr>
              <p14:xfrm>
                <a:off x="1483200" y="3159520"/>
                <a:ext cx="177840" cy="142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83AF14-D589-E658-27BE-31A921435FC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65560" y="3141520"/>
                  <a:ext cx="213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038F5B-44D1-22BE-ACB3-3E1AE0E2D842}"/>
                    </a:ext>
                  </a:extLst>
                </p14:cNvPr>
                <p14:cNvContentPartPr/>
                <p14:nvPr/>
              </p14:nvContentPartPr>
              <p14:xfrm>
                <a:off x="1813320" y="3139360"/>
                <a:ext cx="12744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038F5B-44D1-22BE-ACB3-3E1AE0E2D84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95320" y="3121360"/>
                  <a:ext cx="163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0FC9F47-2E60-681C-8F2A-5967DDB34E6B}"/>
                    </a:ext>
                  </a:extLst>
                </p14:cNvPr>
                <p14:cNvContentPartPr/>
                <p14:nvPr/>
              </p14:nvContentPartPr>
              <p14:xfrm>
                <a:off x="1808280" y="3200200"/>
                <a:ext cx="188280" cy="15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0FC9F47-2E60-681C-8F2A-5967DDB34E6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90280" y="3182200"/>
                  <a:ext cx="22392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65B5A09-8CC8-53E6-3DB2-9516E73AB0B7}"/>
                  </a:ext>
                </a:extLst>
              </p14:cNvPr>
              <p14:cNvContentPartPr/>
              <p14:nvPr/>
            </p14:nvContentPartPr>
            <p14:xfrm>
              <a:off x="2344680" y="3024520"/>
              <a:ext cx="327960" cy="226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65B5A09-8CC8-53E6-3DB2-9516E73AB0B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26680" y="3006880"/>
                <a:ext cx="363600" cy="26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6" name="Group 1135">
            <a:extLst>
              <a:ext uri="{FF2B5EF4-FFF2-40B4-BE49-F238E27FC236}">
                <a16:creationId xmlns:a16="http://schemas.microsoft.com/office/drawing/2014/main" id="{9E42CAE2-2EBC-365E-0DD0-D559E13BB634}"/>
              </a:ext>
            </a:extLst>
          </p:cNvPr>
          <p:cNvGrpSpPr/>
          <p:nvPr/>
        </p:nvGrpSpPr>
        <p:grpSpPr>
          <a:xfrm>
            <a:off x="2904840" y="2316400"/>
            <a:ext cx="2068560" cy="1037160"/>
            <a:chOff x="2904840" y="2316400"/>
            <a:chExt cx="2068560" cy="10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6631558-28B1-6D33-2FDB-B0EA8890707B}"/>
                    </a:ext>
                  </a:extLst>
                </p14:cNvPr>
                <p14:cNvContentPartPr/>
                <p14:nvPr/>
              </p14:nvContentPartPr>
              <p14:xfrm>
                <a:off x="3027600" y="2453200"/>
                <a:ext cx="142920" cy="220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6631558-28B1-6D33-2FDB-B0EA889070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09600" y="2435200"/>
                  <a:ext cx="178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C615334-66A6-FD53-C83F-7A22B7B16557}"/>
                    </a:ext>
                  </a:extLst>
                </p14:cNvPr>
                <p14:cNvContentPartPr/>
                <p14:nvPr/>
              </p14:nvContentPartPr>
              <p14:xfrm>
                <a:off x="3383280" y="2565160"/>
                <a:ext cx="162720" cy="157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C615334-66A6-FD53-C83F-7A22B7B1655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65280" y="2547160"/>
                  <a:ext cx="198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787F9D-5801-D6B0-7951-5C6D1BD704C2}"/>
                    </a:ext>
                  </a:extLst>
                </p14:cNvPr>
                <p14:cNvContentPartPr/>
                <p14:nvPr/>
              </p14:nvContentPartPr>
              <p14:xfrm>
                <a:off x="3428280" y="2575600"/>
                <a:ext cx="72360" cy="128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787F9D-5801-D6B0-7951-5C6D1BD704C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10280" y="2557600"/>
                  <a:ext cx="108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56157BA-61C7-E384-D33C-27E6E12FE694}"/>
                    </a:ext>
                  </a:extLst>
                </p14:cNvPr>
                <p14:cNvContentPartPr/>
                <p14:nvPr/>
              </p14:nvContentPartPr>
              <p14:xfrm>
                <a:off x="3672720" y="2565160"/>
                <a:ext cx="61200" cy="163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56157BA-61C7-E384-D33C-27E6E12FE6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54720" y="2547160"/>
                  <a:ext cx="96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D786B6-FB04-6797-71D7-BA3EE8E9B441}"/>
                    </a:ext>
                  </a:extLst>
                </p14:cNvPr>
                <p14:cNvContentPartPr/>
                <p14:nvPr/>
              </p14:nvContentPartPr>
              <p14:xfrm>
                <a:off x="3766320" y="2591080"/>
                <a:ext cx="115200" cy="116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D786B6-FB04-6797-71D7-BA3EE8E9B44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48320" y="2573440"/>
                  <a:ext cx="1508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26C5428-0CC6-8BD9-0337-4313E8B6E80C}"/>
                    </a:ext>
                  </a:extLst>
                </p14:cNvPr>
                <p14:cNvContentPartPr/>
                <p14:nvPr/>
              </p14:nvContentPartPr>
              <p14:xfrm>
                <a:off x="3891240" y="2478760"/>
                <a:ext cx="15768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26C5428-0CC6-8BD9-0337-4313E8B6E80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73240" y="2460760"/>
                  <a:ext cx="193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437B243-6B7D-D6B1-3A54-7F03DF034D7A}"/>
                    </a:ext>
                  </a:extLst>
                </p14:cNvPr>
                <p14:cNvContentPartPr/>
                <p14:nvPr/>
              </p14:nvContentPartPr>
              <p14:xfrm>
                <a:off x="4063320" y="2397760"/>
                <a:ext cx="160920" cy="163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437B243-6B7D-D6B1-3A54-7F03DF034D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45680" y="2379760"/>
                  <a:ext cx="196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5EE09C4-85BE-59C7-F492-4F41638E5C4D}"/>
                    </a:ext>
                  </a:extLst>
                </p14:cNvPr>
                <p14:cNvContentPartPr/>
                <p14:nvPr/>
              </p14:nvContentPartPr>
              <p14:xfrm>
                <a:off x="4363200" y="2651560"/>
                <a:ext cx="234000" cy="95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5EE09C4-85BE-59C7-F492-4F41638E5C4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45560" y="2633560"/>
                  <a:ext cx="2696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A651D3E-2DDD-B547-D353-F5E27B89DB08}"/>
                    </a:ext>
                  </a:extLst>
                </p14:cNvPr>
                <p14:cNvContentPartPr/>
                <p14:nvPr/>
              </p14:nvContentPartPr>
              <p14:xfrm>
                <a:off x="4597200" y="2316400"/>
                <a:ext cx="253440" cy="538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A651D3E-2DDD-B547-D353-F5E27B89DB0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79560" y="2298760"/>
                  <a:ext cx="28908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2E7D73C-BFDF-7546-EACB-7732BACB4348}"/>
                    </a:ext>
                  </a:extLst>
                </p14:cNvPr>
                <p14:cNvContentPartPr/>
                <p14:nvPr/>
              </p14:nvContentPartPr>
              <p14:xfrm>
                <a:off x="4348440" y="2656600"/>
                <a:ext cx="5400" cy="132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2E7D73C-BFDF-7546-EACB-7732BACB434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30440" y="2638600"/>
                  <a:ext cx="41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85280A4-B0C2-1E82-31EE-CBC239E49D41}"/>
                    </a:ext>
                  </a:extLst>
                </p14:cNvPr>
                <p14:cNvContentPartPr/>
                <p14:nvPr/>
              </p14:nvContentPartPr>
              <p14:xfrm>
                <a:off x="4360320" y="2647240"/>
                <a:ext cx="32760" cy="131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85280A4-B0C2-1E82-31EE-CBC239E49D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42320" y="2629600"/>
                  <a:ext cx="68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E534F80-D692-A71E-35F1-5B5816857CCF}"/>
                    </a:ext>
                  </a:extLst>
                </p14:cNvPr>
                <p14:cNvContentPartPr/>
                <p14:nvPr/>
              </p14:nvContentPartPr>
              <p14:xfrm>
                <a:off x="2904840" y="2844520"/>
                <a:ext cx="214200" cy="509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E534F80-D692-A71E-35F1-5B5816857CC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87200" y="2826520"/>
                  <a:ext cx="24984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BD931A-9121-2C14-2D30-E3165BF1B168}"/>
                    </a:ext>
                  </a:extLst>
                </p14:cNvPr>
                <p14:cNvContentPartPr/>
                <p14:nvPr/>
              </p14:nvContentPartPr>
              <p14:xfrm>
                <a:off x="3184920" y="3016960"/>
                <a:ext cx="138960" cy="229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BD931A-9121-2C14-2D30-E3165BF1B16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66920" y="2999320"/>
                  <a:ext cx="1746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90839F1-CBC0-C7AF-F90C-B8F607440E96}"/>
                    </a:ext>
                  </a:extLst>
                </p14:cNvPr>
                <p14:cNvContentPartPr/>
                <p14:nvPr/>
              </p14:nvContentPartPr>
              <p14:xfrm>
                <a:off x="3235680" y="2996800"/>
                <a:ext cx="152640" cy="25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90839F1-CBC0-C7AF-F90C-B8F607440E9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18040" y="2979160"/>
                  <a:ext cx="1882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69410E8-E3CD-2FA7-FC96-02F5D5A106B2}"/>
                    </a:ext>
                  </a:extLst>
                </p14:cNvPr>
                <p14:cNvContentPartPr/>
                <p14:nvPr/>
              </p14:nvContentPartPr>
              <p14:xfrm>
                <a:off x="3561120" y="3073120"/>
                <a:ext cx="152640" cy="127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69410E8-E3CD-2FA7-FC96-02F5D5A106B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43120" y="3055480"/>
                  <a:ext cx="188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57CE2D7-5F19-B4F5-9944-557C21EC5DF2}"/>
                    </a:ext>
                  </a:extLst>
                </p14:cNvPr>
                <p14:cNvContentPartPr/>
                <p14:nvPr/>
              </p14:nvContentPartPr>
              <p14:xfrm>
                <a:off x="3581280" y="3088240"/>
                <a:ext cx="91800" cy="132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57CE2D7-5F19-B4F5-9944-557C21EC5DF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63280" y="3070600"/>
                  <a:ext cx="127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25BD27D-B8D7-7678-AEDA-718C0BDFD980}"/>
                    </a:ext>
                  </a:extLst>
                </p14:cNvPr>
                <p14:cNvContentPartPr/>
                <p14:nvPr/>
              </p14:nvContentPartPr>
              <p14:xfrm>
                <a:off x="3819960" y="3047920"/>
                <a:ext cx="66240" cy="188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25BD27D-B8D7-7678-AEDA-718C0BDFD9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01960" y="3029920"/>
                  <a:ext cx="1018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279FEA0-3D63-644B-931C-617407B63B8D}"/>
                    </a:ext>
                  </a:extLst>
                </p14:cNvPr>
                <p14:cNvContentPartPr/>
                <p14:nvPr/>
              </p14:nvContentPartPr>
              <p14:xfrm>
                <a:off x="3910680" y="3078880"/>
                <a:ext cx="128160" cy="147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279FEA0-3D63-644B-931C-617407B63B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93040" y="3060880"/>
                  <a:ext cx="163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1A06F48-BD2B-E4F4-A9FD-854D0C41F7E2}"/>
                    </a:ext>
                  </a:extLst>
                </p14:cNvPr>
                <p14:cNvContentPartPr/>
                <p14:nvPr/>
              </p14:nvContentPartPr>
              <p14:xfrm>
                <a:off x="4058640" y="2981680"/>
                <a:ext cx="122400" cy="10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1A06F48-BD2B-E4F4-A9FD-854D0C41F7E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41000" y="2964040"/>
                  <a:ext cx="158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8120224-A9BC-2CE4-9C47-E9CB5FC23B8B}"/>
                    </a:ext>
                  </a:extLst>
                </p14:cNvPr>
                <p14:cNvContentPartPr/>
                <p14:nvPr/>
              </p14:nvContentPartPr>
              <p14:xfrm>
                <a:off x="4211280" y="2900320"/>
                <a:ext cx="112680" cy="153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8120224-A9BC-2CE4-9C47-E9CB5FC23B8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93280" y="2882680"/>
                  <a:ext cx="1483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309D089-CA60-7890-F06D-0A071336F266}"/>
                    </a:ext>
                  </a:extLst>
                </p14:cNvPr>
                <p14:cNvContentPartPr/>
                <p14:nvPr/>
              </p14:nvContentPartPr>
              <p14:xfrm>
                <a:off x="4505760" y="3143320"/>
                <a:ext cx="258480" cy="95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309D089-CA60-7890-F06D-0A071336F26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88120" y="3125680"/>
                  <a:ext cx="2941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634489FE-AF2F-E56C-025A-76673B7E6A00}"/>
                    </a:ext>
                  </a:extLst>
                </p14:cNvPr>
                <p14:cNvContentPartPr/>
                <p14:nvPr/>
              </p14:nvContentPartPr>
              <p14:xfrm>
                <a:off x="4800240" y="2839480"/>
                <a:ext cx="173160" cy="498240"/>
              </p14:xfrm>
            </p:contentPart>
          </mc:Choice>
          <mc:Fallback xmlns=""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634489FE-AF2F-E56C-025A-76673B7E6A0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782600" y="2821480"/>
                  <a:ext cx="208800" cy="53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9" name="Group 1178">
            <a:extLst>
              <a:ext uri="{FF2B5EF4-FFF2-40B4-BE49-F238E27FC236}">
                <a16:creationId xmlns:a16="http://schemas.microsoft.com/office/drawing/2014/main" id="{36E6FD09-00FC-83DA-13C8-D8554D8FFF40}"/>
              </a:ext>
            </a:extLst>
          </p:cNvPr>
          <p:cNvGrpSpPr/>
          <p:nvPr/>
        </p:nvGrpSpPr>
        <p:grpSpPr>
          <a:xfrm>
            <a:off x="5153040" y="2575600"/>
            <a:ext cx="206640" cy="81360"/>
            <a:chOff x="5153040" y="2575600"/>
            <a:chExt cx="206640" cy="8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174" name="Ink 1173">
                  <a:extLst>
                    <a:ext uri="{FF2B5EF4-FFF2-40B4-BE49-F238E27FC236}">
                      <a16:creationId xmlns:a16="http://schemas.microsoft.com/office/drawing/2014/main" id="{92D48C7F-5C16-99D2-D0C4-CDFA9A596DB6}"/>
                    </a:ext>
                  </a:extLst>
                </p14:cNvPr>
                <p14:cNvContentPartPr/>
                <p14:nvPr/>
              </p14:nvContentPartPr>
              <p14:xfrm>
                <a:off x="5153040" y="2575600"/>
                <a:ext cx="206640" cy="15480"/>
              </p14:xfrm>
            </p:contentPart>
          </mc:Choice>
          <mc:Fallback xmlns="">
            <p:pic>
              <p:nvPicPr>
                <p:cNvPr id="1174" name="Ink 1173">
                  <a:extLst>
                    <a:ext uri="{FF2B5EF4-FFF2-40B4-BE49-F238E27FC236}">
                      <a16:creationId xmlns:a16="http://schemas.microsoft.com/office/drawing/2014/main" id="{92D48C7F-5C16-99D2-D0C4-CDFA9A596DB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35400" y="2557600"/>
                  <a:ext cx="242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175" name="Ink 1174">
                  <a:extLst>
                    <a:ext uri="{FF2B5EF4-FFF2-40B4-BE49-F238E27FC236}">
                      <a16:creationId xmlns:a16="http://schemas.microsoft.com/office/drawing/2014/main" id="{A0F9E143-86A0-6386-15A4-C86782E9D96F}"/>
                    </a:ext>
                  </a:extLst>
                </p14:cNvPr>
                <p14:cNvContentPartPr/>
                <p14:nvPr/>
              </p14:nvContentPartPr>
              <p14:xfrm>
                <a:off x="5181480" y="2651560"/>
                <a:ext cx="152640" cy="5400"/>
              </p14:xfrm>
            </p:contentPart>
          </mc:Choice>
          <mc:Fallback xmlns="">
            <p:pic>
              <p:nvPicPr>
                <p:cNvPr id="1175" name="Ink 1174">
                  <a:extLst>
                    <a:ext uri="{FF2B5EF4-FFF2-40B4-BE49-F238E27FC236}">
                      <a16:creationId xmlns:a16="http://schemas.microsoft.com/office/drawing/2014/main" id="{A0F9E143-86A0-6386-15A4-C86782E9D96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63480" y="2633560"/>
                  <a:ext cx="18828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8" name="Group 1177">
            <a:extLst>
              <a:ext uri="{FF2B5EF4-FFF2-40B4-BE49-F238E27FC236}">
                <a16:creationId xmlns:a16="http://schemas.microsoft.com/office/drawing/2014/main" id="{714A5EF4-286A-CFD4-062A-2E247F4EF397}"/>
              </a:ext>
            </a:extLst>
          </p:cNvPr>
          <p:cNvGrpSpPr/>
          <p:nvPr/>
        </p:nvGrpSpPr>
        <p:grpSpPr>
          <a:xfrm>
            <a:off x="5196600" y="3063040"/>
            <a:ext cx="219240" cy="96840"/>
            <a:chOff x="5196600" y="3063040"/>
            <a:chExt cx="219240" cy="9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176" name="Ink 1175">
                  <a:extLst>
                    <a:ext uri="{FF2B5EF4-FFF2-40B4-BE49-F238E27FC236}">
                      <a16:creationId xmlns:a16="http://schemas.microsoft.com/office/drawing/2014/main" id="{5636F919-F56C-60E5-6B31-15A54CCA6481}"/>
                    </a:ext>
                  </a:extLst>
                </p14:cNvPr>
                <p14:cNvContentPartPr/>
                <p14:nvPr/>
              </p14:nvContentPartPr>
              <p14:xfrm>
                <a:off x="5196600" y="3063040"/>
                <a:ext cx="188640" cy="10440"/>
              </p14:xfrm>
            </p:contentPart>
          </mc:Choice>
          <mc:Fallback xmlns="">
            <p:pic>
              <p:nvPicPr>
                <p:cNvPr id="1176" name="Ink 1175">
                  <a:extLst>
                    <a:ext uri="{FF2B5EF4-FFF2-40B4-BE49-F238E27FC236}">
                      <a16:creationId xmlns:a16="http://schemas.microsoft.com/office/drawing/2014/main" id="{5636F919-F56C-60E5-6B31-15A54CCA648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78600" y="3045400"/>
                  <a:ext cx="224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77" name="Ink 1176">
                  <a:extLst>
                    <a:ext uri="{FF2B5EF4-FFF2-40B4-BE49-F238E27FC236}">
                      <a16:creationId xmlns:a16="http://schemas.microsoft.com/office/drawing/2014/main" id="{201B3A21-B824-9001-7C05-00BD35882BD7}"/>
                    </a:ext>
                  </a:extLst>
                </p14:cNvPr>
                <p14:cNvContentPartPr/>
                <p14:nvPr/>
              </p14:nvContentPartPr>
              <p14:xfrm>
                <a:off x="5207040" y="3154480"/>
                <a:ext cx="208800" cy="5400"/>
              </p14:xfrm>
            </p:contentPart>
          </mc:Choice>
          <mc:Fallback xmlns="">
            <p:pic>
              <p:nvPicPr>
                <p:cNvPr id="1177" name="Ink 1176">
                  <a:extLst>
                    <a:ext uri="{FF2B5EF4-FFF2-40B4-BE49-F238E27FC236}">
                      <a16:creationId xmlns:a16="http://schemas.microsoft.com/office/drawing/2014/main" id="{201B3A21-B824-9001-7C05-00BD35882BD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89040" y="3136840"/>
                  <a:ext cx="2444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5" name="Group 1184">
            <a:extLst>
              <a:ext uri="{FF2B5EF4-FFF2-40B4-BE49-F238E27FC236}">
                <a16:creationId xmlns:a16="http://schemas.microsoft.com/office/drawing/2014/main" id="{35069A67-6063-3746-D778-95DC1DCE7830}"/>
              </a:ext>
            </a:extLst>
          </p:cNvPr>
          <p:cNvGrpSpPr/>
          <p:nvPr/>
        </p:nvGrpSpPr>
        <p:grpSpPr>
          <a:xfrm>
            <a:off x="1559520" y="3840280"/>
            <a:ext cx="761400" cy="355320"/>
            <a:chOff x="1559520" y="3840280"/>
            <a:chExt cx="76140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80" name="Ink 1179">
                  <a:extLst>
                    <a:ext uri="{FF2B5EF4-FFF2-40B4-BE49-F238E27FC236}">
                      <a16:creationId xmlns:a16="http://schemas.microsoft.com/office/drawing/2014/main" id="{380DE4CE-5CC0-2896-4CC1-43A153E8B093}"/>
                    </a:ext>
                  </a:extLst>
                </p14:cNvPr>
                <p14:cNvContentPartPr/>
                <p14:nvPr/>
              </p14:nvContentPartPr>
              <p14:xfrm>
                <a:off x="1584720" y="3865840"/>
                <a:ext cx="161280" cy="303480"/>
              </p14:xfrm>
            </p:contentPart>
          </mc:Choice>
          <mc:Fallback xmlns="">
            <p:pic>
              <p:nvPicPr>
                <p:cNvPr id="1180" name="Ink 1179">
                  <a:extLst>
                    <a:ext uri="{FF2B5EF4-FFF2-40B4-BE49-F238E27FC236}">
                      <a16:creationId xmlns:a16="http://schemas.microsoft.com/office/drawing/2014/main" id="{380DE4CE-5CC0-2896-4CC1-43A153E8B09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67080" y="3847840"/>
                  <a:ext cx="1969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81" name="Ink 1180">
                  <a:extLst>
                    <a:ext uri="{FF2B5EF4-FFF2-40B4-BE49-F238E27FC236}">
                      <a16:creationId xmlns:a16="http://schemas.microsoft.com/office/drawing/2014/main" id="{033315F6-6115-7465-B911-C241242ABCCD}"/>
                    </a:ext>
                  </a:extLst>
                </p14:cNvPr>
                <p14:cNvContentPartPr/>
                <p14:nvPr/>
              </p14:nvContentPartPr>
              <p14:xfrm>
                <a:off x="1559520" y="4002640"/>
                <a:ext cx="218880" cy="20880"/>
              </p14:xfrm>
            </p:contentPart>
          </mc:Choice>
          <mc:Fallback xmlns="">
            <p:pic>
              <p:nvPicPr>
                <p:cNvPr id="1181" name="Ink 1180">
                  <a:extLst>
                    <a:ext uri="{FF2B5EF4-FFF2-40B4-BE49-F238E27FC236}">
                      <a16:creationId xmlns:a16="http://schemas.microsoft.com/office/drawing/2014/main" id="{033315F6-6115-7465-B911-C241242ABC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41520" y="3985000"/>
                  <a:ext cx="254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82" name="Ink 1181">
                  <a:extLst>
                    <a:ext uri="{FF2B5EF4-FFF2-40B4-BE49-F238E27FC236}">
                      <a16:creationId xmlns:a16="http://schemas.microsoft.com/office/drawing/2014/main" id="{9F6A3FB2-BD74-50FB-471E-2DBA0A347458}"/>
                    </a:ext>
                  </a:extLst>
                </p14:cNvPr>
                <p14:cNvContentPartPr/>
                <p14:nvPr/>
              </p14:nvContentPartPr>
              <p14:xfrm>
                <a:off x="1788120" y="3840280"/>
                <a:ext cx="154440" cy="291600"/>
              </p14:xfrm>
            </p:contentPart>
          </mc:Choice>
          <mc:Fallback xmlns="">
            <p:pic>
              <p:nvPicPr>
                <p:cNvPr id="1182" name="Ink 1181">
                  <a:extLst>
                    <a:ext uri="{FF2B5EF4-FFF2-40B4-BE49-F238E27FC236}">
                      <a16:creationId xmlns:a16="http://schemas.microsoft.com/office/drawing/2014/main" id="{9F6A3FB2-BD74-50FB-471E-2DBA0A34745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70120" y="3822280"/>
                  <a:ext cx="1900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83" name="Ink 1182">
                  <a:extLst>
                    <a:ext uri="{FF2B5EF4-FFF2-40B4-BE49-F238E27FC236}">
                      <a16:creationId xmlns:a16="http://schemas.microsoft.com/office/drawing/2014/main" id="{8BBC4169-CF86-4F1D-4CD2-A1DBE6B3BD14}"/>
                    </a:ext>
                  </a:extLst>
                </p14:cNvPr>
                <p14:cNvContentPartPr/>
                <p14:nvPr/>
              </p14:nvContentPartPr>
              <p14:xfrm>
                <a:off x="2001600" y="4033240"/>
                <a:ext cx="86760" cy="142920"/>
              </p14:xfrm>
            </p:contentPart>
          </mc:Choice>
          <mc:Fallback xmlns="">
            <p:pic>
              <p:nvPicPr>
                <p:cNvPr id="1183" name="Ink 1182">
                  <a:extLst>
                    <a:ext uri="{FF2B5EF4-FFF2-40B4-BE49-F238E27FC236}">
                      <a16:creationId xmlns:a16="http://schemas.microsoft.com/office/drawing/2014/main" id="{8BBC4169-CF86-4F1D-4CD2-A1DBE6B3BD1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983600" y="4015240"/>
                  <a:ext cx="122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84" name="Ink 1183">
                  <a:extLst>
                    <a:ext uri="{FF2B5EF4-FFF2-40B4-BE49-F238E27FC236}">
                      <a16:creationId xmlns:a16="http://schemas.microsoft.com/office/drawing/2014/main" id="{ECC986DE-47C6-26A1-6716-191F145E5889}"/>
                    </a:ext>
                  </a:extLst>
                </p14:cNvPr>
                <p14:cNvContentPartPr/>
                <p14:nvPr/>
              </p14:nvContentPartPr>
              <p14:xfrm>
                <a:off x="2153880" y="4073560"/>
                <a:ext cx="167040" cy="122040"/>
              </p14:xfrm>
            </p:contentPart>
          </mc:Choice>
          <mc:Fallback xmlns="">
            <p:pic>
              <p:nvPicPr>
                <p:cNvPr id="1184" name="Ink 1183">
                  <a:extLst>
                    <a:ext uri="{FF2B5EF4-FFF2-40B4-BE49-F238E27FC236}">
                      <a16:creationId xmlns:a16="http://schemas.microsoft.com/office/drawing/2014/main" id="{ECC986DE-47C6-26A1-6716-191F145E588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35880" y="4055560"/>
                  <a:ext cx="20268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1" name="Group 1200">
            <a:extLst>
              <a:ext uri="{FF2B5EF4-FFF2-40B4-BE49-F238E27FC236}">
                <a16:creationId xmlns:a16="http://schemas.microsoft.com/office/drawing/2014/main" id="{109D4668-5005-E96C-4354-8B57F85332F2}"/>
              </a:ext>
            </a:extLst>
          </p:cNvPr>
          <p:cNvGrpSpPr/>
          <p:nvPr/>
        </p:nvGrpSpPr>
        <p:grpSpPr>
          <a:xfrm>
            <a:off x="3474720" y="3970240"/>
            <a:ext cx="604800" cy="209160"/>
            <a:chOff x="3474720" y="3970240"/>
            <a:chExt cx="60480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98" name="Ink 1197">
                  <a:extLst>
                    <a:ext uri="{FF2B5EF4-FFF2-40B4-BE49-F238E27FC236}">
                      <a16:creationId xmlns:a16="http://schemas.microsoft.com/office/drawing/2014/main" id="{8B73812C-5870-0302-CCC6-3347575CF68E}"/>
                    </a:ext>
                  </a:extLst>
                </p14:cNvPr>
                <p14:cNvContentPartPr/>
                <p14:nvPr/>
              </p14:nvContentPartPr>
              <p14:xfrm>
                <a:off x="3474720" y="3970240"/>
                <a:ext cx="188280" cy="209160"/>
              </p14:xfrm>
            </p:contentPart>
          </mc:Choice>
          <mc:Fallback xmlns="">
            <p:pic>
              <p:nvPicPr>
                <p:cNvPr id="1198" name="Ink 1197">
                  <a:extLst>
                    <a:ext uri="{FF2B5EF4-FFF2-40B4-BE49-F238E27FC236}">
                      <a16:creationId xmlns:a16="http://schemas.microsoft.com/office/drawing/2014/main" id="{8B73812C-5870-0302-CCC6-3347575CF68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56720" y="3952240"/>
                  <a:ext cx="223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99" name="Ink 1198">
                  <a:extLst>
                    <a:ext uri="{FF2B5EF4-FFF2-40B4-BE49-F238E27FC236}">
                      <a16:creationId xmlns:a16="http://schemas.microsoft.com/office/drawing/2014/main" id="{467F0C27-F0DB-4B4F-66E1-BA6CEBAA521E}"/>
                    </a:ext>
                  </a:extLst>
                </p14:cNvPr>
                <p14:cNvContentPartPr/>
                <p14:nvPr/>
              </p14:nvContentPartPr>
              <p14:xfrm>
                <a:off x="3848400" y="4043680"/>
                <a:ext cx="189720" cy="5760"/>
              </p14:xfrm>
            </p:contentPart>
          </mc:Choice>
          <mc:Fallback xmlns="">
            <p:pic>
              <p:nvPicPr>
                <p:cNvPr id="1199" name="Ink 1198">
                  <a:extLst>
                    <a:ext uri="{FF2B5EF4-FFF2-40B4-BE49-F238E27FC236}">
                      <a16:creationId xmlns:a16="http://schemas.microsoft.com/office/drawing/2014/main" id="{467F0C27-F0DB-4B4F-66E1-BA6CEBAA521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30400" y="4025680"/>
                  <a:ext cx="225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200" name="Ink 1199">
                  <a:extLst>
                    <a:ext uri="{FF2B5EF4-FFF2-40B4-BE49-F238E27FC236}">
                      <a16:creationId xmlns:a16="http://schemas.microsoft.com/office/drawing/2014/main" id="{6893B91A-C150-D761-462E-E7BF01D5E6E4}"/>
                    </a:ext>
                  </a:extLst>
                </p14:cNvPr>
                <p14:cNvContentPartPr/>
                <p14:nvPr/>
              </p14:nvContentPartPr>
              <p14:xfrm>
                <a:off x="3860640" y="4114600"/>
                <a:ext cx="218880" cy="10440"/>
              </p14:xfrm>
            </p:contentPart>
          </mc:Choice>
          <mc:Fallback xmlns="">
            <p:pic>
              <p:nvPicPr>
                <p:cNvPr id="1200" name="Ink 1199">
                  <a:extLst>
                    <a:ext uri="{FF2B5EF4-FFF2-40B4-BE49-F238E27FC236}">
                      <a16:creationId xmlns:a16="http://schemas.microsoft.com/office/drawing/2014/main" id="{6893B91A-C150-D761-462E-E7BF01D5E6E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43000" y="4096600"/>
                  <a:ext cx="25452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202" name="Ink 1201">
                <a:extLst>
                  <a:ext uri="{FF2B5EF4-FFF2-40B4-BE49-F238E27FC236}">
                    <a16:creationId xmlns:a16="http://schemas.microsoft.com/office/drawing/2014/main" id="{4EA1CDB5-14D7-F529-5216-45873FA8250B}"/>
                  </a:ext>
                </a:extLst>
              </p14:cNvPr>
              <p14:cNvContentPartPr/>
              <p14:nvPr/>
            </p14:nvContentPartPr>
            <p14:xfrm>
              <a:off x="4398480" y="3875560"/>
              <a:ext cx="250200" cy="309960"/>
            </p14:xfrm>
          </p:contentPart>
        </mc:Choice>
        <mc:Fallback xmlns="">
          <p:pic>
            <p:nvPicPr>
              <p:cNvPr id="1202" name="Ink 1201">
                <a:extLst>
                  <a:ext uri="{FF2B5EF4-FFF2-40B4-BE49-F238E27FC236}">
                    <a16:creationId xmlns:a16="http://schemas.microsoft.com/office/drawing/2014/main" id="{4EA1CDB5-14D7-F529-5216-45873FA8250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380840" y="3857560"/>
                <a:ext cx="285840" cy="34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6" name="Group 1205">
            <a:extLst>
              <a:ext uri="{FF2B5EF4-FFF2-40B4-BE49-F238E27FC236}">
                <a16:creationId xmlns:a16="http://schemas.microsoft.com/office/drawing/2014/main" id="{9C99F4DB-C3C1-524F-8E27-8ADD116B0C4A}"/>
              </a:ext>
            </a:extLst>
          </p:cNvPr>
          <p:cNvGrpSpPr/>
          <p:nvPr/>
        </p:nvGrpSpPr>
        <p:grpSpPr>
          <a:xfrm>
            <a:off x="4856400" y="3871600"/>
            <a:ext cx="481320" cy="309960"/>
            <a:chOff x="4856400" y="3871600"/>
            <a:chExt cx="48132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203" name="Ink 1202">
                  <a:extLst>
                    <a:ext uri="{FF2B5EF4-FFF2-40B4-BE49-F238E27FC236}">
                      <a16:creationId xmlns:a16="http://schemas.microsoft.com/office/drawing/2014/main" id="{C4FE56A0-099F-E88F-1C8D-5D13EB5E889A}"/>
                    </a:ext>
                  </a:extLst>
                </p14:cNvPr>
                <p14:cNvContentPartPr/>
                <p14:nvPr/>
              </p14:nvContentPartPr>
              <p14:xfrm>
                <a:off x="4856400" y="4023160"/>
                <a:ext cx="163080" cy="96840"/>
              </p14:xfrm>
            </p:contentPart>
          </mc:Choice>
          <mc:Fallback xmlns="">
            <p:pic>
              <p:nvPicPr>
                <p:cNvPr id="1203" name="Ink 1202">
                  <a:extLst>
                    <a:ext uri="{FF2B5EF4-FFF2-40B4-BE49-F238E27FC236}">
                      <a16:creationId xmlns:a16="http://schemas.microsoft.com/office/drawing/2014/main" id="{C4FE56A0-099F-E88F-1C8D-5D13EB5E889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38400" y="4005160"/>
                  <a:ext cx="1987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204" name="Ink 1203">
                  <a:extLst>
                    <a:ext uri="{FF2B5EF4-FFF2-40B4-BE49-F238E27FC236}">
                      <a16:creationId xmlns:a16="http://schemas.microsoft.com/office/drawing/2014/main" id="{DE9DFCB2-4252-F6B2-DF15-4426F2D10731}"/>
                    </a:ext>
                  </a:extLst>
                </p14:cNvPr>
                <p14:cNvContentPartPr/>
                <p14:nvPr/>
              </p14:nvContentPartPr>
              <p14:xfrm>
                <a:off x="4881600" y="4008040"/>
                <a:ext cx="101880" cy="106920"/>
              </p14:xfrm>
            </p:contentPart>
          </mc:Choice>
          <mc:Fallback xmlns="">
            <p:pic>
              <p:nvPicPr>
                <p:cNvPr id="1204" name="Ink 1203">
                  <a:extLst>
                    <a:ext uri="{FF2B5EF4-FFF2-40B4-BE49-F238E27FC236}">
                      <a16:creationId xmlns:a16="http://schemas.microsoft.com/office/drawing/2014/main" id="{DE9DFCB2-4252-F6B2-DF15-4426F2D107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63960" y="3990040"/>
                  <a:ext cx="1375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205" name="Ink 1204">
                  <a:extLst>
                    <a:ext uri="{FF2B5EF4-FFF2-40B4-BE49-F238E27FC236}">
                      <a16:creationId xmlns:a16="http://schemas.microsoft.com/office/drawing/2014/main" id="{3A95B63D-1C0A-A800-8C4B-1D9AAF0AFC16}"/>
                    </a:ext>
                  </a:extLst>
                </p14:cNvPr>
                <p14:cNvContentPartPr/>
                <p14:nvPr/>
              </p14:nvContentPartPr>
              <p14:xfrm>
                <a:off x="5145840" y="3871600"/>
                <a:ext cx="191880" cy="309960"/>
              </p14:xfrm>
            </p:contentPart>
          </mc:Choice>
          <mc:Fallback xmlns="">
            <p:pic>
              <p:nvPicPr>
                <p:cNvPr id="1205" name="Ink 1204">
                  <a:extLst>
                    <a:ext uri="{FF2B5EF4-FFF2-40B4-BE49-F238E27FC236}">
                      <a16:creationId xmlns:a16="http://schemas.microsoft.com/office/drawing/2014/main" id="{3A95B63D-1C0A-A800-8C4B-1D9AAF0AFC1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28200" y="3853600"/>
                  <a:ext cx="227520" cy="34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36AF8FE-E56D-AF3E-65E2-DCA35D8CA9C8}"/>
                  </a:ext>
                </a:extLst>
              </p14:cNvPr>
              <p14:cNvContentPartPr/>
              <p14:nvPr/>
            </p14:nvContentPartPr>
            <p14:xfrm>
              <a:off x="4768678" y="2239246"/>
              <a:ext cx="171360" cy="139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36AF8FE-E56D-AF3E-65E2-DCA35D8CA9C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750678" y="2221246"/>
                <a:ext cx="2070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6D288CC-A835-AFB3-FB5E-03186F544CA1}"/>
                  </a:ext>
                </a:extLst>
              </p14:cNvPr>
              <p14:cNvContentPartPr/>
              <p14:nvPr/>
            </p14:nvContentPartPr>
            <p14:xfrm>
              <a:off x="4959478" y="2898766"/>
              <a:ext cx="150120" cy="99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6D288CC-A835-AFB3-FB5E-03186F544CA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941838" y="2881126"/>
                <a:ext cx="18576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49D22C7A-3F0F-48AE-BFF2-5DD456EA741E}"/>
              </a:ext>
            </a:extLst>
          </p:cNvPr>
          <p:cNvGrpSpPr/>
          <p:nvPr/>
        </p:nvGrpSpPr>
        <p:grpSpPr>
          <a:xfrm>
            <a:off x="1820278" y="4387726"/>
            <a:ext cx="593640" cy="311760"/>
            <a:chOff x="1820278" y="4387726"/>
            <a:chExt cx="593640" cy="31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31" name="Ink 1030">
                  <a:extLst>
                    <a:ext uri="{FF2B5EF4-FFF2-40B4-BE49-F238E27FC236}">
                      <a16:creationId xmlns:a16="http://schemas.microsoft.com/office/drawing/2014/main" id="{E57CF2EC-D830-0462-F9E7-F749B9AE1F86}"/>
                    </a:ext>
                  </a:extLst>
                </p14:cNvPr>
                <p14:cNvContentPartPr/>
                <p14:nvPr/>
              </p14:nvContentPartPr>
              <p14:xfrm>
                <a:off x="1820278" y="4566646"/>
                <a:ext cx="101160" cy="97200"/>
              </p14:xfrm>
            </p:contentPart>
          </mc:Choice>
          <mc:Fallback xmlns=""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E57CF2EC-D830-0462-F9E7-F749B9AE1F8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802638" y="4549006"/>
                  <a:ext cx="1368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32" name="Ink 1031">
                  <a:extLst>
                    <a:ext uri="{FF2B5EF4-FFF2-40B4-BE49-F238E27FC236}">
                      <a16:creationId xmlns:a16="http://schemas.microsoft.com/office/drawing/2014/main" id="{948B4F69-6DF9-A918-18C2-2769F283D0CC}"/>
                    </a:ext>
                  </a:extLst>
                </p14:cNvPr>
                <p14:cNvContentPartPr/>
                <p14:nvPr/>
              </p14:nvContentPartPr>
              <p14:xfrm>
                <a:off x="1996318" y="4387726"/>
                <a:ext cx="52560" cy="294840"/>
              </p14:xfrm>
            </p:contentPart>
          </mc:Choice>
          <mc:Fallback xmlns="">
            <p:pic>
              <p:nvPicPr>
                <p:cNvPr id="1032" name="Ink 1031">
                  <a:extLst>
                    <a:ext uri="{FF2B5EF4-FFF2-40B4-BE49-F238E27FC236}">
                      <a16:creationId xmlns:a16="http://schemas.microsoft.com/office/drawing/2014/main" id="{948B4F69-6DF9-A918-18C2-2769F283D0C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978678" y="4369726"/>
                  <a:ext cx="882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33" name="Ink 1032">
                  <a:extLst>
                    <a:ext uri="{FF2B5EF4-FFF2-40B4-BE49-F238E27FC236}">
                      <a16:creationId xmlns:a16="http://schemas.microsoft.com/office/drawing/2014/main" id="{9FBC8A6F-9CF4-AB26-CEC9-BA96FA6C0E46}"/>
                    </a:ext>
                  </a:extLst>
                </p14:cNvPr>
                <p14:cNvContentPartPr/>
                <p14:nvPr/>
              </p14:nvContentPartPr>
              <p14:xfrm>
                <a:off x="2152558" y="4542526"/>
                <a:ext cx="87120" cy="156960"/>
              </p14:xfrm>
            </p:contentPart>
          </mc:Choice>
          <mc:Fallback xmlns=""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9FBC8A6F-9CF4-AB26-CEC9-BA96FA6C0E4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134918" y="4524526"/>
                  <a:ext cx="122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34" name="Ink 1033">
                  <a:extLst>
                    <a:ext uri="{FF2B5EF4-FFF2-40B4-BE49-F238E27FC236}">
                      <a16:creationId xmlns:a16="http://schemas.microsoft.com/office/drawing/2014/main" id="{F710DD04-54F9-D671-DBD3-6E3C8C101D72}"/>
                    </a:ext>
                  </a:extLst>
                </p14:cNvPr>
                <p14:cNvContentPartPr/>
                <p14:nvPr/>
              </p14:nvContentPartPr>
              <p14:xfrm>
                <a:off x="2303398" y="4596526"/>
                <a:ext cx="110520" cy="92520"/>
              </p14:xfrm>
            </p:contentPart>
          </mc:Choice>
          <mc:Fallback xmlns=""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F710DD04-54F9-D671-DBD3-6E3C8C101D7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285398" y="4578886"/>
                  <a:ext cx="14616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66D59830-BEEC-8F43-E63E-93A403FB9849}"/>
              </a:ext>
            </a:extLst>
          </p:cNvPr>
          <p:cNvGrpSpPr/>
          <p:nvPr/>
        </p:nvGrpSpPr>
        <p:grpSpPr>
          <a:xfrm>
            <a:off x="2967598" y="4363246"/>
            <a:ext cx="1176120" cy="371160"/>
            <a:chOff x="2967598" y="4363246"/>
            <a:chExt cx="1176120" cy="3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35" name="Ink 1034">
                  <a:extLst>
                    <a:ext uri="{FF2B5EF4-FFF2-40B4-BE49-F238E27FC236}">
                      <a16:creationId xmlns:a16="http://schemas.microsoft.com/office/drawing/2014/main" id="{F9467DCD-A7D1-2E38-A93A-2E9AFBE3F045}"/>
                    </a:ext>
                  </a:extLst>
                </p14:cNvPr>
                <p14:cNvContentPartPr/>
                <p14:nvPr/>
              </p14:nvContentPartPr>
              <p14:xfrm>
                <a:off x="2967598" y="4433446"/>
                <a:ext cx="198360" cy="300960"/>
              </p14:xfrm>
            </p:contentPart>
          </mc:Choice>
          <mc:Fallback xmlns=""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F9467DCD-A7D1-2E38-A93A-2E9AFBE3F04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949958" y="4415446"/>
                  <a:ext cx="2340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36" name="Ink 1035">
                  <a:extLst>
                    <a:ext uri="{FF2B5EF4-FFF2-40B4-BE49-F238E27FC236}">
                      <a16:creationId xmlns:a16="http://schemas.microsoft.com/office/drawing/2014/main" id="{8C3CACDC-CD2D-DB6F-0363-1CE1DDA8F376}"/>
                    </a:ext>
                  </a:extLst>
                </p14:cNvPr>
                <p14:cNvContentPartPr/>
                <p14:nvPr/>
              </p14:nvContentPartPr>
              <p14:xfrm>
                <a:off x="3240478" y="4588606"/>
                <a:ext cx="214920" cy="99360"/>
              </p14:xfrm>
            </p:contentPart>
          </mc:Choice>
          <mc:Fallback xmlns=""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8C3CACDC-CD2D-DB6F-0363-1CE1DDA8F37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222478" y="4570966"/>
                  <a:ext cx="250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2231E003-BAC1-0186-4097-AC7E01431524}"/>
                    </a:ext>
                  </a:extLst>
                </p14:cNvPr>
                <p14:cNvContentPartPr/>
                <p14:nvPr/>
              </p14:nvContentPartPr>
              <p14:xfrm>
                <a:off x="3622798" y="4415446"/>
                <a:ext cx="185400" cy="284400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2231E003-BAC1-0186-4097-AC7E0143152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04798" y="4397446"/>
                  <a:ext cx="2210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4050D4D3-7878-79E1-2B00-1BE15A1D59E2}"/>
                    </a:ext>
                  </a:extLst>
                </p14:cNvPr>
                <p14:cNvContentPartPr/>
                <p14:nvPr/>
              </p14:nvContentPartPr>
              <p14:xfrm>
                <a:off x="3983518" y="4565926"/>
                <a:ext cx="149040" cy="12240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4050D4D3-7878-79E1-2B00-1BE15A1D59E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65518" y="4548286"/>
                  <a:ext cx="184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39" name="Ink 1038">
                  <a:extLst>
                    <a:ext uri="{FF2B5EF4-FFF2-40B4-BE49-F238E27FC236}">
                      <a16:creationId xmlns:a16="http://schemas.microsoft.com/office/drawing/2014/main" id="{DB473CE0-CB3C-DE6F-D43D-87C4521F338B}"/>
                    </a:ext>
                  </a:extLst>
                </p14:cNvPr>
                <p14:cNvContentPartPr/>
                <p14:nvPr/>
              </p14:nvContentPartPr>
              <p14:xfrm>
                <a:off x="3964078" y="4617406"/>
                <a:ext cx="179640" cy="18360"/>
              </p14:xfrm>
            </p:contentPart>
          </mc:Choice>
          <mc:Fallback xmlns=""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DB473CE0-CB3C-DE6F-D43D-87C4521F338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46438" y="4599766"/>
                  <a:ext cx="215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7FCE3FCC-8BAD-D521-8CD6-A65D86FA0D02}"/>
                    </a:ext>
                  </a:extLst>
                </p14:cNvPr>
                <p14:cNvContentPartPr/>
                <p14:nvPr/>
              </p14:nvContentPartPr>
              <p14:xfrm>
                <a:off x="3627838" y="4363246"/>
                <a:ext cx="209520" cy="366120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7FCE3FCC-8BAD-D521-8CD6-A65D86FA0D0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609838" y="4345606"/>
                  <a:ext cx="245160" cy="40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45" name="Ink 1044">
                <a:extLst>
                  <a:ext uri="{FF2B5EF4-FFF2-40B4-BE49-F238E27FC236}">
                    <a16:creationId xmlns:a16="http://schemas.microsoft.com/office/drawing/2014/main" id="{0B406E4D-A586-A80A-BDBB-91D686D44AFC}"/>
                  </a:ext>
                </a:extLst>
              </p14:cNvPr>
              <p14:cNvContentPartPr/>
              <p14:nvPr/>
            </p14:nvContentPartPr>
            <p14:xfrm>
              <a:off x="4467718" y="4461886"/>
              <a:ext cx="64080" cy="226080"/>
            </p14:xfrm>
          </p:contentPart>
        </mc:Choice>
        <mc:Fallback xmlns="">
          <p:pic>
            <p:nvPicPr>
              <p:cNvPr id="1045" name="Ink 1044">
                <a:extLst>
                  <a:ext uri="{FF2B5EF4-FFF2-40B4-BE49-F238E27FC236}">
                    <a16:creationId xmlns:a16="http://schemas.microsoft.com/office/drawing/2014/main" id="{0B406E4D-A586-A80A-BDBB-91D686D44AFC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449718" y="4443886"/>
                <a:ext cx="99720" cy="26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D335DB9F-E90A-95B8-C22D-7ECF2ED2E838}"/>
              </a:ext>
            </a:extLst>
          </p:cNvPr>
          <p:cNvGrpSpPr/>
          <p:nvPr/>
        </p:nvGrpSpPr>
        <p:grpSpPr>
          <a:xfrm>
            <a:off x="4756798" y="4282246"/>
            <a:ext cx="943920" cy="405720"/>
            <a:chOff x="4756798" y="4282246"/>
            <a:chExt cx="943920" cy="4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BAC9E100-2043-D9ED-3270-18AC9B5919F9}"/>
                    </a:ext>
                  </a:extLst>
                </p14:cNvPr>
                <p14:cNvContentPartPr/>
                <p14:nvPr/>
              </p14:nvContentPartPr>
              <p14:xfrm>
                <a:off x="4756798" y="4496446"/>
                <a:ext cx="186480" cy="16236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BAC9E100-2043-D9ED-3270-18AC9B5919F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738798" y="4478806"/>
                  <a:ext cx="2221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F83AEA4C-825A-A94C-0A8F-68D9C0AEF9F6}"/>
                    </a:ext>
                  </a:extLst>
                </p14:cNvPr>
                <p14:cNvContentPartPr/>
                <p14:nvPr/>
              </p14:nvContentPartPr>
              <p14:xfrm>
                <a:off x="4803238" y="4496086"/>
                <a:ext cx="99000" cy="15624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F83AEA4C-825A-A94C-0A8F-68D9C0AEF9F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785238" y="4478446"/>
                  <a:ext cx="134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8E91F3C1-BEF2-D609-F999-BC07A4A26582}"/>
                    </a:ext>
                  </a:extLst>
                </p14:cNvPr>
                <p14:cNvContentPartPr/>
                <p14:nvPr/>
              </p14:nvContentPartPr>
              <p14:xfrm>
                <a:off x="5080798" y="4497526"/>
                <a:ext cx="58680" cy="190440"/>
              </p14:xfrm>
            </p:contentPart>
          </mc:Choice>
          <mc:Fallback xmlns=""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8E91F3C1-BEF2-D609-F999-BC07A4A2658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63158" y="4479526"/>
                  <a:ext cx="94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B2A5A26B-496C-91E9-43AB-25DBA5F5102F}"/>
                    </a:ext>
                  </a:extLst>
                </p14:cNvPr>
                <p14:cNvContentPartPr/>
                <p14:nvPr/>
              </p14:nvContentPartPr>
              <p14:xfrm>
                <a:off x="5179438" y="4524886"/>
                <a:ext cx="157680" cy="139320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B2A5A26B-496C-91E9-43AB-25DBA5F5102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161798" y="4507246"/>
                  <a:ext cx="1933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00DDB669-B17E-B36E-30E5-717607C5431A}"/>
                    </a:ext>
                  </a:extLst>
                </p14:cNvPr>
                <p14:cNvContentPartPr/>
                <p14:nvPr/>
              </p14:nvContentPartPr>
              <p14:xfrm>
                <a:off x="5370598" y="4403566"/>
                <a:ext cx="162360" cy="792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00DDB669-B17E-B36E-30E5-717607C5431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52598" y="4385926"/>
                  <a:ext cx="198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87754801-593F-D880-258C-179749806DBA}"/>
                    </a:ext>
                  </a:extLst>
                </p14:cNvPr>
                <p14:cNvContentPartPr/>
                <p14:nvPr/>
              </p14:nvContentPartPr>
              <p14:xfrm>
                <a:off x="5598118" y="4282246"/>
                <a:ext cx="102600" cy="17424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87754801-593F-D880-258C-179749806DB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580478" y="4264606"/>
                  <a:ext cx="13824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ADB3882A-0E89-4921-B070-F407BA127103}"/>
              </a:ext>
            </a:extLst>
          </p:cNvPr>
          <p:cNvGrpSpPr/>
          <p:nvPr/>
        </p:nvGrpSpPr>
        <p:grpSpPr>
          <a:xfrm>
            <a:off x="5885398" y="4311046"/>
            <a:ext cx="394200" cy="368640"/>
            <a:chOff x="5885398" y="4311046"/>
            <a:chExt cx="39420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713AA422-20E1-B43F-3654-3A71F5E86E6A}"/>
                    </a:ext>
                  </a:extLst>
                </p14:cNvPr>
                <p14:cNvContentPartPr/>
                <p14:nvPr/>
              </p14:nvContentPartPr>
              <p14:xfrm>
                <a:off x="5885398" y="4565926"/>
                <a:ext cx="224640" cy="11376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713AA422-20E1-B43F-3654-3A71F5E86E6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867758" y="4548286"/>
                  <a:ext cx="2602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54" name="Ink 1053">
                  <a:extLst>
                    <a:ext uri="{FF2B5EF4-FFF2-40B4-BE49-F238E27FC236}">
                      <a16:creationId xmlns:a16="http://schemas.microsoft.com/office/drawing/2014/main" id="{5BDC31BE-89C6-318A-3922-B3E711C9FD77}"/>
                    </a:ext>
                  </a:extLst>
                </p14:cNvPr>
                <p14:cNvContentPartPr/>
                <p14:nvPr/>
              </p14:nvContentPartPr>
              <p14:xfrm>
                <a:off x="6163318" y="4311046"/>
                <a:ext cx="116280" cy="156960"/>
              </p14:xfrm>
            </p:contentPart>
          </mc:Choice>
          <mc:Fallback xmlns="">
            <p:pic>
              <p:nvPicPr>
                <p:cNvPr id="1054" name="Ink 1053">
                  <a:extLst>
                    <a:ext uri="{FF2B5EF4-FFF2-40B4-BE49-F238E27FC236}">
                      <a16:creationId xmlns:a16="http://schemas.microsoft.com/office/drawing/2014/main" id="{5BDC31BE-89C6-318A-3922-B3E711C9FD7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145678" y="4293046"/>
                  <a:ext cx="15192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EF58B3D2-F679-00B7-437C-7353A02D2133}"/>
              </a:ext>
            </a:extLst>
          </p:cNvPr>
          <p:cNvGrpSpPr/>
          <p:nvPr/>
        </p:nvGrpSpPr>
        <p:grpSpPr>
          <a:xfrm>
            <a:off x="2250838" y="5290246"/>
            <a:ext cx="555120" cy="300600"/>
            <a:chOff x="2250838" y="5290246"/>
            <a:chExt cx="55512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056" name="Ink 1055">
                  <a:extLst>
                    <a:ext uri="{FF2B5EF4-FFF2-40B4-BE49-F238E27FC236}">
                      <a16:creationId xmlns:a16="http://schemas.microsoft.com/office/drawing/2014/main" id="{A6CB943F-9943-C874-CC15-B4D445D66A5D}"/>
                    </a:ext>
                  </a:extLst>
                </p14:cNvPr>
                <p14:cNvContentPartPr/>
                <p14:nvPr/>
              </p14:nvContentPartPr>
              <p14:xfrm>
                <a:off x="2250838" y="5290246"/>
                <a:ext cx="214560" cy="300600"/>
              </p14:xfrm>
            </p:contentPart>
          </mc:Choice>
          <mc:Fallback xmlns=""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A6CB943F-9943-C874-CC15-B4D445D66A5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233198" y="5272606"/>
                  <a:ext cx="2502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057" name="Ink 1056">
                  <a:extLst>
                    <a:ext uri="{FF2B5EF4-FFF2-40B4-BE49-F238E27FC236}">
                      <a16:creationId xmlns:a16="http://schemas.microsoft.com/office/drawing/2014/main" id="{E095FEEA-4F65-5CAF-C940-84959FD436E2}"/>
                    </a:ext>
                  </a:extLst>
                </p14:cNvPr>
                <p14:cNvContentPartPr/>
                <p14:nvPr/>
              </p14:nvContentPartPr>
              <p14:xfrm>
                <a:off x="2610118" y="5474206"/>
                <a:ext cx="173880" cy="12240"/>
              </p14:xfrm>
            </p:contentPart>
          </mc:Choice>
          <mc:Fallback xmlns=""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E095FEEA-4F65-5CAF-C940-84959FD436E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592118" y="5456566"/>
                  <a:ext cx="209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058" name="Ink 1057">
                  <a:extLst>
                    <a:ext uri="{FF2B5EF4-FFF2-40B4-BE49-F238E27FC236}">
                      <a16:creationId xmlns:a16="http://schemas.microsoft.com/office/drawing/2014/main" id="{3B294944-971D-BD26-5957-AC826BBBC79E}"/>
                    </a:ext>
                  </a:extLst>
                </p14:cNvPr>
                <p14:cNvContentPartPr/>
                <p14:nvPr/>
              </p14:nvContentPartPr>
              <p14:xfrm>
                <a:off x="2627038" y="5532526"/>
                <a:ext cx="178920" cy="29520"/>
              </p14:xfrm>
            </p:contentPart>
          </mc:Choice>
          <mc:Fallback xmlns=""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3B294944-971D-BD26-5957-AC826BBBC79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09398" y="5514526"/>
                  <a:ext cx="21456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2" name="Group 1061">
            <a:extLst>
              <a:ext uri="{FF2B5EF4-FFF2-40B4-BE49-F238E27FC236}">
                <a16:creationId xmlns:a16="http://schemas.microsoft.com/office/drawing/2014/main" id="{5073B0C0-9F3A-7608-0F75-D98000FE5868}"/>
              </a:ext>
            </a:extLst>
          </p:cNvPr>
          <p:cNvGrpSpPr/>
          <p:nvPr/>
        </p:nvGrpSpPr>
        <p:grpSpPr>
          <a:xfrm>
            <a:off x="3738358" y="3546406"/>
            <a:ext cx="707040" cy="219960"/>
            <a:chOff x="3738358" y="3546406"/>
            <a:chExt cx="70704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060" name="Ink 1059">
                  <a:extLst>
                    <a:ext uri="{FF2B5EF4-FFF2-40B4-BE49-F238E27FC236}">
                      <a16:creationId xmlns:a16="http://schemas.microsoft.com/office/drawing/2014/main" id="{B3EFB244-05A1-DF28-79F5-EB0C103EC19F}"/>
                    </a:ext>
                  </a:extLst>
                </p14:cNvPr>
                <p14:cNvContentPartPr/>
                <p14:nvPr/>
              </p14:nvContentPartPr>
              <p14:xfrm>
                <a:off x="3860038" y="3546406"/>
                <a:ext cx="585360" cy="151560"/>
              </p14:xfrm>
            </p:contentPart>
          </mc:Choice>
          <mc:Fallback xmlns=""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B3EFB244-05A1-DF28-79F5-EB0C103EC19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842398" y="3528766"/>
                  <a:ext cx="621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061" name="Ink 1060">
                  <a:extLst>
                    <a:ext uri="{FF2B5EF4-FFF2-40B4-BE49-F238E27FC236}">
                      <a16:creationId xmlns:a16="http://schemas.microsoft.com/office/drawing/2014/main" id="{E891C1C5-FF21-1231-EA74-8ED2617A2FA6}"/>
                    </a:ext>
                  </a:extLst>
                </p14:cNvPr>
                <p14:cNvContentPartPr/>
                <p14:nvPr/>
              </p14:nvContentPartPr>
              <p14:xfrm>
                <a:off x="3738358" y="3640006"/>
                <a:ext cx="191520" cy="126360"/>
              </p14:xfrm>
            </p:contentPart>
          </mc:Choice>
          <mc:Fallback xmlns=""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E891C1C5-FF21-1231-EA74-8ED2617A2FA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720718" y="3622366"/>
                  <a:ext cx="22716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8E9EA923-4236-7012-3593-289E2B2ECEA7}"/>
              </a:ext>
            </a:extLst>
          </p:cNvPr>
          <p:cNvGrpSpPr/>
          <p:nvPr/>
        </p:nvGrpSpPr>
        <p:grpSpPr>
          <a:xfrm>
            <a:off x="3014758" y="5214286"/>
            <a:ext cx="678600" cy="460800"/>
            <a:chOff x="3014758" y="5214286"/>
            <a:chExt cx="67860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063" name="Ink 1062">
                  <a:extLst>
                    <a:ext uri="{FF2B5EF4-FFF2-40B4-BE49-F238E27FC236}">
                      <a16:creationId xmlns:a16="http://schemas.microsoft.com/office/drawing/2014/main" id="{A3682CD6-7A99-C036-3B0D-3579E1411C0C}"/>
                    </a:ext>
                  </a:extLst>
                </p14:cNvPr>
                <p14:cNvContentPartPr/>
                <p14:nvPr/>
              </p14:nvContentPartPr>
              <p14:xfrm>
                <a:off x="3014758" y="5306806"/>
                <a:ext cx="174240" cy="272160"/>
              </p14:xfrm>
            </p:contentPart>
          </mc:Choice>
          <mc:Fallback xmlns="">
            <p:pic>
              <p:nvPicPr>
                <p:cNvPr id="1063" name="Ink 1062">
                  <a:extLst>
                    <a:ext uri="{FF2B5EF4-FFF2-40B4-BE49-F238E27FC236}">
                      <a16:creationId xmlns:a16="http://schemas.microsoft.com/office/drawing/2014/main" id="{A3682CD6-7A99-C036-3B0D-3579E1411C0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96758" y="5289166"/>
                  <a:ext cx="2098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064" name="Ink 1063">
                  <a:extLst>
                    <a:ext uri="{FF2B5EF4-FFF2-40B4-BE49-F238E27FC236}">
                      <a16:creationId xmlns:a16="http://schemas.microsoft.com/office/drawing/2014/main" id="{64660C3A-2F4F-B6D4-1CD1-AB6690CCE035}"/>
                    </a:ext>
                  </a:extLst>
                </p14:cNvPr>
                <p14:cNvContentPartPr/>
                <p14:nvPr/>
              </p14:nvContentPartPr>
              <p14:xfrm>
                <a:off x="3327598" y="5214286"/>
                <a:ext cx="75600" cy="460800"/>
              </p14:xfrm>
            </p:contentPart>
          </mc:Choice>
          <mc:Fallback xmlns=""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64660C3A-2F4F-B6D4-1CD1-AB6690CCE03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309958" y="5196286"/>
                  <a:ext cx="11124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065" name="Ink 1064">
                  <a:extLst>
                    <a:ext uri="{FF2B5EF4-FFF2-40B4-BE49-F238E27FC236}">
                      <a16:creationId xmlns:a16="http://schemas.microsoft.com/office/drawing/2014/main" id="{B554576C-616F-99F6-6EB7-5C65818A75C5}"/>
                    </a:ext>
                  </a:extLst>
                </p14:cNvPr>
                <p14:cNvContentPartPr/>
                <p14:nvPr/>
              </p14:nvContentPartPr>
              <p14:xfrm>
                <a:off x="3495358" y="5359006"/>
                <a:ext cx="198000" cy="266760"/>
              </p14:xfrm>
            </p:contentPart>
          </mc:Choice>
          <mc:Fallback xmlns=""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B554576C-616F-99F6-6EB7-5C65818A75C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477358" y="5341006"/>
                  <a:ext cx="23364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E24A09A2-FFD8-1488-54AC-A565E56D74CC}"/>
              </a:ext>
            </a:extLst>
          </p:cNvPr>
          <p:cNvGrpSpPr/>
          <p:nvPr/>
        </p:nvGrpSpPr>
        <p:grpSpPr>
          <a:xfrm>
            <a:off x="4231198" y="5462326"/>
            <a:ext cx="167400" cy="88200"/>
            <a:chOff x="4231198" y="5462326"/>
            <a:chExt cx="167400" cy="8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066" name="Ink 1065">
                  <a:extLst>
                    <a:ext uri="{FF2B5EF4-FFF2-40B4-BE49-F238E27FC236}">
                      <a16:creationId xmlns:a16="http://schemas.microsoft.com/office/drawing/2014/main" id="{4674269E-AE16-5533-0865-D70D21EDBECC}"/>
                    </a:ext>
                  </a:extLst>
                </p14:cNvPr>
                <p14:cNvContentPartPr/>
                <p14:nvPr/>
              </p14:nvContentPartPr>
              <p14:xfrm>
                <a:off x="4231198" y="5462326"/>
                <a:ext cx="144360" cy="6840"/>
              </p14:xfrm>
            </p:contentPart>
          </mc:Choice>
          <mc:Fallback xmlns=""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4674269E-AE16-5533-0865-D70D21EDBEC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213558" y="5444686"/>
                  <a:ext cx="180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067" name="Ink 1066">
                  <a:extLst>
                    <a:ext uri="{FF2B5EF4-FFF2-40B4-BE49-F238E27FC236}">
                      <a16:creationId xmlns:a16="http://schemas.microsoft.com/office/drawing/2014/main" id="{133F6058-EE45-494A-C501-41717CF623DA}"/>
                    </a:ext>
                  </a:extLst>
                </p14:cNvPr>
                <p14:cNvContentPartPr/>
                <p14:nvPr/>
              </p14:nvContentPartPr>
              <p14:xfrm>
                <a:off x="4247758" y="5521006"/>
                <a:ext cx="150840" cy="29520"/>
              </p14:xfrm>
            </p:contentPart>
          </mc:Choice>
          <mc:Fallback xmlns=""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133F6058-EE45-494A-C501-41717CF623D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230118" y="5503366"/>
                  <a:ext cx="18648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6" name="Group 1105">
            <a:extLst>
              <a:ext uri="{FF2B5EF4-FFF2-40B4-BE49-F238E27FC236}">
                <a16:creationId xmlns:a16="http://schemas.microsoft.com/office/drawing/2014/main" id="{09D1F5BF-E7F1-D1D7-04B9-3317B12AF0FF}"/>
              </a:ext>
            </a:extLst>
          </p:cNvPr>
          <p:cNvGrpSpPr/>
          <p:nvPr/>
        </p:nvGrpSpPr>
        <p:grpSpPr>
          <a:xfrm>
            <a:off x="4282678" y="6336766"/>
            <a:ext cx="150480" cy="93240"/>
            <a:chOff x="4282678" y="6336766"/>
            <a:chExt cx="150480" cy="9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104" name="Ink 1103">
                  <a:extLst>
                    <a:ext uri="{FF2B5EF4-FFF2-40B4-BE49-F238E27FC236}">
                      <a16:creationId xmlns:a16="http://schemas.microsoft.com/office/drawing/2014/main" id="{86795F0B-92A6-50A5-6A21-6BEE0B46A0AC}"/>
                    </a:ext>
                  </a:extLst>
                </p14:cNvPr>
                <p14:cNvContentPartPr/>
                <p14:nvPr/>
              </p14:nvContentPartPr>
              <p14:xfrm>
                <a:off x="4288078" y="6406246"/>
                <a:ext cx="145080" cy="23760"/>
              </p14:xfrm>
            </p:contentPart>
          </mc:Choice>
          <mc:Fallback xmlns="">
            <p:pic>
              <p:nvPicPr>
                <p:cNvPr id="1104" name="Ink 1103">
                  <a:extLst>
                    <a:ext uri="{FF2B5EF4-FFF2-40B4-BE49-F238E27FC236}">
                      <a16:creationId xmlns:a16="http://schemas.microsoft.com/office/drawing/2014/main" id="{86795F0B-92A6-50A5-6A21-6BEE0B46A0A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270438" y="6388606"/>
                  <a:ext cx="180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105" name="Ink 1104">
                  <a:extLst>
                    <a:ext uri="{FF2B5EF4-FFF2-40B4-BE49-F238E27FC236}">
                      <a16:creationId xmlns:a16="http://schemas.microsoft.com/office/drawing/2014/main" id="{5B724DC0-9150-0FED-0BBC-19372883A531}"/>
                    </a:ext>
                  </a:extLst>
                </p14:cNvPr>
                <p14:cNvContentPartPr/>
                <p14:nvPr/>
              </p14:nvContentPartPr>
              <p14:xfrm>
                <a:off x="4282678" y="6336766"/>
                <a:ext cx="115920" cy="24840"/>
              </p14:xfrm>
            </p:contentPart>
          </mc:Choice>
          <mc:Fallback xmlns="">
            <p:pic>
              <p:nvPicPr>
                <p:cNvPr id="1105" name="Ink 1104">
                  <a:extLst>
                    <a:ext uri="{FF2B5EF4-FFF2-40B4-BE49-F238E27FC236}">
                      <a16:creationId xmlns:a16="http://schemas.microsoft.com/office/drawing/2014/main" id="{5B724DC0-9150-0FED-0BBC-19372883A53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264678" y="6318766"/>
                  <a:ext cx="151560" cy="6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107" name="Ink 1106">
                <a:extLst>
                  <a:ext uri="{FF2B5EF4-FFF2-40B4-BE49-F238E27FC236}">
                    <a16:creationId xmlns:a16="http://schemas.microsoft.com/office/drawing/2014/main" id="{4B438722-88E6-46D5-2288-923EC314C735}"/>
                  </a:ext>
                </a:extLst>
              </p14:cNvPr>
              <p14:cNvContentPartPr/>
              <p14:nvPr/>
            </p14:nvContentPartPr>
            <p14:xfrm>
              <a:off x="960958" y="4375126"/>
              <a:ext cx="526320" cy="364680"/>
            </p14:xfrm>
          </p:contentPart>
        </mc:Choice>
        <mc:Fallback xmlns="">
          <p:pic>
            <p:nvPicPr>
              <p:cNvPr id="1107" name="Ink 1106">
                <a:extLst>
                  <a:ext uri="{FF2B5EF4-FFF2-40B4-BE49-F238E27FC236}">
                    <a16:creationId xmlns:a16="http://schemas.microsoft.com/office/drawing/2014/main" id="{4B438722-88E6-46D5-2288-923EC314C735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43318" y="4357126"/>
                <a:ext cx="561960" cy="40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7" name="Group 1116">
            <a:extLst>
              <a:ext uri="{FF2B5EF4-FFF2-40B4-BE49-F238E27FC236}">
                <a16:creationId xmlns:a16="http://schemas.microsoft.com/office/drawing/2014/main" id="{CAE94CE7-54A2-0769-545C-A57AD4D80B99}"/>
              </a:ext>
            </a:extLst>
          </p:cNvPr>
          <p:cNvGrpSpPr/>
          <p:nvPr/>
        </p:nvGrpSpPr>
        <p:grpSpPr>
          <a:xfrm>
            <a:off x="6371398" y="6411646"/>
            <a:ext cx="445320" cy="132840"/>
            <a:chOff x="6371398" y="6411646"/>
            <a:chExt cx="44532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115" name="Ink 1114">
                  <a:extLst>
                    <a:ext uri="{FF2B5EF4-FFF2-40B4-BE49-F238E27FC236}">
                      <a16:creationId xmlns:a16="http://schemas.microsoft.com/office/drawing/2014/main" id="{57BC9933-C456-5348-0114-C2EC23EF2DC2}"/>
                    </a:ext>
                  </a:extLst>
                </p14:cNvPr>
                <p14:cNvContentPartPr/>
                <p14:nvPr/>
              </p14:nvContentPartPr>
              <p14:xfrm>
                <a:off x="6371398" y="6411646"/>
                <a:ext cx="139320" cy="129600"/>
              </p14:xfrm>
            </p:contentPart>
          </mc:Choice>
          <mc:Fallback xmlns="">
            <p:pic>
              <p:nvPicPr>
                <p:cNvPr id="1115" name="Ink 1114">
                  <a:extLst>
                    <a:ext uri="{FF2B5EF4-FFF2-40B4-BE49-F238E27FC236}">
                      <a16:creationId xmlns:a16="http://schemas.microsoft.com/office/drawing/2014/main" id="{57BC9933-C456-5348-0114-C2EC23EF2DC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353758" y="6394006"/>
                  <a:ext cx="174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116" name="Ink 1115">
                  <a:extLst>
                    <a:ext uri="{FF2B5EF4-FFF2-40B4-BE49-F238E27FC236}">
                      <a16:creationId xmlns:a16="http://schemas.microsoft.com/office/drawing/2014/main" id="{D8ECD2E3-4E5D-A2C8-D4C7-E47D0EA4C4EE}"/>
                    </a:ext>
                  </a:extLst>
                </p14:cNvPr>
                <p14:cNvContentPartPr/>
                <p14:nvPr/>
              </p14:nvContentPartPr>
              <p14:xfrm>
                <a:off x="6591358" y="6446206"/>
                <a:ext cx="225360" cy="98280"/>
              </p14:xfrm>
            </p:contentPart>
          </mc:Choice>
          <mc:Fallback xmlns="">
            <p:pic>
              <p:nvPicPr>
                <p:cNvPr id="1116" name="Ink 1115">
                  <a:extLst>
                    <a:ext uri="{FF2B5EF4-FFF2-40B4-BE49-F238E27FC236}">
                      <a16:creationId xmlns:a16="http://schemas.microsoft.com/office/drawing/2014/main" id="{D8ECD2E3-4E5D-A2C8-D4C7-E47D0EA4C4E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573718" y="6428566"/>
                  <a:ext cx="26100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118" name="Ink 1117">
                <a:extLst>
                  <a:ext uri="{FF2B5EF4-FFF2-40B4-BE49-F238E27FC236}">
                    <a16:creationId xmlns:a16="http://schemas.microsoft.com/office/drawing/2014/main" id="{E9735296-6AAF-1496-E363-8495403EDA68}"/>
                  </a:ext>
                </a:extLst>
              </p14:cNvPr>
              <p14:cNvContentPartPr/>
              <p14:nvPr/>
            </p14:nvContentPartPr>
            <p14:xfrm>
              <a:off x="1255078" y="6168646"/>
              <a:ext cx="249120" cy="383040"/>
            </p14:xfrm>
          </p:contentPart>
        </mc:Choice>
        <mc:Fallback xmlns="">
          <p:pic>
            <p:nvPicPr>
              <p:cNvPr id="1118" name="Ink 1117">
                <a:extLst>
                  <a:ext uri="{FF2B5EF4-FFF2-40B4-BE49-F238E27FC236}">
                    <a16:creationId xmlns:a16="http://schemas.microsoft.com/office/drawing/2014/main" id="{E9735296-6AAF-1496-E363-8495403EDA68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237438" y="6151006"/>
                <a:ext cx="28476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119" name="Ink 1118">
                <a:extLst>
                  <a:ext uri="{FF2B5EF4-FFF2-40B4-BE49-F238E27FC236}">
                    <a16:creationId xmlns:a16="http://schemas.microsoft.com/office/drawing/2014/main" id="{7D22D05A-C9C0-D61C-DD8F-E13931946D91}"/>
                  </a:ext>
                </a:extLst>
              </p14:cNvPr>
              <p14:cNvContentPartPr/>
              <p14:nvPr/>
            </p14:nvContentPartPr>
            <p14:xfrm>
              <a:off x="1608598" y="6412006"/>
              <a:ext cx="104400" cy="128160"/>
            </p14:xfrm>
          </p:contentPart>
        </mc:Choice>
        <mc:Fallback xmlns="">
          <p:pic>
            <p:nvPicPr>
              <p:cNvPr id="1119" name="Ink 1118">
                <a:extLst>
                  <a:ext uri="{FF2B5EF4-FFF2-40B4-BE49-F238E27FC236}">
                    <a16:creationId xmlns:a16="http://schemas.microsoft.com/office/drawing/2014/main" id="{7D22D05A-C9C0-D61C-DD8F-E13931946D91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590958" y="6394366"/>
                <a:ext cx="14004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120" name="Ink 1119">
                <a:extLst>
                  <a:ext uri="{FF2B5EF4-FFF2-40B4-BE49-F238E27FC236}">
                    <a16:creationId xmlns:a16="http://schemas.microsoft.com/office/drawing/2014/main" id="{06E1E360-6695-85AF-2E60-54AB9656956E}"/>
                  </a:ext>
                </a:extLst>
              </p14:cNvPr>
              <p14:cNvContentPartPr/>
              <p14:nvPr/>
            </p14:nvContentPartPr>
            <p14:xfrm>
              <a:off x="1764838" y="6429646"/>
              <a:ext cx="12960" cy="80280"/>
            </p14:xfrm>
          </p:contentPart>
        </mc:Choice>
        <mc:Fallback xmlns="">
          <p:pic>
            <p:nvPicPr>
              <p:cNvPr id="1120" name="Ink 1119">
                <a:extLst>
                  <a:ext uri="{FF2B5EF4-FFF2-40B4-BE49-F238E27FC236}">
                    <a16:creationId xmlns:a16="http://schemas.microsoft.com/office/drawing/2014/main" id="{06E1E360-6695-85AF-2E60-54AB9656956E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747198" y="6411646"/>
                <a:ext cx="486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121" name="Ink 1120">
                <a:extLst>
                  <a:ext uri="{FF2B5EF4-FFF2-40B4-BE49-F238E27FC236}">
                    <a16:creationId xmlns:a16="http://schemas.microsoft.com/office/drawing/2014/main" id="{753F4861-3BBF-6A90-2A77-2D4630FE5FD4}"/>
                  </a:ext>
                </a:extLst>
              </p14:cNvPr>
              <p14:cNvContentPartPr/>
              <p14:nvPr/>
            </p14:nvContentPartPr>
            <p14:xfrm>
              <a:off x="1770958" y="6365926"/>
              <a:ext cx="23400" cy="11880"/>
            </p14:xfrm>
          </p:contentPart>
        </mc:Choice>
        <mc:Fallback xmlns="">
          <p:pic>
            <p:nvPicPr>
              <p:cNvPr id="1121" name="Ink 1120">
                <a:extLst>
                  <a:ext uri="{FF2B5EF4-FFF2-40B4-BE49-F238E27FC236}">
                    <a16:creationId xmlns:a16="http://schemas.microsoft.com/office/drawing/2014/main" id="{753F4861-3BBF-6A90-2A77-2D4630FE5FD4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752958" y="6347926"/>
                <a:ext cx="590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122" name="Ink 1121">
                <a:extLst>
                  <a:ext uri="{FF2B5EF4-FFF2-40B4-BE49-F238E27FC236}">
                    <a16:creationId xmlns:a16="http://schemas.microsoft.com/office/drawing/2014/main" id="{13D6384F-D6AF-6D5B-71FF-AF9BA0D5E37D}"/>
                  </a:ext>
                </a:extLst>
              </p14:cNvPr>
              <p14:cNvContentPartPr/>
              <p14:nvPr/>
            </p14:nvContentPartPr>
            <p14:xfrm>
              <a:off x="1857718" y="6419206"/>
              <a:ext cx="81360" cy="120960"/>
            </p14:xfrm>
          </p:contentPart>
        </mc:Choice>
        <mc:Fallback xmlns="">
          <p:pic>
            <p:nvPicPr>
              <p:cNvPr id="1122" name="Ink 1121">
                <a:extLst>
                  <a:ext uri="{FF2B5EF4-FFF2-40B4-BE49-F238E27FC236}">
                    <a16:creationId xmlns:a16="http://schemas.microsoft.com/office/drawing/2014/main" id="{13D6384F-D6AF-6D5B-71FF-AF9BA0D5E37D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839718" y="6401566"/>
                <a:ext cx="1170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123" name="Ink 1122">
                <a:extLst>
                  <a:ext uri="{FF2B5EF4-FFF2-40B4-BE49-F238E27FC236}">
                    <a16:creationId xmlns:a16="http://schemas.microsoft.com/office/drawing/2014/main" id="{FF07DBB7-104E-2054-B24A-4E34E74406B2}"/>
                  </a:ext>
                </a:extLst>
              </p14:cNvPr>
              <p14:cNvContentPartPr/>
              <p14:nvPr/>
            </p14:nvContentPartPr>
            <p14:xfrm>
              <a:off x="2025478" y="6429646"/>
              <a:ext cx="69840" cy="127800"/>
            </p14:xfrm>
          </p:contentPart>
        </mc:Choice>
        <mc:Fallback xmlns="">
          <p:pic>
            <p:nvPicPr>
              <p:cNvPr id="1123" name="Ink 1122">
                <a:extLst>
                  <a:ext uri="{FF2B5EF4-FFF2-40B4-BE49-F238E27FC236}">
                    <a16:creationId xmlns:a16="http://schemas.microsoft.com/office/drawing/2014/main" id="{FF07DBB7-104E-2054-B24A-4E34E74406B2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2007478" y="6411646"/>
                <a:ext cx="1054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124" name="Ink 1123">
                <a:extLst>
                  <a:ext uri="{FF2B5EF4-FFF2-40B4-BE49-F238E27FC236}">
                    <a16:creationId xmlns:a16="http://schemas.microsoft.com/office/drawing/2014/main" id="{1F0AAC37-B6D3-4F69-4AAF-B1B14AD7218A}"/>
                  </a:ext>
                </a:extLst>
              </p14:cNvPr>
              <p14:cNvContentPartPr/>
              <p14:nvPr/>
            </p14:nvContentPartPr>
            <p14:xfrm>
              <a:off x="2481598" y="6243526"/>
              <a:ext cx="203760" cy="302400"/>
            </p14:xfrm>
          </p:contentPart>
        </mc:Choice>
        <mc:Fallback xmlns="">
          <p:pic>
            <p:nvPicPr>
              <p:cNvPr id="1124" name="Ink 1123">
                <a:extLst>
                  <a:ext uri="{FF2B5EF4-FFF2-40B4-BE49-F238E27FC236}">
                    <a16:creationId xmlns:a16="http://schemas.microsoft.com/office/drawing/2014/main" id="{1F0AAC37-B6D3-4F69-4AAF-B1B14AD7218A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2463958" y="6225886"/>
                <a:ext cx="239400" cy="33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9" name="Group 1138">
            <a:extLst>
              <a:ext uri="{FF2B5EF4-FFF2-40B4-BE49-F238E27FC236}">
                <a16:creationId xmlns:a16="http://schemas.microsoft.com/office/drawing/2014/main" id="{3A324F4C-5B33-F3AD-27DE-065247F02D6C}"/>
              </a:ext>
            </a:extLst>
          </p:cNvPr>
          <p:cNvGrpSpPr/>
          <p:nvPr/>
        </p:nvGrpSpPr>
        <p:grpSpPr>
          <a:xfrm>
            <a:off x="3014038" y="6257926"/>
            <a:ext cx="949680" cy="442080"/>
            <a:chOff x="3014038" y="6257926"/>
            <a:chExt cx="949680" cy="44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125" name="Ink 1124">
                  <a:extLst>
                    <a:ext uri="{FF2B5EF4-FFF2-40B4-BE49-F238E27FC236}">
                      <a16:creationId xmlns:a16="http://schemas.microsoft.com/office/drawing/2014/main" id="{C0EA4C7D-0A6E-6621-3EC8-C5D7934E115A}"/>
                    </a:ext>
                  </a:extLst>
                </p14:cNvPr>
                <p14:cNvContentPartPr/>
                <p14:nvPr/>
              </p14:nvContentPartPr>
              <p14:xfrm>
                <a:off x="3014038" y="6257926"/>
                <a:ext cx="25200" cy="283680"/>
              </p14:xfrm>
            </p:contentPart>
          </mc:Choice>
          <mc:Fallback xmlns="">
            <p:pic>
              <p:nvPicPr>
                <p:cNvPr id="1125" name="Ink 1124">
                  <a:extLst>
                    <a:ext uri="{FF2B5EF4-FFF2-40B4-BE49-F238E27FC236}">
                      <a16:creationId xmlns:a16="http://schemas.microsoft.com/office/drawing/2014/main" id="{C0EA4C7D-0A6E-6621-3EC8-C5D7934E115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996398" y="6239926"/>
                  <a:ext cx="608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126" name="Ink 1125">
                  <a:extLst>
                    <a:ext uri="{FF2B5EF4-FFF2-40B4-BE49-F238E27FC236}">
                      <a16:creationId xmlns:a16="http://schemas.microsoft.com/office/drawing/2014/main" id="{74303D71-299B-81BD-25AD-34CAD83056CF}"/>
                    </a:ext>
                  </a:extLst>
                </p14:cNvPr>
                <p14:cNvContentPartPr/>
                <p14:nvPr/>
              </p14:nvContentPartPr>
              <p14:xfrm>
                <a:off x="3061198" y="6527926"/>
                <a:ext cx="110520" cy="6120"/>
              </p14:xfrm>
            </p:contentPart>
          </mc:Choice>
          <mc:Fallback xmlns="">
            <p:pic>
              <p:nvPicPr>
                <p:cNvPr id="1126" name="Ink 1125">
                  <a:extLst>
                    <a:ext uri="{FF2B5EF4-FFF2-40B4-BE49-F238E27FC236}">
                      <a16:creationId xmlns:a16="http://schemas.microsoft.com/office/drawing/2014/main" id="{74303D71-299B-81BD-25AD-34CAD83056C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043198" y="6510286"/>
                  <a:ext cx="146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127" name="Ink 1126">
                  <a:extLst>
                    <a:ext uri="{FF2B5EF4-FFF2-40B4-BE49-F238E27FC236}">
                      <a16:creationId xmlns:a16="http://schemas.microsoft.com/office/drawing/2014/main" id="{598EBE04-55C6-1206-03B3-1F81D2CEDC3A}"/>
                    </a:ext>
                  </a:extLst>
                </p14:cNvPr>
                <p14:cNvContentPartPr/>
                <p14:nvPr/>
              </p14:nvContentPartPr>
              <p14:xfrm>
                <a:off x="3239758" y="6458086"/>
                <a:ext cx="70920" cy="116640"/>
              </p14:xfrm>
            </p:contentPart>
          </mc:Choice>
          <mc:Fallback xmlns="">
            <p:pic>
              <p:nvPicPr>
                <p:cNvPr id="1127" name="Ink 1126">
                  <a:extLst>
                    <a:ext uri="{FF2B5EF4-FFF2-40B4-BE49-F238E27FC236}">
                      <a16:creationId xmlns:a16="http://schemas.microsoft.com/office/drawing/2014/main" id="{598EBE04-55C6-1206-03B3-1F81D2CEDC3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221758" y="6440086"/>
                  <a:ext cx="106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128" name="Ink 1127">
                  <a:extLst>
                    <a:ext uri="{FF2B5EF4-FFF2-40B4-BE49-F238E27FC236}">
                      <a16:creationId xmlns:a16="http://schemas.microsoft.com/office/drawing/2014/main" id="{31AF0E5E-3784-4B64-7741-F2FD92E62574}"/>
                    </a:ext>
                  </a:extLst>
                </p14:cNvPr>
                <p14:cNvContentPartPr/>
                <p14:nvPr/>
              </p14:nvContentPartPr>
              <p14:xfrm>
                <a:off x="3338758" y="6475726"/>
                <a:ext cx="104040" cy="75960"/>
              </p14:xfrm>
            </p:contentPart>
          </mc:Choice>
          <mc:Fallback xmlns="">
            <p:pic>
              <p:nvPicPr>
                <p:cNvPr id="1128" name="Ink 1127">
                  <a:extLst>
                    <a:ext uri="{FF2B5EF4-FFF2-40B4-BE49-F238E27FC236}">
                      <a16:creationId xmlns:a16="http://schemas.microsoft.com/office/drawing/2014/main" id="{31AF0E5E-3784-4B64-7741-F2FD92E6257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321118" y="6458086"/>
                  <a:ext cx="139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129" name="Ink 1128">
                  <a:extLst>
                    <a:ext uri="{FF2B5EF4-FFF2-40B4-BE49-F238E27FC236}">
                      <a16:creationId xmlns:a16="http://schemas.microsoft.com/office/drawing/2014/main" id="{6B5A7F65-D9C9-1CB2-68B8-ED9D92A775AC}"/>
                    </a:ext>
                  </a:extLst>
                </p14:cNvPr>
                <p14:cNvContentPartPr/>
                <p14:nvPr/>
              </p14:nvContentPartPr>
              <p14:xfrm>
                <a:off x="3483478" y="6464206"/>
                <a:ext cx="122040" cy="235800"/>
              </p14:xfrm>
            </p:contentPart>
          </mc:Choice>
          <mc:Fallback xmlns="">
            <p:pic>
              <p:nvPicPr>
                <p:cNvPr id="1129" name="Ink 1128">
                  <a:extLst>
                    <a:ext uri="{FF2B5EF4-FFF2-40B4-BE49-F238E27FC236}">
                      <a16:creationId xmlns:a16="http://schemas.microsoft.com/office/drawing/2014/main" id="{6B5A7F65-D9C9-1CB2-68B8-ED9D92A775A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465838" y="6446566"/>
                  <a:ext cx="1576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135" name="Ink 1134">
                  <a:extLst>
                    <a:ext uri="{FF2B5EF4-FFF2-40B4-BE49-F238E27FC236}">
                      <a16:creationId xmlns:a16="http://schemas.microsoft.com/office/drawing/2014/main" id="{FDE14667-9AB0-BAB6-5F61-0CC916F24742}"/>
                    </a:ext>
                  </a:extLst>
                </p14:cNvPr>
                <p14:cNvContentPartPr/>
                <p14:nvPr/>
              </p14:nvContentPartPr>
              <p14:xfrm>
                <a:off x="3662758" y="6284926"/>
                <a:ext cx="93600" cy="289800"/>
              </p14:xfrm>
            </p:contentPart>
          </mc:Choice>
          <mc:Fallback xmlns="">
            <p:pic>
              <p:nvPicPr>
                <p:cNvPr id="1135" name="Ink 1134">
                  <a:extLst>
                    <a:ext uri="{FF2B5EF4-FFF2-40B4-BE49-F238E27FC236}">
                      <a16:creationId xmlns:a16="http://schemas.microsoft.com/office/drawing/2014/main" id="{FDE14667-9AB0-BAB6-5F61-0CC916F2474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645118" y="6267286"/>
                  <a:ext cx="1292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137" name="Ink 1136">
                  <a:extLst>
                    <a:ext uri="{FF2B5EF4-FFF2-40B4-BE49-F238E27FC236}">
                      <a16:creationId xmlns:a16="http://schemas.microsoft.com/office/drawing/2014/main" id="{750B50A4-C17A-5FCF-5ECE-3C4ECA019352}"/>
                    </a:ext>
                  </a:extLst>
                </p14:cNvPr>
                <p14:cNvContentPartPr/>
                <p14:nvPr/>
              </p14:nvContentPartPr>
              <p14:xfrm>
                <a:off x="3640078" y="6400486"/>
                <a:ext cx="139320" cy="12960"/>
              </p14:xfrm>
            </p:contentPart>
          </mc:Choice>
          <mc:Fallback xmlns="">
            <p:pic>
              <p:nvPicPr>
                <p:cNvPr id="1137" name="Ink 1136">
                  <a:extLst>
                    <a:ext uri="{FF2B5EF4-FFF2-40B4-BE49-F238E27FC236}">
                      <a16:creationId xmlns:a16="http://schemas.microsoft.com/office/drawing/2014/main" id="{750B50A4-C17A-5FCF-5ECE-3C4ECA01935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622078" y="6382846"/>
                  <a:ext cx="174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138" name="Ink 1137">
                  <a:extLst>
                    <a:ext uri="{FF2B5EF4-FFF2-40B4-BE49-F238E27FC236}">
                      <a16:creationId xmlns:a16="http://schemas.microsoft.com/office/drawing/2014/main" id="{C56B3B2F-3EBD-B4CC-C800-904C9A8DF39A}"/>
                    </a:ext>
                  </a:extLst>
                </p14:cNvPr>
                <p14:cNvContentPartPr/>
                <p14:nvPr/>
              </p14:nvContentPartPr>
              <p14:xfrm>
                <a:off x="3807838" y="6267286"/>
                <a:ext cx="155880" cy="296280"/>
              </p14:xfrm>
            </p:contentPart>
          </mc:Choice>
          <mc:Fallback xmlns="">
            <p:pic>
              <p:nvPicPr>
                <p:cNvPr id="1138" name="Ink 1137">
                  <a:extLst>
                    <a:ext uri="{FF2B5EF4-FFF2-40B4-BE49-F238E27FC236}">
                      <a16:creationId xmlns:a16="http://schemas.microsoft.com/office/drawing/2014/main" id="{C56B3B2F-3EBD-B4CC-C800-904C9A8DF39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789838" y="6249286"/>
                  <a:ext cx="191520" cy="33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28188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C33F4-FCBB-4B1D-F436-E105ED9C1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3A1F79-D615-06E8-6BA9-96D09487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6"/>
            <a:ext cx="8281308" cy="928599"/>
          </a:xfrm>
        </p:spPr>
        <p:txBody>
          <a:bodyPr/>
          <a:lstStyle/>
          <a:p>
            <a:r>
              <a:rPr lang="en-GB" sz="3200" dirty="0"/>
              <a:t>2 The linear motor pushes with F = 150 N. The pressure generated in the master syringe is: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C6AD296C-76C2-EBC3-2F20-F30B17D2C8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8E17AAC-534A-C8D3-CF9F-C5D44BE85170}"/>
              </a:ext>
            </a:extLst>
          </p:cNvPr>
          <p:cNvGrpSpPr/>
          <p:nvPr/>
        </p:nvGrpSpPr>
        <p:grpSpPr>
          <a:xfrm>
            <a:off x="2035800" y="2407800"/>
            <a:ext cx="634320" cy="352440"/>
            <a:chOff x="2035800" y="2407800"/>
            <a:chExt cx="634320" cy="35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36178CA-8F8C-07ED-812B-B5B5C31F1C98}"/>
                    </a:ext>
                  </a:extLst>
                </p14:cNvPr>
                <p14:cNvContentPartPr/>
                <p14:nvPr/>
              </p14:nvContentPartPr>
              <p14:xfrm>
                <a:off x="2035800" y="2407800"/>
                <a:ext cx="179640" cy="352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36178CA-8F8C-07ED-812B-B5B5C31F1C9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18160" y="2390160"/>
                  <a:ext cx="2152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E60872F-38C1-9342-3B57-DCA2EF6ADB31}"/>
                    </a:ext>
                  </a:extLst>
                </p14:cNvPr>
                <p14:cNvContentPartPr/>
                <p14:nvPr/>
              </p14:nvContentPartPr>
              <p14:xfrm>
                <a:off x="2432160" y="2584560"/>
                <a:ext cx="189360" cy="25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E60872F-38C1-9342-3B57-DCA2EF6ADB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14520" y="2566560"/>
                  <a:ext cx="225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5CC01C6-DB20-C021-56B1-34AD6907876F}"/>
                    </a:ext>
                  </a:extLst>
                </p14:cNvPr>
                <p14:cNvContentPartPr/>
                <p14:nvPr/>
              </p14:nvContentPartPr>
              <p14:xfrm>
                <a:off x="2464560" y="2663760"/>
                <a:ext cx="205560" cy="31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5CC01C6-DB20-C021-56B1-34AD690787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46560" y="2646120"/>
                  <a:ext cx="24120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AC2C0C-FBEA-3A31-EDC2-53111A2FCC00}"/>
              </a:ext>
            </a:extLst>
          </p:cNvPr>
          <p:cNvGrpSpPr/>
          <p:nvPr/>
        </p:nvGrpSpPr>
        <p:grpSpPr>
          <a:xfrm>
            <a:off x="3102480" y="2358840"/>
            <a:ext cx="1835280" cy="522720"/>
            <a:chOff x="3102480" y="2358840"/>
            <a:chExt cx="1835280" cy="52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70E329-8D8E-9B66-0B0F-DBE44B71F83E}"/>
                    </a:ext>
                  </a:extLst>
                </p14:cNvPr>
                <p14:cNvContentPartPr/>
                <p14:nvPr/>
              </p14:nvContentPartPr>
              <p14:xfrm>
                <a:off x="3102480" y="2449920"/>
                <a:ext cx="145080" cy="298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70E329-8D8E-9B66-0B0F-DBE44B71F8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84840" y="2431920"/>
                  <a:ext cx="1807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4FFF2D-DEA8-927C-EB80-B3FFB0FD5BB7}"/>
                    </a:ext>
                  </a:extLst>
                </p14:cNvPr>
                <p14:cNvContentPartPr/>
                <p14:nvPr/>
              </p14:nvContentPartPr>
              <p14:xfrm>
                <a:off x="3133080" y="2620920"/>
                <a:ext cx="171000" cy="18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4FFF2D-DEA8-927C-EB80-B3FFB0FD5BB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15440" y="2603280"/>
                  <a:ext cx="206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DA4A9E1-5788-3059-8BA5-D23CA4892A1D}"/>
                    </a:ext>
                  </a:extLst>
                </p14:cNvPr>
                <p14:cNvContentPartPr/>
                <p14:nvPr/>
              </p14:nvContentPartPr>
              <p14:xfrm>
                <a:off x="3364560" y="2358840"/>
                <a:ext cx="250560" cy="522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DA4A9E1-5788-3059-8BA5-D23CA4892A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46560" y="2341200"/>
                  <a:ext cx="28620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A5E3DD6-A235-C8D7-689F-BFDCC7F7848F}"/>
                    </a:ext>
                  </a:extLst>
                </p14:cNvPr>
                <p14:cNvContentPartPr/>
                <p14:nvPr/>
              </p14:nvContentPartPr>
              <p14:xfrm>
                <a:off x="3681720" y="2523000"/>
                <a:ext cx="214560" cy="28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A5E3DD6-A235-C8D7-689F-BFDCC7F784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63720" y="2505360"/>
                  <a:ext cx="250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AFE364F-E778-F4E4-0C79-1B0D824147B6}"/>
                    </a:ext>
                  </a:extLst>
                </p14:cNvPr>
                <p14:cNvContentPartPr/>
                <p14:nvPr/>
              </p14:nvContentPartPr>
              <p14:xfrm>
                <a:off x="4011120" y="2736480"/>
                <a:ext cx="186480" cy="104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AFE364F-E778-F4E4-0C79-1B0D824147B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93120" y="2718840"/>
                  <a:ext cx="222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B064CF2-2ABB-D547-19A5-C4E37EDA7D28}"/>
                    </a:ext>
                  </a:extLst>
                </p14:cNvPr>
                <p14:cNvContentPartPr/>
                <p14:nvPr/>
              </p14:nvContentPartPr>
              <p14:xfrm>
                <a:off x="4266720" y="2749080"/>
                <a:ext cx="122400" cy="79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B064CF2-2ABB-D547-19A5-C4E37EDA7D2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48720" y="2731080"/>
                  <a:ext cx="1580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956B4C-F6DB-073B-8D1B-143AA510D5E1}"/>
                    </a:ext>
                  </a:extLst>
                </p14:cNvPr>
                <p14:cNvContentPartPr/>
                <p14:nvPr/>
              </p14:nvContentPartPr>
              <p14:xfrm>
                <a:off x="4419360" y="2724600"/>
                <a:ext cx="73800" cy="106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956B4C-F6DB-073B-8D1B-143AA510D5E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01720" y="2706960"/>
                  <a:ext cx="109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DC7ADCB-163F-EFA0-3D85-7E310CB3BC2C}"/>
                    </a:ext>
                  </a:extLst>
                </p14:cNvPr>
                <p14:cNvContentPartPr/>
                <p14:nvPr/>
              </p14:nvContentPartPr>
              <p14:xfrm>
                <a:off x="4547520" y="2632440"/>
                <a:ext cx="127800" cy="19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DC7ADCB-163F-EFA0-3D85-7E310CB3BC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29880" y="2614440"/>
                  <a:ext cx="1634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3F263F-6954-8F16-6706-458BC4DA0BD6}"/>
                    </a:ext>
                  </a:extLst>
                </p14:cNvPr>
                <p14:cNvContentPartPr/>
                <p14:nvPr/>
              </p14:nvContentPartPr>
              <p14:xfrm>
                <a:off x="4523040" y="2718480"/>
                <a:ext cx="10404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3F263F-6954-8F16-6706-458BC4DA0B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05400" y="2700840"/>
                  <a:ext cx="139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23E7E1-9FA6-23EE-640E-1DA30BFB3AB3}"/>
                    </a:ext>
                  </a:extLst>
                </p14:cNvPr>
                <p14:cNvContentPartPr/>
                <p14:nvPr/>
              </p14:nvContentPartPr>
              <p14:xfrm>
                <a:off x="4701960" y="2714520"/>
                <a:ext cx="108000" cy="89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923E7E1-9FA6-23EE-640E-1DA30BFB3AB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84320" y="2696880"/>
                  <a:ext cx="143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41898FA-843E-A5D4-2C68-0194C29D7529}"/>
                    </a:ext>
                  </a:extLst>
                </p14:cNvPr>
                <p14:cNvContentPartPr/>
                <p14:nvPr/>
              </p14:nvContentPartPr>
              <p14:xfrm>
                <a:off x="4834080" y="2663760"/>
                <a:ext cx="103680" cy="131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41898FA-843E-A5D4-2C68-0194C29D752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16440" y="2646120"/>
                  <a:ext cx="13932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68B895D-4591-9655-A5F8-C181405232C8}"/>
              </a:ext>
            </a:extLst>
          </p:cNvPr>
          <p:cNvGrpSpPr/>
          <p:nvPr/>
        </p:nvGrpSpPr>
        <p:grpSpPr>
          <a:xfrm>
            <a:off x="5870160" y="2291880"/>
            <a:ext cx="1811880" cy="615960"/>
            <a:chOff x="5870160" y="2291880"/>
            <a:chExt cx="1811880" cy="61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BA9F8E2-EABB-AA5B-8FF2-4594C5C184A5}"/>
                    </a:ext>
                  </a:extLst>
                </p14:cNvPr>
                <p14:cNvContentPartPr/>
                <p14:nvPr/>
              </p14:nvContentPartPr>
              <p14:xfrm>
                <a:off x="5870160" y="2310240"/>
                <a:ext cx="427320" cy="597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BA9F8E2-EABB-AA5B-8FF2-4594C5C184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52520" y="2292240"/>
                  <a:ext cx="46296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44F1103-11C2-1E5A-8A2F-3B6E41E3DF9C}"/>
                    </a:ext>
                  </a:extLst>
                </p14:cNvPr>
                <p14:cNvContentPartPr/>
                <p14:nvPr/>
              </p14:nvContentPartPr>
              <p14:xfrm>
                <a:off x="6156720" y="2535600"/>
                <a:ext cx="6480" cy="243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44F1103-11C2-1E5A-8A2F-3B6E41E3DF9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39080" y="2517960"/>
                  <a:ext cx="421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58C284F-2731-8BA8-E783-5ADBF6F075A4}"/>
                    </a:ext>
                  </a:extLst>
                </p14:cNvPr>
                <p14:cNvContentPartPr/>
                <p14:nvPr/>
              </p14:nvContentPartPr>
              <p14:xfrm>
                <a:off x="6272640" y="2694000"/>
                <a:ext cx="48960" cy="55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58C284F-2731-8BA8-E783-5ADBF6F075A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55000" y="2676360"/>
                  <a:ext cx="846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987E46-D8C6-50C2-4650-B3A280D95545}"/>
                    </a:ext>
                  </a:extLst>
                </p14:cNvPr>
                <p14:cNvContentPartPr/>
                <p14:nvPr/>
              </p14:nvContentPartPr>
              <p14:xfrm>
                <a:off x="6443280" y="2517600"/>
                <a:ext cx="231840" cy="250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987E46-D8C6-50C2-4650-B3A280D955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25640" y="2499600"/>
                  <a:ext cx="2674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539C508-683D-670B-4C64-D9252C47E188}"/>
                    </a:ext>
                  </a:extLst>
                </p14:cNvPr>
                <p14:cNvContentPartPr/>
                <p14:nvPr/>
              </p14:nvContentPartPr>
              <p14:xfrm>
                <a:off x="6711480" y="2572320"/>
                <a:ext cx="214200" cy="226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539C508-683D-670B-4C64-D9252C47E18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93840" y="2554320"/>
                  <a:ext cx="249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FE8DE0F-71D1-2512-03BF-1D3340381FF4}"/>
                    </a:ext>
                  </a:extLst>
                </p14:cNvPr>
                <p14:cNvContentPartPr/>
                <p14:nvPr/>
              </p14:nvContentPartPr>
              <p14:xfrm>
                <a:off x="7010280" y="2553960"/>
                <a:ext cx="225720" cy="226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FE8DE0F-71D1-2512-03BF-1D3340381FF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92280" y="2535960"/>
                  <a:ext cx="2613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7054426-9295-F8E1-D54A-58D93DCC6CB7}"/>
                    </a:ext>
                  </a:extLst>
                </p14:cNvPr>
                <p14:cNvContentPartPr/>
                <p14:nvPr/>
              </p14:nvContentPartPr>
              <p14:xfrm>
                <a:off x="7308720" y="2578080"/>
                <a:ext cx="77040" cy="226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7054426-9295-F8E1-D54A-58D93DCC6C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91080" y="256044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0B0EAA2-44F4-780E-E88E-861FC22AE4C5}"/>
                    </a:ext>
                  </a:extLst>
                </p14:cNvPr>
                <p14:cNvContentPartPr/>
                <p14:nvPr/>
              </p14:nvContentPartPr>
              <p14:xfrm>
                <a:off x="7446600" y="2688240"/>
                <a:ext cx="124560" cy="110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0B0EAA2-44F4-780E-E88E-861FC22AE4C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28960" y="2670240"/>
                  <a:ext cx="160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52C01FD-0D9B-AFA3-7D0D-612325DA64CC}"/>
                    </a:ext>
                  </a:extLst>
                </p14:cNvPr>
                <p14:cNvContentPartPr/>
                <p14:nvPr/>
              </p14:nvContentPartPr>
              <p14:xfrm>
                <a:off x="7516080" y="2291880"/>
                <a:ext cx="165960" cy="550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52C01FD-0D9B-AFA3-7D0D-612325DA64C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98080" y="2273880"/>
                  <a:ext cx="201600" cy="58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87766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23E37-7AD1-9153-81E9-39DE3C154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FE5CF5-DA69-4334-20F2-B3C2BF5ED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3 Force on slave cylinder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8024A2ED-6CB2-465E-E9D9-509F4BAABD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09AE4234-B123-BC23-0365-9213DB3F3D73}"/>
              </a:ext>
            </a:extLst>
          </p:cNvPr>
          <p:cNvGrpSpPr/>
          <p:nvPr/>
        </p:nvGrpSpPr>
        <p:grpSpPr>
          <a:xfrm>
            <a:off x="1371600" y="2487000"/>
            <a:ext cx="865800" cy="347760"/>
            <a:chOff x="1371600" y="2487000"/>
            <a:chExt cx="86580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917D172-0C2A-F4C0-01C1-DCFDEF7C57CB}"/>
                    </a:ext>
                  </a:extLst>
                </p14:cNvPr>
                <p14:cNvContentPartPr/>
                <p14:nvPr/>
              </p14:nvContentPartPr>
              <p14:xfrm>
                <a:off x="1377360" y="2487000"/>
                <a:ext cx="12960" cy="344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917D172-0C2A-F4C0-01C1-DCFDEF7C57C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59720" y="2469360"/>
                  <a:ext cx="486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192570E-6533-6C9C-ED73-E1C6D1B263B6}"/>
                    </a:ext>
                  </a:extLst>
                </p14:cNvPr>
                <p14:cNvContentPartPr/>
                <p14:nvPr/>
              </p14:nvContentPartPr>
              <p14:xfrm>
                <a:off x="1371600" y="2505360"/>
                <a:ext cx="244440" cy="18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192570E-6533-6C9C-ED73-E1C6D1B263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53600" y="2487360"/>
                  <a:ext cx="280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40F5512-AF98-E88C-BD4F-808AB20099EB}"/>
                    </a:ext>
                  </a:extLst>
                </p14:cNvPr>
                <p14:cNvContentPartPr/>
                <p14:nvPr/>
              </p14:nvContentPartPr>
              <p14:xfrm>
                <a:off x="1432440" y="2688240"/>
                <a:ext cx="134280" cy="12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40F5512-AF98-E88C-BD4F-808AB20099E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14800" y="2670240"/>
                  <a:ext cx="169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B7CE6C-8775-F66E-5DD8-AA426D6F1B81}"/>
                    </a:ext>
                  </a:extLst>
                </p14:cNvPr>
                <p14:cNvContentPartPr/>
                <p14:nvPr/>
              </p14:nvContentPartPr>
              <p14:xfrm>
                <a:off x="1694520" y="2715600"/>
                <a:ext cx="64800" cy="101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B7CE6C-8775-F66E-5DD8-AA426D6F1B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76880" y="2697600"/>
                  <a:ext cx="100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CCCB5B-CCD5-BC81-82C5-94353783B52D}"/>
                    </a:ext>
                  </a:extLst>
                </p14:cNvPr>
                <p14:cNvContentPartPr/>
                <p14:nvPr/>
              </p14:nvContentPartPr>
              <p14:xfrm>
                <a:off x="1796760" y="2718480"/>
                <a:ext cx="74880" cy="116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8CCCB5B-CCD5-BC81-82C5-94353783B52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79120" y="2700840"/>
                  <a:ext cx="110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05DB6EC-07F6-2979-3A39-40BE44E4EDF7}"/>
                    </a:ext>
                  </a:extLst>
                </p14:cNvPr>
                <p14:cNvContentPartPr/>
                <p14:nvPr/>
              </p14:nvContentPartPr>
              <p14:xfrm>
                <a:off x="1901520" y="2755200"/>
                <a:ext cx="110160" cy="61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05DB6EC-07F6-2979-3A39-40BE44E4EDF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83880" y="2737200"/>
                  <a:ext cx="1458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7E94501-C04C-4629-75E2-C611E37969E6}"/>
                    </a:ext>
                  </a:extLst>
                </p14:cNvPr>
                <p14:cNvContentPartPr/>
                <p14:nvPr/>
              </p14:nvContentPartPr>
              <p14:xfrm>
                <a:off x="2023560" y="2737200"/>
                <a:ext cx="62280" cy="7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7E94501-C04C-4629-75E2-C611E37969E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05560" y="2719200"/>
                  <a:ext cx="97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C056B4F-2D08-85A9-C103-DE0D9422A807}"/>
                    </a:ext>
                  </a:extLst>
                </p14:cNvPr>
                <p14:cNvContentPartPr/>
                <p14:nvPr/>
              </p14:nvContentPartPr>
              <p14:xfrm>
                <a:off x="2140200" y="2719560"/>
                <a:ext cx="97200" cy="102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C056B4F-2D08-85A9-C103-DE0D9422A8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22560" y="2701920"/>
                  <a:ext cx="1328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AD9BBA-CB2D-83B6-2CC3-57A707E07160}"/>
              </a:ext>
            </a:extLst>
          </p:cNvPr>
          <p:cNvGrpSpPr/>
          <p:nvPr/>
        </p:nvGrpSpPr>
        <p:grpSpPr>
          <a:xfrm>
            <a:off x="2706480" y="2614800"/>
            <a:ext cx="237960" cy="98280"/>
            <a:chOff x="2706480" y="2614800"/>
            <a:chExt cx="23796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1481570-6018-151D-059A-45E7115EBED0}"/>
                    </a:ext>
                  </a:extLst>
                </p14:cNvPr>
                <p14:cNvContentPartPr/>
                <p14:nvPr/>
              </p14:nvContentPartPr>
              <p14:xfrm>
                <a:off x="2706480" y="2614800"/>
                <a:ext cx="195480" cy="30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481570-6018-151D-059A-45E7115EBED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88480" y="2597160"/>
                  <a:ext cx="2311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2B8DCA1-A40A-1E47-9657-F06C73FB08C5}"/>
                    </a:ext>
                  </a:extLst>
                </p14:cNvPr>
                <p14:cNvContentPartPr/>
                <p14:nvPr/>
              </p14:nvContentPartPr>
              <p14:xfrm>
                <a:off x="2736720" y="2700480"/>
                <a:ext cx="207720" cy="12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2B8DCA1-A40A-1E47-9657-F06C73FB08C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19080" y="2682480"/>
                  <a:ext cx="2433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A1C9EAF-5F85-8884-0313-0F8EA0818710}"/>
              </a:ext>
            </a:extLst>
          </p:cNvPr>
          <p:cNvGrpSpPr/>
          <p:nvPr/>
        </p:nvGrpSpPr>
        <p:grpSpPr>
          <a:xfrm>
            <a:off x="3346560" y="2475120"/>
            <a:ext cx="191160" cy="358200"/>
            <a:chOff x="3346560" y="2475120"/>
            <a:chExt cx="19116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83919B-7DFE-E59A-1EBF-C41C9745375A}"/>
                    </a:ext>
                  </a:extLst>
                </p14:cNvPr>
                <p14:cNvContentPartPr/>
                <p14:nvPr/>
              </p14:nvContentPartPr>
              <p14:xfrm>
                <a:off x="3346560" y="2475120"/>
                <a:ext cx="191160" cy="259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983919B-7DFE-E59A-1EBF-C41C9745375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28920" y="2457480"/>
                  <a:ext cx="226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43536E0-C32F-B3A1-83A7-6E7C91BB06E1}"/>
                    </a:ext>
                  </a:extLst>
                </p14:cNvPr>
                <p14:cNvContentPartPr/>
                <p14:nvPr/>
              </p14:nvContentPartPr>
              <p14:xfrm>
                <a:off x="3358800" y="2602920"/>
                <a:ext cx="12600" cy="230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43536E0-C32F-B3A1-83A7-6E7C91BB06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40800" y="2584920"/>
                  <a:ext cx="4824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3786EF2-C7C7-D8D9-99D6-749F380B5BD4}"/>
              </a:ext>
            </a:extLst>
          </p:cNvPr>
          <p:cNvGrpSpPr/>
          <p:nvPr/>
        </p:nvGrpSpPr>
        <p:grpSpPr>
          <a:xfrm>
            <a:off x="3907440" y="2651520"/>
            <a:ext cx="189360" cy="134640"/>
            <a:chOff x="3907440" y="2651520"/>
            <a:chExt cx="18936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3FCA8D8-55FC-9EDF-92F2-E0A3A6265422}"/>
                    </a:ext>
                  </a:extLst>
                </p14:cNvPr>
                <p14:cNvContentPartPr/>
                <p14:nvPr/>
              </p14:nvContentPartPr>
              <p14:xfrm>
                <a:off x="3907440" y="2651520"/>
                <a:ext cx="189360" cy="134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3FCA8D8-55FC-9EDF-92F2-E0A3A626542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89440" y="2633520"/>
                  <a:ext cx="225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394D12D-8427-AEB5-CAC5-B5208A073A50}"/>
                    </a:ext>
                  </a:extLst>
                </p14:cNvPr>
                <p14:cNvContentPartPr/>
                <p14:nvPr/>
              </p14:nvContentPartPr>
              <p14:xfrm>
                <a:off x="3930840" y="2657640"/>
                <a:ext cx="129240" cy="122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394D12D-8427-AEB5-CAC5-B5208A073A5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12840" y="2639640"/>
                  <a:ext cx="16488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6A38FE2-7B6E-47AC-AA5F-A6C78208BA90}"/>
              </a:ext>
            </a:extLst>
          </p:cNvPr>
          <p:cNvGrpSpPr/>
          <p:nvPr/>
        </p:nvGrpSpPr>
        <p:grpSpPr>
          <a:xfrm>
            <a:off x="4285080" y="2462880"/>
            <a:ext cx="927360" cy="347760"/>
            <a:chOff x="4285080" y="2462880"/>
            <a:chExt cx="92736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988F83C-1682-0008-6F7B-AA6D6621931F}"/>
                    </a:ext>
                  </a:extLst>
                </p14:cNvPr>
                <p14:cNvContentPartPr/>
                <p14:nvPr/>
              </p14:nvContentPartPr>
              <p14:xfrm>
                <a:off x="4285080" y="2462880"/>
                <a:ext cx="244080" cy="330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988F83C-1682-0008-6F7B-AA6D6621931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67440" y="2445240"/>
                  <a:ext cx="2797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2BD2A62-EA06-E028-297E-E6A59CB0F546}"/>
                    </a:ext>
                  </a:extLst>
                </p14:cNvPr>
                <p14:cNvContentPartPr/>
                <p14:nvPr/>
              </p14:nvContentPartPr>
              <p14:xfrm>
                <a:off x="4626720" y="2676000"/>
                <a:ext cx="79560" cy="131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2BD2A62-EA06-E028-297E-E6A59CB0F54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09080" y="2658000"/>
                  <a:ext cx="1152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0F0F3A6-E1BB-4E6A-8F56-DDC0E24B3115}"/>
                    </a:ext>
                  </a:extLst>
                </p14:cNvPr>
                <p14:cNvContentPartPr/>
                <p14:nvPr/>
              </p14:nvContentPartPr>
              <p14:xfrm>
                <a:off x="4748400" y="2688240"/>
                <a:ext cx="86040" cy="122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0F0F3A6-E1BB-4E6A-8F56-DDC0E24B311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30760" y="2670240"/>
                  <a:ext cx="1216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E8B58B-99D4-89EA-4337-613124A4F36E}"/>
                    </a:ext>
                  </a:extLst>
                </p14:cNvPr>
                <p14:cNvContentPartPr/>
                <p14:nvPr/>
              </p14:nvContentPartPr>
              <p14:xfrm>
                <a:off x="4855320" y="2723880"/>
                <a:ext cx="125640" cy="68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E8B58B-99D4-89EA-4337-613124A4F36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37320" y="2706240"/>
                  <a:ext cx="1612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12BA331-72DE-8A3A-896C-A8FA83C6E646}"/>
                    </a:ext>
                  </a:extLst>
                </p14:cNvPr>
                <p14:cNvContentPartPr/>
                <p14:nvPr/>
              </p14:nvContentPartPr>
              <p14:xfrm>
                <a:off x="4986360" y="2700120"/>
                <a:ext cx="66600" cy="79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12BA331-72DE-8A3A-896C-A8FA83C6E64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68720" y="2682480"/>
                  <a:ext cx="1022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05F745B-88F5-3CA8-859F-6A133C81DCE4}"/>
                    </a:ext>
                  </a:extLst>
                </p14:cNvPr>
                <p14:cNvContentPartPr/>
                <p14:nvPr/>
              </p14:nvContentPartPr>
              <p14:xfrm>
                <a:off x="5115240" y="2717760"/>
                <a:ext cx="97200" cy="75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05F745B-88F5-3CA8-859F-6A133C81DCE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97240" y="2699760"/>
                  <a:ext cx="13284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A703285-7CAE-FBD2-EA30-AB8896D76A33}"/>
              </a:ext>
            </a:extLst>
          </p:cNvPr>
          <p:cNvGrpSpPr/>
          <p:nvPr/>
        </p:nvGrpSpPr>
        <p:grpSpPr>
          <a:xfrm>
            <a:off x="6504120" y="2309880"/>
            <a:ext cx="1007280" cy="561240"/>
            <a:chOff x="6504120" y="2309880"/>
            <a:chExt cx="1007280" cy="56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772B6A7-72DB-A41C-92E7-4DFE801E22AA}"/>
                    </a:ext>
                  </a:extLst>
                </p14:cNvPr>
                <p14:cNvContentPartPr/>
                <p14:nvPr/>
              </p14:nvContentPartPr>
              <p14:xfrm>
                <a:off x="6504120" y="2309880"/>
                <a:ext cx="238680" cy="531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772B6A7-72DB-A41C-92E7-4DFE801E22A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86120" y="2292240"/>
                  <a:ext cx="27432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5FBE3E1-7994-08DE-004F-3BD8BFD525CC}"/>
                    </a:ext>
                  </a:extLst>
                </p14:cNvPr>
                <p14:cNvContentPartPr/>
                <p14:nvPr/>
              </p14:nvContentPartPr>
              <p14:xfrm>
                <a:off x="6699600" y="2554320"/>
                <a:ext cx="42840" cy="183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5FBE3E1-7994-08DE-004F-3BD8BFD525C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81600" y="2536320"/>
                  <a:ext cx="78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AA06A82-1585-73F9-3CF0-8CC35FA51ACF}"/>
                    </a:ext>
                  </a:extLst>
                </p14:cNvPr>
                <p14:cNvContentPartPr/>
                <p14:nvPr/>
              </p14:nvContentPartPr>
              <p14:xfrm>
                <a:off x="6808320" y="2603640"/>
                <a:ext cx="104760" cy="99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AA06A82-1585-73F9-3CF0-8CC35FA51A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90680" y="2585640"/>
                  <a:ext cx="140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F5FF017-1E13-6E49-7A18-3152AF37F80D}"/>
                    </a:ext>
                  </a:extLst>
                </p14:cNvPr>
                <p14:cNvContentPartPr/>
                <p14:nvPr/>
              </p14:nvContentPartPr>
              <p14:xfrm>
                <a:off x="6973560" y="2602920"/>
                <a:ext cx="116280" cy="133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F5FF017-1E13-6E49-7A18-3152AF37F80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55920" y="2584920"/>
                  <a:ext cx="1519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B0B6ACB-A1F4-5295-12DA-D4CA6BC236FC}"/>
                    </a:ext>
                  </a:extLst>
                </p14:cNvPr>
                <p14:cNvContentPartPr/>
                <p14:nvPr/>
              </p14:nvContentPartPr>
              <p14:xfrm>
                <a:off x="7193160" y="2611920"/>
                <a:ext cx="155880" cy="100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B0B6ACB-A1F4-5295-12DA-D4CA6BC236F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75160" y="2594280"/>
                  <a:ext cx="191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48CDEE7-0A19-3449-94D6-41686E548257}"/>
                    </a:ext>
                  </a:extLst>
                </p14:cNvPr>
                <p14:cNvContentPartPr/>
                <p14:nvPr/>
              </p14:nvContentPartPr>
              <p14:xfrm>
                <a:off x="7351560" y="2374320"/>
                <a:ext cx="159840" cy="496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48CDEE7-0A19-3449-94D6-41686E5482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33560" y="2356680"/>
                  <a:ext cx="195480" cy="53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672F12A-ED48-EA81-6DA4-2A4C60DBC8B4}"/>
                  </a:ext>
                </a:extLst>
              </p14:cNvPr>
              <p14:cNvContentPartPr/>
              <p14:nvPr/>
            </p14:nvContentPartPr>
            <p14:xfrm>
              <a:off x="2765998" y="3553246"/>
              <a:ext cx="179640" cy="12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672F12A-ED48-EA81-6DA4-2A4C60DBC8B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748358" y="3535246"/>
                <a:ext cx="21528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E484C7-815E-C7E7-7DFB-ED7EA651069E}"/>
                  </a:ext>
                </a:extLst>
              </p14:cNvPr>
              <p14:cNvContentPartPr/>
              <p14:nvPr/>
            </p14:nvContentPartPr>
            <p14:xfrm>
              <a:off x="2765998" y="3616966"/>
              <a:ext cx="150840" cy="17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E484C7-815E-C7E7-7DFB-ED7EA651069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48358" y="3598966"/>
                <a:ext cx="18648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05932159-7F9F-01DA-FCB4-EAC3C7EA7031}"/>
              </a:ext>
            </a:extLst>
          </p:cNvPr>
          <p:cNvGrpSpPr/>
          <p:nvPr/>
        </p:nvGrpSpPr>
        <p:grpSpPr>
          <a:xfrm>
            <a:off x="2806678" y="4021966"/>
            <a:ext cx="226080" cy="104760"/>
            <a:chOff x="2806678" y="4021966"/>
            <a:chExt cx="226080" cy="10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783A127-CAFA-E017-7505-759B9E54FB35}"/>
                    </a:ext>
                  </a:extLst>
                </p14:cNvPr>
                <p14:cNvContentPartPr/>
                <p14:nvPr/>
              </p14:nvContentPartPr>
              <p14:xfrm>
                <a:off x="2806678" y="4021966"/>
                <a:ext cx="161280" cy="24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783A127-CAFA-E017-7505-759B9E54FB3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88678" y="4003966"/>
                  <a:ext cx="196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7F58B95-6BB4-09E1-6CAA-381D3D745506}"/>
                    </a:ext>
                  </a:extLst>
                </p14:cNvPr>
                <p14:cNvContentPartPr/>
                <p14:nvPr/>
              </p14:nvContentPartPr>
              <p14:xfrm>
                <a:off x="2823958" y="4120246"/>
                <a:ext cx="208800" cy="6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7F58B95-6BB4-09E1-6CAA-381D3D7455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06318" y="4102606"/>
                  <a:ext cx="244440" cy="4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32890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16743-5AFC-0CFA-9BA9-93773580B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E7E3C1-1691-AEDE-E2FA-D91DF117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4 Velocity of slave cylinder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42C79165-ED25-6DAE-5524-454D7FE164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9E84B289-9BF8-127F-3D65-B0AFFD1A475B}"/>
              </a:ext>
            </a:extLst>
          </p:cNvPr>
          <p:cNvGrpSpPr/>
          <p:nvPr/>
        </p:nvGrpSpPr>
        <p:grpSpPr>
          <a:xfrm>
            <a:off x="1017720" y="2511600"/>
            <a:ext cx="955440" cy="278640"/>
            <a:chOff x="1017720" y="2511600"/>
            <a:chExt cx="95544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9AEFD39-6D3F-5783-D497-A57BBB25C5AF}"/>
                    </a:ext>
                  </a:extLst>
                </p14:cNvPr>
                <p14:cNvContentPartPr/>
                <p14:nvPr/>
              </p14:nvContentPartPr>
              <p14:xfrm>
                <a:off x="1017720" y="2517720"/>
                <a:ext cx="287640" cy="272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9AEFD39-6D3F-5783-D497-A57BBB25C5A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0080" y="2499720"/>
                  <a:ext cx="3232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BF33982-DC63-14AB-F716-C9C935945A45}"/>
                    </a:ext>
                  </a:extLst>
                </p14:cNvPr>
                <p14:cNvContentPartPr/>
                <p14:nvPr/>
              </p14:nvContentPartPr>
              <p14:xfrm>
                <a:off x="1382760" y="2511600"/>
                <a:ext cx="190080" cy="262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BF33982-DC63-14AB-F716-C9C935945A4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4760" y="2493960"/>
                  <a:ext cx="2257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A6CBB26-5F3D-5149-B6F9-A50BD436E570}"/>
                    </a:ext>
                  </a:extLst>
                </p14:cNvPr>
                <p14:cNvContentPartPr/>
                <p14:nvPr/>
              </p14:nvContentPartPr>
              <p14:xfrm>
                <a:off x="1633680" y="2670000"/>
                <a:ext cx="128520" cy="116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A6CBB26-5F3D-5149-B6F9-A50BD436E5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15680" y="2652000"/>
                  <a:ext cx="164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191CE77-A457-68DF-9E8C-CC267BE70620}"/>
                    </a:ext>
                  </a:extLst>
                </p14:cNvPr>
                <p14:cNvContentPartPr/>
                <p14:nvPr/>
              </p14:nvContentPartPr>
              <p14:xfrm>
                <a:off x="1810440" y="2698800"/>
                <a:ext cx="162720" cy="84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191CE77-A457-68DF-9E8C-CC267BE7062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92440" y="2681160"/>
                  <a:ext cx="19836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4F392DD-7313-E4C9-40AE-0A97B883362F}"/>
              </a:ext>
            </a:extLst>
          </p:cNvPr>
          <p:cNvGrpSpPr/>
          <p:nvPr/>
        </p:nvGrpSpPr>
        <p:grpSpPr>
          <a:xfrm>
            <a:off x="2383560" y="2510880"/>
            <a:ext cx="749880" cy="311760"/>
            <a:chOff x="2383560" y="2510880"/>
            <a:chExt cx="749880" cy="31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1874813-7C83-4F98-6CED-4DFD2DB23131}"/>
                    </a:ext>
                  </a:extLst>
                </p14:cNvPr>
                <p14:cNvContentPartPr/>
                <p14:nvPr/>
              </p14:nvContentPartPr>
              <p14:xfrm>
                <a:off x="2395800" y="2510880"/>
                <a:ext cx="79200" cy="31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1874813-7C83-4F98-6CED-4DFD2DB2313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78160" y="2492880"/>
                  <a:ext cx="1148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BBC7E84-A6CB-3503-B67D-D0A7C3000F53}"/>
                    </a:ext>
                  </a:extLst>
                </p14:cNvPr>
                <p14:cNvContentPartPr/>
                <p14:nvPr/>
              </p14:nvContentPartPr>
              <p14:xfrm>
                <a:off x="2383560" y="2714640"/>
                <a:ext cx="110160" cy="10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BBC7E84-A6CB-3503-B67D-D0A7C3000F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65560" y="2696640"/>
                  <a:ext cx="145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1E8DCAF-D4D5-5FEE-AAE1-A9B932E39A54}"/>
                    </a:ext>
                  </a:extLst>
                </p14:cNvPr>
                <p14:cNvContentPartPr/>
                <p14:nvPr/>
              </p14:nvContentPartPr>
              <p14:xfrm>
                <a:off x="2565720" y="2529600"/>
                <a:ext cx="61560" cy="286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1E8DCAF-D4D5-5FEE-AAE1-A9B932E39A5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48080" y="2511960"/>
                  <a:ext cx="972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913BDEC-1CF6-431D-5562-140FECFBEE5E}"/>
                    </a:ext>
                  </a:extLst>
                </p14:cNvPr>
                <p14:cNvContentPartPr/>
                <p14:nvPr/>
              </p14:nvContentPartPr>
              <p14:xfrm>
                <a:off x="2676240" y="2724720"/>
                <a:ext cx="128160" cy="96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913BDEC-1CF6-431D-5562-140FECFBEE5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58240" y="2706720"/>
                  <a:ext cx="1638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FFE848B-1280-B8CF-434C-D6A550EC626A}"/>
                    </a:ext>
                  </a:extLst>
                </p14:cNvPr>
                <p14:cNvContentPartPr/>
                <p14:nvPr/>
              </p14:nvContentPartPr>
              <p14:xfrm>
                <a:off x="2871000" y="2724720"/>
                <a:ext cx="18360" cy="91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FFE848B-1280-B8CF-434C-D6A550EC626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53360" y="2706720"/>
                  <a:ext cx="54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CA6D128-6A58-97B5-7208-9F38E6F462CC}"/>
                    </a:ext>
                  </a:extLst>
                </p14:cNvPr>
                <p14:cNvContentPartPr/>
                <p14:nvPr/>
              </p14:nvContentPartPr>
              <p14:xfrm>
                <a:off x="2889360" y="2651640"/>
                <a:ext cx="360" cy="24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CA6D128-6A58-97B5-7208-9F38E6F462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71360" y="2633640"/>
                  <a:ext cx="36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7A8086A-1137-9114-5C1E-71FA87B71FE0}"/>
                    </a:ext>
                  </a:extLst>
                </p14:cNvPr>
                <p14:cNvContentPartPr/>
                <p14:nvPr/>
              </p14:nvContentPartPr>
              <p14:xfrm>
                <a:off x="2998800" y="2535720"/>
                <a:ext cx="134640" cy="268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7A8086A-1137-9114-5C1E-71FA87B71F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81160" y="2517720"/>
                  <a:ext cx="17028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AFA2D0-FC63-3614-13C6-D618ED110A14}"/>
              </a:ext>
            </a:extLst>
          </p:cNvPr>
          <p:cNvGrpSpPr/>
          <p:nvPr/>
        </p:nvGrpSpPr>
        <p:grpSpPr>
          <a:xfrm>
            <a:off x="3456360" y="2608800"/>
            <a:ext cx="212760" cy="202320"/>
            <a:chOff x="3456360" y="2608800"/>
            <a:chExt cx="21276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CFBF63D-52A8-903D-A7C5-3A75835F8CE3}"/>
                    </a:ext>
                  </a:extLst>
                </p14:cNvPr>
                <p14:cNvContentPartPr/>
                <p14:nvPr/>
              </p14:nvContentPartPr>
              <p14:xfrm>
                <a:off x="3456360" y="2694120"/>
                <a:ext cx="24840" cy="97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CFBF63D-52A8-903D-A7C5-3A75835F8C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38360" y="2676120"/>
                  <a:ext cx="60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C52C155-D80A-044C-9903-476E5598267E}"/>
                    </a:ext>
                  </a:extLst>
                </p14:cNvPr>
                <p14:cNvContentPartPr/>
                <p14:nvPr/>
              </p14:nvContentPartPr>
              <p14:xfrm>
                <a:off x="3462120" y="2608800"/>
                <a:ext cx="18720" cy="11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C52C155-D80A-044C-9903-476E5598267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44480" y="2591160"/>
                  <a:ext cx="54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F57B52-F7FF-21B6-6F17-A92310C2D180}"/>
                    </a:ext>
                  </a:extLst>
                </p14:cNvPr>
                <p14:cNvContentPartPr/>
                <p14:nvPr/>
              </p14:nvContentPartPr>
              <p14:xfrm>
                <a:off x="3578040" y="2657400"/>
                <a:ext cx="91080" cy="153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F57B52-F7FF-21B6-6F17-A92310C2D18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60400" y="2639760"/>
                  <a:ext cx="12672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03D16E9-B61A-4279-0DB3-C84928CC2688}"/>
              </a:ext>
            </a:extLst>
          </p:cNvPr>
          <p:cNvGrpSpPr/>
          <p:nvPr/>
        </p:nvGrpSpPr>
        <p:grpSpPr>
          <a:xfrm>
            <a:off x="4236480" y="2572440"/>
            <a:ext cx="1518840" cy="327240"/>
            <a:chOff x="4236480" y="2572440"/>
            <a:chExt cx="151884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2B8054B-A0F3-9BDE-24C3-30A5A1F04701}"/>
                    </a:ext>
                  </a:extLst>
                </p14:cNvPr>
                <p14:cNvContentPartPr/>
                <p14:nvPr/>
              </p14:nvContentPartPr>
              <p14:xfrm>
                <a:off x="4254840" y="2670000"/>
                <a:ext cx="37080" cy="134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2B8054B-A0F3-9BDE-24C3-30A5A1F0470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37200" y="2652000"/>
                  <a:ext cx="727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1E285F3-F345-954A-363E-36D4B926C969}"/>
                    </a:ext>
                  </a:extLst>
                </p14:cNvPr>
                <p14:cNvContentPartPr/>
                <p14:nvPr/>
              </p14:nvContentPartPr>
              <p14:xfrm>
                <a:off x="4236480" y="2572440"/>
                <a:ext cx="360" cy="18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1E285F3-F345-954A-363E-36D4B926C9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18840" y="2554440"/>
                  <a:ext cx="360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7C13DFB-604D-5AF1-7CAC-3CD93BDA712C}"/>
                    </a:ext>
                  </a:extLst>
                </p14:cNvPr>
                <p14:cNvContentPartPr/>
                <p14:nvPr/>
              </p14:nvContentPartPr>
              <p14:xfrm>
                <a:off x="4309560" y="2650560"/>
                <a:ext cx="159120" cy="121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7C13DFB-604D-5AF1-7CAC-3CD93BDA712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91920" y="2632920"/>
                  <a:ext cx="194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9B212B4-B548-533A-CC44-EEC273DEA38E}"/>
                    </a:ext>
                  </a:extLst>
                </p14:cNvPr>
                <p14:cNvContentPartPr/>
                <p14:nvPr/>
              </p14:nvContentPartPr>
              <p14:xfrm>
                <a:off x="4553280" y="2651640"/>
                <a:ext cx="103320" cy="159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9B212B4-B548-533A-CC44-EEC273DEA3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35280" y="2633640"/>
                  <a:ext cx="1389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B07A3D0-0C2A-565B-2673-A7C986A8D3B8}"/>
                    </a:ext>
                  </a:extLst>
                </p14:cNvPr>
                <p14:cNvContentPartPr/>
                <p14:nvPr/>
              </p14:nvContentPartPr>
              <p14:xfrm>
                <a:off x="4674960" y="2700600"/>
                <a:ext cx="110880" cy="89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B07A3D0-0C2A-565B-2673-A7C986A8D3B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56960" y="2682600"/>
                  <a:ext cx="1465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F72B40E-DB16-BD10-5A11-66E909F6A7A1}"/>
                    </a:ext>
                  </a:extLst>
                </p14:cNvPr>
                <p14:cNvContentPartPr/>
                <p14:nvPr/>
              </p14:nvContentPartPr>
              <p14:xfrm>
                <a:off x="4840200" y="2718600"/>
                <a:ext cx="213840" cy="110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F72B40E-DB16-BD10-5A11-66E909F6A7A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22200" y="2700600"/>
                  <a:ext cx="249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9213DD7-B261-890D-927C-5CDCADAF7B1C}"/>
                    </a:ext>
                  </a:extLst>
                </p14:cNvPr>
                <p14:cNvContentPartPr/>
                <p14:nvPr/>
              </p14:nvContentPartPr>
              <p14:xfrm>
                <a:off x="5126760" y="2682600"/>
                <a:ext cx="117720" cy="217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9213DD7-B261-890D-927C-5CDCADAF7B1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08760" y="2664600"/>
                  <a:ext cx="153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D7678E-182F-ED34-E8C7-FABD4C2BAB35}"/>
                    </a:ext>
                  </a:extLst>
                </p14:cNvPr>
                <p14:cNvContentPartPr/>
                <p14:nvPr/>
              </p14:nvContentPartPr>
              <p14:xfrm>
                <a:off x="5279040" y="2700600"/>
                <a:ext cx="110160" cy="116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D7678E-182F-ED34-E8C7-FABD4C2BAB3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61400" y="2682600"/>
                  <a:ext cx="145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71B39D5-D1ED-C27E-672D-26BDF66FD494}"/>
                    </a:ext>
                  </a:extLst>
                </p14:cNvPr>
                <p14:cNvContentPartPr/>
                <p14:nvPr/>
              </p14:nvContentPartPr>
              <p14:xfrm>
                <a:off x="5455800" y="2686920"/>
                <a:ext cx="85680" cy="123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71B39D5-D1ED-C27E-672D-26BDF66FD49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38160" y="2669280"/>
                  <a:ext cx="121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072ED57-ACC2-3CBF-0E33-207F2EA4FC9C}"/>
                    </a:ext>
                  </a:extLst>
                </p14:cNvPr>
                <p14:cNvContentPartPr/>
                <p14:nvPr/>
              </p14:nvContentPartPr>
              <p14:xfrm>
                <a:off x="5650200" y="2682240"/>
                <a:ext cx="105120" cy="121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072ED57-ACC2-3CBF-0E33-207F2EA4FC9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632200" y="2664600"/>
                  <a:ext cx="14076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4069A4-1897-9357-F6DF-F933D0EECBD4}"/>
              </a:ext>
            </a:extLst>
          </p:cNvPr>
          <p:cNvGrpSpPr/>
          <p:nvPr/>
        </p:nvGrpSpPr>
        <p:grpSpPr>
          <a:xfrm>
            <a:off x="5784840" y="2505840"/>
            <a:ext cx="692640" cy="317520"/>
            <a:chOff x="5784840" y="2505840"/>
            <a:chExt cx="69264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CDE04DF-B053-CC36-7903-66EFB98C4B07}"/>
                    </a:ext>
                  </a:extLst>
                </p14:cNvPr>
                <p14:cNvContentPartPr/>
                <p14:nvPr/>
              </p14:nvContentPartPr>
              <p14:xfrm>
                <a:off x="5784840" y="2681880"/>
                <a:ext cx="99000" cy="140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CDE04DF-B053-CC36-7903-66EFB98C4B0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66840" y="2664240"/>
                  <a:ext cx="134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B664419-54BE-61F5-E4F1-D3653A6FBAAE}"/>
                    </a:ext>
                  </a:extLst>
                </p14:cNvPr>
                <p14:cNvContentPartPr/>
                <p14:nvPr/>
              </p14:nvContentPartPr>
              <p14:xfrm>
                <a:off x="5961600" y="2718600"/>
                <a:ext cx="18720" cy="67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B664419-54BE-61F5-E4F1-D3653A6FBA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43960" y="2700600"/>
                  <a:ext cx="543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1B971E0-BB39-5816-11ED-75A44A194733}"/>
                    </a:ext>
                  </a:extLst>
                </p14:cNvPr>
                <p14:cNvContentPartPr/>
                <p14:nvPr/>
              </p14:nvContentPartPr>
              <p14:xfrm>
                <a:off x="5955480" y="2651640"/>
                <a:ext cx="12600" cy="18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1B971E0-BB39-5816-11ED-75A44A19473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37840" y="2633640"/>
                  <a:ext cx="482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B451427-EA8F-E61A-17A6-20EE86284204}"/>
                    </a:ext>
                  </a:extLst>
                </p14:cNvPr>
                <p14:cNvContentPartPr/>
                <p14:nvPr/>
              </p14:nvContentPartPr>
              <p14:xfrm>
                <a:off x="6065280" y="2515560"/>
                <a:ext cx="143640" cy="275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B451427-EA8F-E61A-17A6-20EE8628420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47640" y="2497560"/>
                  <a:ext cx="1792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5AB1F13-54DA-578F-1549-4E4EAAB39B57}"/>
                    </a:ext>
                  </a:extLst>
                </p14:cNvPr>
                <p14:cNvContentPartPr/>
                <p14:nvPr/>
              </p14:nvContentPartPr>
              <p14:xfrm>
                <a:off x="6254280" y="2505840"/>
                <a:ext cx="79920" cy="316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5AB1F13-54DA-578F-1549-4E4EAAB39B5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36280" y="2487840"/>
                  <a:ext cx="1155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A32E00E-84D5-2AFC-A491-EDE9EAD51EAB}"/>
                    </a:ext>
                  </a:extLst>
                </p14:cNvPr>
                <p14:cNvContentPartPr/>
                <p14:nvPr/>
              </p14:nvContentPartPr>
              <p14:xfrm>
                <a:off x="6381720" y="2666040"/>
                <a:ext cx="95760" cy="157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A32E00E-84D5-2AFC-A491-EDE9EAD51EA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64080" y="2648040"/>
                  <a:ext cx="13140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C420F01-3B1E-A6C0-5FDB-667EA377DCAB}"/>
              </a:ext>
            </a:extLst>
          </p:cNvPr>
          <p:cNvGrpSpPr/>
          <p:nvPr/>
        </p:nvGrpSpPr>
        <p:grpSpPr>
          <a:xfrm>
            <a:off x="1078920" y="2980680"/>
            <a:ext cx="1774080" cy="330840"/>
            <a:chOff x="1078920" y="2980680"/>
            <a:chExt cx="1774080" cy="3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DC385AF-2C3F-23A4-148B-DDB43E0B2E64}"/>
                    </a:ext>
                  </a:extLst>
                </p14:cNvPr>
                <p14:cNvContentPartPr/>
                <p14:nvPr/>
              </p14:nvContentPartPr>
              <p14:xfrm>
                <a:off x="1078920" y="2980680"/>
                <a:ext cx="154800" cy="302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DC385AF-2C3F-23A4-148B-DDB43E0B2E6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0920" y="2962680"/>
                  <a:ext cx="1904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4DB51E3-A617-17AA-563F-8F6547C66211}"/>
                    </a:ext>
                  </a:extLst>
                </p14:cNvPr>
                <p14:cNvContentPartPr/>
                <p14:nvPr/>
              </p14:nvContentPartPr>
              <p14:xfrm>
                <a:off x="1359360" y="3126120"/>
                <a:ext cx="123120" cy="135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4DB51E3-A617-17AA-563F-8F6547C6621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341720" y="3108120"/>
                  <a:ext cx="1587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B5E924A-737A-EDA6-3ABC-52C2211A6D93}"/>
                    </a:ext>
                  </a:extLst>
                </p14:cNvPr>
                <p14:cNvContentPartPr/>
                <p14:nvPr/>
              </p14:nvContentPartPr>
              <p14:xfrm>
                <a:off x="1542240" y="2986800"/>
                <a:ext cx="73440" cy="305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B5E924A-737A-EDA6-3ABC-52C2211A6D9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24600" y="2968800"/>
                  <a:ext cx="1090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7C50535-FEDF-0121-993B-5544B1EB3FE8}"/>
                    </a:ext>
                  </a:extLst>
                </p14:cNvPr>
                <p14:cNvContentPartPr/>
                <p14:nvPr/>
              </p14:nvContentPartPr>
              <p14:xfrm>
                <a:off x="1670040" y="3175800"/>
                <a:ext cx="153000" cy="110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7C50535-FEDF-0121-993B-5544B1EB3F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52040" y="3158160"/>
                  <a:ext cx="1886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285AE35-526D-8C28-786C-0EB08E598ECB}"/>
                    </a:ext>
                  </a:extLst>
                </p14:cNvPr>
                <p14:cNvContentPartPr/>
                <p14:nvPr/>
              </p14:nvContentPartPr>
              <p14:xfrm>
                <a:off x="1859040" y="3163560"/>
                <a:ext cx="183240" cy="122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285AE35-526D-8C28-786C-0EB08E598EC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41400" y="3145560"/>
                  <a:ext cx="218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C3F788A-D87C-8079-28BF-9752195E70B4}"/>
                    </a:ext>
                  </a:extLst>
                </p14:cNvPr>
                <p14:cNvContentPartPr/>
                <p14:nvPr/>
              </p14:nvContentPartPr>
              <p14:xfrm>
                <a:off x="2113920" y="3159600"/>
                <a:ext cx="111240" cy="151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C3F788A-D87C-8079-28BF-9752195E70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95920" y="3141960"/>
                  <a:ext cx="146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8E00278-3EA2-4C5E-3F8A-1915CB1D214C}"/>
                    </a:ext>
                  </a:extLst>
                </p14:cNvPr>
                <p14:cNvContentPartPr/>
                <p14:nvPr/>
              </p14:nvContentPartPr>
              <p14:xfrm>
                <a:off x="2310480" y="3029640"/>
                <a:ext cx="134280" cy="280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8E00278-3EA2-4C5E-3F8A-1915CB1D214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92480" y="3011640"/>
                  <a:ext cx="1699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201A4B4-FBC3-5FE6-9111-8BB1A98037E5}"/>
                    </a:ext>
                  </a:extLst>
                </p14:cNvPr>
                <p14:cNvContentPartPr/>
                <p14:nvPr/>
              </p14:nvContentPartPr>
              <p14:xfrm>
                <a:off x="2279880" y="3139440"/>
                <a:ext cx="146520" cy="18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201A4B4-FBC3-5FE6-9111-8BB1A98037E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261880" y="3121440"/>
                  <a:ext cx="1821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402A1F3-7C26-0112-5754-1BC12EA98B27}"/>
                    </a:ext>
                  </a:extLst>
                </p14:cNvPr>
                <p14:cNvContentPartPr/>
                <p14:nvPr/>
              </p14:nvContentPartPr>
              <p14:xfrm>
                <a:off x="2480760" y="3132960"/>
                <a:ext cx="110160" cy="146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402A1F3-7C26-0112-5754-1BC12EA98B2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63120" y="3115320"/>
                  <a:ext cx="1458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93B1418-841C-D3BE-3B12-B5A3AC0CC57E}"/>
                    </a:ext>
                  </a:extLst>
                </p14:cNvPr>
                <p14:cNvContentPartPr/>
                <p14:nvPr/>
              </p14:nvContentPartPr>
              <p14:xfrm>
                <a:off x="2657520" y="3163560"/>
                <a:ext cx="37080" cy="116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93B1418-841C-D3BE-3B12-B5A3AC0CC57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39880" y="3145560"/>
                  <a:ext cx="727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858B147-1212-BB36-5EE1-4CC17CBBBAD4}"/>
                    </a:ext>
                  </a:extLst>
                </p14:cNvPr>
                <p14:cNvContentPartPr/>
                <p14:nvPr/>
              </p14:nvContentPartPr>
              <p14:xfrm>
                <a:off x="2651760" y="3102720"/>
                <a:ext cx="6480" cy="18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58B147-1212-BB36-5EE1-4CC17CBBBAD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33760" y="3085080"/>
                  <a:ext cx="421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B04D11A-3738-89F7-43C7-5D204297D257}"/>
                    </a:ext>
                  </a:extLst>
                </p14:cNvPr>
                <p14:cNvContentPartPr/>
                <p14:nvPr/>
              </p14:nvContentPartPr>
              <p14:xfrm>
                <a:off x="2765520" y="3169680"/>
                <a:ext cx="87480" cy="116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B04D11A-3738-89F7-43C7-5D204297D25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47520" y="3151680"/>
                  <a:ext cx="1231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9AEAD60-0C98-4899-41F7-A5810117FD9C}"/>
              </a:ext>
            </a:extLst>
          </p:cNvPr>
          <p:cNvGrpSpPr/>
          <p:nvPr/>
        </p:nvGrpSpPr>
        <p:grpSpPr>
          <a:xfrm>
            <a:off x="3194280" y="2995080"/>
            <a:ext cx="549000" cy="333720"/>
            <a:chOff x="3194280" y="2995080"/>
            <a:chExt cx="54900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E73507A-E109-CC61-0A8F-DBAD61F41122}"/>
                    </a:ext>
                  </a:extLst>
                </p14:cNvPr>
                <p14:cNvContentPartPr/>
                <p14:nvPr/>
              </p14:nvContentPartPr>
              <p14:xfrm>
                <a:off x="3205800" y="2995080"/>
                <a:ext cx="62280" cy="333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E73507A-E109-CC61-0A8F-DBAD61F4112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87800" y="2977080"/>
                  <a:ext cx="979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A694EE0-1146-E7AF-1BFF-87A639F060F1}"/>
                    </a:ext>
                  </a:extLst>
                </p14:cNvPr>
                <p14:cNvContentPartPr/>
                <p14:nvPr/>
              </p14:nvContentPartPr>
              <p14:xfrm>
                <a:off x="3194280" y="3200280"/>
                <a:ext cx="134280" cy="18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A694EE0-1146-E7AF-1BFF-87A639F060F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76280" y="3182280"/>
                  <a:ext cx="169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4CBCE0E-794F-9458-A9E2-F6AB8EAE009E}"/>
                    </a:ext>
                  </a:extLst>
                </p14:cNvPr>
                <p14:cNvContentPartPr/>
                <p14:nvPr/>
              </p14:nvContentPartPr>
              <p14:xfrm>
                <a:off x="3340440" y="3017400"/>
                <a:ext cx="85680" cy="280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4CBCE0E-794F-9458-A9E2-F6AB8EAE009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22800" y="2999400"/>
                  <a:ext cx="1213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3981F2D-43FC-E662-4880-439EE2633018}"/>
                    </a:ext>
                  </a:extLst>
                </p14:cNvPr>
                <p14:cNvContentPartPr/>
                <p14:nvPr/>
              </p14:nvContentPartPr>
              <p14:xfrm>
                <a:off x="3456360" y="3188040"/>
                <a:ext cx="91800" cy="97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3981F2D-43FC-E662-4880-439EE263301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38360" y="3170040"/>
                  <a:ext cx="127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A350259-E119-43BD-0E9D-8D4435D20F2C}"/>
                    </a:ext>
                  </a:extLst>
                </p14:cNvPr>
                <p14:cNvContentPartPr/>
                <p14:nvPr/>
              </p14:nvContentPartPr>
              <p14:xfrm>
                <a:off x="3608640" y="3190920"/>
                <a:ext cx="134640" cy="112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A350259-E119-43BD-0E9D-8D4435D20F2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91000" y="3173280"/>
                  <a:ext cx="17028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4DAC3F7-9A11-FF36-2484-08CB92ECD4DC}"/>
              </a:ext>
            </a:extLst>
          </p:cNvPr>
          <p:cNvGrpSpPr/>
          <p:nvPr/>
        </p:nvGrpSpPr>
        <p:grpSpPr>
          <a:xfrm>
            <a:off x="3992760" y="3041880"/>
            <a:ext cx="640440" cy="273240"/>
            <a:chOff x="3992760" y="3041880"/>
            <a:chExt cx="64044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4F7A639-DE80-5CB6-7496-99C5717C39C6}"/>
                    </a:ext>
                  </a:extLst>
                </p14:cNvPr>
                <p14:cNvContentPartPr/>
                <p14:nvPr/>
              </p14:nvContentPartPr>
              <p14:xfrm>
                <a:off x="3992760" y="3174720"/>
                <a:ext cx="122040" cy="140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4F7A639-DE80-5CB6-7496-99C5717C39C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75120" y="3156720"/>
                  <a:ext cx="1576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96D4425-0132-7E0A-75C4-01D401024188}"/>
                    </a:ext>
                  </a:extLst>
                </p14:cNvPr>
                <p14:cNvContentPartPr/>
                <p14:nvPr/>
              </p14:nvContentPartPr>
              <p14:xfrm>
                <a:off x="4179600" y="3193440"/>
                <a:ext cx="154800" cy="92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96D4425-0132-7E0A-75C4-01D40102418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61960" y="3175800"/>
                  <a:ext cx="190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C37E2D9-A726-DE3A-CA03-ECF21D3D370E}"/>
                    </a:ext>
                  </a:extLst>
                </p14:cNvPr>
                <p14:cNvContentPartPr/>
                <p14:nvPr/>
              </p14:nvContentPartPr>
              <p14:xfrm>
                <a:off x="4334040" y="3041880"/>
                <a:ext cx="134640" cy="262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C37E2D9-A726-DE3A-CA03-ECF21D3D370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16400" y="3023880"/>
                  <a:ext cx="170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E4E6B6A-8423-3C56-AFD0-7ADA1FD0E368}"/>
                    </a:ext>
                  </a:extLst>
                </p14:cNvPr>
                <p14:cNvContentPartPr/>
                <p14:nvPr/>
              </p14:nvContentPartPr>
              <p14:xfrm>
                <a:off x="4309560" y="3139440"/>
                <a:ext cx="116280" cy="6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E4E6B6A-8423-3C56-AFD0-7ADA1FD0E36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91920" y="3121440"/>
                  <a:ext cx="1519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C169784-6C08-0C61-8C36-8C01A5DE16AF}"/>
                    </a:ext>
                  </a:extLst>
                </p14:cNvPr>
                <p14:cNvContentPartPr/>
                <p14:nvPr/>
              </p14:nvContentPartPr>
              <p14:xfrm>
                <a:off x="4517640" y="3120720"/>
                <a:ext cx="115560" cy="164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C169784-6C08-0C61-8C36-8C01A5DE16A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99640" y="3103080"/>
                  <a:ext cx="1512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ED6700D-3EC0-C65C-4E11-0A8D8F1D8698}"/>
              </a:ext>
            </a:extLst>
          </p:cNvPr>
          <p:cNvGrpSpPr/>
          <p:nvPr/>
        </p:nvGrpSpPr>
        <p:grpSpPr>
          <a:xfrm>
            <a:off x="5004720" y="3114960"/>
            <a:ext cx="187200" cy="200880"/>
            <a:chOff x="5004720" y="3114960"/>
            <a:chExt cx="18720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1EC4E29-2AD4-392E-4A5E-773F3145767B}"/>
                    </a:ext>
                  </a:extLst>
                </p14:cNvPr>
                <p14:cNvContentPartPr/>
                <p14:nvPr/>
              </p14:nvContentPartPr>
              <p14:xfrm>
                <a:off x="5004720" y="3188040"/>
                <a:ext cx="30960" cy="110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1EC4E29-2AD4-392E-4A5E-773F3145767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86720" y="3170040"/>
                  <a:ext cx="666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777733D-5B96-7625-6B21-6B9723C4907E}"/>
                    </a:ext>
                  </a:extLst>
                </p14:cNvPr>
                <p14:cNvContentPartPr/>
                <p14:nvPr/>
              </p14:nvContentPartPr>
              <p14:xfrm>
                <a:off x="5004720" y="3114960"/>
                <a:ext cx="18720" cy="6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777733D-5B96-7625-6B21-6B9723C4907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986720" y="3096960"/>
                  <a:ext cx="54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D3585D6-341A-C459-361A-9303B870E054}"/>
                    </a:ext>
                  </a:extLst>
                </p14:cNvPr>
                <p14:cNvContentPartPr/>
                <p14:nvPr/>
              </p14:nvContentPartPr>
              <p14:xfrm>
                <a:off x="5113800" y="3181920"/>
                <a:ext cx="78120" cy="133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D3585D6-341A-C459-361A-9303B870E05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95800" y="3164280"/>
                  <a:ext cx="11376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3FA46A3-1B18-392A-E888-145C675AED91}"/>
              </a:ext>
            </a:extLst>
          </p:cNvPr>
          <p:cNvGrpSpPr/>
          <p:nvPr/>
        </p:nvGrpSpPr>
        <p:grpSpPr>
          <a:xfrm>
            <a:off x="5547240" y="2925600"/>
            <a:ext cx="1469160" cy="399600"/>
            <a:chOff x="5547240" y="2925600"/>
            <a:chExt cx="1469160" cy="3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4ED7E00-3016-0E37-80FC-FC765809B24F}"/>
                    </a:ext>
                  </a:extLst>
                </p14:cNvPr>
                <p14:cNvContentPartPr/>
                <p14:nvPr/>
              </p14:nvContentPartPr>
              <p14:xfrm>
                <a:off x="5547240" y="3139440"/>
                <a:ext cx="110160" cy="1526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4ED7E00-3016-0E37-80FC-FC765809B24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529240" y="3121440"/>
                  <a:ext cx="145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C6B9CE9-BAAE-E317-2B0A-C95FDCFEE65A}"/>
                    </a:ext>
                  </a:extLst>
                </p14:cNvPr>
                <p14:cNvContentPartPr/>
                <p14:nvPr/>
              </p14:nvContentPartPr>
              <p14:xfrm>
                <a:off x="5687280" y="3169320"/>
                <a:ext cx="85680" cy="135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C6B9CE9-BAAE-E317-2B0A-C95FDCFEE65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69640" y="3151320"/>
                  <a:ext cx="121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008C1CC-94D5-8B98-14C4-A114211E48B2}"/>
                    </a:ext>
                  </a:extLst>
                </p14:cNvPr>
                <p14:cNvContentPartPr/>
                <p14:nvPr/>
              </p14:nvContentPartPr>
              <p14:xfrm>
                <a:off x="5858280" y="3188040"/>
                <a:ext cx="128520" cy="109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008C1CC-94D5-8B98-14C4-A114211E48B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40280" y="3170040"/>
                  <a:ext cx="164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7F801DC-E30A-DFCA-4610-01A883E3CB4F}"/>
                    </a:ext>
                  </a:extLst>
                </p14:cNvPr>
                <p14:cNvContentPartPr/>
                <p14:nvPr/>
              </p14:nvContentPartPr>
              <p14:xfrm>
                <a:off x="6077520" y="3168600"/>
                <a:ext cx="91800" cy="156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7F801DC-E30A-DFCA-4610-01A883E3CB4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59880" y="3150600"/>
                  <a:ext cx="127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12E1772-2079-1696-2C7C-729B8F7BEDBD}"/>
                    </a:ext>
                  </a:extLst>
                </p14:cNvPr>
                <p14:cNvContentPartPr/>
                <p14:nvPr/>
              </p14:nvContentPartPr>
              <p14:xfrm>
                <a:off x="6195240" y="3157440"/>
                <a:ext cx="108000" cy="154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12E1772-2079-1696-2C7C-729B8F7BEDB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77600" y="3139800"/>
                  <a:ext cx="143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2CA301E-8725-60DC-CFEE-6D76001BD1B7}"/>
                    </a:ext>
                  </a:extLst>
                </p14:cNvPr>
                <p14:cNvContentPartPr/>
                <p14:nvPr/>
              </p14:nvContentPartPr>
              <p14:xfrm>
                <a:off x="6351840" y="3175800"/>
                <a:ext cx="122040" cy="112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2CA301E-8725-60DC-CFEE-6D76001BD1B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34200" y="3158160"/>
                  <a:ext cx="157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E65D25F-CA06-1B65-FB4A-C94D3DE19B7D}"/>
                    </a:ext>
                  </a:extLst>
                </p14:cNvPr>
                <p14:cNvContentPartPr/>
                <p14:nvPr/>
              </p14:nvContentPartPr>
              <p14:xfrm>
                <a:off x="6528600" y="3181920"/>
                <a:ext cx="85680" cy="116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E65D25F-CA06-1B65-FB4A-C94D3DE19B7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10960" y="3164280"/>
                  <a:ext cx="121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A794474-069C-1F7E-5E8C-E16669F35DFA}"/>
                    </a:ext>
                  </a:extLst>
                </p14:cNvPr>
                <p14:cNvContentPartPr/>
                <p14:nvPr/>
              </p14:nvContentPartPr>
              <p14:xfrm>
                <a:off x="6680880" y="3170760"/>
                <a:ext cx="94320" cy="123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A794474-069C-1F7E-5E8C-E16669F35DF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63240" y="3153120"/>
                  <a:ext cx="129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6FFCE5D-A6E5-EC1F-1FC9-E44FC73C3E12}"/>
                    </a:ext>
                  </a:extLst>
                </p14:cNvPr>
                <p14:cNvContentPartPr/>
                <p14:nvPr/>
              </p14:nvContentPartPr>
              <p14:xfrm>
                <a:off x="6839640" y="2925600"/>
                <a:ext cx="176760" cy="367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6FFCE5D-A6E5-EC1F-1FC9-E44FC73C3E1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22000" y="2907600"/>
                  <a:ext cx="2124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E937A9F-B94D-6168-CC7D-15DBB6D8715F}"/>
                    </a:ext>
                  </a:extLst>
                </p14:cNvPr>
                <p14:cNvContentPartPr/>
                <p14:nvPr/>
              </p14:nvContentPartPr>
              <p14:xfrm>
                <a:off x="5713920" y="3170760"/>
                <a:ext cx="101880" cy="127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E937A9F-B94D-6168-CC7D-15DBB6D8715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95920" y="3152760"/>
                  <a:ext cx="1375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A389D76-B3B0-27FD-AA19-576BC83CD95F}"/>
                    </a:ext>
                  </a:extLst>
                </p14:cNvPr>
                <p14:cNvContentPartPr/>
                <p14:nvPr/>
              </p14:nvContentPartPr>
              <p14:xfrm>
                <a:off x="5730120" y="3151320"/>
                <a:ext cx="61560" cy="24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A389D76-B3B0-27FD-AA19-576BC83CD95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12120" y="3133680"/>
                  <a:ext cx="972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F8ECE41-B79A-99AF-6A3D-183B946FB9B2}"/>
              </a:ext>
            </a:extLst>
          </p:cNvPr>
          <p:cNvGrpSpPr/>
          <p:nvPr/>
        </p:nvGrpSpPr>
        <p:grpSpPr>
          <a:xfrm>
            <a:off x="1725120" y="3413400"/>
            <a:ext cx="938520" cy="354600"/>
            <a:chOff x="1725120" y="3413400"/>
            <a:chExt cx="93852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B8A463D-D4F0-22EF-C9B4-42516C580AAA}"/>
                    </a:ext>
                  </a:extLst>
                </p14:cNvPr>
                <p14:cNvContentPartPr/>
                <p14:nvPr/>
              </p14:nvContentPartPr>
              <p14:xfrm>
                <a:off x="1792080" y="3413400"/>
                <a:ext cx="140760" cy="311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B8A463D-D4F0-22EF-C9B4-42516C580AA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774080" y="3395760"/>
                  <a:ext cx="1764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4C7426C-6D37-B580-747A-51D40C3682C7}"/>
                    </a:ext>
                  </a:extLst>
                </p14:cNvPr>
                <p14:cNvContentPartPr/>
                <p14:nvPr/>
              </p14:nvContentPartPr>
              <p14:xfrm>
                <a:off x="1725120" y="3541560"/>
                <a:ext cx="164880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4C7426C-6D37-B580-747A-51D40C3682C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707480" y="3523920"/>
                  <a:ext cx="200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8B1FB7D-24C5-099B-90EF-479E143E2BB3}"/>
                    </a:ext>
                  </a:extLst>
                </p14:cNvPr>
                <p14:cNvContentPartPr/>
                <p14:nvPr/>
              </p14:nvContentPartPr>
              <p14:xfrm>
                <a:off x="1937520" y="3419520"/>
                <a:ext cx="189000" cy="293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8B1FB7D-24C5-099B-90EF-479E143E2BB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919880" y="3401880"/>
                  <a:ext cx="2246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31FB381-3B87-5869-778E-9855A74563D9}"/>
                    </a:ext>
                  </a:extLst>
                </p14:cNvPr>
                <p14:cNvContentPartPr/>
                <p14:nvPr/>
              </p14:nvContentPartPr>
              <p14:xfrm>
                <a:off x="2163960" y="3626880"/>
                <a:ext cx="129240" cy="115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31FB381-3B87-5869-778E-9855A74563D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146320" y="3609240"/>
                  <a:ext cx="164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F79DE5A-76E7-AA34-7AEE-66C26EABA58B}"/>
                    </a:ext>
                  </a:extLst>
                </p14:cNvPr>
                <p14:cNvContentPartPr/>
                <p14:nvPr/>
              </p14:nvContentPartPr>
              <p14:xfrm>
                <a:off x="2426040" y="3615000"/>
                <a:ext cx="86760" cy="147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F79DE5A-76E7-AA34-7AEE-66C26EABA58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08040" y="3597000"/>
                  <a:ext cx="1224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08911DE-AABB-870A-6031-A2E55FD2C925}"/>
                    </a:ext>
                  </a:extLst>
                </p14:cNvPr>
                <p14:cNvContentPartPr/>
                <p14:nvPr/>
              </p14:nvContentPartPr>
              <p14:xfrm>
                <a:off x="2553840" y="3650640"/>
                <a:ext cx="52560" cy="38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08911DE-AABB-870A-6031-A2E55FD2C92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36200" y="3632640"/>
                  <a:ext cx="88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66AEE39-A5FA-C16A-4063-51695FC765F6}"/>
                    </a:ext>
                  </a:extLst>
                </p14:cNvPr>
                <p14:cNvContentPartPr/>
                <p14:nvPr/>
              </p14:nvContentPartPr>
              <p14:xfrm>
                <a:off x="2621160" y="3730560"/>
                <a:ext cx="42480" cy="37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66AEE39-A5FA-C16A-4063-51695FC765F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03160" y="3712920"/>
                  <a:ext cx="7812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82C6F1D-699E-2D71-6256-61FAB0019DE9}"/>
              </a:ext>
            </a:extLst>
          </p:cNvPr>
          <p:cNvGrpSpPr/>
          <p:nvPr/>
        </p:nvGrpSpPr>
        <p:grpSpPr>
          <a:xfrm>
            <a:off x="1188720" y="3851160"/>
            <a:ext cx="371880" cy="379440"/>
            <a:chOff x="1188720" y="3851160"/>
            <a:chExt cx="37188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92BF407-7284-625A-0F68-79466DA09E90}"/>
                    </a:ext>
                  </a:extLst>
                </p14:cNvPr>
                <p14:cNvContentPartPr/>
                <p14:nvPr/>
              </p14:nvContentPartPr>
              <p14:xfrm>
                <a:off x="1188720" y="3851160"/>
                <a:ext cx="360000" cy="379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92BF407-7284-625A-0F68-79466DA09E9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70720" y="3833160"/>
                  <a:ext cx="3956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F4DD37D-AC30-6BED-81C9-FDCD91FEE3C6}"/>
                    </a:ext>
                  </a:extLst>
                </p14:cNvPr>
                <p14:cNvContentPartPr/>
                <p14:nvPr/>
              </p14:nvContentPartPr>
              <p14:xfrm>
                <a:off x="1438560" y="4047360"/>
                <a:ext cx="122040" cy="183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F4DD37D-AC30-6BED-81C9-FDCD91FEE3C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20920" y="4029720"/>
                  <a:ext cx="15768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48F0F97-836D-60B3-7766-234343040420}"/>
              </a:ext>
            </a:extLst>
          </p:cNvPr>
          <p:cNvGrpSpPr/>
          <p:nvPr/>
        </p:nvGrpSpPr>
        <p:grpSpPr>
          <a:xfrm>
            <a:off x="1810440" y="4077960"/>
            <a:ext cx="171000" cy="85680"/>
            <a:chOff x="1810440" y="4077960"/>
            <a:chExt cx="171000" cy="8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EBB77F9-3AA0-EF0F-17FA-036CB4B3DFE8}"/>
                    </a:ext>
                  </a:extLst>
                </p14:cNvPr>
                <p14:cNvContentPartPr/>
                <p14:nvPr/>
              </p14:nvContentPartPr>
              <p14:xfrm>
                <a:off x="1816560" y="4077960"/>
                <a:ext cx="152640" cy="12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EBB77F9-3AA0-EF0F-17FA-036CB4B3DFE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798560" y="4060320"/>
                  <a:ext cx="188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F4E5AA1-1934-1CAE-7D45-EF17346D6CE3}"/>
                    </a:ext>
                  </a:extLst>
                </p14:cNvPr>
                <p14:cNvContentPartPr/>
                <p14:nvPr/>
              </p14:nvContentPartPr>
              <p14:xfrm>
                <a:off x="1810440" y="4151040"/>
                <a:ext cx="171000" cy="12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F4E5AA1-1934-1CAE-7D45-EF17346D6CE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792440" y="4133400"/>
                  <a:ext cx="20664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2574C3A-F85B-1A0E-766E-B8B8CD125441}"/>
              </a:ext>
            </a:extLst>
          </p:cNvPr>
          <p:cNvGrpSpPr/>
          <p:nvPr/>
        </p:nvGrpSpPr>
        <p:grpSpPr>
          <a:xfrm>
            <a:off x="2249280" y="3931440"/>
            <a:ext cx="483120" cy="305640"/>
            <a:chOff x="2249280" y="3931440"/>
            <a:chExt cx="48312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AC688D9-C592-DF9F-E420-A46D8D1EB606}"/>
                    </a:ext>
                  </a:extLst>
                </p14:cNvPr>
                <p14:cNvContentPartPr/>
                <p14:nvPr/>
              </p14:nvContentPartPr>
              <p14:xfrm>
                <a:off x="2249280" y="3931440"/>
                <a:ext cx="213120" cy="294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AC688D9-C592-DF9F-E420-A46D8D1EB60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231640" y="3913800"/>
                  <a:ext cx="2487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63ADA95-C176-53B9-E81A-DDC12B7B054F}"/>
                    </a:ext>
                  </a:extLst>
                </p14:cNvPr>
                <p14:cNvContentPartPr/>
                <p14:nvPr/>
              </p14:nvContentPartPr>
              <p14:xfrm>
                <a:off x="2547360" y="4134120"/>
                <a:ext cx="185040" cy="102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63ADA95-C176-53B9-E81A-DDC12B7B054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29360" y="4116480"/>
                  <a:ext cx="22068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9FEBE30-61E2-9261-D6F0-0069C7485621}"/>
              </a:ext>
            </a:extLst>
          </p:cNvPr>
          <p:cNvGrpSpPr/>
          <p:nvPr/>
        </p:nvGrpSpPr>
        <p:grpSpPr>
          <a:xfrm>
            <a:off x="3011400" y="3986520"/>
            <a:ext cx="806040" cy="226800"/>
            <a:chOff x="3011400" y="3986520"/>
            <a:chExt cx="80604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6CDF519-1DEB-D017-99F2-01F23FA39EE6}"/>
                    </a:ext>
                  </a:extLst>
                </p14:cNvPr>
                <p14:cNvContentPartPr/>
                <p14:nvPr/>
              </p14:nvContentPartPr>
              <p14:xfrm>
                <a:off x="3011400" y="4071840"/>
                <a:ext cx="152640" cy="1040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6CDF519-1DEB-D017-99F2-01F23FA39EE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93400" y="4054200"/>
                  <a:ext cx="1882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E45BE79-4ECA-CB7E-F08D-6F51B960F947}"/>
                    </a:ext>
                  </a:extLst>
                </p14:cNvPr>
                <p14:cNvContentPartPr/>
                <p14:nvPr/>
              </p14:nvContentPartPr>
              <p14:xfrm>
                <a:off x="3042000" y="4053840"/>
                <a:ext cx="97560" cy="140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E45BE79-4ECA-CB7E-F08D-6F51B960F94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24000" y="4035840"/>
                  <a:ext cx="133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B93BA69-8B4F-C146-8CF2-28F69585A762}"/>
                    </a:ext>
                  </a:extLst>
                </p14:cNvPr>
                <p14:cNvContentPartPr/>
                <p14:nvPr/>
              </p14:nvContentPartPr>
              <p14:xfrm>
                <a:off x="3309840" y="3986520"/>
                <a:ext cx="195480" cy="201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B93BA69-8B4F-C146-8CF2-28F69585A76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292200" y="3968880"/>
                  <a:ext cx="231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2783D74-0D60-044B-5C7D-022FDCD91B79}"/>
                    </a:ext>
                  </a:extLst>
                </p14:cNvPr>
                <p14:cNvContentPartPr/>
                <p14:nvPr/>
              </p14:nvContentPartPr>
              <p14:xfrm>
                <a:off x="3620880" y="4120440"/>
                <a:ext cx="196560" cy="92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2783D74-0D60-044B-5C7D-022FDCD91B7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602880" y="4102800"/>
                  <a:ext cx="23220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0D4FA1A-F6F8-440E-6DF3-05F6F6C50603}"/>
              </a:ext>
            </a:extLst>
          </p:cNvPr>
          <p:cNvGrpSpPr/>
          <p:nvPr/>
        </p:nvGrpSpPr>
        <p:grpSpPr>
          <a:xfrm>
            <a:off x="4278960" y="4053840"/>
            <a:ext cx="197280" cy="86040"/>
            <a:chOff x="4278960" y="4053840"/>
            <a:chExt cx="197280" cy="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5C7AA41-18FD-F35C-CDBE-C2204D5BB09F}"/>
                    </a:ext>
                  </a:extLst>
                </p14:cNvPr>
                <p14:cNvContentPartPr/>
                <p14:nvPr/>
              </p14:nvContentPartPr>
              <p14:xfrm>
                <a:off x="4278960" y="4053840"/>
                <a:ext cx="195480" cy="64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5C7AA41-18FD-F35C-CDBE-C2204D5BB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261320" y="4035840"/>
                  <a:ext cx="231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498EEF4-F082-59AE-28E0-206560E1DD89}"/>
                    </a:ext>
                  </a:extLst>
                </p14:cNvPr>
                <p14:cNvContentPartPr/>
                <p14:nvPr/>
              </p14:nvContentPartPr>
              <p14:xfrm>
                <a:off x="4309560" y="4120440"/>
                <a:ext cx="166680" cy="19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498EEF4-F082-59AE-28E0-206560E1DD8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291920" y="4102800"/>
                  <a:ext cx="20232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5F83079-EB84-7275-CC19-15599C2236F7}"/>
              </a:ext>
            </a:extLst>
          </p:cNvPr>
          <p:cNvGrpSpPr/>
          <p:nvPr/>
        </p:nvGrpSpPr>
        <p:grpSpPr>
          <a:xfrm>
            <a:off x="4808520" y="3882480"/>
            <a:ext cx="422640" cy="333000"/>
            <a:chOff x="4808520" y="3882480"/>
            <a:chExt cx="42264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7573D86-780E-7D3D-802E-E904C09906B8}"/>
                    </a:ext>
                  </a:extLst>
                </p14:cNvPr>
                <p14:cNvContentPartPr/>
                <p14:nvPr/>
              </p14:nvContentPartPr>
              <p14:xfrm>
                <a:off x="4808520" y="3882480"/>
                <a:ext cx="227880" cy="324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7573D86-780E-7D3D-802E-E904C09906B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790520" y="3864840"/>
                  <a:ext cx="2635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F1C672B-2CDD-4C34-A656-B535E0432EAB}"/>
                    </a:ext>
                  </a:extLst>
                </p14:cNvPr>
                <p14:cNvContentPartPr/>
                <p14:nvPr/>
              </p14:nvContentPartPr>
              <p14:xfrm>
                <a:off x="5132880" y="4077960"/>
                <a:ext cx="98280" cy="137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F1C672B-2CDD-4C34-A656-B535E0432EA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114880" y="4060320"/>
                  <a:ext cx="13392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D56C836-25E3-496B-0935-6892E9E77348}"/>
              </a:ext>
            </a:extLst>
          </p:cNvPr>
          <p:cNvGrpSpPr/>
          <p:nvPr/>
        </p:nvGrpSpPr>
        <p:grpSpPr>
          <a:xfrm>
            <a:off x="5437440" y="3971400"/>
            <a:ext cx="597600" cy="237600"/>
            <a:chOff x="5437440" y="3971400"/>
            <a:chExt cx="59760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8FF3A9A-D39E-7B4E-C71A-9FE958A236A9}"/>
                    </a:ext>
                  </a:extLst>
                </p14:cNvPr>
                <p14:cNvContentPartPr/>
                <p14:nvPr/>
              </p14:nvContentPartPr>
              <p14:xfrm>
                <a:off x="5437440" y="4077960"/>
                <a:ext cx="140760" cy="61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8FF3A9A-D39E-7B4E-C71A-9FE958A236A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19800" y="4060320"/>
                  <a:ext cx="1764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0619945-E177-433F-A7CD-0EAA7C3253BD}"/>
                    </a:ext>
                  </a:extLst>
                </p14:cNvPr>
                <p14:cNvContentPartPr/>
                <p14:nvPr/>
              </p14:nvContentPartPr>
              <p14:xfrm>
                <a:off x="5468040" y="4053840"/>
                <a:ext cx="79560" cy="110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0619945-E177-433F-A7CD-0EAA7C3253B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50040" y="4035840"/>
                  <a:ext cx="115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E6CA188-EEF9-ADCB-4812-6E9213BA3832}"/>
                    </a:ext>
                  </a:extLst>
                </p14:cNvPr>
                <p14:cNvContentPartPr/>
                <p14:nvPr/>
              </p14:nvContentPartPr>
              <p14:xfrm>
                <a:off x="5693400" y="3971400"/>
                <a:ext cx="140760" cy="2376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E6CA188-EEF9-ADCB-4812-6E9213BA383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675760" y="3953400"/>
                  <a:ext cx="1764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0AD539F-5266-1A94-EA66-37476252D2F9}"/>
                    </a:ext>
                  </a:extLst>
                </p14:cNvPr>
                <p14:cNvContentPartPr/>
                <p14:nvPr/>
              </p14:nvContentPartPr>
              <p14:xfrm>
                <a:off x="5955480" y="4084080"/>
                <a:ext cx="79560" cy="122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0AD539F-5266-1A94-EA66-37476252D2F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37840" y="4066080"/>
                  <a:ext cx="115200" cy="15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ED11FF41-E3A0-6474-E807-37A8672A1D4A}"/>
                  </a:ext>
                </a:extLst>
              </p14:cNvPr>
              <p14:cNvContentPartPr/>
              <p14:nvPr/>
            </p14:nvContentPartPr>
            <p14:xfrm>
              <a:off x="6480000" y="3693480"/>
              <a:ext cx="305280" cy="5922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ED11FF41-E3A0-6474-E807-37A8672A1D4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462000" y="3675480"/>
                <a:ext cx="340920" cy="62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CEFD4659-409E-DD40-72A2-ADE73D42A0E3}"/>
                  </a:ext>
                </a:extLst>
              </p14:cNvPr>
              <p14:cNvContentPartPr/>
              <p14:nvPr/>
            </p14:nvContentPartPr>
            <p14:xfrm>
              <a:off x="7589520" y="3639120"/>
              <a:ext cx="177120" cy="5490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CEFD4659-409E-DD40-72A2-ADE73D42A0E3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571520" y="3621120"/>
                <a:ext cx="212760" cy="58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62EBBBE0-6858-8A24-D6F2-6DB1C425513A}"/>
              </a:ext>
            </a:extLst>
          </p:cNvPr>
          <p:cNvGrpSpPr/>
          <p:nvPr/>
        </p:nvGrpSpPr>
        <p:grpSpPr>
          <a:xfrm>
            <a:off x="6601680" y="3797880"/>
            <a:ext cx="798120" cy="396360"/>
            <a:chOff x="6601680" y="3797880"/>
            <a:chExt cx="798120" cy="39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838A356-9424-70BB-69EB-5784C7A4680E}"/>
                    </a:ext>
                  </a:extLst>
                </p14:cNvPr>
                <p14:cNvContentPartPr/>
                <p14:nvPr/>
              </p14:nvContentPartPr>
              <p14:xfrm>
                <a:off x="6601680" y="3828120"/>
                <a:ext cx="189360" cy="102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838A356-9424-70BB-69EB-5784C7A4680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84040" y="3810120"/>
                  <a:ext cx="225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C444D8F-3F88-091B-6DD4-70529347A9A7}"/>
                    </a:ext>
                  </a:extLst>
                </p14:cNvPr>
                <p14:cNvContentPartPr/>
                <p14:nvPr/>
              </p14:nvContentPartPr>
              <p14:xfrm>
                <a:off x="6839280" y="3846480"/>
                <a:ext cx="97920" cy="684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C444D8F-3F88-091B-6DD4-70529347A9A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21640" y="3828480"/>
                  <a:ext cx="1335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59133EB-AF54-FA5C-DA8D-815ADD4CD9DD}"/>
                    </a:ext>
                  </a:extLst>
                </p14:cNvPr>
                <p14:cNvContentPartPr/>
                <p14:nvPr/>
              </p14:nvContentPartPr>
              <p14:xfrm>
                <a:off x="6955560" y="3822720"/>
                <a:ext cx="54360" cy="914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59133EB-AF54-FA5C-DA8D-815ADD4CD9D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37560" y="3804720"/>
                  <a:ext cx="900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2C76517-1991-5F18-4243-C842008EF894}"/>
                    </a:ext>
                  </a:extLst>
                </p14:cNvPr>
                <p14:cNvContentPartPr/>
                <p14:nvPr/>
              </p14:nvContentPartPr>
              <p14:xfrm>
                <a:off x="7077240" y="3797880"/>
                <a:ext cx="96840" cy="103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2C76517-1991-5F18-4243-C842008EF89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059600" y="3779880"/>
                  <a:ext cx="132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8D6972E-3F2B-20E7-0352-F8CB5E2F90B1}"/>
                    </a:ext>
                  </a:extLst>
                </p14:cNvPr>
                <p14:cNvContentPartPr/>
                <p14:nvPr/>
              </p14:nvContentPartPr>
              <p14:xfrm>
                <a:off x="7052760" y="3840360"/>
                <a:ext cx="91800" cy="18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8D6972E-3F2B-20E7-0352-F8CB5E2F90B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35120" y="3822720"/>
                  <a:ext cx="127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0E7882E-F2A4-B73A-A71D-7DDB9B68EED9}"/>
                    </a:ext>
                  </a:extLst>
                </p14:cNvPr>
                <p14:cNvContentPartPr/>
                <p14:nvPr/>
              </p14:nvContentPartPr>
              <p14:xfrm>
                <a:off x="7211520" y="3833520"/>
                <a:ext cx="90720" cy="86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0E7882E-F2A4-B73A-A71D-7DDB9B68EED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193880" y="3815880"/>
                  <a:ext cx="126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A888C1B-2EE3-8C0D-3810-C0252F59E2C9}"/>
                    </a:ext>
                  </a:extLst>
                </p14:cNvPr>
                <p14:cNvContentPartPr/>
                <p14:nvPr/>
              </p14:nvContentPartPr>
              <p14:xfrm>
                <a:off x="7326360" y="3822000"/>
                <a:ext cx="73440" cy="864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A888C1B-2EE3-8C0D-3810-C0252F59E2C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308720" y="3804000"/>
                  <a:ext cx="109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98CF6C8-5BE9-A73B-0DDF-0B310B72F099}"/>
                    </a:ext>
                  </a:extLst>
                </p14:cNvPr>
                <p14:cNvContentPartPr/>
                <p14:nvPr/>
              </p14:nvContentPartPr>
              <p14:xfrm>
                <a:off x="6771600" y="4065720"/>
                <a:ext cx="92520" cy="1256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98CF6C8-5BE9-A73B-0DDF-0B310B72F09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753960" y="4048080"/>
                  <a:ext cx="128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CC8A633-E234-3789-3285-E4DA6C8E68F5}"/>
                    </a:ext>
                  </a:extLst>
                </p14:cNvPr>
                <p14:cNvContentPartPr/>
                <p14:nvPr/>
              </p14:nvContentPartPr>
              <p14:xfrm>
                <a:off x="6900480" y="4004880"/>
                <a:ext cx="97920" cy="189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CC8A633-E234-3789-3285-E4DA6C8E68F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882840" y="3986880"/>
                  <a:ext cx="1335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B092764-CBDA-74EE-D467-D60DD8B2C78E}"/>
                    </a:ext>
                  </a:extLst>
                </p14:cNvPr>
                <p14:cNvContentPartPr/>
                <p14:nvPr/>
              </p14:nvContentPartPr>
              <p14:xfrm>
                <a:off x="7028640" y="4102440"/>
                <a:ext cx="97920" cy="680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B092764-CBDA-74EE-D467-D60DD8B2C78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011000" y="4084800"/>
                  <a:ext cx="133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FC80B4E-278B-0024-0CF1-7FF3BB812445}"/>
                    </a:ext>
                  </a:extLst>
                </p14:cNvPr>
                <p14:cNvContentPartPr/>
                <p14:nvPr/>
              </p14:nvContentPartPr>
              <p14:xfrm>
                <a:off x="7138440" y="4090200"/>
                <a:ext cx="91800" cy="82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FC80B4E-278B-0024-0CF1-7FF3BB81244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120440" y="4072560"/>
                  <a:ext cx="127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5B2072E-54B9-CB7C-1AE7-EC87CC92975D}"/>
                    </a:ext>
                  </a:extLst>
                </p14:cNvPr>
                <p14:cNvContentPartPr/>
                <p14:nvPr/>
              </p14:nvContentPartPr>
              <p14:xfrm>
                <a:off x="7246800" y="4065000"/>
                <a:ext cx="92880" cy="117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5B2072E-54B9-CB7C-1AE7-EC87CC92975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228800" y="4047000"/>
                  <a:ext cx="128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1C093AF-59AE-DFF6-ECAD-FFF2F6BA8F33}"/>
                    </a:ext>
                  </a:extLst>
                </p14:cNvPr>
                <p14:cNvContentPartPr/>
                <p14:nvPr/>
              </p14:nvContentPartPr>
              <p14:xfrm>
                <a:off x="7217640" y="4077960"/>
                <a:ext cx="6480" cy="49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1C093AF-59AE-DFF6-ECAD-FFF2F6BA8F3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199640" y="4060320"/>
                  <a:ext cx="4212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BFDE0356-A6B7-F586-B9E2-743CEDCBEA22}"/>
              </a:ext>
            </a:extLst>
          </p:cNvPr>
          <p:cNvGrpSpPr/>
          <p:nvPr/>
        </p:nvGrpSpPr>
        <p:grpSpPr>
          <a:xfrm>
            <a:off x="7585200" y="4157160"/>
            <a:ext cx="137520" cy="82800"/>
            <a:chOff x="7585200" y="4157160"/>
            <a:chExt cx="137520" cy="8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7155FC9-08F0-51EC-B444-ABD6F25832A6}"/>
                    </a:ext>
                  </a:extLst>
                </p14:cNvPr>
                <p14:cNvContentPartPr/>
                <p14:nvPr/>
              </p14:nvContentPartPr>
              <p14:xfrm>
                <a:off x="7632000" y="4163640"/>
                <a:ext cx="79560" cy="42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7155FC9-08F0-51EC-B444-ABD6F25832A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614360" y="4145640"/>
                  <a:ext cx="1152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BE89075-4D5F-6B45-B549-0ADECE3081E3}"/>
                    </a:ext>
                  </a:extLst>
                </p14:cNvPr>
                <p14:cNvContentPartPr/>
                <p14:nvPr/>
              </p14:nvContentPartPr>
              <p14:xfrm>
                <a:off x="7585200" y="4157160"/>
                <a:ext cx="137520" cy="82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BE89075-4D5F-6B45-B549-0ADECE3081E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567560" y="4139520"/>
                  <a:ext cx="17316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815C1A3-7BE0-732D-3709-2A17CD592D33}"/>
              </a:ext>
            </a:extLst>
          </p:cNvPr>
          <p:cNvGrpSpPr/>
          <p:nvPr/>
        </p:nvGrpSpPr>
        <p:grpSpPr>
          <a:xfrm>
            <a:off x="2133360" y="4803360"/>
            <a:ext cx="432720" cy="384480"/>
            <a:chOff x="2133360" y="4803360"/>
            <a:chExt cx="43272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228EA88-4D5B-C241-E20E-D4B1B3324EE2}"/>
                    </a:ext>
                  </a:extLst>
                </p14:cNvPr>
                <p14:cNvContentPartPr/>
                <p14:nvPr/>
              </p14:nvContentPartPr>
              <p14:xfrm>
                <a:off x="2133360" y="4803360"/>
                <a:ext cx="213840" cy="3294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228EA88-4D5B-C241-E20E-D4B1B3324EE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115720" y="4785720"/>
                  <a:ext cx="2494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A79F256-82B5-E744-51CD-CB8CA3660BC0}"/>
                    </a:ext>
                  </a:extLst>
                </p14:cNvPr>
                <p14:cNvContentPartPr/>
                <p14:nvPr/>
              </p14:nvContentPartPr>
              <p14:xfrm>
                <a:off x="2444040" y="4991640"/>
                <a:ext cx="122040" cy="1962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A79F256-82B5-E744-51CD-CB8CA3660BC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426400" y="4974000"/>
                  <a:ext cx="15768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5B673311-3EF2-8C25-894C-5E5FB6379C85}"/>
              </a:ext>
            </a:extLst>
          </p:cNvPr>
          <p:cNvGrpSpPr/>
          <p:nvPr/>
        </p:nvGrpSpPr>
        <p:grpSpPr>
          <a:xfrm>
            <a:off x="2815920" y="5016840"/>
            <a:ext cx="195840" cy="79560"/>
            <a:chOff x="2815920" y="5016840"/>
            <a:chExt cx="195840" cy="7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3BE2518-E5B0-B3B4-1755-2ACAE69E7480}"/>
                    </a:ext>
                  </a:extLst>
                </p14:cNvPr>
                <p14:cNvContentPartPr/>
                <p14:nvPr/>
              </p14:nvContentPartPr>
              <p14:xfrm>
                <a:off x="2828520" y="5016840"/>
                <a:ext cx="183240" cy="126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3BE2518-E5B0-B3B4-1755-2ACAE69E748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10520" y="4999200"/>
                  <a:ext cx="218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EE0E5DB-4BA5-EEFA-2BAF-4ADF659D2EE7}"/>
                    </a:ext>
                  </a:extLst>
                </p14:cNvPr>
                <p14:cNvContentPartPr/>
                <p14:nvPr/>
              </p14:nvContentPartPr>
              <p14:xfrm>
                <a:off x="2815920" y="5089920"/>
                <a:ext cx="189720" cy="64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EE0E5DB-4BA5-EEFA-2BAF-4ADF659D2EE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798280" y="5072280"/>
                  <a:ext cx="22536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953D05FA-6CA5-4BB3-B1DB-F22755A67BC4}"/>
                  </a:ext>
                </a:extLst>
              </p14:cNvPr>
              <p14:cNvContentPartPr/>
              <p14:nvPr/>
            </p14:nvContentPartPr>
            <p14:xfrm>
              <a:off x="3212280" y="5151120"/>
              <a:ext cx="1748160" cy="3744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953D05FA-6CA5-4BB3-B1DB-F22755A67BC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194640" y="5133120"/>
                <a:ext cx="178380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FF163EC1-9375-D2BE-8649-78A983654736}"/>
              </a:ext>
            </a:extLst>
          </p:cNvPr>
          <p:cNvGrpSpPr/>
          <p:nvPr/>
        </p:nvGrpSpPr>
        <p:grpSpPr>
          <a:xfrm>
            <a:off x="3754800" y="4797240"/>
            <a:ext cx="622440" cy="310320"/>
            <a:chOff x="3754800" y="4797240"/>
            <a:chExt cx="622440" cy="31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757DD05-83A7-5D91-B574-8524215F973E}"/>
                    </a:ext>
                  </a:extLst>
                </p14:cNvPr>
                <p14:cNvContentPartPr/>
                <p14:nvPr/>
              </p14:nvContentPartPr>
              <p14:xfrm>
                <a:off x="3754800" y="4797240"/>
                <a:ext cx="266400" cy="3103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757DD05-83A7-5D91-B574-8524215F973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737160" y="4779600"/>
                  <a:ext cx="3020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9000359-7C0A-BAE6-D620-706F34811964}"/>
                    </a:ext>
                  </a:extLst>
                </p14:cNvPr>
                <p14:cNvContentPartPr/>
                <p14:nvPr/>
              </p14:nvContentPartPr>
              <p14:xfrm>
                <a:off x="4114800" y="4980120"/>
                <a:ext cx="262440" cy="1090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9000359-7C0A-BAE6-D620-706F3481196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096800" y="4962120"/>
                  <a:ext cx="29808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DEC78A5-BB29-911E-29FF-0E85D6EDE951}"/>
              </a:ext>
            </a:extLst>
          </p:cNvPr>
          <p:cNvGrpSpPr/>
          <p:nvPr/>
        </p:nvGrpSpPr>
        <p:grpSpPr>
          <a:xfrm>
            <a:off x="3925800" y="5308800"/>
            <a:ext cx="487800" cy="232560"/>
            <a:chOff x="3925800" y="5308800"/>
            <a:chExt cx="48780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5628299-735B-8309-6627-F19C7F3473B4}"/>
                    </a:ext>
                  </a:extLst>
                </p14:cNvPr>
                <p14:cNvContentPartPr/>
                <p14:nvPr/>
              </p14:nvContentPartPr>
              <p14:xfrm>
                <a:off x="3925800" y="5308800"/>
                <a:ext cx="250200" cy="2325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5628299-735B-8309-6627-F19C7F3473B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907800" y="5290800"/>
                  <a:ext cx="2858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454E0A4-41A5-7660-2D1B-173DBD72294A}"/>
                    </a:ext>
                  </a:extLst>
                </p14:cNvPr>
                <p14:cNvContentPartPr/>
                <p14:nvPr/>
              </p14:nvContentPartPr>
              <p14:xfrm>
                <a:off x="4285440" y="5388720"/>
                <a:ext cx="128160" cy="1526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454E0A4-41A5-7660-2D1B-173DBD72294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267800" y="5370720"/>
                  <a:ext cx="16380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82D0085-AF43-DCEA-0341-1109EB378668}"/>
              </a:ext>
            </a:extLst>
          </p:cNvPr>
          <p:cNvGrpSpPr/>
          <p:nvPr/>
        </p:nvGrpSpPr>
        <p:grpSpPr>
          <a:xfrm>
            <a:off x="5132880" y="5096040"/>
            <a:ext cx="189360" cy="171000"/>
            <a:chOff x="5132880" y="5096040"/>
            <a:chExt cx="18936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03FDCD8-C8BE-2868-4EB3-A46A46E24C8C}"/>
                    </a:ext>
                  </a:extLst>
                </p14:cNvPr>
                <p14:cNvContentPartPr/>
                <p14:nvPr/>
              </p14:nvContentPartPr>
              <p14:xfrm>
                <a:off x="5132880" y="5114400"/>
                <a:ext cx="189360" cy="1465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03FDCD8-C8BE-2868-4EB3-A46A46E24C8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114880" y="5096760"/>
                  <a:ext cx="225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A493C2F-B94A-8C04-12BC-51BF089D4B6F}"/>
                    </a:ext>
                  </a:extLst>
                </p14:cNvPr>
                <p14:cNvContentPartPr/>
                <p14:nvPr/>
              </p14:nvContentPartPr>
              <p14:xfrm>
                <a:off x="5181480" y="5096040"/>
                <a:ext cx="79560" cy="171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A493C2F-B94A-8C04-12BC-51BF089D4B6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163480" y="5078400"/>
                  <a:ext cx="11520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13174FF-6817-7A22-090D-5EF80189A44E}"/>
              </a:ext>
            </a:extLst>
          </p:cNvPr>
          <p:cNvGrpSpPr/>
          <p:nvPr/>
        </p:nvGrpSpPr>
        <p:grpSpPr>
          <a:xfrm>
            <a:off x="5443560" y="4942680"/>
            <a:ext cx="547920" cy="255240"/>
            <a:chOff x="5443560" y="4942680"/>
            <a:chExt cx="54792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F6C8836-F8E4-4E8E-983A-B98388B3A4E5}"/>
                    </a:ext>
                  </a:extLst>
                </p14:cNvPr>
                <p14:cNvContentPartPr/>
                <p14:nvPr/>
              </p14:nvContentPartPr>
              <p14:xfrm>
                <a:off x="5443560" y="4942680"/>
                <a:ext cx="177120" cy="2552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F6C8836-F8E4-4E8E-983A-B98388B3A4E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425560" y="4925040"/>
                  <a:ext cx="212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D1182DF-7B79-F43C-A70F-2D0B69C574FE}"/>
                    </a:ext>
                  </a:extLst>
                </p14:cNvPr>
                <p14:cNvContentPartPr/>
                <p14:nvPr/>
              </p14:nvContentPartPr>
              <p14:xfrm>
                <a:off x="5705640" y="5071560"/>
                <a:ext cx="285840" cy="1134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D1182DF-7B79-F43C-A70F-2D0B69C574F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687640" y="5053920"/>
                  <a:ext cx="32148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A20ED59-300F-D540-4926-88F4FC0C1256}"/>
              </a:ext>
            </a:extLst>
          </p:cNvPr>
          <p:cNvGrpSpPr/>
          <p:nvPr/>
        </p:nvGrpSpPr>
        <p:grpSpPr>
          <a:xfrm>
            <a:off x="1042200" y="5845920"/>
            <a:ext cx="366480" cy="287640"/>
            <a:chOff x="1042200" y="5845920"/>
            <a:chExt cx="36648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A2714D3-4595-3CF0-3775-6ED1DC4FC574}"/>
                    </a:ext>
                  </a:extLst>
                </p14:cNvPr>
                <p14:cNvContentPartPr/>
                <p14:nvPr/>
              </p14:nvContentPartPr>
              <p14:xfrm>
                <a:off x="1042200" y="5845920"/>
                <a:ext cx="219960" cy="287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A2714D3-4595-3CF0-3775-6ED1DC4FC57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24560" y="5828280"/>
                  <a:ext cx="2556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F5D14FA-08BB-40F9-1056-5D84CEB3BF94}"/>
                    </a:ext>
                  </a:extLst>
                </p14:cNvPr>
                <p14:cNvContentPartPr/>
                <p14:nvPr/>
              </p14:nvContentPartPr>
              <p14:xfrm>
                <a:off x="1322640" y="5985960"/>
                <a:ext cx="86040" cy="1292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F5D14FA-08BB-40F9-1056-5D84CEB3BF9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305000" y="5968320"/>
                  <a:ext cx="1216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A23A29F-3C74-E73D-953E-44833DC78B38}"/>
                    </a:ext>
                  </a:extLst>
                </p14:cNvPr>
                <p14:cNvContentPartPr/>
                <p14:nvPr/>
              </p14:nvContentPartPr>
              <p14:xfrm>
                <a:off x="1347120" y="5979480"/>
                <a:ext cx="28080" cy="129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A23A29F-3C74-E73D-953E-44833DC78B3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329120" y="5961840"/>
                  <a:ext cx="6372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FF7F41A-8FDA-C9F7-1CA6-C5EC1B13AFB1}"/>
              </a:ext>
            </a:extLst>
          </p:cNvPr>
          <p:cNvGrpSpPr/>
          <p:nvPr/>
        </p:nvGrpSpPr>
        <p:grpSpPr>
          <a:xfrm>
            <a:off x="1718640" y="5873280"/>
            <a:ext cx="793080" cy="253440"/>
            <a:chOff x="1718640" y="5873280"/>
            <a:chExt cx="79308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E4EFBBC-4815-F3C2-6801-0B774C35DF25}"/>
                    </a:ext>
                  </a:extLst>
                </p14:cNvPr>
                <p14:cNvContentPartPr/>
                <p14:nvPr/>
              </p14:nvContentPartPr>
              <p14:xfrm>
                <a:off x="1718640" y="5985960"/>
                <a:ext cx="262800" cy="1101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E4EFBBC-4815-F3C2-6801-0B774C35DF2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701000" y="5968320"/>
                  <a:ext cx="298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5293684-6DA2-BD91-FB8F-376E653A27D4}"/>
                    </a:ext>
                  </a:extLst>
                </p14:cNvPr>
                <p14:cNvContentPartPr/>
                <p14:nvPr/>
              </p14:nvContentPartPr>
              <p14:xfrm>
                <a:off x="1995120" y="5997480"/>
                <a:ext cx="66600" cy="92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5293684-6DA2-BD91-FB8F-376E653A27D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977120" y="5979840"/>
                  <a:ext cx="102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E791224-01AE-CB3B-172B-5F5C75ACC3E3}"/>
                    </a:ext>
                  </a:extLst>
                </p14:cNvPr>
                <p14:cNvContentPartPr/>
                <p14:nvPr/>
              </p14:nvContentPartPr>
              <p14:xfrm>
                <a:off x="2157840" y="5873280"/>
                <a:ext cx="146520" cy="2534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E791224-01AE-CB3B-172B-5F5C75ACC3E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139840" y="5855280"/>
                  <a:ext cx="1821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7E28AC5-6260-F9F2-7B48-2EBAC761E138}"/>
                    </a:ext>
                  </a:extLst>
                </p14:cNvPr>
                <p14:cNvContentPartPr/>
                <p14:nvPr/>
              </p14:nvContentPartPr>
              <p14:xfrm>
                <a:off x="2133360" y="5961840"/>
                <a:ext cx="110160" cy="18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7E28AC5-6260-F9F2-7B48-2EBAC761E13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115720" y="5943840"/>
                  <a:ext cx="145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D84D0A8-2489-9A89-AD2F-37556AD76A2D}"/>
                    </a:ext>
                  </a:extLst>
                </p14:cNvPr>
                <p14:cNvContentPartPr/>
                <p14:nvPr/>
              </p14:nvContentPartPr>
              <p14:xfrm>
                <a:off x="2297160" y="6000000"/>
                <a:ext cx="92880" cy="910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D84D0A8-2489-9A89-AD2F-37556AD76A2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279520" y="5982360"/>
                  <a:ext cx="1285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3225781-8BD6-F88F-D504-A1859975994E}"/>
                    </a:ext>
                  </a:extLst>
                </p14:cNvPr>
                <p14:cNvContentPartPr/>
                <p14:nvPr/>
              </p14:nvContentPartPr>
              <p14:xfrm>
                <a:off x="2438280" y="5987040"/>
                <a:ext cx="73440" cy="1274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3225781-8BD6-F88F-D504-A1859975994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420280" y="5969040"/>
                  <a:ext cx="10908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D6DD8598-BF18-C2E6-5101-8A4480C39ABF}"/>
              </a:ext>
            </a:extLst>
          </p:cNvPr>
          <p:cNvGrpSpPr/>
          <p:nvPr/>
        </p:nvGrpSpPr>
        <p:grpSpPr>
          <a:xfrm>
            <a:off x="2817000" y="5985600"/>
            <a:ext cx="365040" cy="128520"/>
            <a:chOff x="2817000" y="5985600"/>
            <a:chExt cx="36504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9883897-BB92-7AF7-0391-99EED3AEDE1E}"/>
                    </a:ext>
                  </a:extLst>
                </p14:cNvPr>
                <p14:cNvContentPartPr/>
                <p14:nvPr/>
              </p14:nvContentPartPr>
              <p14:xfrm>
                <a:off x="2817000" y="5985600"/>
                <a:ext cx="115200" cy="1285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9883897-BB92-7AF7-0391-99EED3AEDE1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799360" y="5967960"/>
                  <a:ext cx="1508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4A1CC36-6586-BAF3-A3BD-B3716FABA7B6}"/>
                    </a:ext>
                  </a:extLst>
                </p14:cNvPr>
                <p14:cNvContentPartPr/>
                <p14:nvPr/>
              </p14:nvContentPartPr>
              <p14:xfrm>
                <a:off x="3029400" y="5985960"/>
                <a:ext cx="122400" cy="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4A1CC36-6586-BAF3-A3BD-B3716FABA7B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011760" y="5968320"/>
                  <a:ext cx="158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495B272-1BCC-5638-7AC9-0424301144C5}"/>
                    </a:ext>
                  </a:extLst>
                </p14:cNvPr>
                <p14:cNvContentPartPr/>
                <p14:nvPr/>
              </p14:nvContentPartPr>
              <p14:xfrm>
                <a:off x="3023280" y="6059040"/>
                <a:ext cx="158760" cy="68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495B272-1BCC-5638-7AC9-0424301144C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005640" y="6041400"/>
                  <a:ext cx="19440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DE9460D0-CE10-31B7-2AF7-6B818C164690}"/>
              </a:ext>
            </a:extLst>
          </p:cNvPr>
          <p:cNvGrpSpPr/>
          <p:nvPr/>
        </p:nvGrpSpPr>
        <p:grpSpPr>
          <a:xfrm>
            <a:off x="4791240" y="5941320"/>
            <a:ext cx="80280" cy="221760"/>
            <a:chOff x="4791240" y="5941320"/>
            <a:chExt cx="80280" cy="22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CD08190-BAA3-3B4D-1F19-9BEBA5CDC000}"/>
                    </a:ext>
                  </a:extLst>
                </p14:cNvPr>
                <p14:cNvContentPartPr/>
                <p14:nvPr/>
              </p14:nvContentPartPr>
              <p14:xfrm>
                <a:off x="4791240" y="5941320"/>
                <a:ext cx="54720" cy="392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CD08190-BAA3-3B4D-1F19-9BEBA5CDC00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773240" y="5923680"/>
                  <a:ext cx="90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69684C3-0814-5776-B500-F2EFA32C702B}"/>
                    </a:ext>
                  </a:extLst>
                </p14:cNvPr>
                <p14:cNvContentPartPr/>
                <p14:nvPr/>
              </p14:nvContentPartPr>
              <p14:xfrm>
                <a:off x="4804560" y="6034920"/>
                <a:ext cx="66960" cy="1281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69684C3-0814-5776-B500-F2EFA32C702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786920" y="6017280"/>
                  <a:ext cx="1026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F2F9D2F6-C25A-7936-DA15-AD2732114E08}"/>
              </a:ext>
            </a:extLst>
          </p:cNvPr>
          <p:cNvGrpSpPr/>
          <p:nvPr/>
        </p:nvGrpSpPr>
        <p:grpSpPr>
          <a:xfrm>
            <a:off x="5126760" y="5791560"/>
            <a:ext cx="488520" cy="304920"/>
            <a:chOff x="5126760" y="5791560"/>
            <a:chExt cx="48852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3A96448-F85F-24BB-72FA-064F05AEC888}"/>
                    </a:ext>
                  </a:extLst>
                </p14:cNvPr>
                <p14:cNvContentPartPr/>
                <p14:nvPr/>
              </p14:nvContentPartPr>
              <p14:xfrm>
                <a:off x="5126760" y="5791560"/>
                <a:ext cx="176760" cy="3049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3A96448-F85F-24BB-72FA-064F05AEC88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108760" y="5773920"/>
                  <a:ext cx="2124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80C0113-30B3-B24D-DA5D-2E2D40E9DCC1}"/>
                    </a:ext>
                  </a:extLst>
                </p14:cNvPr>
                <p14:cNvContentPartPr/>
                <p14:nvPr/>
              </p14:nvContentPartPr>
              <p14:xfrm>
                <a:off x="5382360" y="5973720"/>
                <a:ext cx="232920" cy="1090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80C0113-30B3-B24D-DA5D-2E2D40E9DCC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364720" y="5956080"/>
                  <a:ext cx="26856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53360EAA-ACFD-48A9-3E6D-F7948CA86F9A}"/>
              </a:ext>
            </a:extLst>
          </p:cNvPr>
          <p:cNvGrpSpPr/>
          <p:nvPr/>
        </p:nvGrpSpPr>
        <p:grpSpPr>
          <a:xfrm>
            <a:off x="5839920" y="5815320"/>
            <a:ext cx="829440" cy="293040"/>
            <a:chOff x="5839920" y="5815320"/>
            <a:chExt cx="82944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75ACF22-2DC2-C76D-0B09-FB4EDD85FAB7}"/>
                    </a:ext>
                  </a:extLst>
                </p14:cNvPr>
                <p14:cNvContentPartPr/>
                <p14:nvPr/>
              </p14:nvContentPartPr>
              <p14:xfrm>
                <a:off x="5888520" y="5815320"/>
                <a:ext cx="156240" cy="293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75ACF22-2DC2-C76D-0B09-FB4EDD85FAB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870520" y="5797680"/>
                  <a:ext cx="1918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EED1302-9207-C2CC-A13F-DA09D0403B76}"/>
                    </a:ext>
                  </a:extLst>
                </p14:cNvPr>
                <p14:cNvContentPartPr/>
                <p14:nvPr/>
              </p14:nvContentPartPr>
              <p14:xfrm>
                <a:off x="5839920" y="5943480"/>
                <a:ext cx="110160" cy="126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EED1302-9207-C2CC-A13F-DA09D0403B7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821920" y="5925480"/>
                  <a:ext cx="145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574CADD-1B89-CE29-FDAC-716143143B1E}"/>
                    </a:ext>
                  </a:extLst>
                </p14:cNvPr>
                <p14:cNvContentPartPr/>
                <p14:nvPr/>
              </p14:nvContentPartPr>
              <p14:xfrm>
                <a:off x="6046920" y="5979840"/>
                <a:ext cx="128520" cy="979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574CADD-1B89-CE29-FDAC-716143143B1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029280" y="5962200"/>
                  <a:ext cx="1641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F0E64EF-B5FA-8202-EEFE-0E8EE82DE66E}"/>
                    </a:ext>
                  </a:extLst>
                </p14:cNvPr>
                <p14:cNvContentPartPr/>
                <p14:nvPr/>
              </p14:nvContentPartPr>
              <p14:xfrm>
                <a:off x="6180840" y="5830800"/>
                <a:ext cx="98280" cy="2527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F0E64EF-B5FA-8202-EEFE-0E8EE82DE66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162840" y="5813160"/>
                  <a:ext cx="1339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F6DF0F8-747A-85E8-77DD-8CA723007CAF}"/>
                    </a:ext>
                  </a:extLst>
                </p14:cNvPr>
                <p14:cNvContentPartPr/>
                <p14:nvPr/>
              </p14:nvContentPartPr>
              <p14:xfrm>
                <a:off x="6248880" y="5962560"/>
                <a:ext cx="91080" cy="1155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F6DF0F8-747A-85E8-77DD-8CA723007CA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231240" y="5944560"/>
                  <a:ext cx="1267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4DD22AA-2584-8480-8168-9ACCBEE5D5A8}"/>
                    </a:ext>
                  </a:extLst>
                </p14:cNvPr>
                <p14:cNvContentPartPr/>
                <p14:nvPr/>
              </p14:nvContentPartPr>
              <p14:xfrm>
                <a:off x="6410880" y="5979840"/>
                <a:ext cx="136440" cy="1108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4DD22AA-2584-8480-8168-9ACCBEE5D5A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392880" y="5962200"/>
                  <a:ext cx="1720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3232086-7502-52AA-4DD3-143B5937176A}"/>
                    </a:ext>
                  </a:extLst>
                </p14:cNvPr>
                <p14:cNvContentPartPr/>
                <p14:nvPr/>
              </p14:nvContentPartPr>
              <p14:xfrm>
                <a:off x="6504120" y="5985960"/>
                <a:ext cx="165240" cy="1040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3232086-7502-52AA-4DD3-143B5937176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486480" y="5968320"/>
                  <a:ext cx="20088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981F2013-440F-CDCC-F86C-EF6C934159B1}"/>
              </a:ext>
            </a:extLst>
          </p:cNvPr>
          <p:cNvGrpSpPr/>
          <p:nvPr/>
        </p:nvGrpSpPr>
        <p:grpSpPr>
          <a:xfrm>
            <a:off x="7022160" y="5955720"/>
            <a:ext cx="268920" cy="171000"/>
            <a:chOff x="7022160" y="5955720"/>
            <a:chExt cx="26892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74A4ABC-000A-FC58-A97F-C8CA67B48D4D}"/>
                    </a:ext>
                  </a:extLst>
                </p14:cNvPr>
                <p14:cNvContentPartPr/>
                <p14:nvPr/>
              </p14:nvContentPartPr>
              <p14:xfrm>
                <a:off x="7022160" y="5973720"/>
                <a:ext cx="177480" cy="93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74A4ABC-000A-FC58-A97F-C8CA67B48D4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004160" y="5956080"/>
                  <a:ext cx="213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CA37E01-C10E-FF65-C561-4518C9AF757C}"/>
                    </a:ext>
                  </a:extLst>
                </p14:cNvPr>
                <p14:cNvContentPartPr/>
                <p14:nvPr/>
              </p14:nvContentPartPr>
              <p14:xfrm>
                <a:off x="7199280" y="5955720"/>
                <a:ext cx="91800" cy="1710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CA37E01-C10E-FF65-C561-4518C9AF757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181280" y="5938080"/>
                  <a:ext cx="12744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35309161-8C1E-DF98-4181-C986C2991FA6}"/>
              </a:ext>
            </a:extLst>
          </p:cNvPr>
          <p:cNvGrpSpPr/>
          <p:nvPr/>
        </p:nvGrpSpPr>
        <p:grpSpPr>
          <a:xfrm>
            <a:off x="4981320" y="6394560"/>
            <a:ext cx="255960" cy="153360"/>
            <a:chOff x="4981320" y="6394560"/>
            <a:chExt cx="255960" cy="15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092462A-A650-C70B-FE43-4CA320570927}"/>
                    </a:ext>
                  </a:extLst>
                </p14:cNvPr>
                <p14:cNvContentPartPr/>
                <p14:nvPr/>
              </p14:nvContentPartPr>
              <p14:xfrm>
                <a:off x="4981320" y="6394560"/>
                <a:ext cx="133200" cy="1224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092462A-A650-C70B-FE43-4CA32057092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963680" y="6376560"/>
                  <a:ext cx="168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309276D-91B1-2E7D-99DA-821C4ECCE84F}"/>
                    </a:ext>
                  </a:extLst>
                </p14:cNvPr>
                <p14:cNvContentPartPr/>
                <p14:nvPr/>
              </p14:nvContentPartPr>
              <p14:xfrm>
                <a:off x="5138640" y="6411480"/>
                <a:ext cx="98640" cy="136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309276D-91B1-2E7D-99DA-821C4ECCE84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121000" y="6393480"/>
                  <a:ext cx="13428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9205F40E-B171-73D5-A3E1-374D26E96EEE}"/>
              </a:ext>
            </a:extLst>
          </p:cNvPr>
          <p:cNvGrpSpPr/>
          <p:nvPr/>
        </p:nvGrpSpPr>
        <p:grpSpPr>
          <a:xfrm>
            <a:off x="5528880" y="6310680"/>
            <a:ext cx="646200" cy="273600"/>
            <a:chOff x="5528880" y="6310680"/>
            <a:chExt cx="64620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75292DB-B084-C68D-069C-B17959A87657}"/>
                    </a:ext>
                  </a:extLst>
                </p14:cNvPr>
                <p14:cNvContentPartPr/>
                <p14:nvPr/>
              </p14:nvContentPartPr>
              <p14:xfrm>
                <a:off x="5528880" y="6417960"/>
                <a:ext cx="171000" cy="1296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75292DB-B084-C68D-069C-B17959A8765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511240" y="6399960"/>
                  <a:ext cx="2066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B8D48BE-2759-0C3F-97CD-2EEC150CA8BE}"/>
                    </a:ext>
                  </a:extLst>
                </p14:cNvPr>
                <p14:cNvContentPartPr/>
                <p14:nvPr/>
              </p14:nvContentPartPr>
              <p14:xfrm>
                <a:off x="5791680" y="6440640"/>
                <a:ext cx="164160" cy="1141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B8D48BE-2759-0C3F-97CD-2EEC150CA8B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773680" y="6422640"/>
                  <a:ext cx="199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BDD9198-2BA2-0E22-5827-753198B0689B}"/>
                    </a:ext>
                  </a:extLst>
                </p14:cNvPr>
                <p14:cNvContentPartPr/>
                <p14:nvPr/>
              </p14:nvContentPartPr>
              <p14:xfrm>
                <a:off x="5955480" y="6327600"/>
                <a:ext cx="116280" cy="2278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BDD9198-2BA2-0E22-5827-753198B0689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937840" y="6309600"/>
                  <a:ext cx="151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A478BC6-9AE8-3677-1332-09D4FB459CD3}"/>
                    </a:ext>
                  </a:extLst>
                </p14:cNvPr>
                <p14:cNvContentPartPr/>
                <p14:nvPr/>
              </p14:nvContentPartPr>
              <p14:xfrm>
                <a:off x="6053040" y="6310680"/>
                <a:ext cx="122040" cy="2736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A478BC6-9AE8-3677-1332-09D4FB459CD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035400" y="6293040"/>
                  <a:ext cx="157680" cy="30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3601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E47CB-E352-3FA3-9F2F-A946D7A0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09AB63-6A5D-FAEB-129A-123E32821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4 Velocity of slave cylinder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64B7E123-D41E-128E-3F9B-D08B532C78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07305B-CC25-DD92-5844-6F17B34704BB}"/>
              </a:ext>
            </a:extLst>
          </p:cNvPr>
          <p:cNvGrpSpPr/>
          <p:nvPr/>
        </p:nvGrpSpPr>
        <p:grpSpPr>
          <a:xfrm>
            <a:off x="1372892" y="2467006"/>
            <a:ext cx="436680" cy="368280"/>
            <a:chOff x="1372892" y="2467006"/>
            <a:chExt cx="43668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6DAF3BE-83CA-E6CE-9E63-748CF0AB2974}"/>
                    </a:ext>
                  </a:extLst>
                </p14:cNvPr>
                <p14:cNvContentPartPr/>
                <p14:nvPr/>
              </p14:nvContentPartPr>
              <p14:xfrm>
                <a:off x="1372892" y="2467006"/>
                <a:ext cx="180000" cy="333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6DAF3BE-83CA-E6CE-9E63-748CF0AB297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55252" y="2449366"/>
                  <a:ext cx="2156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8934CF2-9BA4-67B8-E816-5E541A4500CE}"/>
                    </a:ext>
                  </a:extLst>
                </p14:cNvPr>
                <p14:cNvContentPartPr/>
                <p14:nvPr/>
              </p14:nvContentPartPr>
              <p14:xfrm>
                <a:off x="1695812" y="2662486"/>
                <a:ext cx="113760" cy="172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8934CF2-9BA4-67B8-E816-5E541A4500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77812" y="2644486"/>
                  <a:ext cx="14940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DC9428F-DE77-E0CC-B63A-45032F6FE485}"/>
              </a:ext>
            </a:extLst>
          </p:cNvPr>
          <p:cNvGrpSpPr/>
          <p:nvPr/>
        </p:nvGrpSpPr>
        <p:grpSpPr>
          <a:xfrm>
            <a:off x="998407" y="4433826"/>
            <a:ext cx="2009520" cy="750960"/>
            <a:chOff x="998407" y="4433826"/>
            <a:chExt cx="2009520" cy="75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C87D23D-A2E8-B438-D629-F2BD6E1E436C}"/>
                    </a:ext>
                  </a:extLst>
                </p14:cNvPr>
                <p14:cNvContentPartPr/>
                <p14:nvPr/>
              </p14:nvContentPartPr>
              <p14:xfrm>
                <a:off x="2800567" y="4532466"/>
                <a:ext cx="166320" cy="12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C87D23D-A2E8-B438-D629-F2BD6E1E436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782567" y="4514466"/>
                  <a:ext cx="201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7974234-73E9-866D-70F1-CC596BB767BE}"/>
                    </a:ext>
                  </a:extLst>
                </p14:cNvPr>
                <p14:cNvContentPartPr/>
                <p14:nvPr/>
              </p14:nvContentPartPr>
              <p14:xfrm>
                <a:off x="2817487" y="4612026"/>
                <a:ext cx="190440" cy="12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7974234-73E9-866D-70F1-CC596BB767B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799847" y="4594386"/>
                  <a:ext cx="226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C933FB4-92A2-BCB6-241C-0B3507F3F811}"/>
                    </a:ext>
                  </a:extLst>
                </p14:cNvPr>
                <p14:cNvContentPartPr/>
                <p14:nvPr/>
              </p14:nvContentPartPr>
              <p14:xfrm>
                <a:off x="998407" y="4485666"/>
                <a:ext cx="146160" cy="190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C933FB4-92A2-BCB6-241C-0B3507F3F81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80407" y="4467666"/>
                  <a:ext cx="181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F2659AF-E151-C951-E816-083E61AC4158}"/>
                    </a:ext>
                  </a:extLst>
                </p14:cNvPr>
                <p14:cNvContentPartPr/>
                <p14:nvPr/>
              </p14:nvContentPartPr>
              <p14:xfrm>
                <a:off x="1236367" y="4560186"/>
                <a:ext cx="127080" cy="150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F2659AF-E151-C951-E816-083E61AC415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218367" y="4542186"/>
                  <a:ext cx="1627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D9174C6-D48D-2482-4589-9E584347C935}"/>
                    </a:ext>
                  </a:extLst>
                </p14:cNvPr>
                <p14:cNvContentPartPr/>
                <p14:nvPr/>
              </p14:nvContentPartPr>
              <p14:xfrm>
                <a:off x="1436527" y="4439586"/>
                <a:ext cx="47520" cy="269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D9174C6-D48D-2482-4589-9E584347C93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18527" y="4421946"/>
                  <a:ext cx="831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EA2E740-312D-6649-E306-BD258B47455D}"/>
                    </a:ext>
                  </a:extLst>
                </p14:cNvPr>
                <p14:cNvContentPartPr/>
                <p14:nvPr/>
              </p14:nvContentPartPr>
              <p14:xfrm>
                <a:off x="1540567" y="4593666"/>
                <a:ext cx="87840" cy="82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EA2E740-312D-6649-E306-BD258B47455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22927" y="4575666"/>
                  <a:ext cx="1234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5C9AFE8-D8CD-B42F-B0BA-47DD19F61822}"/>
                    </a:ext>
                  </a:extLst>
                </p14:cNvPr>
                <p14:cNvContentPartPr/>
                <p14:nvPr/>
              </p14:nvContentPartPr>
              <p14:xfrm>
                <a:off x="1695007" y="4572066"/>
                <a:ext cx="104040" cy="127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5C9AFE8-D8CD-B42F-B0BA-47DD19F6182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77367" y="4554066"/>
                  <a:ext cx="139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36D34C7-F731-F6D4-024B-AB2D3E2A8E25}"/>
                    </a:ext>
                  </a:extLst>
                </p14:cNvPr>
                <p14:cNvContentPartPr/>
                <p14:nvPr/>
              </p14:nvContentPartPr>
              <p14:xfrm>
                <a:off x="1857007" y="4617786"/>
                <a:ext cx="23760" cy="68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36D34C7-F731-F6D4-024B-AB2D3E2A8E2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839367" y="4600146"/>
                  <a:ext cx="59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5A4A513-AE70-30F5-B42E-0C28DF40329A}"/>
                    </a:ext>
                  </a:extLst>
                </p14:cNvPr>
                <p14:cNvContentPartPr/>
                <p14:nvPr/>
              </p14:nvContentPartPr>
              <p14:xfrm>
                <a:off x="1857367" y="4543266"/>
                <a:ext cx="17640" cy="6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5A4A513-AE70-30F5-B42E-0C28DF40329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839727" y="4525266"/>
                  <a:ext cx="53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43D798A-C41C-1B71-96ED-B7FC593F3FD5}"/>
                    </a:ext>
                  </a:extLst>
                </p14:cNvPr>
                <p14:cNvContentPartPr/>
                <p14:nvPr/>
              </p14:nvContentPartPr>
              <p14:xfrm>
                <a:off x="1995247" y="4433826"/>
                <a:ext cx="138240" cy="260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43D798A-C41C-1B71-96ED-B7FC593F3FD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977607" y="4416186"/>
                  <a:ext cx="173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D5DF1AB-F3D5-4A86-A1BE-3054615F281A}"/>
                    </a:ext>
                  </a:extLst>
                </p14:cNvPr>
                <p14:cNvContentPartPr/>
                <p14:nvPr/>
              </p14:nvContentPartPr>
              <p14:xfrm>
                <a:off x="1966447" y="4543266"/>
                <a:ext cx="115920" cy="6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D5DF1AB-F3D5-4A86-A1BE-3054615F281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948447" y="4525266"/>
                  <a:ext cx="151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D530D6A-4D6A-5AB4-7977-A2562AE09196}"/>
                    </a:ext>
                  </a:extLst>
                </p14:cNvPr>
                <p14:cNvContentPartPr/>
                <p14:nvPr/>
              </p14:nvContentPartPr>
              <p14:xfrm>
                <a:off x="2179207" y="4571706"/>
                <a:ext cx="161640" cy="243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D530D6A-4D6A-5AB4-7977-A2562AE0919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161567" y="4553706"/>
                  <a:ext cx="197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0121BA7-EA7E-B802-2B0E-178DA907AA6A}"/>
                    </a:ext>
                  </a:extLst>
                </p14:cNvPr>
                <p14:cNvContentPartPr/>
                <p14:nvPr/>
              </p14:nvContentPartPr>
              <p14:xfrm>
                <a:off x="2173447" y="4543266"/>
                <a:ext cx="64080" cy="8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0121BA7-EA7E-B802-2B0E-178DA907AA6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155447" y="4525266"/>
                  <a:ext cx="997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66E0781-DB9F-E0DC-0292-04A89C70F64F}"/>
                    </a:ext>
                  </a:extLst>
                </p14:cNvPr>
                <p14:cNvContentPartPr/>
                <p14:nvPr/>
              </p14:nvContentPartPr>
              <p14:xfrm>
                <a:off x="1040527" y="5031786"/>
                <a:ext cx="99360" cy="87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66E0781-DB9F-E0DC-0292-04A89C70F64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22527" y="5014146"/>
                  <a:ext cx="135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62C04CC-C8F6-40AD-79B0-32075EAA337D}"/>
                    </a:ext>
                  </a:extLst>
                </p14:cNvPr>
                <p14:cNvContentPartPr/>
                <p14:nvPr/>
              </p14:nvContentPartPr>
              <p14:xfrm>
                <a:off x="1229527" y="4847466"/>
                <a:ext cx="81360" cy="330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62C04CC-C8F6-40AD-79B0-32075EAA337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11527" y="4829466"/>
                  <a:ext cx="1170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7612936-8D89-4C18-4B7D-B9C0A7D0B235}"/>
                    </a:ext>
                  </a:extLst>
                </p14:cNvPr>
                <p14:cNvContentPartPr/>
                <p14:nvPr/>
              </p14:nvContentPartPr>
              <p14:xfrm>
                <a:off x="1213327" y="5031786"/>
                <a:ext cx="213480" cy="29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7612936-8D89-4C18-4B7D-B9C0A7D0B23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95327" y="5014146"/>
                  <a:ext cx="249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2F65FFC-003D-341B-E9F6-4DF8469424AE}"/>
                    </a:ext>
                  </a:extLst>
                </p14:cNvPr>
                <p14:cNvContentPartPr/>
                <p14:nvPr/>
              </p14:nvContentPartPr>
              <p14:xfrm>
                <a:off x="1954207" y="4985706"/>
                <a:ext cx="156600" cy="199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2F65FFC-003D-341B-E9F6-4DF8469424A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936207" y="4968066"/>
                  <a:ext cx="1922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732AF24-B15F-2C43-709F-DBF5DA1F6782}"/>
                    </a:ext>
                  </a:extLst>
                </p14:cNvPr>
                <p14:cNvContentPartPr/>
                <p14:nvPr/>
              </p14:nvContentPartPr>
              <p14:xfrm>
                <a:off x="2190727" y="4889226"/>
                <a:ext cx="68760" cy="275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732AF24-B15F-2C43-709F-DBF5DA1F678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172727" y="4871226"/>
                  <a:ext cx="1044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F68F1E1-AA8A-1C92-7482-41EED7AA7462}"/>
                    </a:ext>
                  </a:extLst>
                </p14:cNvPr>
                <p14:cNvContentPartPr/>
                <p14:nvPr/>
              </p14:nvContentPartPr>
              <p14:xfrm>
                <a:off x="2305567" y="5037546"/>
                <a:ext cx="154800" cy="138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F68F1E1-AA8A-1C92-7482-41EED7AA746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287927" y="5019546"/>
                  <a:ext cx="1904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B8C3C23-07FD-73A4-57F3-B250AB51E45F}"/>
                    </a:ext>
                  </a:extLst>
                </p14:cNvPr>
                <p14:cNvContentPartPr/>
                <p14:nvPr/>
              </p14:nvContentPartPr>
              <p14:xfrm>
                <a:off x="2478367" y="5046186"/>
                <a:ext cx="99000" cy="106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B8C3C23-07FD-73A4-57F3-B250AB51E45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60367" y="5028546"/>
                  <a:ext cx="1346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30FC2F4-30EC-9C65-2F3F-237E69F5D4C2}"/>
                    </a:ext>
                  </a:extLst>
                </p14:cNvPr>
                <p14:cNvContentPartPr/>
                <p14:nvPr/>
              </p14:nvContentPartPr>
              <p14:xfrm>
                <a:off x="2638567" y="5014146"/>
                <a:ext cx="150840" cy="156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30FC2F4-30EC-9C65-2F3F-237E69F5D4C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620567" y="4996146"/>
                  <a:ext cx="18648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8C313B3-F5D4-2EA1-02B0-E9AF72AA1E60}"/>
              </a:ext>
            </a:extLst>
          </p:cNvPr>
          <p:cNvGrpSpPr/>
          <p:nvPr/>
        </p:nvGrpSpPr>
        <p:grpSpPr>
          <a:xfrm>
            <a:off x="3271807" y="4836306"/>
            <a:ext cx="1501920" cy="513360"/>
            <a:chOff x="3271807" y="4836306"/>
            <a:chExt cx="1501920" cy="51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0F5D6B4-BDB0-3C09-5D0B-FBD8983151D4}"/>
                    </a:ext>
                  </a:extLst>
                </p14:cNvPr>
                <p14:cNvContentPartPr/>
                <p14:nvPr/>
              </p14:nvContentPartPr>
              <p14:xfrm>
                <a:off x="3271807" y="5013786"/>
                <a:ext cx="184680" cy="167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0F5D6B4-BDB0-3C09-5D0B-FBD8983151D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53807" y="4996146"/>
                  <a:ext cx="220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B7900EA-D003-967E-B31F-6C3318074E86}"/>
                    </a:ext>
                  </a:extLst>
                </p14:cNvPr>
                <p14:cNvContentPartPr/>
                <p14:nvPr/>
              </p14:nvContentPartPr>
              <p14:xfrm>
                <a:off x="3479167" y="5066346"/>
                <a:ext cx="23400" cy="80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B7900EA-D003-967E-B31F-6C3318074E8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61167" y="5048706"/>
                  <a:ext cx="59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EF8F0FA-FFBC-74BF-FCF6-AE0852FAAA3C}"/>
                    </a:ext>
                  </a:extLst>
                </p14:cNvPr>
                <p14:cNvContentPartPr/>
                <p14:nvPr/>
              </p14:nvContentPartPr>
              <p14:xfrm>
                <a:off x="3467647" y="4993626"/>
                <a:ext cx="360" cy="4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EF8F0FA-FFBC-74BF-FCF6-AE0852FAAA3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450007" y="4975626"/>
                  <a:ext cx="36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747F489-BCF3-C6BE-1F9B-92FC7369519D}"/>
                    </a:ext>
                  </a:extLst>
                </p14:cNvPr>
                <p14:cNvContentPartPr/>
                <p14:nvPr/>
              </p14:nvContentPartPr>
              <p14:xfrm>
                <a:off x="3473407" y="5008746"/>
                <a:ext cx="230760" cy="3409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747F489-BCF3-C6BE-1F9B-92FC7369519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455407" y="4990746"/>
                  <a:ext cx="2664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7726FBE-CB65-7A22-046E-32F288CA19E5}"/>
                    </a:ext>
                  </a:extLst>
                </p14:cNvPr>
                <p14:cNvContentPartPr/>
                <p14:nvPr/>
              </p14:nvContentPartPr>
              <p14:xfrm>
                <a:off x="3720007" y="4869786"/>
                <a:ext cx="47160" cy="294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7726FBE-CB65-7A22-046E-32F288CA19E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702007" y="4852146"/>
                  <a:ext cx="828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D01B4AE-2977-2172-B5EC-333D96F3A303}"/>
                    </a:ext>
                  </a:extLst>
                </p14:cNvPr>
                <p14:cNvContentPartPr/>
                <p14:nvPr/>
              </p14:nvContentPartPr>
              <p14:xfrm>
                <a:off x="3835207" y="5049066"/>
                <a:ext cx="22680" cy="104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D01B4AE-2977-2172-B5EC-333D96F3A30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817567" y="5031066"/>
                  <a:ext cx="58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01CB829-009F-3167-FF1E-79025961E4CE}"/>
                    </a:ext>
                  </a:extLst>
                </p14:cNvPr>
                <p14:cNvContentPartPr/>
                <p14:nvPr/>
              </p14:nvContentPartPr>
              <p14:xfrm>
                <a:off x="3818287" y="4973826"/>
                <a:ext cx="23760" cy="183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01CB829-009F-3167-FF1E-79025961E4C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800647" y="4956186"/>
                  <a:ext cx="59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5D514B1-9025-8E61-77B6-8D192ABF4EF0}"/>
                    </a:ext>
                  </a:extLst>
                </p14:cNvPr>
                <p14:cNvContentPartPr/>
                <p14:nvPr/>
              </p14:nvContentPartPr>
              <p14:xfrm>
                <a:off x="3921967" y="5043306"/>
                <a:ext cx="149760" cy="137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5D514B1-9025-8E61-77B6-8D192ABF4EF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904327" y="5025666"/>
                  <a:ext cx="185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915355F-EC77-2E2C-6012-B6D3247DD3C7}"/>
                    </a:ext>
                  </a:extLst>
                </p14:cNvPr>
                <p14:cNvContentPartPr/>
                <p14:nvPr/>
              </p14:nvContentPartPr>
              <p14:xfrm>
                <a:off x="4139407" y="4836306"/>
                <a:ext cx="214200" cy="374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915355F-EC77-2E2C-6012-B6D3247DD3C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121407" y="4818306"/>
                  <a:ext cx="2498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2CDD4BF-3696-C882-A5BB-586C394CE5AA}"/>
                    </a:ext>
                  </a:extLst>
                </p14:cNvPr>
                <p14:cNvContentPartPr/>
                <p14:nvPr/>
              </p14:nvContentPartPr>
              <p14:xfrm>
                <a:off x="4376647" y="5009106"/>
                <a:ext cx="120960" cy="167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2CDD4BF-3696-C882-A5BB-586C394CE5A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359007" y="4991466"/>
                  <a:ext cx="156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D3C2CEC-3B4D-65DA-41A0-5A1BD8E67A63}"/>
                    </a:ext>
                  </a:extLst>
                </p14:cNvPr>
                <p14:cNvContentPartPr/>
                <p14:nvPr/>
              </p14:nvContentPartPr>
              <p14:xfrm>
                <a:off x="4595887" y="4951506"/>
                <a:ext cx="177840" cy="2062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D3C2CEC-3B4D-65DA-41A0-5A1BD8E67A6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577887" y="4933506"/>
                  <a:ext cx="213480" cy="24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87424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18BB8-B2FF-74E1-523E-ED4DD89B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8FEC00-B86C-736C-1ECB-D42DA7D4F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5 Flow rate in hydraulic line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1E9708D9-DB1C-D08D-4BFB-0E259808C3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756AF25-BDE8-CB5E-BD06-742FF01870FF}"/>
              </a:ext>
            </a:extLst>
          </p:cNvPr>
          <p:cNvGrpSpPr/>
          <p:nvPr/>
        </p:nvGrpSpPr>
        <p:grpSpPr>
          <a:xfrm>
            <a:off x="1194120" y="2467320"/>
            <a:ext cx="695880" cy="367200"/>
            <a:chOff x="1194120" y="2467320"/>
            <a:chExt cx="69588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993AF01-2566-F819-DF55-BC9B8DEBC5FA}"/>
                    </a:ext>
                  </a:extLst>
                </p14:cNvPr>
                <p14:cNvContentPartPr/>
                <p14:nvPr/>
              </p14:nvContentPartPr>
              <p14:xfrm>
                <a:off x="1194120" y="2467320"/>
                <a:ext cx="318240" cy="330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993AF01-2566-F819-DF55-BC9B8DEBC5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6480" y="2449680"/>
                  <a:ext cx="3538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6803273-EB1F-6021-940E-372DEC207DEB}"/>
                    </a:ext>
                  </a:extLst>
                </p14:cNvPr>
                <p14:cNvContentPartPr/>
                <p14:nvPr/>
              </p14:nvContentPartPr>
              <p14:xfrm>
                <a:off x="1389600" y="2657400"/>
                <a:ext cx="134640" cy="177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6803273-EB1F-6021-940E-372DEC207D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71960" y="2639760"/>
                  <a:ext cx="1702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BC64C5E-9AB0-7E4A-6032-F946123EA779}"/>
                    </a:ext>
                  </a:extLst>
                </p14:cNvPr>
                <p14:cNvContentPartPr/>
                <p14:nvPr/>
              </p14:nvContentPartPr>
              <p14:xfrm>
                <a:off x="1688400" y="2639400"/>
                <a:ext cx="152640" cy="18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BC64C5E-9AB0-7E4A-6032-F946123EA77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70760" y="2621400"/>
                  <a:ext cx="188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A431646-A596-1C20-7461-01ECD193A951}"/>
                    </a:ext>
                  </a:extLst>
                </p14:cNvPr>
                <p14:cNvContentPartPr/>
                <p14:nvPr/>
              </p14:nvContentPartPr>
              <p14:xfrm>
                <a:off x="1706760" y="2730840"/>
                <a:ext cx="183240" cy="7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A431646-A596-1C20-7461-01ECD193A95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8760" y="2712840"/>
                  <a:ext cx="2188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51C596-78D9-6C50-99AB-A6C52EDCAC5C}"/>
              </a:ext>
            </a:extLst>
          </p:cNvPr>
          <p:cNvGrpSpPr/>
          <p:nvPr/>
        </p:nvGrpSpPr>
        <p:grpSpPr>
          <a:xfrm>
            <a:off x="2255040" y="2476680"/>
            <a:ext cx="549000" cy="333720"/>
            <a:chOff x="2255040" y="2476680"/>
            <a:chExt cx="54900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291F31-3491-CEDD-4A9C-33E69916F3D2}"/>
                    </a:ext>
                  </a:extLst>
                </p14:cNvPr>
                <p14:cNvContentPartPr/>
                <p14:nvPr/>
              </p14:nvContentPartPr>
              <p14:xfrm>
                <a:off x="2255040" y="2476680"/>
                <a:ext cx="210960" cy="303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291F31-3491-CEDD-4A9C-33E69916F3D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37400" y="2459040"/>
                  <a:ext cx="2466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21D2770-B334-A860-59CF-BA161BC7C7F9}"/>
                    </a:ext>
                  </a:extLst>
                </p14:cNvPr>
                <p14:cNvContentPartPr/>
                <p14:nvPr/>
              </p14:nvContentPartPr>
              <p14:xfrm>
                <a:off x="2553840" y="2690160"/>
                <a:ext cx="250200" cy="12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21D2770-B334-A860-59CF-BA161BC7C7F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36200" y="2672160"/>
                  <a:ext cx="28584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C395D1B-2020-5918-A31D-37A685E74219}"/>
              </a:ext>
            </a:extLst>
          </p:cNvPr>
          <p:cNvGrpSpPr/>
          <p:nvPr/>
        </p:nvGrpSpPr>
        <p:grpSpPr>
          <a:xfrm>
            <a:off x="3169800" y="2607000"/>
            <a:ext cx="799920" cy="219600"/>
            <a:chOff x="3169800" y="2607000"/>
            <a:chExt cx="79992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F47DC1-F9DA-0EE8-19C2-293C1ABABEEB}"/>
                    </a:ext>
                  </a:extLst>
                </p14:cNvPr>
                <p14:cNvContentPartPr/>
                <p14:nvPr/>
              </p14:nvContentPartPr>
              <p14:xfrm>
                <a:off x="3169800" y="2651640"/>
                <a:ext cx="191160" cy="140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F47DC1-F9DA-0EE8-19C2-293C1ABABEE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51800" y="2633640"/>
                  <a:ext cx="226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E1B24BB-B946-D878-FE42-9AA9590D2A64}"/>
                    </a:ext>
                  </a:extLst>
                </p14:cNvPr>
                <p14:cNvContentPartPr/>
                <p14:nvPr/>
              </p14:nvContentPartPr>
              <p14:xfrm>
                <a:off x="3206160" y="2645520"/>
                <a:ext cx="122040" cy="122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E1B24BB-B946-D878-FE42-9AA9590D2A6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88520" y="2627520"/>
                  <a:ext cx="157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C56BEA3-399A-3922-60A8-F512BFAD4F6D}"/>
                    </a:ext>
                  </a:extLst>
                </p14:cNvPr>
                <p14:cNvContentPartPr/>
                <p14:nvPr/>
              </p14:nvContentPartPr>
              <p14:xfrm>
                <a:off x="3504960" y="2607000"/>
                <a:ext cx="171360" cy="207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C56BEA3-399A-3922-60A8-F512BFAD4F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87320" y="2589000"/>
                  <a:ext cx="207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E7ABCB-34DB-D874-383A-D88E86B217E4}"/>
                    </a:ext>
                  </a:extLst>
                </p14:cNvPr>
                <p14:cNvContentPartPr/>
                <p14:nvPr/>
              </p14:nvContentPartPr>
              <p14:xfrm>
                <a:off x="3778920" y="2730840"/>
                <a:ext cx="190800" cy="95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E7ABCB-34DB-D874-383A-D88E86B217E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60920" y="2712840"/>
                  <a:ext cx="226440" cy="13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9ADB8D-838D-5E1E-E8E2-DC21A17B4C10}"/>
                  </a:ext>
                </a:extLst>
              </p14:cNvPr>
              <p14:cNvContentPartPr/>
              <p14:nvPr/>
            </p14:nvContentPartPr>
            <p14:xfrm>
              <a:off x="5323680" y="2185080"/>
              <a:ext cx="260280" cy="747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9ADB8D-838D-5E1E-E8E2-DC21A17B4C1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06040" y="2167440"/>
                <a:ext cx="295920" cy="78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38A5134A-43CE-1BCC-01AB-C61E9B8E47D0}"/>
              </a:ext>
            </a:extLst>
          </p:cNvPr>
          <p:cNvGrpSpPr/>
          <p:nvPr/>
        </p:nvGrpSpPr>
        <p:grpSpPr>
          <a:xfrm>
            <a:off x="5522760" y="2139360"/>
            <a:ext cx="2219400" cy="856080"/>
            <a:chOff x="5522760" y="2139360"/>
            <a:chExt cx="2219400" cy="85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F4A07C7-8384-D18B-6B5F-62D5A416D846}"/>
                    </a:ext>
                  </a:extLst>
                </p14:cNvPr>
                <p14:cNvContentPartPr/>
                <p14:nvPr/>
              </p14:nvContentPartPr>
              <p14:xfrm>
                <a:off x="5522760" y="2536800"/>
                <a:ext cx="208800" cy="219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F4A07C7-8384-D18B-6B5F-62D5A416D84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04760" y="2518800"/>
                  <a:ext cx="2444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B4B9768-7B94-C7EA-4144-D534DC76DD9E}"/>
                    </a:ext>
                  </a:extLst>
                </p14:cNvPr>
                <p14:cNvContentPartPr/>
                <p14:nvPr/>
              </p14:nvContentPartPr>
              <p14:xfrm>
                <a:off x="5845680" y="2681520"/>
                <a:ext cx="39240" cy="50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B4B9768-7B94-C7EA-4144-D534DC76DD9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28040" y="2663520"/>
                  <a:ext cx="74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7D7D111-B631-D692-E879-AEC78EDB423E}"/>
                    </a:ext>
                  </a:extLst>
                </p14:cNvPr>
                <p14:cNvContentPartPr/>
                <p14:nvPr/>
              </p14:nvContentPartPr>
              <p14:xfrm>
                <a:off x="6016680" y="2572440"/>
                <a:ext cx="97560" cy="210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7D7D111-B631-D692-E879-AEC78EDB423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98680" y="2554440"/>
                  <a:ext cx="133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85C7318-B4B0-8E26-D66B-D7C9674EBBD7}"/>
                    </a:ext>
                  </a:extLst>
                </p14:cNvPr>
                <p14:cNvContentPartPr/>
                <p14:nvPr/>
              </p14:nvContentPartPr>
              <p14:xfrm>
                <a:off x="6065280" y="2560200"/>
                <a:ext cx="86040" cy="18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85C7318-B4B0-8E26-D66B-D7C9674EBB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47640" y="2542200"/>
                  <a:ext cx="1216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E3901D6-FFE2-51EE-AD34-2F9B516E8CD3}"/>
                    </a:ext>
                  </a:extLst>
                </p14:cNvPr>
                <p14:cNvContentPartPr/>
                <p14:nvPr/>
              </p14:nvContentPartPr>
              <p14:xfrm>
                <a:off x="6241680" y="2566320"/>
                <a:ext cx="98280" cy="190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E3901D6-FFE2-51EE-AD34-2F9B516E8CD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24040" y="2548320"/>
                  <a:ext cx="133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52E8C5B-BAFD-6427-DDF4-7ADD4A2A3371}"/>
                    </a:ext>
                  </a:extLst>
                </p14:cNvPr>
                <p14:cNvContentPartPr/>
                <p14:nvPr/>
              </p14:nvContentPartPr>
              <p14:xfrm>
                <a:off x="6461280" y="2560200"/>
                <a:ext cx="97560" cy="181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52E8C5B-BAFD-6427-DDF4-7ADD4A2A337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43280" y="2542200"/>
                  <a:ext cx="1332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5E06BB5-652A-A72C-9DA5-658D87D1AEA0}"/>
                    </a:ext>
                  </a:extLst>
                </p14:cNvPr>
                <p14:cNvContentPartPr/>
                <p14:nvPr/>
              </p14:nvContentPartPr>
              <p14:xfrm>
                <a:off x="6498000" y="2529600"/>
                <a:ext cx="152640" cy="18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5E06BB5-652A-A72C-9DA5-658D87D1AE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80360" y="2511960"/>
                  <a:ext cx="188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CC0D15D-7A15-392A-5731-08A5368EA0BF}"/>
                    </a:ext>
                  </a:extLst>
                </p14:cNvPr>
                <p14:cNvContentPartPr/>
                <p14:nvPr/>
              </p14:nvContentPartPr>
              <p14:xfrm>
                <a:off x="6832800" y="2646240"/>
                <a:ext cx="177840" cy="108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CC0D15D-7A15-392A-5731-08A5368EA0B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14800" y="2628600"/>
                  <a:ext cx="213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9FD52C8-F438-33D8-3E19-563CB1AAA3DE}"/>
                    </a:ext>
                  </a:extLst>
                </p14:cNvPr>
                <p14:cNvContentPartPr/>
                <p14:nvPr/>
              </p14:nvContentPartPr>
              <p14:xfrm>
                <a:off x="7083360" y="2462640"/>
                <a:ext cx="127440" cy="316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9FD52C8-F438-33D8-3E19-563CB1AAA3D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65360" y="2444640"/>
                  <a:ext cx="1630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131EDD9-CDD3-93D0-8ED0-F962875E6504}"/>
                    </a:ext>
                  </a:extLst>
                </p14:cNvPr>
                <p14:cNvContentPartPr/>
                <p14:nvPr/>
              </p14:nvContentPartPr>
              <p14:xfrm>
                <a:off x="7144560" y="2468760"/>
                <a:ext cx="183240" cy="311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131EDD9-CDD3-93D0-8ED0-F962875E650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26560" y="2450760"/>
                  <a:ext cx="2188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FE9535B-22B1-1068-24E2-E110F403AE38}"/>
                    </a:ext>
                  </a:extLst>
                </p14:cNvPr>
                <p14:cNvContentPartPr/>
                <p14:nvPr/>
              </p14:nvContentPartPr>
              <p14:xfrm>
                <a:off x="7418160" y="2364720"/>
                <a:ext cx="73800" cy="525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FE9535B-22B1-1068-24E2-E110F403AE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00520" y="2347080"/>
                  <a:ext cx="10944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D45A6CC-AD6E-F190-22C4-5A6FE9D74D34}"/>
                    </a:ext>
                  </a:extLst>
                </p14:cNvPr>
                <p14:cNvContentPartPr/>
                <p14:nvPr/>
              </p14:nvContentPartPr>
              <p14:xfrm>
                <a:off x="7552800" y="2639400"/>
                <a:ext cx="67680" cy="158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D45A6CC-AD6E-F190-22C4-5A6FE9D74D3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35160" y="2621400"/>
                  <a:ext cx="103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37B6C83-0BF0-8E3A-4EEA-0FE4D70BB406}"/>
                    </a:ext>
                  </a:extLst>
                </p14:cNvPr>
                <p14:cNvContentPartPr/>
                <p14:nvPr/>
              </p14:nvContentPartPr>
              <p14:xfrm>
                <a:off x="7565040" y="2139360"/>
                <a:ext cx="177120" cy="856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37B6C83-0BF0-8E3A-4EEA-0FE4D70BB40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47040" y="2121720"/>
                  <a:ext cx="212760" cy="89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D642261-B092-21B5-B6C8-E594A632CC12}"/>
              </a:ext>
            </a:extLst>
          </p:cNvPr>
          <p:cNvGrpSpPr/>
          <p:nvPr/>
        </p:nvGrpSpPr>
        <p:grpSpPr>
          <a:xfrm>
            <a:off x="1846080" y="3054840"/>
            <a:ext cx="903600" cy="273960"/>
            <a:chOff x="1846080" y="3054840"/>
            <a:chExt cx="90360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4D26FB2-EB4F-1809-81E0-7C989E4C9135}"/>
                    </a:ext>
                  </a:extLst>
                </p14:cNvPr>
                <p14:cNvContentPartPr/>
                <p14:nvPr/>
              </p14:nvContentPartPr>
              <p14:xfrm>
                <a:off x="1846080" y="3175800"/>
                <a:ext cx="180360" cy="137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4D26FB2-EB4F-1809-81E0-7C989E4C913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28440" y="3158160"/>
                  <a:ext cx="216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0EF667F-3F8A-E973-DE19-CFCFE68B6A02}"/>
                    </a:ext>
                  </a:extLst>
                </p14:cNvPr>
                <p14:cNvContentPartPr/>
                <p14:nvPr/>
              </p14:nvContentPartPr>
              <p14:xfrm>
                <a:off x="2078640" y="3054840"/>
                <a:ext cx="159120" cy="248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0EF667F-3F8A-E973-DE19-CFCFE68B6A0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60640" y="3036840"/>
                  <a:ext cx="1947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F49793B-95DD-3093-125A-113A2223C6F7}"/>
                    </a:ext>
                  </a:extLst>
                </p14:cNvPr>
                <p14:cNvContentPartPr/>
                <p14:nvPr/>
              </p14:nvContentPartPr>
              <p14:xfrm>
                <a:off x="2285640" y="3194880"/>
                <a:ext cx="91800" cy="133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F49793B-95DD-3093-125A-113A2223C6F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67640" y="3176880"/>
                  <a:ext cx="127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6DBD37F-0949-98B4-4F18-3D232E45072F}"/>
                    </a:ext>
                  </a:extLst>
                </p14:cNvPr>
                <p14:cNvContentPartPr/>
                <p14:nvPr/>
              </p14:nvContentPartPr>
              <p14:xfrm>
                <a:off x="2457000" y="3181920"/>
                <a:ext cx="108720" cy="128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6DBD37F-0949-98B4-4F18-3D232E45072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39360" y="3164280"/>
                  <a:ext cx="144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DF95CD3-F03A-D091-55A1-08BC20E1FE0E}"/>
                    </a:ext>
                  </a:extLst>
                </p14:cNvPr>
                <p14:cNvContentPartPr/>
                <p14:nvPr/>
              </p14:nvContentPartPr>
              <p14:xfrm>
                <a:off x="2650680" y="3148440"/>
                <a:ext cx="99000" cy="162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DF95CD3-F03A-D091-55A1-08BC20E1FE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32680" y="3130440"/>
                  <a:ext cx="13464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DF591E2-BDC8-9416-9BE3-60548CF66276}"/>
              </a:ext>
            </a:extLst>
          </p:cNvPr>
          <p:cNvGrpSpPr/>
          <p:nvPr/>
        </p:nvGrpSpPr>
        <p:grpSpPr>
          <a:xfrm>
            <a:off x="2534760" y="3492240"/>
            <a:ext cx="531720" cy="250200"/>
            <a:chOff x="2534760" y="3492240"/>
            <a:chExt cx="53172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34D830D-0D7B-5A33-F923-D8C1C12FDC5A}"/>
                    </a:ext>
                  </a:extLst>
                </p14:cNvPr>
                <p14:cNvContentPartPr/>
                <p14:nvPr/>
              </p14:nvContentPartPr>
              <p14:xfrm>
                <a:off x="2534760" y="3492240"/>
                <a:ext cx="232920" cy="250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34D830D-0D7B-5A33-F923-D8C1C12FDC5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17120" y="3474600"/>
                  <a:ext cx="2685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8425A74-E104-2607-EAFE-9C74ED46CA43}"/>
                    </a:ext>
                  </a:extLst>
                </p14:cNvPr>
                <p14:cNvContentPartPr/>
                <p14:nvPr/>
              </p14:nvContentPartPr>
              <p14:xfrm>
                <a:off x="2907720" y="3602400"/>
                <a:ext cx="128160" cy="12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8425A74-E104-2607-EAFE-9C74ED46CA4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89720" y="3584760"/>
                  <a:ext cx="163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B06B146-7049-6681-2A47-3874BA538ACE}"/>
                    </a:ext>
                  </a:extLst>
                </p14:cNvPr>
                <p14:cNvContentPartPr/>
                <p14:nvPr/>
              </p14:nvContentPartPr>
              <p14:xfrm>
                <a:off x="2913840" y="3675480"/>
                <a:ext cx="152640" cy="12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B06B146-7049-6681-2A47-3874BA538AC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95840" y="3657840"/>
                  <a:ext cx="18828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024F12C-852F-0B19-39C0-DC95722CA7E7}"/>
              </a:ext>
            </a:extLst>
          </p:cNvPr>
          <p:cNvGrpSpPr/>
          <p:nvPr/>
        </p:nvGrpSpPr>
        <p:grpSpPr>
          <a:xfrm>
            <a:off x="3261240" y="3462360"/>
            <a:ext cx="701280" cy="286560"/>
            <a:chOff x="3261240" y="3462360"/>
            <a:chExt cx="70128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E934027-25D9-6C2A-A00E-49B10BAD88B3}"/>
                    </a:ext>
                  </a:extLst>
                </p14:cNvPr>
                <p14:cNvContentPartPr/>
                <p14:nvPr/>
              </p14:nvContentPartPr>
              <p14:xfrm>
                <a:off x="3261240" y="3462360"/>
                <a:ext cx="189360" cy="286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E934027-25D9-6C2A-A00E-49B10BAD88B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43600" y="3444720"/>
                  <a:ext cx="2250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964BD8-C9E3-B401-AE6F-136553F53AA8}"/>
                    </a:ext>
                  </a:extLst>
                </p14:cNvPr>
                <p14:cNvContentPartPr/>
                <p14:nvPr/>
              </p14:nvContentPartPr>
              <p14:xfrm>
                <a:off x="3511080" y="3584400"/>
                <a:ext cx="122400" cy="147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964BD8-C9E3-B401-AE6F-136553F53AA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93080" y="3566400"/>
                  <a:ext cx="1580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8CED429-6B23-CE79-4213-F8C715887112}"/>
                    </a:ext>
                  </a:extLst>
                </p14:cNvPr>
                <p14:cNvContentPartPr/>
                <p14:nvPr/>
              </p14:nvContentPartPr>
              <p14:xfrm>
                <a:off x="3693960" y="3590520"/>
                <a:ext cx="110160" cy="147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8CED429-6B23-CE79-4213-F8C71588711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75960" y="3572520"/>
                  <a:ext cx="145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501F72C-820D-4398-BA36-AF47C3E33D47}"/>
                    </a:ext>
                  </a:extLst>
                </p14:cNvPr>
                <p14:cNvContentPartPr/>
                <p14:nvPr/>
              </p14:nvContentPartPr>
              <p14:xfrm>
                <a:off x="3821760" y="3631200"/>
                <a:ext cx="140760" cy="112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501F72C-820D-4398-BA36-AF47C3E33D4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04120" y="3613200"/>
                  <a:ext cx="17640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5A64974-B631-EBE1-7B5A-74EF8FC16584}"/>
              </a:ext>
            </a:extLst>
          </p:cNvPr>
          <p:cNvGrpSpPr/>
          <p:nvPr/>
        </p:nvGrpSpPr>
        <p:grpSpPr>
          <a:xfrm>
            <a:off x="4309560" y="3486120"/>
            <a:ext cx="274680" cy="264960"/>
            <a:chOff x="4309560" y="3486120"/>
            <a:chExt cx="274680" cy="26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2DDCAA8-A0F0-8E81-5A9C-0199C7F24824}"/>
                    </a:ext>
                  </a:extLst>
                </p14:cNvPr>
                <p14:cNvContentPartPr/>
                <p14:nvPr/>
              </p14:nvContentPartPr>
              <p14:xfrm>
                <a:off x="4309560" y="3638760"/>
                <a:ext cx="97200" cy="86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2DDCAA8-A0F0-8E81-5A9C-0199C7F2482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91920" y="3620760"/>
                  <a:ext cx="1328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C4C45BD-2D41-52F1-DAD6-F838091F1AAF}"/>
                    </a:ext>
                  </a:extLst>
                </p14:cNvPr>
                <p14:cNvContentPartPr/>
                <p14:nvPr/>
              </p14:nvContentPartPr>
              <p14:xfrm>
                <a:off x="4464000" y="3486120"/>
                <a:ext cx="83880" cy="264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C4C45BD-2D41-52F1-DAD6-F838091F1AA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46000" y="3468480"/>
                  <a:ext cx="1195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B6DD225-39B2-D9A9-CA18-C13B91D5FA31}"/>
                    </a:ext>
                  </a:extLst>
                </p14:cNvPr>
                <p14:cNvContentPartPr/>
                <p14:nvPr/>
              </p14:nvContentPartPr>
              <p14:xfrm>
                <a:off x="4437720" y="3639120"/>
                <a:ext cx="146520" cy="37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B6DD225-39B2-D9A9-CA18-C13B91D5FA3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20080" y="3621120"/>
                  <a:ext cx="18216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DD5AEF2-C974-43C0-3110-F7F5910073A5}"/>
              </a:ext>
            </a:extLst>
          </p:cNvPr>
          <p:cNvGrpSpPr/>
          <p:nvPr/>
        </p:nvGrpSpPr>
        <p:grpSpPr>
          <a:xfrm>
            <a:off x="2584440" y="4061040"/>
            <a:ext cx="518400" cy="157680"/>
            <a:chOff x="2584440" y="4061040"/>
            <a:chExt cx="51840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63C9722-9681-DB38-E689-ACB116462523}"/>
                    </a:ext>
                  </a:extLst>
                </p14:cNvPr>
                <p14:cNvContentPartPr/>
                <p14:nvPr/>
              </p14:nvContentPartPr>
              <p14:xfrm>
                <a:off x="2584440" y="4061040"/>
                <a:ext cx="128520" cy="157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63C9722-9681-DB38-E689-ACB11646252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66800" y="4043400"/>
                  <a:ext cx="1641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FB4C181-525E-A747-01EE-7389D4B2F1A5}"/>
                    </a:ext>
                  </a:extLst>
                </p14:cNvPr>
                <p14:cNvContentPartPr/>
                <p14:nvPr/>
              </p14:nvContentPartPr>
              <p14:xfrm>
                <a:off x="2901600" y="4096320"/>
                <a:ext cx="140760" cy="18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FB4C181-525E-A747-01EE-7389D4B2F1A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83960" y="4078680"/>
                  <a:ext cx="176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06BF027-D9DF-5927-95FE-A1F9C08B8054}"/>
                    </a:ext>
                  </a:extLst>
                </p14:cNvPr>
                <p14:cNvContentPartPr/>
                <p14:nvPr/>
              </p14:nvContentPartPr>
              <p14:xfrm>
                <a:off x="2877120" y="4169400"/>
                <a:ext cx="225720" cy="12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06BF027-D9DF-5927-95FE-A1F9C08B805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59480" y="4151760"/>
                  <a:ext cx="2613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303FD87-9618-F671-6148-BAE49A99D402}"/>
              </a:ext>
            </a:extLst>
          </p:cNvPr>
          <p:cNvGrpSpPr/>
          <p:nvPr/>
        </p:nvGrpSpPr>
        <p:grpSpPr>
          <a:xfrm>
            <a:off x="3303720" y="3953760"/>
            <a:ext cx="1225800" cy="415800"/>
            <a:chOff x="3303720" y="3953760"/>
            <a:chExt cx="1225800" cy="41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CA09C7C-3ED9-DCD6-FF67-C13EEC36D2C8}"/>
                    </a:ext>
                  </a:extLst>
                </p14:cNvPr>
                <p14:cNvContentPartPr/>
                <p14:nvPr/>
              </p14:nvContentPartPr>
              <p14:xfrm>
                <a:off x="3303720" y="3995880"/>
                <a:ext cx="122400" cy="210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CA09C7C-3ED9-DCD6-FF67-C13EEC36D2C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285720" y="3977880"/>
                  <a:ext cx="1580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92D1452-E503-B569-0225-7FDA75958635}"/>
                    </a:ext>
                  </a:extLst>
                </p14:cNvPr>
                <p14:cNvContentPartPr/>
                <p14:nvPr/>
              </p14:nvContentPartPr>
              <p14:xfrm>
                <a:off x="3528360" y="4096680"/>
                <a:ext cx="165960" cy="115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92D1452-E503-B569-0225-7FDA7595863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10360" y="4079040"/>
                  <a:ext cx="201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B149929-CB5A-4678-464C-702C186821FD}"/>
                    </a:ext>
                  </a:extLst>
                </p14:cNvPr>
                <p14:cNvContentPartPr/>
                <p14:nvPr/>
              </p14:nvContentPartPr>
              <p14:xfrm>
                <a:off x="3706200" y="3962040"/>
                <a:ext cx="67320" cy="268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B149929-CB5A-4678-464C-702C186821F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88560" y="3944400"/>
                  <a:ext cx="102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A2DF698-8632-245B-15DE-B5295EFA3651}"/>
                    </a:ext>
                  </a:extLst>
                </p14:cNvPr>
                <p14:cNvContentPartPr/>
                <p14:nvPr/>
              </p14:nvContentPartPr>
              <p14:xfrm>
                <a:off x="3803040" y="4102440"/>
                <a:ext cx="84600" cy="104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A2DF698-8632-245B-15DE-B5295EFA365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85400" y="4084440"/>
                  <a:ext cx="120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9AD2E6-6768-6201-95FA-AFBF3A939B41}"/>
                    </a:ext>
                  </a:extLst>
                </p14:cNvPr>
                <p14:cNvContentPartPr/>
                <p14:nvPr/>
              </p14:nvContentPartPr>
              <p14:xfrm>
                <a:off x="3986640" y="4096320"/>
                <a:ext cx="110160" cy="122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9AD2E6-6768-6201-95FA-AFBF3A939B4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68640" y="4078680"/>
                  <a:ext cx="145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6C7AD0A-5DA0-6622-CCA3-F0321085AFC6}"/>
                    </a:ext>
                  </a:extLst>
                </p14:cNvPr>
                <p14:cNvContentPartPr/>
                <p14:nvPr/>
              </p14:nvContentPartPr>
              <p14:xfrm>
                <a:off x="4126680" y="4139160"/>
                <a:ext cx="24840" cy="67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6C7AD0A-5DA0-6622-CCA3-F0321085AFC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09040" y="4121160"/>
                  <a:ext cx="60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3A52C71-AFC6-5DDC-9286-6F3E4F8997AE}"/>
                    </a:ext>
                  </a:extLst>
                </p14:cNvPr>
                <p14:cNvContentPartPr/>
                <p14:nvPr/>
              </p14:nvContentPartPr>
              <p14:xfrm>
                <a:off x="4132800" y="4041240"/>
                <a:ext cx="18720" cy="18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3A52C71-AFC6-5DDC-9286-6F3E4F8997A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15160" y="4023600"/>
                  <a:ext cx="54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57B15AD-EBD7-A1B3-E337-E0774DA7598B}"/>
                    </a:ext>
                  </a:extLst>
                </p14:cNvPr>
                <p14:cNvContentPartPr/>
                <p14:nvPr/>
              </p14:nvContentPartPr>
              <p14:xfrm>
                <a:off x="4273200" y="3953760"/>
                <a:ext cx="104040" cy="252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57B15AD-EBD7-A1B3-E337-E0774DA7598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55200" y="3936120"/>
                  <a:ext cx="1396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374E0B5-1CB1-CAB5-CEAC-0367A2A8D7CE}"/>
                    </a:ext>
                  </a:extLst>
                </p14:cNvPr>
                <p14:cNvContentPartPr/>
                <p14:nvPr/>
              </p14:nvContentPartPr>
              <p14:xfrm>
                <a:off x="4223880" y="4065720"/>
                <a:ext cx="127800" cy="25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374E0B5-1CB1-CAB5-CEAC-0367A2A8D7C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06240" y="4048080"/>
                  <a:ext cx="1634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421A9D6-2F7E-B342-8D09-3B6D3BFE0950}"/>
                    </a:ext>
                  </a:extLst>
                </p14:cNvPr>
                <p14:cNvContentPartPr/>
                <p14:nvPr/>
              </p14:nvContentPartPr>
              <p14:xfrm>
                <a:off x="4411080" y="4096320"/>
                <a:ext cx="118440" cy="273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421A9D6-2F7E-B342-8D09-3B6D3BFE095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93080" y="4078680"/>
                  <a:ext cx="15408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4EEF09C-669A-8C81-661B-3DE1C6317B25}"/>
              </a:ext>
            </a:extLst>
          </p:cNvPr>
          <p:cNvGrpSpPr/>
          <p:nvPr/>
        </p:nvGrpSpPr>
        <p:grpSpPr>
          <a:xfrm>
            <a:off x="4821840" y="3487560"/>
            <a:ext cx="1585440" cy="767520"/>
            <a:chOff x="4821840" y="3487560"/>
            <a:chExt cx="1585440" cy="76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5C68AC1-B84A-918D-581C-C0612433E182}"/>
                    </a:ext>
                  </a:extLst>
                </p14:cNvPr>
                <p14:cNvContentPartPr/>
                <p14:nvPr/>
              </p14:nvContentPartPr>
              <p14:xfrm>
                <a:off x="4821840" y="3639120"/>
                <a:ext cx="220680" cy="114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5C68AC1-B84A-918D-581C-C0612433E18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03840" y="3621120"/>
                  <a:ext cx="256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E65F3D1-4A0E-0B44-8170-4A92A2763D27}"/>
                    </a:ext>
                  </a:extLst>
                </p14:cNvPr>
                <p14:cNvContentPartPr/>
                <p14:nvPr/>
              </p14:nvContentPartPr>
              <p14:xfrm>
                <a:off x="5132880" y="3651360"/>
                <a:ext cx="152640" cy="97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E65F3D1-4A0E-0B44-8170-4A92A2763D2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114880" y="3633720"/>
                  <a:ext cx="1882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C460647-465F-F700-B32D-3A02ED336CC3}"/>
                    </a:ext>
                  </a:extLst>
                </p14:cNvPr>
                <p14:cNvContentPartPr/>
                <p14:nvPr/>
              </p14:nvContentPartPr>
              <p14:xfrm>
                <a:off x="5321520" y="3653520"/>
                <a:ext cx="92160" cy="118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460647-465F-F700-B32D-3A02ED336CC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03880" y="3635520"/>
                  <a:ext cx="127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E06D925-D95A-C602-383F-28DCE82E4395}"/>
                    </a:ext>
                  </a:extLst>
                </p14:cNvPr>
                <p14:cNvContentPartPr/>
                <p14:nvPr/>
              </p14:nvContentPartPr>
              <p14:xfrm>
                <a:off x="5504400" y="3487560"/>
                <a:ext cx="128160" cy="263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E06D925-D95A-C602-383F-28DCE82E439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486760" y="3469920"/>
                  <a:ext cx="1638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8D696FD-2E5E-72CE-6772-685DB27D0F99}"/>
                    </a:ext>
                  </a:extLst>
                </p14:cNvPr>
                <p14:cNvContentPartPr/>
                <p14:nvPr/>
              </p14:nvContentPartPr>
              <p14:xfrm>
                <a:off x="5479920" y="3620760"/>
                <a:ext cx="116280" cy="6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8D696FD-2E5E-72CE-6772-685DB27D0F9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62280" y="3603120"/>
                  <a:ext cx="1519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521DD1C-BF13-C693-3247-6661C0DC4031}"/>
                    </a:ext>
                  </a:extLst>
                </p14:cNvPr>
                <p14:cNvContentPartPr/>
                <p14:nvPr/>
              </p14:nvContentPartPr>
              <p14:xfrm>
                <a:off x="5644800" y="3622920"/>
                <a:ext cx="110160" cy="120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521DD1C-BF13-C693-3247-6661C0DC40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26800" y="3604920"/>
                  <a:ext cx="1458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B95FF9C-F153-9773-F55F-5F6CE57777CA}"/>
                    </a:ext>
                  </a:extLst>
                </p14:cNvPr>
                <p14:cNvContentPartPr/>
                <p14:nvPr/>
              </p14:nvContentPartPr>
              <p14:xfrm>
                <a:off x="5820840" y="3566040"/>
                <a:ext cx="129240" cy="196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B95FF9C-F153-9773-F55F-5F6CE57777C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02840" y="3548040"/>
                  <a:ext cx="1648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A7A7B66-2B31-1433-D71D-B0E5F50401B0}"/>
                    </a:ext>
                  </a:extLst>
                </p14:cNvPr>
                <p14:cNvContentPartPr/>
                <p14:nvPr/>
              </p14:nvContentPartPr>
              <p14:xfrm>
                <a:off x="4879440" y="4103880"/>
                <a:ext cx="125640" cy="96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A7A7B66-2B31-1433-D71D-B0E5F50401B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61800" y="4085880"/>
                  <a:ext cx="161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D898C02-033C-61F1-1859-091623AAC997}"/>
                    </a:ext>
                  </a:extLst>
                </p14:cNvPr>
                <p14:cNvContentPartPr/>
                <p14:nvPr/>
              </p14:nvContentPartPr>
              <p14:xfrm>
                <a:off x="5081400" y="3895800"/>
                <a:ext cx="198000" cy="339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D898C02-033C-61F1-1859-091623AAC99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063760" y="3877800"/>
                  <a:ext cx="2336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BF89DAA-52D2-C2A7-A53D-72F6A03F5C17}"/>
                    </a:ext>
                  </a:extLst>
                </p14:cNvPr>
                <p14:cNvContentPartPr/>
                <p14:nvPr/>
              </p14:nvContentPartPr>
              <p14:xfrm>
                <a:off x="5621400" y="3913440"/>
                <a:ext cx="72720" cy="336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BF89DAA-52D2-C2A7-A53D-72F6A03F5C1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03760" y="3895800"/>
                  <a:ext cx="1083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D1DADFA-0074-0D47-C206-0154B8E72E60}"/>
                    </a:ext>
                  </a:extLst>
                </p14:cNvPr>
                <p14:cNvContentPartPr/>
                <p14:nvPr/>
              </p14:nvContentPartPr>
              <p14:xfrm>
                <a:off x="5577840" y="4126920"/>
                <a:ext cx="183240" cy="12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D1DADFA-0074-0D47-C206-0154B8E72E6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59840" y="4109280"/>
                  <a:ext cx="218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611B341-59C6-3164-7A8E-036F809FCA3A}"/>
                    </a:ext>
                  </a:extLst>
                </p14:cNvPr>
                <p14:cNvContentPartPr/>
                <p14:nvPr/>
              </p14:nvContentPartPr>
              <p14:xfrm>
                <a:off x="5815440" y="3910560"/>
                <a:ext cx="91800" cy="326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611B341-59C6-3164-7A8E-036F809FCA3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97440" y="3892920"/>
                  <a:ext cx="1274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0077F9A-22CE-09AE-A41B-CD9C2187816D}"/>
                    </a:ext>
                  </a:extLst>
                </p14:cNvPr>
                <p14:cNvContentPartPr/>
                <p14:nvPr/>
              </p14:nvContentPartPr>
              <p14:xfrm>
                <a:off x="5949000" y="4133040"/>
                <a:ext cx="114480" cy="90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0077F9A-22CE-09AE-A41B-CD9C2187816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931360" y="4115040"/>
                  <a:ext cx="150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9394396-72DB-E35C-9322-3510F23117DE}"/>
                    </a:ext>
                  </a:extLst>
                </p14:cNvPr>
                <p14:cNvContentPartPr/>
                <p14:nvPr/>
              </p14:nvContentPartPr>
              <p14:xfrm>
                <a:off x="6095880" y="4114680"/>
                <a:ext cx="42840" cy="91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9394396-72DB-E35C-9322-3510F23117D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077880" y="4096680"/>
                  <a:ext cx="78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49A8325-787E-9FFB-84C5-B82C1506129B}"/>
                    </a:ext>
                  </a:extLst>
                </p14:cNvPr>
                <p14:cNvContentPartPr/>
                <p14:nvPr/>
              </p14:nvContentPartPr>
              <p14:xfrm>
                <a:off x="6102000" y="4011000"/>
                <a:ext cx="12600" cy="91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49A8325-787E-9FFB-84C5-B82C1506129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84000" y="3993000"/>
                  <a:ext cx="482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4BEC050-4B0A-2B10-F815-538C92C5FE22}"/>
                    </a:ext>
                  </a:extLst>
                </p14:cNvPr>
                <p14:cNvContentPartPr/>
                <p14:nvPr/>
              </p14:nvContentPartPr>
              <p14:xfrm>
                <a:off x="6253560" y="3833880"/>
                <a:ext cx="153720" cy="421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4BEC050-4B0A-2B10-F815-538C92C5FE2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235560" y="3816240"/>
                  <a:ext cx="189360" cy="45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F42B232-55C6-3FFF-9E02-62172B4B7FC6}"/>
                  </a:ext>
                </a:extLst>
              </p14:cNvPr>
              <p14:cNvContentPartPr/>
              <p14:nvPr/>
            </p14:nvContentPartPr>
            <p14:xfrm>
              <a:off x="2242567" y="4979586"/>
              <a:ext cx="155880" cy="19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F42B232-55C6-3FFF-9E02-62172B4B7FC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224567" y="4961946"/>
                <a:ext cx="1915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D037224-5F9D-3790-4BE3-CC5FF77C12DE}"/>
                  </a:ext>
                </a:extLst>
              </p14:cNvPr>
              <p14:cNvContentPartPr/>
              <p14:nvPr/>
            </p14:nvContentPartPr>
            <p14:xfrm>
              <a:off x="2251567" y="5031786"/>
              <a:ext cx="163800" cy="23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D037224-5F9D-3790-4BE3-CC5FF77C12D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233927" y="5014146"/>
                <a:ext cx="199440" cy="5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62CA09A-2627-861B-DE27-25B513F02109}"/>
              </a:ext>
            </a:extLst>
          </p:cNvPr>
          <p:cNvGrpSpPr/>
          <p:nvPr/>
        </p:nvGrpSpPr>
        <p:grpSpPr>
          <a:xfrm>
            <a:off x="2289007" y="5503746"/>
            <a:ext cx="230040" cy="98280"/>
            <a:chOff x="2289007" y="5503746"/>
            <a:chExt cx="23004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07D1600-9D9E-7EDA-B807-E616F85D000F}"/>
                    </a:ext>
                  </a:extLst>
                </p14:cNvPr>
                <p14:cNvContentPartPr/>
                <p14:nvPr/>
              </p14:nvContentPartPr>
              <p14:xfrm>
                <a:off x="2289007" y="5503746"/>
                <a:ext cx="195840" cy="11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07D1600-9D9E-7EDA-B807-E616F85D000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271007" y="5485746"/>
                  <a:ext cx="231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DB019A6-A15F-F648-B2DB-ACC05DF7279E}"/>
                    </a:ext>
                  </a:extLst>
                </p14:cNvPr>
                <p14:cNvContentPartPr/>
                <p14:nvPr/>
              </p14:nvContentPartPr>
              <p14:xfrm>
                <a:off x="2323207" y="5577906"/>
                <a:ext cx="195840" cy="24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DB019A6-A15F-F648-B2DB-ACC05DF7279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305567" y="5560266"/>
                  <a:ext cx="23148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B4804C90-A91A-6CC4-7D73-841E51A77940}"/>
                  </a:ext>
                </a:extLst>
              </p14:cNvPr>
              <p14:cNvContentPartPr/>
              <p14:nvPr/>
            </p14:nvContentPartPr>
            <p14:xfrm>
              <a:off x="3807127" y="5850066"/>
              <a:ext cx="28800" cy="2116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B4804C90-A91A-6CC4-7D73-841E51A77940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789127" y="5832066"/>
                <a:ext cx="64440" cy="24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AA5F012-4BA5-8037-F035-75C784074630}"/>
              </a:ext>
            </a:extLst>
          </p:cNvPr>
          <p:cNvGrpSpPr/>
          <p:nvPr/>
        </p:nvGrpSpPr>
        <p:grpSpPr>
          <a:xfrm>
            <a:off x="4111687" y="5721906"/>
            <a:ext cx="988200" cy="334080"/>
            <a:chOff x="4111687" y="5721906"/>
            <a:chExt cx="98820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9164558-C3AF-ECAF-7F79-4C02FC04AE9B}"/>
                    </a:ext>
                  </a:extLst>
                </p14:cNvPr>
                <p14:cNvContentPartPr/>
                <p14:nvPr/>
              </p14:nvContentPartPr>
              <p14:xfrm>
                <a:off x="4111687" y="5894706"/>
                <a:ext cx="184680" cy="120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9164558-C3AF-ECAF-7F79-4C02FC04AE9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093687" y="5876706"/>
                  <a:ext cx="220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A5A5162-2ED7-F62A-D6DE-5AAE717B38EC}"/>
                    </a:ext>
                  </a:extLst>
                </p14:cNvPr>
                <p14:cNvContentPartPr/>
                <p14:nvPr/>
              </p14:nvContentPartPr>
              <p14:xfrm>
                <a:off x="4157767" y="5871306"/>
                <a:ext cx="104040" cy="172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A5A5162-2ED7-F62A-D6DE-5AAE717B38E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140127" y="5853666"/>
                  <a:ext cx="1396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11A1424-1FFD-8DE2-61D2-C27FEF7D5F5A}"/>
                    </a:ext>
                  </a:extLst>
                </p14:cNvPr>
                <p14:cNvContentPartPr/>
                <p14:nvPr/>
              </p14:nvContentPartPr>
              <p14:xfrm>
                <a:off x="4439647" y="5883186"/>
                <a:ext cx="46440" cy="172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11A1424-1FFD-8DE2-61D2-C27FEF7D5F5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421647" y="5865186"/>
                  <a:ext cx="82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8DACF1C-84B8-86A9-91D7-E7F940ABA6ED}"/>
                    </a:ext>
                  </a:extLst>
                </p14:cNvPr>
                <p14:cNvContentPartPr/>
                <p14:nvPr/>
              </p14:nvContentPartPr>
              <p14:xfrm>
                <a:off x="4536487" y="5906946"/>
                <a:ext cx="146160" cy="132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8DACF1C-84B8-86A9-91D7-E7F940ABA6E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518487" y="5888946"/>
                  <a:ext cx="1818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327DBF9-B688-290B-50FA-71F1B749ED19}"/>
                    </a:ext>
                  </a:extLst>
                </p14:cNvPr>
                <p14:cNvContentPartPr/>
                <p14:nvPr/>
              </p14:nvContentPartPr>
              <p14:xfrm>
                <a:off x="4796047" y="5814066"/>
                <a:ext cx="155880" cy="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327DBF9-B688-290B-50FA-71F1B749ED1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778407" y="5796426"/>
                  <a:ext cx="191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36FBCA7-CBB8-7092-E06D-6B9C8E976C49}"/>
                    </a:ext>
                  </a:extLst>
                </p14:cNvPr>
                <p14:cNvContentPartPr/>
                <p14:nvPr/>
              </p14:nvContentPartPr>
              <p14:xfrm>
                <a:off x="4979647" y="5721906"/>
                <a:ext cx="120240" cy="172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36FBCA7-CBB8-7092-E06D-6B9C8E976C4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962007" y="5704266"/>
                  <a:ext cx="15588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6866F60-A344-B267-9763-FE0ACC529E06}"/>
              </a:ext>
            </a:extLst>
          </p:cNvPr>
          <p:cNvGrpSpPr/>
          <p:nvPr/>
        </p:nvGrpSpPr>
        <p:grpSpPr>
          <a:xfrm>
            <a:off x="5319487" y="5739186"/>
            <a:ext cx="478080" cy="338760"/>
            <a:chOff x="5319487" y="5739186"/>
            <a:chExt cx="47808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CB7327A-D5E3-745B-3A98-E4DF6025E715}"/>
                    </a:ext>
                  </a:extLst>
                </p14:cNvPr>
                <p14:cNvContentPartPr/>
                <p14:nvPr/>
              </p14:nvContentPartPr>
              <p14:xfrm>
                <a:off x="5319487" y="5956986"/>
                <a:ext cx="259200" cy="120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CB7327A-D5E3-745B-3A98-E4DF6025E71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301487" y="5938986"/>
                  <a:ext cx="294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0D53335-3C9A-5403-E9B6-A9D89B4DA319}"/>
                    </a:ext>
                  </a:extLst>
                </p14:cNvPr>
                <p14:cNvContentPartPr/>
                <p14:nvPr/>
              </p14:nvContentPartPr>
              <p14:xfrm>
                <a:off x="5647447" y="5739186"/>
                <a:ext cx="150120" cy="1389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0D53335-3C9A-5403-E9B6-A9D89B4DA31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629447" y="5721186"/>
                  <a:ext cx="18576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528B571-1C40-F6B8-ABDF-7ED8E8673351}"/>
              </a:ext>
            </a:extLst>
          </p:cNvPr>
          <p:cNvGrpSpPr/>
          <p:nvPr/>
        </p:nvGrpSpPr>
        <p:grpSpPr>
          <a:xfrm>
            <a:off x="2375047" y="6423546"/>
            <a:ext cx="201600" cy="69120"/>
            <a:chOff x="2375047" y="6423546"/>
            <a:chExt cx="201600" cy="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71E6281-27DF-851D-009E-4A944D8ADB7B}"/>
                    </a:ext>
                  </a:extLst>
                </p14:cNvPr>
                <p14:cNvContentPartPr/>
                <p14:nvPr/>
              </p14:nvContentPartPr>
              <p14:xfrm>
                <a:off x="2392327" y="6423546"/>
                <a:ext cx="155520" cy="291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71E6281-27DF-851D-009E-4A944D8ADB7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374687" y="6405906"/>
                  <a:ext cx="191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AA078F4-BCDA-F239-0624-AA37912C5994}"/>
                    </a:ext>
                  </a:extLst>
                </p14:cNvPr>
                <p14:cNvContentPartPr/>
                <p14:nvPr/>
              </p14:nvContentPartPr>
              <p14:xfrm>
                <a:off x="2375047" y="6480066"/>
                <a:ext cx="201600" cy="126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AA078F4-BCDA-F239-0624-AA37912C599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357047" y="6462426"/>
                  <a:ext cx="23724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ECB0C4D1-50B1-FA32-0B3E-3B851F930E7C}"/>
                  </a:ext>
                </a:extLst>
              </p14:cNvPr>
              <p14:cNvContentPartPr/>
              <p14:nvPr/>
            </p14:nvContentPartPr>
            <p14:xfrm>
              <a:off x="1039807" y="5796426"/>
              <a:ext cx="231480" cy="2998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ECB0C4D1-50B1-FA32-0B3E-3B851F930E7C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022167" y="5778786"/>
                <a:ext cx="267120" cy="33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7D9CF19-1523-9A88-33CA-9527B344E739}"/>
              </a:ext>
            </a:extLst>
          </p:cNvPr>
          <p:cNvGrpSpPr/>
          <p:nvPr/>
        </p:nvGrpSpPr>
        <p:grpSpPr>
          <a:xfrm>
            <a:off x="1495207" y="5940426"/>
            <a:ext cx="276840" cy="151200"/>
            <a:chOff x="1495207" y="5940426"/>
            <a:chExt cx="276840" cy="15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5B101C4-4490-34EF-703B-075800F45DCC}"/>
                    </a:ext>
                  </a:extLst>
                </p14:cNvPr>
                <p14:cNvContentPartPr/>
                <p14:nvPr/>
              </p14:nvContentPartPr>
              <p14:xfrm>
                <a:off x="1495207" y="5940426"/>
                <a:ext cx="109440" cy="151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5B101C4-4490-34EF-703B-075800F45DC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477207" y="5922786"/>
                  <a:ext cx="145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6374E50-3322-FC17-6C75-8030DB17E612}"/>
                    </a:ext>
                  </a:extLst>
                </p14:cNvPr>
                <p14:cNvContentPartPr/>
                <p14:nvPr/>
              </p14:nvContentPartPr>
              <p14:xfrm>
                <a:off x="1661887" y="5945826"/>
                <a:ext cx="52200" cy="410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6374E50-3322-FC17-6C75-8030DB17E61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643887" y="5928186"/>
                  <a:ext cx="87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B27FCFC-6961-2258-42D9-7411AC342BED}"/>
                    </a:ext>
                  </a:extLst>
                </p14:cNvPr>
                <p14:cNvContentPartPr/>
                <p14:nvPr/>
              </p14:nvContentPartPr>
              <p14:xfrm>
                <a:off x="1724887" y="6038346"/>
                <a:ext cx="47160" cy="464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B27FCFC-6961-2258-42D9-7411AC342BE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706887" y="6020346"/>
                  <a:ext cx="8280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49A56C40-3F21-E3A1-B93F-BFE28F7AF2B4}"/>
              </a:ext>
            </a:extLst>
          </p:cNvPr>
          <p:cNvGrpSpPr/>
          <p:nvPr/>
        </p:nvGrpSpPr>
        <p:grpSpPr>
          <a:xfrm>
            <a:off x="2236807" y="5756466"/>
            <a:ext cx="1248480" cy="323280"/>
            <a:chOff x="2236807" y="5756466"/>
            <a:chExt cx="124848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8DC6042-1BFA-E102-94E8-56774F200AD8}"/>
                    </a:ext>
                  </a:extLst>
                </p14:cNvPr>
                <p14:cNvContentPartPr/>
                <p14:nvPr/>
              </p14:nvContentPartPr>
              <p14:xfrm>
                <a:off x="2236807" y="5756466"/>
                <a:ext cx="259560" cy="3006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8DC6042-1BFA-E102-94E8-56774F200AD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18807" y="5738466"/>
                  <a:ext cx="2952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923BB9C-6836-1E72-8336-707E72582E0A}"/>
                    </a:ext>
                  </a:extLst>
                </p14:cNvPr>
                <p14:cNvContentPartPr/>
                <p14:nvPr/>
              </p14:nvContentPartPr>
              <p14:xfrm>
                <a:off x="2627767" y="5957706"/>
                <a:ext cx="218160" cy="108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923BB9C-6836-1E72-8336-707E72582E0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610127" y="5940066"/>
                  <a:ext cx="253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1BF14BE-0144-F078-2A34-8443F13051A2}"/>
                    </a:ext>
                  </a:extLst>
                </p14:cNvPr>
                <p14:cNvContentPartPr/>
                <p14:nvPr/>
              </p14:nvContentPartPr>
              <p14:xfrm>
                <a:off x="2978767" y="5826666"/>
                <a:ext cx="63360" cy="253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1BF14BE-0144-F078-2A34-8443F13051A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961127" y="5808666"/>
                  <a:ext cx="990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27BF7D9-22FE-F222-049A-23A8C027D80B}"/>
                    </a:ext>
                  </a:extLst>
                </p14:cNvPr>
                <p14:cNvContentPartPr/>
                <p14:nvPr/>
              </p14:nvContentPartPr>
              <p14:xfrm>
                <a:off x="3292327" y="5894706"/>
                <a:ext cx="175680" cy="61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27BF7D9-22FE-F222-049A-23A8C027D80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274687" y="5876706"/>
                  <a:ext cx="211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4E15F35-B03B-702A-099F-FCF21EA684E5}"/>
                    </a:ext>
                  </a:extLst>
                </p14:cNvPr>
                <p14:cNvContentPartPr/>
                <p14:nvPr/>
              </p14:nvContentPartPr>
              <p14:xfrm>
                <a:off x="3300967" y="5946186"/>
                <a:ext cx="184320" cy="19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4E15F35-B03B-702A-099F-FCF21EA684E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282967" y="5928546"/>
                  <a:ext cx="2199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FF803EB-578B-84B4-01E7-0A268AD0EC9F}"/>
                    </a:ext>
                  </a:extLst>
                </p14:cNvPr>
                <p14:cNvContentPartPr/>
                <p14:nvPr/>
              </p14:nvContentPartPr>
              <p14:xfrm>
                <a:off x="2985607" y="6037986"/>
                <a:ext cx="200880" cy="410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FF803EB-578B-84B4-01E7-0A268AD0EC9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967607" y="6020346"/>
                  <a:ext cx="236520" cy="7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6850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D12E-3C8E-1B64-0903-A14483E5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D23337-98DE-A494-6244-74BA6CD2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6 Hydraulic line velocity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82B526DE-B860-2F22-161C-24B3789E00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66A2F9B-BC76-2E0B-6376-01424C32080B}"/>
              </a:ext>
            </a:extLst>
          </p:cNvPr>
          <p:cNvGrpSpPr/>
          <p:nvPr/>
        </p:nvGrpSpPr>
        <p:grpSpPr>
          <a:xfrm>
            <a:off x="981000" y="2465160"/>
            <a:ext cx="610200" cy="365040"/>
            <a:chOff x="981000" y="2465160"/>
            <a:chExt cx="61020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440478D-C4BC-95BB-35BB-D21098350BCA}"/>
                    </a:ext>
                  </a:extLst>
                </p14:cNvPr>
                <p14:cNvContentPartPr/>
                <p14:nvPr/>
              </p14:nvContentPartPr>
              <p14:xfrm>
                <a:off x="981000" y="2465160"/>
                <a:ext cx="158400" cy="261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440478D-C4BC-95BB-35BB-D21098350B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3360" y="2447520"/>
                  <a:ext cx="1940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961EB4A-B4AE-2F99-6241-596DECCBCE27}"/>
                    </a:ext>
                  </a:extLst>
                </p14:cNvPr>
                <p14:cNvContentPartPr/>
                <p14:nvPr/>
              </p14:nvContentPartPr>
              <p14:xfrm>
                <a:off x="1200600" y="2657400"/>
                <a:ext cx="13680" cy="102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961EB4A-B4AE-2F99-6241-596DECCBCE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2960" y="2639760"/>
                  <a:ext cx="49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906B916-3843-96F9-AADB-7C6217FA6186}"/>
                    </a:ext>
                  </a:extLst>
                </p14:cNvPr>
                <p14:cNvContentPartPr/>
                <p14:nvPr/>
              </p14:nvContentPartPr>
              <p14:xfrm>
                <a:off x="1200600" y="2608800"/>
                <a:ext cx="360" cy="24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906B916-3843-96F9-AADB-7C6217FA618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82960" y="2591160"/>
                  <a:ext cx="36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10B54D-02DF-ECDF-BC0A-CC7112005BF1}"/>
                    </a:ext>
                  </a:extLst>
                </p14:cNvPr>
                <p14:cNvContentPartPr/>
                <p14:nvPr/>
              </p14:nvContentPartPr>
              <p14:xfrm>
                <a:off x="1298160" y="2632920"/>
                <a:ext cx="83880" cy="197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10B54D-02DF-ECDF-BC0A-CC7112005BF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80520" y="2615280"/>
                  <a:ext cx="1195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83D4A02-42D5-BAA5-DAEB-A1C7AD7019BE}"/>
                    </a:ext>
                  </a:extLst>
                </p14:cNvPr>
                <p14:cNvContentPartPr/>
                <p14:nvPr/>
              </p14:nvContentPartPr>
              <p14:xfrm>
                <a:off x="1461960" y="2645520"/>
                <a:ext cx="129240" cy="135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83D4A02-42D5-BAA5-DAEB-A1C7AD7019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43960" y="2627520"/>
                  <a:ext cx="16488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3E15B8C-5D9E-C1D0-5A25-C3C59994DCCD}"/>
                  </a:ext>
                </a:extLst>
              </p14:cNvPr>
              <p14:cNvContentPartPr/>
              <p14:nvPr/>
            </p14:nvContentPartPr>
            <p14:xfrm>
              <a:off x="1529640" y="4095240"/>
              <a:ext cx="112320" cy="135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3E15B8C-5D9E-C1D0-5A25-C3C59994DCC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12000" y="4077240"/>
                <a:ext cx="1479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51BB155-7550-8390-B1B4-EA69F9D46230}"/>
                  </a:ext>
                </a:extLst>
              </p14:cNvPr>
              <p14:cNvContentPartPr/>
              <p14:nvPr/>
            </p14:nvContentPartPr>
            <p14:xfrm>
              <a:off x="1834920" y="4114680"/>
              <a:ext cx="146520" cy="6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51BB155-7550-8390-B1B4-EA69F9D4623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16920" y="4096680"/>
                <a:ext cx="1821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9935ED2-6DCE-F652-1AA2-29A1F690C120}"/>
                  </a:ext>
                </a:extLst>
              </p14:cNvPr>
              <p14:cNvContentPartPr/>
              <p14:nvPr/>
            </p14:nvContentPartPr>
            <p14:xfrm>
              <a:off x="1859040" y="4169400"/>
              <a:ext cx="177120" cy="126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9935ED2-6DCE-F652-1AA2-29A1F690C12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41400" y="4151760"/>
                <a:ext cx="21276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64E4B1C7-0A38-57CC-BE3F-301BD2D73568}"/>
              </a:ext>
            </a:extLst>
          </p:cNvPr>
          <p:cNvGrpSpPr/>
          <p:nvPr/>
        </p:nvGrpSpPr>
        <p:grpSpPr>
          <a:xfrm>
            <a:off x="1920240" y="2468760"/>
            <a:ext cx="5529240" cy="1396080"/>
            <a:chOff x="1920240" y="2468760"/>
            <a:chExt cx="5529240" cy="13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AD56F2-D37A-3A3C-C202-56AA5B4EFA11}"/>
                    </a:ext>
                  </a:extLst>
                </p14:cNvPr>
                <p14:cNvContentPartPr/>
                <p14:nvPr/>
              </p14:nvContentPartPr>
              <p14:xfrm>
                <a:off x="1920240" y="2547960"/>
                <a:ext cx="54000" cy="252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AD56F2-D37A-3A3C-C202-56AA5B4EFA1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02240" y="2529960"/>
                  <a:ext cx="896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FFAF9F8-EF00-E773-32B0-F3926CFCAE65}"/>
                    </a:ext>
                  </a:extLst>
                </p14:cNvPr>
                <p14:cNvContentPartPr/>
                <p14:nvPr/>
              </p14:nvContentPartPr>
              <p14:xfrm>
                <a:off x="2017440" y="2551560"/>
                <a:ext cx="226080" cy="282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FFAF9F8-EF00-E773-32B0-F3926CFCAE6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99440" y="2533560"/>
                  <a:ext cx="2617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FF6E498-AC3E-BF7C-1383-075F8759DE2C}"/>
                    </a:ext>
                  </a:extLst>
                </p14:cNvPr>
                <p14:cNvContentPartPr/>
                <p14:nvPr/>
              </p14:nvContentPartPr>
              <p14:xfrm>
                <a:off x="2450160" y="2651640"/>
                <a:ext cx="177120" cy="12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FF6E498-AC3E-BF7C-1383-075F8759DE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32520" y="2633640"/>
                  <a:ext cx="212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C94C761-E729-D46B-0CCF-34751F37BB02}"/>
                    </a:ext>
                  </a:extLst>
                </p14:cNvPr>
                <p14:cNvContentPartPr/>
                <p14:nvPr/>
              </p14:nvContentPartPr>
              <p14:xfrm>
                <a:off x="2468880" y="2706360"/>
                <a:ext cx="189360" cy="30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C94C761-E729-D46B-0CCF-34751F37BB0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50880" y="2688720"/>
                  <a:ext cx="225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D736196-0282-C9B1-9E70-6DA1626B3A62}"/>
                    </a:ext>
                  </a:extLst>
                </p14:cNvPr>
                <p14:cNvContentPartPr/>
                <p14:nvPr/>
              </p14:nvContentPartPr>
              <p14:xfrm>
                <a:off x="2742480" y="2476680"/>
                <a:ext cx="241560" cy="304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D736196-0282-C9B1-9E70-6DA1626B3A6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24840" y="2459040"/>
                  <a:ext cx="2772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55B8C9E-D79B-F140-D24E-E604D41D57C3}"/>
                    </a:ext>
                  </a:extLst>
                </p14:cNvPr>
                <p14:cNvContentPartPr/>
                <p14:nvPr/>
              </p14:nvContentPartPr>
              <p14:xfrm>
                <a:off x="3090600" y="2639400"/>
                <a:ext cx="250560" cy="164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55B8C9E-D79B-F140-D24E-E604D41D57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72600" y="2621400"/>
                  <a:ext cx="286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017D81-3E17-961A-2BCF-FB0DF8084DB0}"/>
                    </a:ext>
                  </a:extLst>
                </p14:cNvPr>
                <p14:cNvContentPartPr/>
                <p14:nvPr/>
              </p14:nvContentPartPr>
              <p14:xfrm>
                <a:off x="3413520" y="2660280"/>
                <a:ext cx="256320" cy="144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017D81-3E17-961A-2BCF-FB0DF8084D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95880" y="2642280"/>
                  <a:ext cx="2919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6173AF-AA3E-580F-C4D9-35572405AAFC}"/>
                    </a:ext>
                  </a:extLst>
                </p14:cNvPr>
                <p14:cNvContentPartPr/>
                <p14:nvPr/>
              </p14:nvContentPartPr>
              <p14:xfrm>
                <a:off x="3940560" y="2645880"/>
                <a:ext cx="363600" cy="30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6173AF-AA3E-580F-C4D9-35572405AAF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22560" y="2628240"/>
                  <a:ext cx="399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DE7D71C-F6F2-7973-13B3-909C704D73FC}"/>
                    </a:ext>
                  </a:extLst>
                </p14:cNvPr>
                <p14:cNvContentPartPr/>
                <p14:nvPr/>
              </p14:nvContentPartPr>
              <p14:xfrm>
                <a:off x="3950280" y="2547240"/>
                <a:ext cx="329400" cy="19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DE7D71C-F6F2-7973-13B3-909C704D73F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32280" y="2529600"/>
                  <a:ext cx="365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21F79D-4E90-2644-93F0-CF12258529A7}"/>
                    </a:ext>
                  </a:extLst>
                </p14:cNvPr>
                <p14:cNvContentPartPr/>
                <p14:nvPr/>
              </p14:nvContentPartPr>
              <p14:xfrm>
                <a:off x="4254840" y="2468760"/>
                <a:ext cx="158760" cy="262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21F79D-4E90-2644-93F0-CF12258529A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37200" y="2450760"/>
                  <a:ext cx="1944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7ABBABA-CCED-A726-EC81-CCEB8107BD50}"/>
                    </a:ext>
                  </a:extLst>
                </p14:cNvPr>
                <p14:cNvContentPartPr/>
                <p14:nvPr/>
              </p14:nvContentPartPr>
              <p14:xfrm>
                <a:off x="4608360" y="2547960"/>
                <a:ext cx="256320" cy="168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7ABBABA-CCED-A726-EC81-CCEB8107BD5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90360" y="2529960"/>
                  <a:ext cx="2919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BD9E822-D46B-A526-7AFA-36BBD2D1C987}"/>
                    </a:ext>
                  </a:extLst>
                </p14:cNvPr>
                <p14:cNvContentPartPr/>
                <p14:nvPr/>
              </p14:nvContentPartPr>
              <p14:xfrm>
                <a:off x="4980240" y="2614920"/>
                <a:ext cx="164880" cy="12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BD9E822-D46B-A526-7AFA-36BBD2D1C98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62600" y="2596920"/>
                  <a:ext cx="200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77F9029-7597-75A8-A614-9F059741A66C}"/>
                    </a:ext>
                  </a:extLst>
                </p14:cNvPr>
                <p14:cNvContentPartPr/>
                <p14:nvPr/>
              </p14:nvContentPartPr>
              <p14:xfrm>
                <a:off x="4986360" y="2681880"/>
                <a:ext cx="158760" cy="12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77F9029-7597-75A8-A614-9F059741A66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68720" y="2664240"/>
                  <a:ext cx="194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33BFA11-DFC8-719C-A328-4DF7E34662E4}"/>
                    </a:ext>
                  </a:extLst>
                </p14:cNvPr>
                <p14:cNvContentPartPr/>
                <p14:nvPr/>
              </p14:nvContentPartPr>
              <p14:xfrm>
                <a:off x="2725200" y="2949360"/>
                <a:ext cx="240480" cy="366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33BFA11-DFC8-719C-A328-4DF7E34662E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07200" y="2931720"/>
                  <a:ext cx="27612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942779-D3E0-CC0C-D07A-99BEF359E69D}"/>
                    </a:ext>
                  </a:extLst>
                </p14:cNvPr>
                <p14:cNvContentPartPr/>
                <p14:nvPr/>
              </p14:nvContentPartPr>
              <p14:xfrm>
                <a:off x="3169800" y="3139440"/>
                <a:ext cx="152640" cy="18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B942779-D3E0-CC0C-D07A-99BEF359E6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51800" y="3121440"/>
                  <a:ext cx="188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5CD7D62-6690-DAC3-8271-910F12D11214}"/>
                    </a:ext>
                  </a:extLst>
                </p14:cNvPr>
                <p14:cNvContentPartPr/>
                <p14:nvPr/>
              </p14:nvContentPartPr>
              <p14:xfrm>
                <a:off x="3194280" y="3181920"/>
                <a:ext cx="152640" cy="30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5CD7D62-6690-DAC3-8271-910F12D1121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76280" y="3164280"/>
                  <a:ext cx="1882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2596F8E-2B8E-1EBB-CB6C-9928826EACC1}"/>
                    </a:ext>
                  </a:extLst>
                </p14:cNvPr>
                <p14:cNvContentPartPr/>
                <p14:nvPr/>
              </p14:nvContentPartPr>
              <p14:xfrm>
                <a:off x="3675600" y="3047640"/>
                <a:ext cx="329400" cy="237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2596F8E-2B8E-1EBB-CB6C-9928826EACC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57960" y="3030000"/>
                  <a:ext cx="3650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2C62074-5F35-3521-78C8-3E7C00541D6E}"/>
                    </a:ext>
                  </a:extLst>
                </p14:cNvPr>
                <p14:cNvContentPartPr/>
                <p14:nvPr/>
              </p14:nvContentPartPr>
              <p14:xfrm>
                <a:off x="3919680" y="3066360"/>
                <a:ext cx="152640" cy="1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2C62074-5F35-3521-78C8-3E7C00541D6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02040" y="3048360"/>
                  <a:ext cx="188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7116719-877B-C8AA-B71B-8E17B77CC220}"/>
                    </a:ext>
                  </a:extLst>
                </p14:cNvPr>
                <p14:cNvContentPartPr/>
                <p14:nvPr/>
              </p14:nvContentPartPr>
              <p14:xfrm>
                <a:off x="4157280" y="3090480"/>
                <a:ext cx="171000" cy="198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7116719-877B-C8AA-B71B-8E17B77CC22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39640" y="3072480"/>
                  <a:ext cx="206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DE2405C-BC3B-8747-A930-A37B1C112D5A}"/>
                    </a:ext>
                  </a:extLst>
                </p14:cNvPr>
                <p14:cNvContentPartPr/>
                <p14:nvPr/>
              </p14:nvContentPartPr>
              <p14:xfrm>
                <a:off x="4370760" y="2943960"/>
                <a:ext cx="134640" cy="127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DE2405C-BC3B-8747-A930-A37B1C112D5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52760" y="2926320"/>
                  <a:ext cx="170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97D628B-9FDB-A194-0ACD-A7D9EBB1320E}"/>
                    </a:ext>
                  </a:extLst>
                </p14:cNvPr>
                <p14:cNvContentPartPr/>
                <p14:nvPr/>
              </p14:nvContentPartPr>
              <p14:xfrm>
                <a:off x="4974120" y="3082920"/>
                <a:ext cx="151920" cy="14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97D628B-9FDB-A194-0ACD-A7D9EBB132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56120" y="3065280"/>
                  <a:ext cx="187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CEAAB09-F0B2-97F7-39E0-2D34CDF91146}"/>
                    </a:ext>
                  </a:extLst>
                </p14:cNvPr>
                <p14:cNvContentPartPr/>
                <p14:nvPr/>
              </p14:nvContentPartPr>
              <p14:xfrm>
                <a:off x="4980240" y="3163560"/>
                <a:ext cx="1587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CEAAB09-F0B2-97F7-39E0-2D34CDF9114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62600" y="3145560"/>
                  <a:ext cx="194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3A6A4AA-4B97-0FDF-A1C0-6F0386457C49}"/>
                    </a:ext>
                  </a:extLst>
                </p14:cNvPr>
                <p14:cNvContentPartPr/>
                <p14:nvPr/>
              </p14:nvContentPartPr>
              <p14:xfrm>
                <a:off x="5479920" y="2511600"/>
                <a:ext cx="225720" cy="268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3A6A4AA-4B97-0FDF-A1C0-6F0386457C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62280" y="2493600"/>
                  <a:ext cx="2613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CF26C9-E3E8-4A76-27A8-7971833E8299}"/>
                    </a:ext>
                  </a:extLst>
                </p14:cNvPr>
                <p14:cNvContentPartPr/>
                <p14:nvPr/>
              </p14:nvContentPartPr>
              <p14:xfrm>
                <a:off x="5748480" y="2670000"/>
                <a:ext cx="240120" cy="104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CF26C9-E3E8-4A76-27A8-7971833E829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30840" y="2652000"/>
                  <a:ext cx="275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4EA376C-27BB-EBFD-812C-7464EBEAFD3E}"/>
                    </a:ext>
                  </a:extLst>
                </p14:cNvPr>
                <p14:cNvContentPartPr/>
                <p14:nvPr/>
              </p14:nvContentPartPr>
              <p14:xfrm>
                <a:off x="6053040" y="2681880"/>
                <a:ext cx="286920" cy="140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4EA376C-27BB-EBFD-812C-7464EBEAFD3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35400" y="2664240"/>
                  <a:ext cx="3225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74E1AC7-A8A9-D24D-B2CF-4FB10B39101C}"/>
                    </a:ext>
                  </a:extLst>
                </p14:cNvPr>
                <p14:cNvContentPartPr/>
                <p14:nvPr/>
              </p14:nvContentPartPr>
              <p14:xfrm>
                <a:off x="5431320" y="3010200"/>
                <a:ext cx="407160" cy="267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74E1AC7-A8A9-D24D-B2CF-4FB10B39101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13320" y="2992560"/>
                  <a:ext cx="4428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4457524-C78F-8D4C-9F9D-B2C157894297}"/>
                    </a:ext>
                  </a:extLst>
                </p14:cNvPr>
                <p14:cNvContentPartPr/>
                <p14:nvPr/>
              </p14:nvContentPartPr>
              <p14:xfrm>
                <a:off x="6053040" y="2913720"/>
                <a:ext cx="256680" cy="428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4457524-C78F-8D4C-9F9D-B2C15789429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35040" y="2895720"/>
                  <a:ext cx="2923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589D7A6-B59D-4E76-B608-B0BC4C5727B2}"/>
                    </a:ext>
                  </a:extLst>
                </p14:cNvPr>
                <p14:cNvContentPartPr/>
                <p14:nvPr/>
              </p14:nvContentPartPr>
              <p14:xfrm>
                <a:off x="6242040" y="3025320"/>
                <a:ext cx="213840" cy="252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589D7A6-B59D-4E76-B608-B0BC4C5727B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224040" y="3007680"/>
                  <a:ext cx="2494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ED2A9AA-51A3-2C6E-2A19-A7E3F5E0254C}"/>
                    </a:ext>
                  </a:extLst>
                </p14:cNvPr>
                <p14:cNvContentPartPr/>
                <p14:nvPr/>
              </p14:nvContentPartPr>
              <p14:xfrm>
                <a:off x="6534720" y="3163560"/>
                <a:ext cx="207720" cy="108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ED2A9AA-51A3-2C6E-2A19-A7E3F5E0254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17080" y="3145560"/>
                  <a:ext cx="243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850971E-901E-2101-C418-8D328AF6BC05}"/>
                    </a:ext>
                  </a:extLst>
                </p14:cNvPr>
                <p14:cNvContentPartPr/>
                <p14:nvPr/>
              </p14:nvContentPartPr>
              <p14:xfrm>
                <a:off x="6815160" y="3188040"/>
                <a:ext cx="183600" cy="79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850971E-901E-2101-C418-8D328AF6BC0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97160" y="3170040"/>
                  <a:ext cx="219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08ED39E-8435-E528-61DD-8788C8568E61}"/>
                    </a:ext>
                  </a:extLst>
                </p14:cNvPr>
                <p14:cNvContentPartPr/>
                <p14:nvPr/>
              </p14:nvContentPartPr>
              <p14:xfrm>
                <a:off x="7101720" y="2902200"/>
                <a:ext cx="161640" cy="450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08ED39E-8435-E528-61DD-8788C8568E6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4080" y="2884560"/>
                  <a:ext cx="19728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04067C0-45B5-475E-CF72-45B06D3C71F7}"/>
                    </a:ext>
                  </a:extLst>
                </p14:cNvPr>
                <p14:cNvContentPartPr/>
                <p14:nvPr/>
              </p14:nvContentPartPr>
              <p14:xfrm>
                <a:off x="7253640" y="2840280"/>
                <a:ext cx="171360" cy="134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04067C0-45B5-475E-CF72-45B06D3C71F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36000" y="2822640"/>
                  <a:ext cx="207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C2B52A0-2323-6380-2C51-BE6E0848A381}"/>
                    </a:ext>
                  </a:extLst>
                </p14:cNvPr>
                <p14:cNvContentPartPr/>
                <p14:nvPr/>
              </p14:nvContentPartPr>
              <p14:xfrm>
                <a:off x="4919400" y="3535440"/>
                <a:ext cx="164880" cy="12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C2B52A0-2323-6380-2C51-BE6E0848A38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901400" y="3517440"/>
                  <a:ext cx="200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D2F6D18-1309-05CF-29AC-0F752EB673E4}"/>
                    </a:ext>
                  </a:extLst>
                </p14:cNvPr>
                <p14:cNvContentPartPr/>
                <p14:nvPr/>
              </p14:nvContentPartPr>
              <p14:xfrm>
                <a:off x="4925520" y="3608520"/>
                <a:ext cx="177120" cy="6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D2F6D18-1309-05CF-29AC-0F752EB673E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07520" y="3590880"/>
                  <a:ext cx="212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A75D56B-F9F4-8233-BBF3-67D483374131}"/>
                    </a:ext>
                  </a:extLst>
                </p14:cNvPr>
                <p14:cNvContentPartPr/>
                <p14:nvPr/>
              </p14:nvContentPartPr>
              <p14:xfrm>
                <a:off x="5309640" y="3480000"/>
                <a:ext cx="378360" cy="269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A75D56B-F9F4-8233-BBF3-67D4833741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91640" y="3462000"/>
                  <a:ext cx="4140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D09EEE3-923B-FB4D-2FEB-ED6C5EC915B6}"/>
                    </a:ext>
                  </a:extLst>
                </p14:cNvPr>
                <p14:cNvContentPartPr/>
                <p14:nvPr/>
              </p14:nvContentPartPr>
              <p14:xfrm>
                <a:off x="5925600" y="3362280"/>
                <a:ext cx="219600" cy="502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D09EEE3-923B-FB4D-2FEB-ED6C5EC915B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07600" y="3344640"/>
                  <a:ext cx="25524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AECE7D1-0195-7F70-1B6B-5EDB4410F9D9}"/>
                    </a:ext>
                  </a:extLst>
                </p14:cNvPr>
                <p14:cNvContentPartPr/>
                <p14:nvPr/>
              </p14:nvContentPartPr>
              <p14:xfrm>
                <a:off x="6102000" y="3547320"/>
                <a:ext cx="189360" cy="232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AECE7D1-0195-7F70-1B6B-5EDB4410F9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84000" y="3529680"/>
                  <a:ext cx="2250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DD6ECCA-2367-496A-BB38-8B161BDA2950}"/>
                    </a:ext>
                  </a:extLst>
                </p14:cNvPr>
                <p14:cNvContentPartPr/>
                <p14:nvPr/>
              </p14:nvContentPartPr>
              <p14:xfrm>
                <a:off x="6406920" y="3626880"/>
                <a:ext cx="146520" cy="122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DD6ECCA-2367-496A-BB38-8B161BDA295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388920" y="3609240"/>
                  <a:ext cx="1821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9C5B529-AB47-B094-45C9-F32EE7A6FEC6}"/>
                    </a:ext>
                  </a:extLst>
                </p14:cNvPr>
                <p14:cNvContentPartPr/>
                <p14:nvPr/>
              </p14:nvContentPartPr>
              <p14:xfrm>
                <a:off x="6467760" y="3639120"/>
                <a:ext cx="67320" cy="122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9C5B529-AB47-B094-45C9-F32EE7A6FEC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49760" y="3621120"/>
                  <a:ext cx="1029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FF96FD1-F9D8-5F68-7BB3-DD5EE42EC9D2}"/>
                    </a:ext>
                  </a:extLst>
                </p14:cNvPr>
                <p14:cNvContentPartPr/>
                <p14:nvPr/>
              </p14:nvContentPartPr>
              <p14:xfrm>
                <a:off x="6662880" y="3626880"/>
                <a:ext cx="61200" cy="146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FF96FD1-F9D8-5F68-7BB3-DD5EE42EC9D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45240" y="3609240"/>
                  <a:ext cx="96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CDF66FD-7B78-F3A9-13BB-73CF35D4FA0B}"/>
                    </a:ext>
                  </a:extLst>
                </p14:cNvPr>
                <p14:cNvContentPartPr/>
                <p14:nvPr/>
              </p14:nvContentPartPr>
              <p14:xfrm>
                <a:off x="6766200" y="3633720"/>
                <a:ext cx="96120" cy="97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CDF66FD-7B78-F3A9-13BB-73CF35D4FA0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48560" y="3615720"/>
                  <a:ext cx="131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E241DED-4D68-4F3A-6B51-DB80A6D9085A}"/>
                    </a:ext>
                  </a:extLst>
                </p14:cNvPr>
                <p14:cNvContentPartPr/>
                <p14:nvPr/>
              </p14:nvContentPartPr>
              <p14:xfrm>
                <a:off x="6882480" y="3523200"/>
                <a:ext cx="103680" cy="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E241DED-4D68-4F3A-6B51-DB80A6D9085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64480" y="3505560"/>
                  <a:ext cx="139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A39EE5D-651A-E964-B176-F82742A86E01}"/>
                    </a:ext>
                  </a:extLst>
                </p14:cNvPr>
                <p14:cNvContentPartPr/>
                <p14:nvPr/>
              </p14:nvContentPartPr>
              <p14:xfrm>
                <a:off x="7016400" y="3462360"/>
                <a:ext cx="110160" cy="92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A39EE5D-651A-E964-B176-F82742A86E0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98400" y="3444360"/>
                  <a:ext cx="145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C4C2665-5874-6621-2F98-8621088A0834}"/>
                    </a:ext>
                  </a:extLst>
                </p14:cNvPr>
                <p14:cNvContentPartPr/>
                <p14:nvPr/>
              </p14:nvContentPartPr>
              <p14:xfrm>
                <a:off x="7131960" y="3401520"/>
                <a:ext cx="155880" cy="426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C4C2665-5874-6621-2F98-8621088A083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14320" y="3383520"/>
                  <a:ext cx="19152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DDDC6C6-4F47-912E-FD24-601288D8B51E}"/>
                    </a:ext>
                  </a:extLst>
                </p14:cNvPr>
                <p14:cNvContentPartPr/>
                <p14:nvPr/>
              </p14:nvContentPartPr>
              <p14:xfrm>
                <a:off x="7314840" y="3388560"/>
                <a:ext cx="134640" cy="128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DDDC6C6-4F47-912E-FD24-601288D8B51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297200" y="3370920"/>
                  <a:ext cx="1702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1AB32D4-5AE3-87EC-BAEF-DE2E6E474584}"/>
                    </a:ext>
                  </a:extLst>
                </p14:cNvPr>
                <p14:cNvContentPartPr/>
                <p14:nvPr/>
              </p14:nvContentPartPr>
              <p14:xfrm>
                <a:off x="6918840" y="3693840"/>
                <a:ext cx="225720" cy="91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1AB32D4-5AE3-87EC-BAEF-DE2E6E47458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01200" y="3676200"/>
                  <a:ext cx="26136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82B878F-8B02-D901-B0FE-2F8AE5315C7E}"/>
              </a:ext>
            </a:extLst>
          </p:cNvPr>
          <p:cNvGrpSpPr/>
          <p:nvPr/>
        </p:nvGrpSpPr>
        <p:grpSpPr>
          <a:xfrm>
            <a:off x="2297880" y="3833160"/>
            <a:ext cx="1494000" cy="784080"/>
            <a:chOff x="2297880" y="3833160"/>
            <a:chExt cx="1494000" cy="78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080E3A9-8AD4-A380-524F-80621F9B6A95}"/>
                    </a:ext>
                  </a:extLst>
                </p14:cNvPr>
                <p14:cNvContentPartPr/>
                <p14:nvPr/>
              </p14:nvContentPartPr>
              <p14:xfrm>
                <a:off x="2297880" y="4230240"/>
                <a:ext cx="1494000" cy="97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080E3A9-8AD4-A380-524F-80621F9B6A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280240" y="4212240"/>
                  <a:ext cx="1529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7AC091C-6F50-45F3-19B6-5315B648D099}"/>
                    </a:ext>
                  </a:extLst>
                </p14:cNvPr>
                <p14:cNvContentPartPr/>
                <p14:nvPr/>
              </p14:nvContentPartPr>
              <p14:xfrm>
                <a:off x="2913840" y="3833160"/>
                <a:ext cx="353880" cy="355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7AC091C-6F50-45F3-19B6-5315B648D09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95840" y="3815160"/>
                  <a:ext cx="3895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753260C-71FE-5ACD-B6E9-08B2850A32E4}"/>
                    </a:ext>
                  </a:extLst>
                </p14:cNvPr>
                <p14:cNvContentPartPr/>
                <p14:nvPr/>
              </p14:nvContentPartPr>
              <p14:xfrm>
                <a:off x="3115080" y="4004880"/>
                <a:ext cx="195480" cy="213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753260C-71FE-5ACD-B6E9-08B2850A32E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097080" y="3986880"/>
                  <a:ext cx="231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E3495B8-4D50-CE8D-A783-0AEBE69CF618}"/>
                    </a:ext>
                  </a:extLst>
                </p14:cNvPr>
                <p14:cNvContentPartPr/>
                <p14:nvPr/>
              </p14:nvContentPartPr>
              <p14:xfrm>
                <a:off x="2998800" y="4358400"/>
                <a:ext cx="232200" cy="258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E3495B8-4D50-CE8D-A783-0AEBE69CF61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81160" y="4340760"/>
                  <a:ext cx="2678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1E89E76-A9CC-0987-F395-7A18574F9C2E}"/>
                    </a:ext>
                  </a:extLst>
                </p14:cNvPr>
                <p14:cNvContentPartPr/>
                <p14:nvPr/>
              </p14:nvContentPartPr>
              <p14:xfrm>
                <a:off x="2913840" y="3834240"/>
                <a:ext cx="55440" cy="261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1E89E76-A9CC-0987-F395-7A18574F9C2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95840" y="3816600"/>
                  <a:ext cx="9108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0C1C2A8-BA7F-02D1-59FF-DF4DA0FAEFF9}"/>
              </a:ext>
            </a:extLst>
          </p:cNvPr>
          <p:cNvGrpSpPr/>
          <p:nvPr/>
        </p:nvGrpSpPr>
        <p:grpSpPr>
          <a:xfrm>
            <a:off x="6535800" y="1889520"/>
            <a:ext cx="1165320" cy="555120"/>
            <a:chOff x="6535800" y="1889520"/>
            <a:chExt cx="1165320" cy="55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C307FBB-E11F-0623-BF60-EDC0F2E2A272}"/>
                    </a:ext>
                  </a:extLst>
                </p14:cNvPr>
                <p14:cNvContentPartPr/>
                <p14:nvPr/>
              </p14:nvContentPartPr>
              <p14:xfrm>
                <a:off x="6535800" y="1889520"/>
                <a:ext cx="261360" cy="536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C307FBB-E11F-0623-BF60-EDC0F2E2A27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17800" y="1871520"/>
                  <a:ext cx="29700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CF9D762-1173-48D0-407A-83C51E33C527}"/>
                    </a:ext>
                  </a:extLst>
                </p14:cNvPr>
                <p14:cNvContentPartPr/>
                <p14:nvPr/>
              </p14:nvContentPartPr>
              <p14:xfrm>
                <a:off x="6674760" y="2078160"/>
                <a:ext cx="189360" cy="232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CF9D762-1173-48D0-407A-83C51E33C52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57120" y="2060520"/>
                  <a:ext cx="2250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164A1D2-9E3D-7DFF-048C-C4927E1F4AB0}"/>
                    </a:ext>
                  </a:extLst>
                </p14:cNvPr>
                <p14:cNvContentPartPr/>
                <p14:nvPr/>
              </p14:nvContentPartPr>
              <p14:xfrm>
                <a:off x="6931080" y="2115240"/>
                <a:ext cx="78840" cy="190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164A1D2-9E3D-7DFF-048C-C4927E1F4AB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13080" y="2097240"/>
                  <a:ext cx="114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81E46DD-AF3F-CB7C-84B4-E54F7B4A97BD}"/>
                    </a:ext>
                  </a:extLst>
                </p14:cNvPr>
                <p14:cNvContentPartPr/>
                <p14:nvPr/>
              </p14:nvContentPartPr>
              <p14:xfrm>
                <a:off x="6912720" y="2096880"/>
                <a:ext cx="110160" cy="30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81E46DD-AF3F-CB7C-84B4-E54F7B4A97B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94720" y="2078880"/>
                  <a:ext cx="1458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0D5883C-8CB2-A9E8-B1F0-5B8AE9A99B7E}"/>
                    </a:ext>
                  </a:extLst>
                </p14:cNvPr>
                <p14:cNvContentPartPr/>
                <p14:nvPr/>
              </p14:nvContentPartPr>
              <p14:xfrm>
                <a:off x="7083360" y="2236920"/>
                <a:ext cx="116280" cy="73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0D5883C-8CB2-A9E8-B1F0-5B8AE9A99B7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65720" y="2219280"/>
                  <a:ext cx="151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70CA82D-3046-7E7F-6AAD-3E6F21E0652B}"/>
                    </a:ext>
                  </a:extLst>
                </p14:cNvPr>
                <p14:cNvContentPartPr/>
                <p14:nvPr/>
              </p14:nvContentPartPr>
              <p14:xfrm>
                <a:off x="7229520" y="2254920"/>
                <a:ext cx="122040" cy="49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70CA82D-3046-7E7F-6AAD-3E6F21E0652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11880" y="2237280"/>
                  <a:ext cx="157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D72D45A-E9C7-5984-5EC6-4D975C576847}"/>
                    </a:ext>
                  </a:extLst>
                </p14:cNvPr>
                <p14:cNvContentPartPr/>
                <p14:nvPr/>
              </p14:nvContentPartPr>
              <p14:xfrm>
                <a:off x="7412400" y="2019480"/>
                <a:ext cx="12600" cy="321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D72D45A-E9C7-5984-5EC6-4D975C57684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94760" y="2001840"/>
                  <a:ext cx="482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CE62589-40BF-3180-25B3-DBA68D612F2C}"/>
                    </a:ext>
                  </a:extLst>
                </p14:cNvPr>
                <p14:cNvContentPartPr/>
                <p14:nvPr/>
              </p14:nvContentPartPr>
              <p14:xfrm>
                <a:off x="7510320" y="2181840"/>
                <a:ext cx="55080" cy="135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CE62589-40BF-3180-25B3-DBA68D612F2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92320" y="2163840"/>
                  <a:ext cx="907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52E3999-F5BF-EA85-8898-523A508EB257}"/>
                    </a:ext>
                  </a:extLst>
                </p14:cNvPr>
                <p14:cNvContentPartPr/>
                <p14:nvPr/>
              </p14:nvContentPartPr>
              <p14:xfrm>
                <a:off x="7534440" y="1901760"/>
                <a:ext cx="166680" cy="542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52E3999-F5BF-EA85-8898-523A508EB25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16440" y="1884120"/>
                  <a:ext cx="202320" cy="57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5694C80-894F-D525-B7C8-DE831850FA8D}"/>
                  </a:ext>
                </a:extLst>
              </p14:cNvPr>
              <p14:cNvContentPartPr/>
              <p14:nvPr/>
            </p14:nvContentPartPr>
            <p14:xfrm>
              <a:off x="7491600" y="2163840"/>
              <a:ext cx="64800" cy="309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5694C80-894F-D525-B7C8-DE831850FA8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473960" y="2145840"/>
                <a:ext cx="1004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549C74D-C665-838B-CC3A-E473A45C11DF}"/>
                  </a:ext>
                </a:extLst>
              </p14:cNvPr>
              <p14:cNvContentPartPr/>
              <p14:nvPr/>
            </p14:nvContentPartPr>
            <p14:xfrm>
              <a:off x="7479720" y="2157720"/>
              <a:ext cx="67320" cy="1530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549C74D-C665-838B-CC3A-E473A45C11D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461720" y="2140080"/>
                <a:ext cx="102960" cy="18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1100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A673E-A543-3602-5214-7DE3178AC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A5328D-38DB-5E42-461A-559788756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7 Pressure drop in pipe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306317DA-1682-F221-CB23-3A21183E28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CBA12F8-D56F-9228-C307-FFA26881501F}"/>
              </a:ext>
            </a:extLst>
          </p:cNvPr>
          <p:cNvGrpSpPr/>
          <p:nvPr/>
        </p:nvGrpSpPr>
        <p:grpSpPr>
          <a:xfrm>
            <a:off x="1676520" y="2449680"/>
            <a:ext cx="3242880" cy="824040"/>
            <a:chOff x="1676520" y="2449680"/>
            <a:chExt cx="3242880" cy="82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53B344B-F2AF-ACE8-DBDD-0A760D65B437}"/>
                    </a:ext>
                  </a:extLst>
                </p14:cNvPr>
                <p14:cNvContentPartPr/>
                <p14:nvPr/>
              </p14:nvContentPartPr>
              <p14:xfrm>
                <a:off x="1676520" y="2449680"/>
                <a:ext cx="365760" cy="372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53B344B-F2AF-ACE8-DBDD-0A760D65B4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58520" y="2432040"/>
                  <a:ext cx="4014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C52A05C-0E6A-2CB3-FFCD-9BBF6C76B6B6}"/>
                    </a:ext>
                  </a:extLst>
                </p14:cNvPr>
                <p14:cNvContentPartPr/>
                <p14:nvPr/>
              </p14:nvContentPartPr>
              <p14:xfrm>
                <a:off x="2151720" y="2469120"/>
                <a:ext cx="165240" cy="333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C52A05C-0E6A-2CB3-FFCD-9BBF6C76B6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33720" y="2451480"/>
                  <a:ext cx="2008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F31A11-0EE4-18AC-BC9D-015FCCD29237}"/>
                    </a:ext>
                  </a:extLst>
                </p14:cNvPr>
                <p14:cNvContentPartPr/>
                <p14:nvPr/>
              </p14:nvContentPartPr>
              <p14:xfrm>
                <a:off x="2639160" y="2608800"/>
                <a:ext cx="177120" cy="7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F31A11-0EE4-18AC-BC9D-015FCCD2923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21520" y="2591160"/>
                  <a:ext cx="212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8DB192-6B98-91DE-2083-087FDA000679}"/>
                    </a:ext>
                  </a:extLst>
                </p14:cNvPr>
                <p14:cNvContentPartPr/>
                <p14:nvPr/>
              </p14:nvContentPartPr>
              <p14:xfrm>
                <a:off x="2663640" y="2681880"/>
                <a:ext cx="195480" cy="18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8DB192-6B98-91DE-2083-087FDA00067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46000" y="2664240"/>
                  <a:ext cx="231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60DAEB7-9112-335C-DD50-E127D9DC3198}"/>
                    </a:ext>
                  </a:extLst>
                </p14:cNvPr>
                <p14:cNvContentPartPr/>
                <p14:nvPr/>
              </p14:nvContentPartPr>
              <p14:xfrm>
                <a:off x="3240360" y="2486040"/>
                <a:ext cx="168840" cy="322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60DAEB7-9112-335C-DD50-E127D9DC319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22720" y="2468400"/>
                  <a:ext cx="2044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CCC2BB-181C-0B80-9CBF-F4387436A57E}"/>
                    </a:ext>
                  </a:extLst>
                </p14:cNvPr>
                <p14:cNvContentPartPr/>
                <p14:nvPr/>
              </p14:nvContentPartPr>
              <p14:xfrm>
                <a:off x="3577680" y="2602680"/>
                <a:ext cx="232920" cy="19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CCC2BB-181C-0B80-9CBF-F4387436A5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59680" y="2585040"/>
                  <a:ext cx="2685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F71C39-BBDE-3574-4A43-F46E7BA9A858}"/>
                    </a:ext>
                  </a:extLst>
                </p14:cNvPr>
                <p14:cNvContentPartPr/>
                <p14:nvPr/>
              </p14:nvContentPartPr>
              <p14:xfrm>
                <a:off x="3578040" y="2633280"/>
                <a:ext cx="30960" cy="236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9F71C39-BBDE-3574-4A43-F46E7BA9A8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60400" y="2615640"/>
                  <a:ext cx="66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F77D9CE-3A8D-10E6-6B35-428ECEC40309}"/>
                    </a:ext>
                  </a:extLst>
                </p14:cNvPr>
                <p14:cNvContentPartPr/>
                <p14:nvPr/>
              </p14:nvContentPartPr>
              <p14:xfrm>
                <a:off x="4011120" y="2493240"/>
                <a:ext cx="256320" cy="299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F77D9CE-3A8D-10E6-6B35-428ECEC403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93120" y="2475240"/>
                  <a:ext cx="2919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44C96D8-FDAC-3FC5-868A-4799F2EEA6EE}"/>
                    </a:ext>
                  </a:extLst>
                </p14:cNvPr>
                <p14:cNvContentPartPr/>
                <p14:nvPr/>
              </p14:nvContentPartPr>
              <p14:xfrm>
                <a:off x="4450320" y="2520240"/>
                <a:ext cx="281160" cy="291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44C96D8-FDAC-3FC5-868A-4799F2EEA6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32680" y="2502240"/>
                  <a:ext cx="3168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DF3D5DE-C6A5-ED7B-4E68-7FAB3278222E}"/>
                    </a:ext>
                  </a:extLst>
                </p14:cNvPr>
                <p14:cNvContentPartPr/>
                <p14:nvPr/>
              </p14:nvContentPartPr>
              <p14:xfrm>
                <a:off x="4601520" y="2661000"/>
                <a:ext cx="153360" cy="186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DF3D5DE-C6A5-ED7B-4E68-7FAB3278222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83880" y="2643360"/>
                  <a:ext cx="1890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1441360-009C-2242-8249-009FE3F84166}"/>
                    </a:ext>
                  </a:extLst>
                </p14:cNvPr>
                <p14:cNvContentPartPr/>
                <p14:nvPr/>
              </p14:nvContentPartPr>
              <p14:xfrm>
                <a:off x="3102480" y="2845680"/>
                <a:ext cx="1816920" cy="32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1441360-009C-2242-8249-009FE3F841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84840" y="2828040"/>
                  <a:ext cx="1852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B498A22-5B23-FBD1-BF87-A0300073007B}"/>
                    </a:ext>
                  </a:extLst>
                </p14:cNvPr>
                <p14:cNvContentPartPr/>
                <p14:nvPr/>
              </p14:nvContentPartPr>
              <p14:xfrm>
                <a:off x="3924360" y="3005160"/>
                <a:ext cx="316800" cy="268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B498A22-5B23-FBD1-BF87-A0300073007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06360" y="2987160"/>
                  <a:ext cx="3524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8A03CA-43AF-21A8-C18E-CF80DED94607}"/>
                    </a:ext>
                  </a:extLst>
                </p14:cNvPr>
                <p14:cNvContentPartPr/>
                <p14:nvPr/>
              </p14:nvContentPartPr>
              <p14:xfrm>
                <a:off x="4358520" y="3084360"/>
                <a:ext cx="152640" cy="181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08A03CA-43AF-21A8-C18E-CF80DED9460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40880" y="3066360"/>
                  <a:ext cx="188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3E3C6EA-F3B6-4753-9140-2A46ED95B2B1}"/>
                    </a:ext>
                  </a:extLst>
                </p14:cNvPr>
                <p14:cNvContentPartPr/>
                <p14:nvPr/>
              </p14:nvContentPartPr>
              <p14:xfrm>
                <a:off x="4596120" y="2936040"/>
                <a:ext cx="165240" cy="148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3E3C6EA-F3B6-4753-9140-2A46ED95B2B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78480" y="2918400"/>
                  <a:ext cx="20088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1DE4C72-5616-6CE2-7000-7A1FF4437E12}"/>
              </a:ext>
            </a:extLst>
          </p:cNvPr>
          <p:cNvGrpSpPr/>
          <p:nvPr/>
        </p:nvGrpSpPr>
        <p:grpSpPr>
          <a:xfrm>
            <a:off x="3803760" y="3481800"/>
            <a:ext cx="2925360" cy="443880"/>
            <a:chOff x="3803760" y="3481800"/>
            <a:chExt cx="292536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DD0804B-36C9-0758-0274-2ADDD993076F}"/>
                    </a:ext>
                  </a:extLst>
                </p14:cNvPr>
                <p14:cNvContentPartPr/>
                <p14:nvPr/>
              </p14:nvContentPartPr>
              <p14:xfrm>
                <a:off x="3803760" y="3615000"/>
                <a:ext cx="86760" cy="115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DD0804B-36C9-0758-0274-2ADDD993076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85760" y="3597000"/>
                  <a:ext cx="122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B2D35C1-BF4D-FB8C-FFDE-56FAF33EA68C}"/>
                    </a:ext>
                  </a:extLst>
                </p14:cNvPr>
                <p14:cNvContentPartPr/>
                <p14:nvPr/>
              </p14:nvContentPartPr>
              <p14:xfrm>
                <a:off x="3956400" y="3651360"/>
                <a:ext cx="30600" cy="73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B2D35C1-BF4D-FB8C-FFDE-56FAF33EA68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38400" y="3633720"/>
                  <a:ext cx="66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E601467-07C2-E079-F716-F49E9D192EF3}"/>
                    </a:ext>
                  </a:extLst>
                </p14:cNvPr>
                <p14:cNvContentPartPr/>
                <p14:nvPr/>
              </p14:nvContentPartPr>
              <p14:xfrm>
                <a:off x="3937680" y="3559920"/>
                <a:ext cx="18720" cy="18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E601467-07C2-E079-F716-F49E9D192EF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20040" y="3541920"/>
                  <a:ext cx="54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468967-1C84-543B-6A1D-F5EC509F8ABA}"/>
                    </a:ext>
                  </a:extLst>
                </p14:cNvPr>
                <p14:cNvContentPartPr/>
                <p14:nvPr/>
              </p14:nvContentPartPr>
              <p14:xfrm>
                <a:off x="4071960" y="3608520"/>
                <a:ext cx="92160" cy="128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468967-1C84-543B-6A1D-F5EC509F8A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54320" y="3590880"/>
                  <a:ext cx="127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D604E64-B0A8-741B-C453-254A572CA9B1}"/>
                    </a:ext>
                  </a:extLst>
                </p14:cNvPr>
                <p14:cNvContentPartPr/>
                <p14:nvPr/>
              </p14:nvContentPartPr>
              <p14:xfrm>
                <a:off x="4248360" y="3615000"/>
                <a:ext cx="86040" cy="168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D604E64-B0A8-741B-C453-254A572CA9B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30720" y="3597000"/>
                  <a:ext cx="1216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25E9A35-A7E4-9A14-6222-1D361B383DE7}"/>
                    </a:ext>
                  </a:extLst>
                </p14:cNvPr>
                <p14:cNvContentPartPr/>
                <p14:nvPr/>
              </p14:nvContentPartPr>
              <p14:xfrm>
                <a:off x="4365000" y="3651360"/>
                <a:ext cx="82080" cy="104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25E9A35-A7E4-9A14-6222-1D361B383DE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47360" y="3633360"/>
                  <a:ext cx="1177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3F1305A-7EC3-5F61-3008-2530D4878CF0}"/>
                    </a:ext>
                  </a:extLst>
                </p14:cNvPr>
                <p14:cNvContentPartPr/>
                <p14:nvPr/>
              </p14:nvContentPartPr>
              <p14:xfrm>
                <a:off x="4534920" y="3638760"/>
                <a:ext cx="79560" cy="116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3F1305A-7EC3-5F61-3008-2530D4878CF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17280" y="3620760"/>
                  <a:ext cx="1152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808E5A7-EB8B-B84D-1DE0-138959E27B35}"/>
                    </a:ext>
                  </a:extLst>
                </p14:cNvPr>
                <p14:cNvContentPartPr/>
                <p14:nvPr/>
              </p14:nvContentPartPr>
              <p14:xfrm>
                <a:off x="4675320" y="3681600"/>
                <a:ext cx="18720" cy="55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808E5A7-EB8B-B84D-1DE0-138959E27B3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57680" y="3663960"/>
                  <a:ext cx="543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1BE629C-3984-E007-C59B-5CE2DDFA70DF}"/>
                    </a:ext>
                  </a:extLst>
                </p14:cNvPr>
                <p14:cNvContentPartPr/>
                <p14:nvPr/>
              </p14:nvContentPartPr>
              <p14:xfrm>
                <a:off x="4657320" y="3578280"/>
                <a:ext cx="6480" cy="6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1BE629C-3984-E007-C59B-5CE2DDFA70D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39320" y="3560640"/>
                  <a:ext cx="42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9CC88B6-E621-C33E-9079-3E6D9DAB8199}"/>
                    </a:ext>
                  </a:extLst>
                </p14:cNvPr>
                <p14:cNvContentPartPr/>
                <p14:nvPr/>
              </p14:nvContentPartPr>
              <p14:xfrm>
                <a:off x="4803480" y="3481800"/>
                <a:ext cx="110160" cy="270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9CC88B6-E621-C33E-9079-3E6D9DAB819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85840" y="3463800"/>
                  <a:ext cx="1458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22B3D86-B31F-883A-4E9D-119390DA2CAC}"/>
                    </a:ext>
                  </a:extLst>
                </p14:cNvPr>
                <p14:cNvContentPartPr/>
                <p14:nvPr/>
              </p14:nvContentPartPr>
              <p14:xfrm>
                <a:off x="4785120" y="3608520"/>
                <a:ext cx="116280" cy="12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22B3D86-B31F-883A-4E9D-119390DA2CA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67480" y="3590880"/>
                  <a:ext cx="151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E818234-9CA6-41F3-1590-4B6D31026181}"/>
                    </a:ext>
                  </a:extLst>
                </p14:cNvPr>
                <p14:cNvContentPartPr/>
                <p14:nvPr/>
              </p14:nvContentPartPr>
              <p14:xfrm>
                <a:off x="4907160" y="3634080"/>
                <a:ext cx="207720" cy="291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E818234-9CA6-41F3-1590-4B6D310261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89160" y="3616080"/>
                  <a:ext cx="2433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6BBCB40-A47C-AD95-04CF-5FC3DCFA1E8C}"/>
                    </a:ext>
                  </a:extLst>
                </p14:cNvPr>
                <p14:cNvContentPartPr/>
                <p14:nvPr/>
              </p14:nvContentPartPr>
              <p14:xfrm>
                <a:off x="5260680" y="3615000"/>
                <a:ext cx="152640" cy="30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6BBCB40-A47C-AD95-04CF-5FC3DCFA1E8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42680" y="3597000"/>
                  <a:ext cx="1882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6223F52-14A6-9B9E-E6C2-22FEB6C45077}"/>
                    </a:ext>
                  </a:extLst>
                </p14:cNvPr>
                <p14:cNvContentPartPr/>
                <p14:nvPr/>
              </p14:nvContentPartPr>
              <p14:xfrm>
                <a:off x="5242320" y="3681600"/>
                <a:ext cx="201240" cy="18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6223F52-14A6-9B9E-E6C2-22FEB6C4507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24680" y="3663960"/>
                  <a:ext cx="236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B47EC01-FB93-0196-12D1-D975080762D6}"/>
                    </a:ext>
                  </a:extLst>
                </p14:cNvPr>
                <p14:cNvContentPartPr/>
                <p14:nvPr/>
              </p14:nvContentPartPr>
              <p14:xfrm>
                <a:off x="5571360" y="3514200"/>
                <a:ext cx="217800" cy="241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B47EC01-FB93-0196-12D1-D975080762D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53720" y="3496200"/>
                  <a:ext cx="2534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5DB3034-2D17-E84D-DF01-ED84C63C6F81}"/>
                    </a:ext>
                  </a:extLst>
                </p14:cNvPr>
                <p14:cNvContentPartPr/>
                <p14:nvPr/>
              </p14:nvContentPartPr>
              <p14:xfrm>
                <a:off x="5924880" y="3657120"/>
                <a:ext cx="55800" cy="32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5DB3034-2D17-E84D-DF01-ED84C63C6F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07240" y="3639480"/>
                  <a:ext cx="91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49FF929-369D-6BD0-C152-1C5E574C5CC8}"/>
                    </a:ext>
                  </a:extLst>
                </p14:cNvPr>
                <p14:cNvContentPartPr/>
                <p14:nvPr/>
              </p14:nvContentPartPr>
              <p14:xfrm>
                <a:off x="6114240" y="3531480"/>
                <a:ext cx="159120" cy="174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49FF929-369D-6BD0-C152-1C5E574C5CC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96240" y="3513480"/>
                  <a:ext cx="1947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322C499-6036-ACEF-3F31-9D4AE97D0DF4}"/>
                    </a:ext>
                  </a:extLst>
                </p14:cNvPr>
                <p14:cNvContentPartPr/>
                <p14:nvPr/>
              </p14:nvContentPartPr>
              <p14:xfrm>
                <a:off x="6381360" y="3557760"/>
                <a:ext cx="142560" cy="163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322C499-6036-ACEF-3F31-9D4AE97D0DF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63360" y="3539760"/>
                  <a:ext cx="1782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65D6F13-837F-3D4E-FE6A-DFAA9BA0713A}"/>
                    </a:ext>
                  </a:extLst>
                </p14:cNvPr>
                <p14:cNvContentPartPr/>
                <p14:nvPr/>
              </p14:nvContentPartPr>
              <p14:xfrm>
                <a:off x="6638400" y="3486840"/>
                <a:ext cx="90720" cy="286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65D6F13-837F-3D4E-FE6A-DFAA9BA0713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20760" y="3468840"/>
                  <a:ext cx="126360" cy="32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D7E7786-965E-46BF-ACB9-D60679A77DA2}"/>
              </a:ext>
            </a:extLst>
          </p:cNvPr>
          <p:cNvGrpSpPr/>
          <p:nvPr/>
        </p:nvGrpSpPr>
        <p:grpSpPr>
          <a:xfrm>
            <a:off x="6961680" y="3334200"/>
            <a:ext cx="774360" cy="506520"/>
            <a:chOff x="6961680" y="3334200"/>
            <a:chExt cx="774360" cy="50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DC91183-A700-4978-7658-F0B860A4471D}"/>
                    </a:ext>
                  </a:extLst>
                </p14:cNvPr>
                <p14:cNvContentPartPr/>
                <p14:nvPr/>
              </p14:nvContentPartPr>
              <p14:xfrm>
                <a:off x="6961680" y="3334200"/>
                <a:ext cx="304920" cy="463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DC91183-A700-4978-7658-F0B860A4471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43680" y="3316560"/>
                  <a:ext cx="34056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59A0D6E-C417-DFCE-06B0-E5C8574EC410}"/>
                    </a:ext>
                  </a:extLst>
                </p14:cNvPr>
                <p14:cNvContentPartPr/>
                <p14:nvPr/>
              </p14:nvContentPartPr>
              <p14:xfrm>
                <a:off x="7497720" y="3352560"/>
                <a:ext cx="238320" cy="488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59A0D6E-C417-DFCE-06B0-E5C8574EC41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80080" y="3334560"/>
                  <a:ext cx="2739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C60ED33-D1E9-2892-5B54-64CCF4D05C9F}"/>
                    </a:ext>
                  </a:extLst>
                </p14:cNvPr>
                <p14:cNvContentPartPr/>
                <p14:nvPr/>
              </p14:nvContentPartPr>
              <p14:xfrm>
                <a:off x="7131960" y="3486840"/>
                <a:ext cx="18720" cy="207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C60ED33-D1E9-2892-5B54-64CCF4D05C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14320" y="3468840"/>
                  <a:ext cx="543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8A5572A-595E-0EEF-1416-01C378D6D8FD}"/>
                    </a:ext>
                  </a:extLst>
                </p14:cNvPr>
                <p14:cNvContentPartPr/>
                <p14:nvPr/>
              </p14:nvContentPartPr>
              <p14:xfrm>
                <a:off x="7204320" y="3464880"/>
                <a:ext cx="67320" cy="235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8A5572A-595E-0EEF-1416-01C378D6D8F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86320" y="3446880"/>
                  <a:ext cx="102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327F68-453A-6080-39D2-454E40F1BB53}"/>
                    </a:ext>
                  </a:extLst>
                </p14:cNvPr>
                <p14:cNvContentPartPr/>
                <p14:nvPr/>
              </p14:nvContentPartPr>
              <p14:xfrm>
                <a:off x="7162560" y="3596280"/>
                <a:ext cx="79560" cy="12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327F68-453A-6080-39D2-454E40F1BB5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44920" y="3578640"/>
                  <a:ext cx="115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9A012C0-7073-45B6-F8D0-B454B73719AF}"/>
                    </a:ext>
                  </a:extLst>
                </p14:cNvPr>
                <p14:cNvContentPartPr/>
                <p14:nvPr/>
              </p14:nvContentPartPr>
              <p14:xfrm>
                <a:off x="7333200" y="3620760"/>
                <a:ext cx="110160" cy="111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9A012C0-7073-45B6-F8D0-B454B73719A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15560" y="3603120"/>
                  <a:ext cx="145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D17AB50-633F-4DC7-4D08-F730D838BC64}"/>
                    </a:ext>
                  </a:extLst>
                </p14:cNvPr>
                <p14:cNvContentPartPr/>
                <p14:nvPr/>
              </p14:nvContentPartPr>
              <p14:xfrm>
                <a:off x="7479720" y="3540840"/>
                <a:ext cx="110880" cy="165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D17AB50-633F-4DC7-4D08-F730D838BC6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61720" y="3522840"/>
                  <a:ext cx="14652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14FDEE2-03D1-1AF0-0B51-676A6140AD4F}"/>
                  </a:ext>
                </a:extLst>
              </p14:cNvPr>
              <p14:cNvContentPartPr/>
              <p14:nvPr/>
            </p14:nvContentPartPr>
            <p14:xfrm>
              <a:off x="1486800" y="3877080"/>
              <a:ext cx="238680" cy="3236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14FDEE2-03D1-1AF0-0B51-676A6140AD4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468800" y="3859080"/>
                <a:ext cx="274320" cy="35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9D663E18-2859-1D1B-EB2F-6EAEA6A47DA1}"/>
              </a:ext>
            </a:extLst>
          </p:cNvPr>
          <p:cNvGrpSpPr/>
          <p:nvPr/>
        </p:nvGrpSpPr>
        <p:grpSpPr>
          <a:xfrm>
            <a:off x="1987200" y="4047360"/>
            <a:ext cx="183240" cy="86760"/>
            <a:chOff x="1987200" y="4047360"/>
            <a:chExt cx="183240" cy="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645615C-C03E-9983-D44A-97242085FBDD}"/>
                    </a:ext>
                  </a:extLst>
                </p14:cNvPr>
                <p14:cNvContentPartPr/>
                <p14:nvPr/>
              </p14:nvContentPartPr>
              <p14:xfrm>
                <a:off x="1987200" y="4047360"/>
                <a:ext cx="134280" cy="18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645615C-C03E-9983-D44A-97242085FBD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69560" y="4029720"/>
                  <a:ext cx="169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BA4156E-7933-C8F2-DEAA-2387391C2338}"/>
                    </a:ext>
                  </a:extLst>
                </p14:cNvPr>
                <p14:cNvContentPartPr/>
                <p14:nvPr/>
              </p14:nvContentPartPr>
              <p14:xfrm>
                <a:off x="1987200" y="4120440"/>
                <a:ext cx="183240" cy="13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BA4156E-7933-C8F2-DEAA-2387391C23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969560" y="4102800"/>
                  <a:ext cx="21888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33C9643-0BC8-A760-F154-00117494D6F7}"/>
              </a:ext>
            </a:extLst>
          </p:cNvPr>
          <p:cNvGrpSpPr/>
          <p:nvPr/>
        </p:nvGrpSpPr>
        <p:grpSpPr>
          <a:xfrm>
            <a:off x="1337400" y="3419520"/>
            <a:ext cx="2229120" cy="402840"/>
            <a:chOff x="1337400" y="3419520"/>
            <a:chExt cx="222912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BC0DA9A-43FB-C63B-EC94-D266DBC81CED}"/>
                    </a:ext>
                  </a:extLst>
                </p14:cNvPr>
                <p14:cNvContentPartPr/>
                <p14:nvPr/>
              </p14:nvContentPartPr>
              <p14:xfrm>
                <a:off x="1337400" y="3462720"/>
                <a:ext cx="319320" cy="284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BC0DA9A-43FB-C63B-EC94-D266DBC81CE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319400" y="3445080"/>
                  <a:ext cx="3549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217145E-5EF5-8AA9-E3D4-4530B3AF9826}"/>
                    </a:ext>
                  </a:extLst>
                </p14:cNvPr>
                <p14:cNvContentPartPr/>
                <p14:nvPr/>
              </p14:nvContentPartPr>
              <p14:xfrm>
                <a:off x="1889640" y="3620760"/>
                <a:ext cx="171000" cy="6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217145E-5EF5-8AA9-E3D4-4530B3AF982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71640" y="3603120"/>
                  <a:ext cx="206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33253EF-41B6-AC7E-EDE5-782485FA928F}"/>
                    </a:ext>
                  </a:extLst>
                </p14:cNvPr>
                <p14:cNvContentPartPr/>
                <p14:nvPr/>
              </p14:nvContentPartPr>
              <p14:xfrm>
                <a:off x="1920240" y="3663600"/>
                <a:ext cx="189360" cy="18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33253EF-41B6-AC7E-EDE5-782485FA928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02240" y="3645600"/>
                  <a:ext cx="225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7CFD963-DA6B-E13C-A53F-C5774FA10750}"/>
                    </a:ext>
                  </a:extLst>
                </p14:cNvPr>
                <p14:cNvContentPartPr/>
                <p14:nvPr/>
              </p14:nvContentPartPr>
              <p14:xfrm>
                <a:off x="2274120" y="3419520"/>
                <a:ext cx="230760" cy="293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7CFD963-DA6B-E13C-A53F-C5774FA1075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256120" y="3401880"/>
                  <a:ext cx="2664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257FA77-5603-EF65-5B6E-D84EAE1A420B}"/>
                    </a:ext>
                  </a:extLst>
                </p14:cNvPr>
                <p14:cNvContentPartPr/>
                <p14:nvPr/>
              </p14:nvContentPartPr>
              <p14:xfrm>
                <a:off x="2511000" y="3596280"/>
                <a:ext cx="153000" cy="226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257FA77-5603-EF65-5B6E-D84EAE1A420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93360" y="3578280"/>
                  <a:ext cx="1886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E58B9FB-43FE-10B6-1A6D-441BC0902AFC}"/>
                    </a:ext>
                  </a:extLst>
                </p14:cNvPr>
                <p14:cNvContentPartPr/>
                <p14:nvPr/>
              </p14:nvContentPartPr>
              <p14:xfrm>
                <a:off x="2715480" y="3616800"/>
                <a:ext cx="167760" cy="144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E58B9FB-43FE-10B6-1A6D-441BC0902AF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97840" y="3599160"/>
                  <a:ext cx="203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A4F409-7A53-FA57-AA21-5DEC7BB74377}"/>
                    </a:ext>
                  </a:extLst>
                </p14:cNvPr>
                <p14:cNvContentPartPr/>
                <p14:nvPr/>
              </p14:nvContentPartPr>
              <p14:xfrm>
                <a:off x="2937600" y="3650640"/>
                <a:ext cx="122760" cy="110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A4F409-7A53-FA57-AA21-5DEC7BB7437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919960" y="3632640"/>
                  <a:ext cx="158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18357EC-98E7-660A-43A7-6A5D9DCBF791}"/>
                    </a:ext>
                  </a:extLst>
                </p14:cNvPr>
                <p14:cNvContentPartPr/>
                <p14:nvPr/>
              </p14:nvContentPartPr>
              <p14:xfrm>
                <a:off x="3078360" y="3633000"/>
                <a:ext cx="197280" cy="110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18357EC-98E7-660A-43A7-6A5D9DCBF79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60720" y="3615360"/>
                  <a:ext cx="232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A3983E-2FAB-7BD1-E3CC-EF25E2DEA857}"/>
                    </a:ext>
                  </a:extLst>
                </p14:cNvPr>
                <p14:cNvContentPartPr/>
                <p14:nvPr/>
              </p14:nvContentPartPr>
              <p14:xfrm>
                <a:off x="3315960" y="3657480"/>
                <a:ext cx="42840" cy="85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A3983E-2FAB-7BD1-E3CC-EF25E2DEA85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98320" y="3639840"/>
                  <a:ext cx="784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4F3F537-127F-6ECA-4373-A6FE91582B2E}"/>
                    </a:ext>
                  </a:extLst>
                </p14:cNvPr>
                <p14:cNvContentPartPr/>
                <p14:nvPr/>
              </p14:nvContentPartPr>
              <p14:xfrm>
                <a:off x="3322080" y="3571800"/>
                <a:ext cx="24840" cy="43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4F3F537-127F-6ECA-4373-A6FE91582B2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04440" y="3553800"/>
                  <a:ext cx="60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CA2A23-226E-37E0-56A2-2350971B527D}"/>
                    </a:ext>
                  </a:extLst>
                </p14:cNvPr>
                <p14:cNvContentPartPr/>
                <p14:nvPr/>
              </p14:nvContentPartPr>
              <p14:xfrm>
                <a:off x="3450240" y="3626880"/>
                <a:ext cx="116280" cy="122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CA2A23-226E-37E0-56A2-2350971B527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32600" y="3609240"/>
                  <a:ext cx="151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968F6BA-A5E6-B2DB-8730-E87A02398DA9}"/>
                    </a:ext>
                  </a:extLst>
                </p14:cNvPr>
                <p14:cNvContentPartPr/>
                <p14:nvPr/>
              </p14:nvContentPartPr>
              <p14:xfrm>
                <a:off x="1383480" y="3440040"/>
                <a:ext cx="275040" cy="338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968F6BA-A5E6-B2DB-8730-E87A02398DA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65480" y="3422040"/>
                  <a:ext cx="3106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CDB517B-F4BF-BD7F-B118-A27B3512C089}"/>
                    </a:ext>
                  </a:extLst>
                </p14:cNvPr>
                <p14:cNvContentPartPr/>
                <p14:nvPr/>
              </p14:nvContentPartPr>
              <p14:xfrm>
                <a:off x="1389600" y="3457320"/>
                <a:ext cx="30960" cy="267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CDB517B-F4BF-BD7F-B118-A27B3512C08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71960" y="3439320"/>
                  <a:ext cx="666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AB38205-BD55-5696-7EED-938DBCBF5D46}"/>
                    </a:ext>
                  </a:extLst>
                </p14:cNvPr>
                <p14:cNvContentPartPr/>
                <p14:nvPr/>
              </p14:nvContentPartPr>
              <p14:xfrm>
                <a:off x="1621440" y="3456240"/>
                <a:ext cx="61200" cy="366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AB38205-BD55-5696-7EED-938DBCBF5D4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03800" y="3438240"/>
                  <a:ext cx="9684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6642105-B142-F4E7-4765-52630322304F}"/>
              </a:ext>
            </a:extLst>
          </p:cNvPr>
          <p:cNvGrpSpPr/>
          <p:nvPr/>
        </p:nvGrpSpPr>
        <p:grpSpPr>
          <a:xfrm>
            <a:off x="2456640" y="4041240"/>
            <a:ext cx="713520" cy="279000"/>
            <a:chOff x="2456640" y="4041240"/>
            <a:chExt cx="7135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CC8E155-B4EA-9902-004B-EF3D727112B6}"/>
                    </a:ext>
                  </a:extLst>
                </p14:cNvPr>
                <p14:cNvContentPartPr/>
                <p14:nvPr/>
              </p14:nvContentPartPr>
              <p14:xfrm>
                <a:off x="2456640" y="4053840"/>
                <a:ext cx="195840" cy="262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CC8E155-B4EA-9902-004B-EF3D727112B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39000" y="4035840"/>
                  <a:ext cx="2314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7EA0811-2616-9485-3AF1-3F48D13DCE46}"/>
                    </a:ext>
                  </a:extLst>
                </p14:cNvPr>
                <p14:cNvContentPartPr/>
                <p14:nvPr/>
              </p14:nvContentPartPr>
              <p14:xfrm>
                <a:off x="2724840" y="4120440"/>
                <a:ext cx="24840" cy="97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7EA0811-2616-9485-3AF1-3F48D13DCE4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06840" y="4102800"/>
                  <a:ext cx="60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D99F34E-F30F-869E-27E9-882CEEF29F4E}"/>
                    </a:ext>
                  </a:extLst>
                </p14:cNvPr>
                <p14:cNvContentPartPr/>
                <p14:nvPr/>
              </p14:nvContentPartPr>
              <p14:xfrm>
                <a:off x="2730960" y="4041240"/>
                <a:ext cx="24840" cy="12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D99F34E-F30F-869E-27E9-882CEEF29F4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712960" y="4023600"/>
                  <a:ext cx="604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27F8532-F5B2-71CD-66CB-9AB61056E975}"/>
                    </a:ext>
                  </a:extLst>
                </p14:cNvPr>
                <p14:cNvContentPartPr/>
                <p14:nvPr/>
              </p14:nvContentPartPr>
              <p14:xfrm>
                <a:off x="2851560" y="4065720"/>
                <a:ext cx="119880" cy="254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27F8532-F5B2-71CD-66CB-9AB61056E97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33920" y="4047720"/>
                  <a:ext cx="1555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5A39143-DD98-3A61-CA0D-836EC547683C}"/>
                    </a:ext>
                  </a:extLst>
                </p14:cNvPr>
                <p14:cNvContentPartPr/>
                <p14:nvPr/>
              </p14:nvContentPartPr>
              <p14:xfrm>
                <a:off x="3024000" y="4079040"/>
                <a:ext cx="146160" cy="133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5A39143-DD98-3A61-CA0D-836EC547683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06000" y="4061040"/>
                  <a:ext cx="1818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428025C-EE03-CEB2-B1AB-33DFBFA289C3}"/>
              </a:ext>
            </a:extLst>
          </p:cNvPr>
          <p:cNvGrpSpPr/>
          <p:nvPr/>
        </p:nvGrpSpPr>
        <p:grpSpPr>
          <a:xfrm>
            <a:off x="3578040" y="3971400"/>
            <a:ext cx="1195200" cy="399240"/>
            <a:chOff x="3578040" y="3971400"/>
            <a:chExt cx="1195200" cy="39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25E76C9-B9EC-D8ED-8082-3FEAD443C1C2}"/>
                    </a:ext>
                  </a:extLst>
                </p14:cNvPr>
                <p14:cNvContentPartPr/>
                <p14:nvPr/>
              </p14:nvContentPartPr>
              <p14:xfrm>
                <a:off x="3578040" y="3971400"/>
                <a:ext cx="212040" cy="290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25E76C9-B9EC-D8ED-8082-3FEAD443C1C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60400" y="3953400"/>
                  <a:ext cx="2476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82781E0-8CDC-5AD0-7F16-7923533AED6E}"/>
                    </a:ext>
                  </a:extLst>
                </p14:cNvPr>
                <p14:cNvContentPartPr/>
                <p14:nvPr/>
              </p14:nvContentPartPr>
              <p14:xfrm>
                <a:off x="3803400" y="4096320"/>
                <a:ext cx="110160" cy="146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2781E0-8CDC-5AD0-7F16-7923533AED6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85400" y="4078320"/>
                  <a:ext cx="145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013D9F8-30C5-35A5-21A9-6F72D7512657}"/>
                    </a:ext>
                  </a:extLst>
                </p14:cNvPr>
                <p14:cNvContentPartPr/>
                <p14:nvPr/>
              </p14:nvContentPartPr>
              <p14:xfrm>
                <a:off x="3968280" y="4102440"/>
                <a:ext cx="171000" cy="122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013D9F8-30C5-35A5-21A9-6F72D751265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50640" y="4084800"/>
                  <a:ext cx="206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91D4810-0C57-4742-BED1-4672F55F975B}"/>
                    </a:ext>
                  </a:extLst>
                </p14:cNvPr>
                <p14:cNvContentPartPr/>
                <p14:nvPr/>
              </p14:nvContentPartPr>
              <p14:xfrm>
                <a:off x="4230000" y="4102080"/>
                <a:ext cx="153000" cy="268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91D4810-0C57-4742-BED1-4672F55F975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212360" y="4084440"/>
                  <a:ext cx="1886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DA7A06F-26AC-9FD3-A411-D96BC3068F3F}"/>
                    </a:ext>
                  </a:extLst>
                </p14:cNvPr>
                <p14:cNvContentPartPr/>
                <p14:nvPr/>
              </p14:nvContentPartPr>
              <p14:xfrm>
                <a:off x="4456800" y="3980040"/>
                <a:ext cx="121320" cy="277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DA7A06F-26AC-9FD3-A411-D96BC3068F3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39160" y="3962040"/>
                  <a:ext cx="1569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245AB9E-B6A9-0ACA-5AD6-65F0FD645F55}"/>
                    </a:ext>
                  </a:extLst>
                </p14:cNvPr>
                <p14:cNvContentPartPr/>
                <p14:nvPr/>
              </p14:nvContentPartPr>
              <p14:xfrm>
                <a:off x="4425480" y="4090200"/>
                <a:ext cx="122400" cy="12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245AB9E-B6A9-0ACA-5AD6-65F0FD645F5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07480" y="4072560"/>
                  <a:ext cx="158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C6A94D0-133B-FFB9-B8D0-E0FC7BC7F610}"/>
                    </a:ext>
                  </a:extLst>
                </p14:cNvPr>
                <p14:cNvContentPartPr/>
                <p14:nvPr/>
              </p14:nvContentPartPr>
              <p14:xfrm>
                <a:off x="4590000" y="3974280"/>
                <a:ext cx="183240" cy="268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C6A94D0-133B-FFB9-B8D0-E0FC7BC7F61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72360" y="3956640"/>
                  <a:ext cx="21888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B727AE9-162F-2602-680B-28C80DEB6F7E}"/>
              </a:ext>
            </a:extLst>
          </p:cNvPr>
          <p:cNvGrpSpPr/>
          <p:nvPr/>
        </p:nvGrpSpPr>
        <p:grpSpPr>
          <a:xfrm>
            <a:off x="5193360" y="4029360"/>
            <a:ext cx="146520" cy="73440"/>
            <a:chOff x="5193360" y="4029360"/>
            <a:chExt cx="146520" cy="7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0181CC1-A736-9892-4330-1B9F22A4C835}"/>
                    </a:ext>
                  </a:extLst>
                </p14:cNvPr>
                <p14:cNvContentPartPr/>
                <p14:nvPr/>
              </p14:nvContentPartPr>
              <p14:xfrm>
                <a:off x="5205960" y="4029360"/>
                <a:ext cx="975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0181CC1-A736-9892-4330-1B9F22A4C83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87960" y="4011360"/>
                  <a:ext cx="133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DF7174E-BDCA-0A15-1160-5221DBBE155B}"/>
                    </a:ext>
                  </a:extLst>
                </p14:cNvPr>
                <p14:cNvContentPartPr/>
                <p14:nvPr/>
              </p14:nvContentPartPr>
              <p14:xfrm>
                <a:off x="5193360" y="4084080"/>
                <a:ext cx="146520" cy="18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DF7174E-BDCA-0A15-1160-5221DBBE155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5720" y="4066080"/>
                  <a:ext cx="18216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6CA9E16-E8CF-B2DA-A834-7F2DED3D2421}"/>
              </a:ext>
            </a:extLst>
          </p:cNvPr>
          <p:cNvGrpSpPr/>
          <p:nvPr/>
        </p:nvGrpSpPr>
        <p:grpSpPr>
          <a:xfrm>
            <a:off x="5570280" y="3968160"/>
            <a:ext cx="1147680" cy="268920"/>
            <a:chOff x="5570280" y="3968160"/>
            <a:chExt cx="114768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B15B0A9-E159-FC46-F71F-F7088CC18DEE}"/>
                    </a:ext>
                  </a:extLst>
                </p14:cNvPr>
                <p14:cNvContentPartPr/>
                <p14:nvPr/>
              </p14:nvContentPartPr>
              <p14:xfrm>
                <a:off x="5570280" y="4008840"/>
                <a:ext cx="197640" cy="179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B15B0A9-E159-FC46-F71F-F7088CC18DE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52640" y="3990840"/>
                  <a:ext cx="2332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83E3C89-1E68-BA48-5270-519C8C2EDE98}"/>
                    </a:ext>
                  </a:extLst>
                </p14:cNvPr>
                <p14:cNvContentPartPr/>
                <p14:nvPr/>
              </p14:nvContentPartPr>
              <p14:xfrm>
                <a:off x="5895720" y="4132680"/>
                <a:ext cx="57600" cy="43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83E3C89-1E68-BA48-5270-519C8C2EDE9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78080" y="4114680"/>
                  <a:ext cx="932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9E571F2-37B1-EB46-1F48-3E429E0C2B9F}"/>
                    </a:ext>
                  </a:extLst>
                </p14:cNvPr>
                <p14:cNvContentPartPr/>
                <p14:nvPr/>
              </p14:nvContentPartPr>
              <p14:xfrm>
                <a:off x="6114240" y="3974280"/>
                <a:ext cx="122760" cy="262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9E571F2-37B1-EB46-1F48-3E429E0C2B9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096600" y="3956640"/>
                  <a:ext cx="1584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77BEDA1-CFFF-CAED-00D6-C5419433B86B}"/>
                    </a:ext>
                  </a:extLst>
                </p14:cNvPr>
                <p14:cNvContentPartPr/>
                <p14:nvPr/>
              </p14:nvContentPartPr>
              <p14:xfrm>
                <a:off x="6150960" y="3968160"/>
                <a:ext cx="176760" cy="24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77BEDA1-CFFF-CAED-00D6-C5419433B86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32960" y="3950520"/>
                  <a:ext cx="212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7929236-C409-0841-0D1C-3F9374629865}"/>
                    </a:ext>
                  </a:extLst>
                </p14:cNvPr>
                <p14:cNvContentPartPr/>
                <p14:nvPr/>
              </p14:nvContentPartPr>
              <p14:xfrm>
                <a:off x="6461640" y="4108560"/>
                <a:ext cx="256320" cy="113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7929236-C409-0841-0D1C-3F937462986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443640" y="4090560"/>
                  <a:ext cx="29196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5CF017C-3710-0842-9CE6-C2088D39C67F}"/>
              </a:ext>
            </a:extLst>
          </p:cNvPr>
          <p:cNvGrpSpPr/>
          <p:nvPr/>
        </p:nvGrpSpPr>
        <p:grpSpPr>
          <a:xfrm>
            <a:off x="5979960" y="2261400"/>
            <a:ext cx="1665360" cy="689040"/>
            <a:chOff x="5979960" y="2261400"/>
            <a:chExt cx="1665360" cy="68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164B250-325C-6B59-C6D5-2D979894F392}"/>
                    </a:ext>
                  </a:extLst>
                </p14:cNvPr>
                <p14:cNvContentPartPr/>
                <p14:nvPr/>
              </p14:nvContentPartPr>
              <p14:xfrm>
                <a:off x="5979960" y="2261400"/>
                <a:ext cx="427320" cy="658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164B250-325C-6B59-C6D5-2D979894F39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62320" y="2243760"/>
                  <a:ext cx="462960" cy="69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7E865A8-3BF7-073E-44E2-8CF2C1D2C1FD}"/>
                    </a:ext>
                  </a:extLst>
                </p14:cNvPr>
                <p14:cNvContentPartPr/>
                <p14:nvPr/>
              </p14:nvContentPartPr>
              <p14:xfrm>
                <a:off x="6260400" y="2559480"/>
                <a:ext cx="201960" cy="244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7E865A8-3BF7-073E-44E2-8CF2C1D2C1F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42760" y="2541480"/>
                  <a:ext cx="2376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BEA1687-FD4E-0AB5-38DC-1E723C345FAE}"/>
                    </a:ext>
                  </a:extLst>
                </p14:cNvPr>
                <p14:cNvContentPartPr/>
                <p14:nvPr/>
              </p14:nvContentPartPr>
              <p14:xfrm>
                <a:off x="6565320" y="2722200"/>
                <a:ext cx="61920" cy="27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BEA1687-FD4E-0AB5-38DC-1E723C345FA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47320" y="2704560"/>
                  <a:ext cx="97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F2DD43C-FBB9-7FB1-5E33-7B31B5B07A36}"/>
                    </a:ext>
                  </a:extLst>
                </p14:cNvPr>
                <p14:cNvContentPartPr/>
                <p14:nvPr/>
              </p14:nvContentPartPr>
              <p14:xfrm>
                <a:off x="6729840" y="2583600"/>
                <a:ext cx="78840" cy="251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F2DD43C-FBB9-7FB1-5E33-7B31B5B07A3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11840" y="2565600"/>
                  <a:ext cx="1144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0AFE07C-AE22-CE27-49A9-3A161258F329}"/>
                    </a:ext>
                  </a:extLst>
                </p14:cNvPr>
                <p14:cNvContentPartPr/>
                <p14:nvPr/>
              </p14:nvContentPartPr>
              <p14:xfrm>
                <a:off x="6876000" y="2559840"/>
                <a:ext cx="110520" cy="244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0AFE07C-AE22-CE27-49A9-3A161258F32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58360" y="2541840"/>
                  <a:ext cx="1461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2A7831D-F616-D1E9-0BAA-912C86E22D89}"/>
                    </a:ext>
                  </a:extLst>
                </p14:cNvPr>
                <p14:cNvContentPartPr/>
                <p14:nvPr/>
              </p14:nvContentPartPr>
              <p14:xfrm>
                <a:off x="7156440" y="2546880"/>
                <a:ext cx="102240" cy="231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2A7831D-F616-D1E9-0BAA-912C86E22D8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138800" y="2529240"/>
                  <a:ext cx="1378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2AB6A77-D3B6-F280-1B28-AD85DD77A668}"/>
                    </a:ext>
                  </a:extLst>
                </p14:cNvPr>
                <p14:cNvContentPartPr/>
                <p14:nvPr/>
              </p14:nvContentPartPr>
              <p14:xfrm>
                <a:off x="7312680" y="2706360"/>
                <a:ext cx="136800" cy="91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2AB6A77-D3B6-F280-1B28-AD85DD77A66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294680" y="2688720"/>
                  <a:ext cx="172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41502E1-5726-57AC-AD14-18985F0F6244}"/>
                    </a:ext>
                  </a:extLst>
                </p14:cNvPr>
                <p14:cNvContentPartPr/>
                <p14:nvPr/>
              </p14:nvContentPartPr>
              <p14:xfrm>
                <a:off x="7455240" y="2328360"/>
                <a:ext cx="190080" cy="622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41502E1-5726-57AC-AD14-18985F0F624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437240" y="2310360"/>
                  <a:ext cx="22572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806AC52-9C4B-CF3C-E1E2-0DBC7DBA5AF0}"/>
                    </a:ext>
                  </a:extLst>
                </p14:cNvPr>
                <p14:cNvContentPartPr/>
                <p14:nvPr/>
              </p14:nvContentPartPr>
              <p14:xfrm>
                <a:off x="6906600" y="2548320"/>
                <a:ext cx="104040" cy="222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806AC52-9C4B-CF3C-E1E2-0DBC7DBA5AF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88600" y="2530320"/>
                  <a:ext cx="139680" cy="25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4EC44A96-70A4-2562-945E-4A5FA7A37B50}"/>
                  </a:ext>
                </a:extLst>
              </p14:cNvPr>
              <p14:cNvContentPartPr/>
              <p14:nvPr/>
            </p14:nvContentPartPr>
            <p14:xfrm>
              <a:off x="5075767" y="4658106"/>
              <a:ext cx="219240" cy="4946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4EC44A96-70A4-2562-945E-4A5FA7A37B50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057767" y="4640466"/>
                <a:ext cx="254880" cy="53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1AFE88E7-61B2-A2C8-7173-98900AB49A06}"/>
              </a:ext>
            </a:extLst>
          </p:cNvPr>
          <p:cNvGrpSpPr/>
          <p:nvPr/>
        </p:nvGrpSpPr>
        <p:grpSpPr>
          <a:xfrm>
            <a:off x="2169487" y="4599786"/>
            <a:ext cx="4898880" cy="1076760"/>
            <a:chOff x="2169487" y="4599786"/>
            <a:chExt cx="4898880" cy="10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558053D-724D-A9DC-65D2-2B1DF498EB05}"/>
                    </a:ext>
                  </a:extLst>
                </p14:cNvPr>
                <p14:cNvContentPartPr/>
                <p14:nvPr/>
              </p14:nvContentPartPr>
              <p14:xfrm>
                <a:off x="2169487" y="5145906"/>
                <a:ext cx="3823200" cy="58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558053D-724D-A9DC-65D2-2B1DF498EB0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51847" y="5128266"/>
                  <a:ext cx="3858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C3346CD-A018-42E3-A135-46E54EDDC4B9}"/>
                    </a:ext>
                  </a:extLst>
                </p14:cNvPr>
                <p14:cNvContentPartPr/>
                <p14:nvPr/>
              </p14:nvContentPartPr>
              <p14:xfrm>
                <a:off x="2294407" y="4852866"/>
                <a:ext cx="144000" cy="266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C3346CD-A018-42E3-A135-46E54EDDC4B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276767" y="4834866"/>
                  <a:ext cx="1796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4F510D-5D49-04DA-F20C-7A4104A1B466}"/>
                    </a:ext>
                  </a:extLst>
                </p14:cNvPr>
                <p14:cNvContentPartPr/>
                <p14:nvPr/>
              </p14:nvContentPartPr>
              <p14:xfrm>
                <a:off x="2586727" y="4732266"/>
                <a:ext cx="21384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4F510D-5D49-04DA-F20C-7A4104A1B46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569087" y="4714626"/>
                  <a:ext cx="24948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2D49BC8-A885-DFCD-3C21-293C773D4988}"/>
                    </a:ext>
                  </a:extLst>
                </p14:cNvPr>
                <p14:cNvContentPartPr/>
                <p14:nvPr/>
              </p14:nvContentPartPr>
              <p14:xfrm>
                <a:off x="2783647" y="4893186"/>
                <a:ext cx="167040" cy="145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2D49BC8-A885-DFCD-3C21-293C773D498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765647" y="4875186"/>
                  <a:ext cx="202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4A2C490-DAD2-20B6-353E-A720E59BF2C7}"/>
                    </a:ext>
                  </a:extLst>
                </p14:cNvPr>
                <p14:cNvContentPartPr/>
                <p14:nvPr/>
              </p14:nvContentPartPr>
              <p14:xfrm>
                <a:off x="3042127" y="4974186"/>
                <a:ext cx="41760" cy="42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4A2C490-DAD2-20B6-353E-A720E59BF2C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24127" y="4956546"/>
                  <a:ext cx="774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F6316F4-A5D1-2679-F260-89571A62715F}"/>
                    </a:ext>
                  </a:extLst>
                </p14:cNvPr>
                <p14:cNvContentPartPr/>
                <p14:nvPr/>
              </p14:nvContentPartPr>
              <p14:xfrm>
                <a:off x="3220327" y="4899666"/>
                <a:ext cx="138240" cy="138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F6316F4-A5D1-2679-F260-89571A62715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02687" y="4881666"/>
                  <a:ext cx="1738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9C8B380-1170-5DA5-022E-EC042F94813E}"/>
                    </a:ext>
                  </a:extLst>
                </p14:cNvPr>
                <p14:cNvContentPartPr/>
                <p14:nvPr/>
              </p14:nvContentPartPr>
              <p14:xfrm>
                <a:off x="3456127" y="4905426"/>
                <a:ext cx="115560" cy="133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9C8B380-1170-5DA5-022E-EC042F94813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38127" y="4887426"/>
                  <a:ext cx="151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4E785EE-6A5E-7504-EDAF-3EAA9F8868FA}"/>
                    </a:ext>
                  </a:extLst>
                </p14:cNvPr>
                <p14:cNvContentPartPr/>
                <p14:nvPr/>
              </p14:nvContentPartPr>
              <p14:xfrm>
                <a:off x="3668887" y="4847826"/>
                <a:ext cx="63360" cy="235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4E785EE-6A5E-7504-EDAF-3EAA9F8868F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51247" y="4830186"/>
                  <a:ext cx="990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2B731F0-1EBA-F965-170C-A5A682F2F48D}"/>
                    </a:ext>
                  </a:extLst>
                </p14:cNvPr>
                <p14:cNvContentPartPr/>
                <p14:nvPr/>
              </p14:nvContentPartPr>
              <p14:xfrm>
                <a:off x="3778327" y="4698426"/>
                <a:ext cx="150840" cy="431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2B731F0-1EBA-F965-170C-A5A682F2F48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60327" y="4680426"/>
                  <a:ext cx="1864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DB6D174-2393-005C-8998-FEC44EF07878}"/>
                    </a:ext>
                  </a:extLst>
                </p14:cNvPr>
                <p14:cNvContentPartPr/>
                <p14:nvPr/>
              </p14:nvContentPartPr>
              <p14:xfrm>
                <a:off x="4014127" y="4651986"/>
                <a:ext cx="206280" cy="507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DB6D174-2393-005C-8998-FEC44EF0787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96127" y="4633986"/>
                  <a:ext cx="24192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E434916-FFBF-6DC6-6332-35E9B031B2EA}"/>
                    </a:ext>
                  </a:extLst>
                </p14:cNvPr>
                <p14:cNvContentPartPr/>
                <p14:nvPr/>
              </p14:nvContentPartPr>
              <p14:xfrm>
                <a:off x="4180807" y="4916946"/>
                <a:ext cx="155880" cy="133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E434916-FFBF-6DC6-6332-35E9B031B2E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162807" y="4898946"/>
                  <a:ext cx="1915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B2CB026-6DDA-DF01-C442-A67F6AB2D18B}"/>
                    </a:ext>
                  </a:extLst>
                </p14:cNvPr>
                <p14:cNvContentPartPr/>
                <p14:nvPr/>
              </p14:nvContentPartPr>
              <p14:xfrm>
                <a:off x="4427767" y="4985706"/>
                <a:ext cx="41040" cy="41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B2CB026-6DDA-DF01-C442-A67F6AB2D18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410127" y="4968066"/>
                  <a:ext cx="766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8B42668-3E3A-C577-A0D2-57450607FE04}"/>
                    </a:ext>
                  </a:extLst>
                </p14:cNvPr>
                <p14:cNvContentPartPr/>
                <p14:nvPr/>
              </p14:nvContentPartPr>
              <p14:xfrm>
                <a:off x="4571407" y="4893546"/>
                <a:ext cx="115920" cy="191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8B42668-3E3A-C577-A0D2-57450607FE0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553767" y="4875906"/>
                  <a:ext cx="1515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02038B8-4346-4BCD-67D0-072831641410}"/>
                    </a:ext>
                  </a:extLst>
                </p14:cNvPr>
                <p14:cNvContentPartPr/>
                <p14:nvPr/>
              </p14:nvContentPartPr>
              <p14:xfrm>
                <a:off x="4577527" y="4853586"/>
                <a:ext cx="144000" cy="176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02038B8-4346-4BCD-67D0-07283164141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559887" y="4835946"/>
                  <a:ext cx="179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920DAC4-21A2-70BA-72D1-BE0EC5A2E941}"/>
                    </a:ext>
                  </a:extLst>
                </p14:cNvPr>
                <p14:cNvContentPartPr/>
                <p14:nvPr/>
              </p14:nvContentPartPr>
              <p14:xfrm>
                <a:off x="4778767" y="4658106"/>
                <a:ext cx="213120" cy="527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920DAC4-21A2-70BA-72D1-BE0EC5A2E94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61127" y="4640106"/>
                  <a:ext cx="24876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D8821A0-022D-6191-5829-FBBD9EFF98BC}"/>
                    </a:ext>
                  </a:extLst>
                </p14:cNvPr>
                <p14:cNvContentPartPr/>
                <p14:nvPr/>
              </p14:nvContentPartPr>
              <p14:xfrm>
                <a:off x="5221927" y="4887786"/>
                <a:ext cx="156240" cy="150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D8821A0-022D-6191-5829-FBBD9EFF98B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03927" y="4870146"/>
                  <a:ext cx="1918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08740CF-A1A9-6963-948A-BBA52D958E28}"/>
                    </a:ext>
                  </a:extLst>
                </p14:cNvPr>
                <p14:cNvContentPartPr/>
                <p14:nvPr/>
              </p14:nvContentPartPr>
              <p14:xfrm>
                <a:off x="5503447" y="4991826"/>
                <a:ext cx="6120" cy="6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08740CF-A1A9-6963-948A-BBA52D958E2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485807" y="4973826"/>
                  <a:ext cx="417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EAA52AC-3BE4-5DBE-5A78-3A8E6B5CDDA0}"/>
                    </a:ext>
                  </a:extLst>
                </p14:cNvPr>
                <p14:cNvContentPartPr/>
                <p14:nvPr/>
              </p14:nvContentPartPr>
              <p14:xfrm>
                <a:off x="5635567" y="4928466"/>
                <a:ext cx="98280" cy="144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EAA52AC-3BE4-5DBE-5A78-3A8E6B5CDDA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17927" y="4910466"/>
                  <a:ext cx="133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C249BF6-AB69-F54C-D082-A7FD4884079E}"/>
                    </a:ext>
                  </a:extLst>
                </p14:cNvPr>
                <p14:cNvContentPartPr/>
                <p14:nvPr/>
              </p14:nvContentPartPr>
              <p14:xfrm>
                <a:off x="5670127" y="4882386"/>
                <a:ext cx="127080" cy="23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C249BF6-AB69-F54C-D082-A7FD4884079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652127" y="4864746"/>
                  <a:ext cx="1627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C9D1585-EBE0-B405-B454-D462D155F058}"/>
                    </a:ext>
                  </a:extLst>
                </p14:cNvPr>
                <p14:cNvContentPartPr/>
                <p14:nvPr/>
              </p14:nvContentPartPr>
              <p14:xfrm>
                <a:off x="5854447" y="4911186"/>
                <a:ext cx="74880" cy="150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C9D1585-EBE0-B405-B454-D462D155F05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36447" y="4893186"/>
                  <a:ext cx="110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01E6AB6-4D9A-04EC-6C07-F9582B6F885B}"/>
                    </a:ext>
                  </a:extLst>
                </p14:cNvPr>
                <p14:cNvContentPartPr/>
                <p14:nvPr/>
              </p14:nvContentPartPr>
              <p14:xfrm>
                <a:off x="5980807" y="4929186"/>
                <a:ext cx="64080" cy="143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01E6AB6-4D9A-04EC-6C07-F9582B6F885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963167" y="4911546"/>
                  <a:ext cx="99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C241C49-D800-ABFF-2D6B-534EBD47D142}"/>
                    </a:ext>
                  </a:extLst>
                </p14:cNvPr>
                <p14:cNvContentPartPr/>
                <p14:nvPr/>
              </p14:nvContentPartPr>
              <p14:xfrm>
                <a:off x="6026527" y="4893906"/>
                <a:ext cx="97560" cy="23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C241C49-D800-ABFF-2D6B-534EBD47D14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008887" y="4875906"/>
                  <a:ext cx="1332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A8C2B19-64E6-DAD7-69C7-EA2DFFB0BB23}"/>
                    </a:ext>
                  </a:extLst>
                </p14:cNvPr>
                <p14:cNvContentPartPr/>
                <p14:nvPr/>
              </p14:nvContentPartPr>
              <p14:xfrm>
                <a:off x="6200047" y="4945386"/>
                <a:ext cx="136440" cy="127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A8C2B19-64E6-DAD7-69C7-EA2DFFB0BB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182047" y="4927386"/>
                  <a:ext cx="172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EE194C8-5022-C349-0F22-504DAB4B39A2}"/>
                    </a:ext>
                  </a:extLst>
                </p14:cNvPr>
                <p14:cNvContentPartPr/>
                <p14:nvPr/>
              </p14:nvContentPartPr>
              <p14:xfrm>
                <a:off x="6222367" y="4953666"/>
                <a:ext cx="75240" cy="146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EE194C8-5022-C349-0F22-504DAB4B39A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204727" y="4936026"/>
                  <a:ext cx="110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52BEFE7-48F7-016C-5C5C-384CDBFA99CF}"/>
                    </a:ext>
                  </a:extLst>
                </p14:cNvPr>
                <p14:cNvContentPartPr/>
                <p14:nvPr/>
              </p14:nvContentPartPr>
              <p14:xfrm>
                <a:off x="6382927" y="4945386"/>
                <a:ext cx="52560" cy="138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52BEFE7-48F7-016C-5C5C-384CDBFA99C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364927" y="4927746"/>
                  <a:ext cx="882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EEE0B3A-B167-26B3-92D0-CAB3B252300A}"/>
                    </a:ext>
                  </a:extLst>
                </p14:cNvPr>
                <p14:cNvContentPartPr/>
                <p14:nvPr/>
              </p14:nvContentPartPr>
              <p14:xfrm>
                <a:off x="6474727" y="4978146"/>
                <a:ext cx="105840" cy="892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EEE0B3A-B167-26B3-92D0-CAB3B252300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457087" y="4960506"/>
                  <a:ext cx="141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D0D270F-024F-FAFF-401A-099814DD05DD}"/>
                    </a:ext>
                  </a:extLst>
                </p14:cNvPr>
                <p14:cNvContentPartPr/>
                <p14:nvPr/>
              </p14:nvContentPartPr>
              <p14:xfrm>
                <a:off x="6590287" y="4870866"/>
                <a:ext cx="79920" cy="118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D0D270F-024F-FAFF-401A-099814DD05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572647" y="4852866"/>
                  <a:ext cx="1155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E314EE9-304A-8DB2-D83F-1077A8A4F8E9}"/>
                    </a:ext>
                  </a:extLst>
                </p14:cNvPr>
                <p14:cNvContentPartPr/>
                <p14:nvPr/>
              </p14:nvContentPartPr>
              <p14:xfrm>
                <a:off x="6738967" y="4757826"/>
                <a:ext cx="71640" cy="1537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E314EE9-304A-8DB2-D83F-1077A8A4F8E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721327" y="4739826"/>
                  <a:ext cx="107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9DF819D-4692-9EB5-2259-1A0510E8EAC4}"/>
                    </a:ext>
                  </a:extLst>
                </p14:cNvPr>
                <p14:cNvContentPartPr/>
                <p14:nvPr/>
              </p14:nvContentPartPr>
              <p14:xfrm>
                <a:off x="5865607" y="5198826"/>
                <a:ext cx="1123920" cy="12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9DF819D-4692-9EB5-2259-1A0510E8EAC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847967" y="5180826"/>
                  <a:ext cx="11595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5920D6F-9B8C-8FF2-3D40-D680A52C18F8}"/>
                    </a:ext>
                  </a:extLst>
                </p14:cNvPr>
                <p14:cNvContentPartPr/>
                <p14:nvPr/>
              </p14:nvContentPartPr>
              <p14:xfrm>
                <a:off x="6912127" y="4599786"/>
                <a:ext cx="156240" cy="536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5920D6F-9B8C-8FF2-3D40-D680A52C18F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894127" y="4581786"/>
                  <a:ext cx="19188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8B12E31-5E01-FCE4-DC3B-7634A0EB16BD}"/>
                    </a:ext>
                  </a:extLst>
                </p14:cNvPr>
                <p14:cNvContentPartPr/>
                <p14:nvPr/>
              </p14:nvContentPartPr>
              <p14:xfrm>
                <a:off x="3502207" y="5313666"/>
                <a:ext cx="391320" cy="334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8B12E31-5E01-FCE4-DC3B-7634A0EB16B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484567" y="5295666"/>
                  <a:ext cx="42696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7E07145-C605-6F0F-A153-266EEDD3B996}"/>
                    </a:ext>
                  </a:extLst>
                </p14:cNvPr>
                <p14:cNvContentPartPr/>
                <p14:nvPr/>
              </p14:nvContentPartPr>
              <p14:xfrm>
                <a:off x="3775087" y="5313666"/>
                <a:ext cx="140400" cy="18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7E07145-C605-6F0F-A153-266EEDD3B99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757447" y="5295666"/>
                  <a:ext cx="1760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E6CFE3A-EF1B-77DD-3BE0-08202EB2A164}"/>
                    </a:ext>
                  </a:extLst>
                </p14:cNvPr>
                <p14:cNvContentPartPr/>
                <p14:nvPr/>
              </p14:nvContentPartPr>
              <p14:xfrm>
                <a:off x="4204567" y="5215746"/>
                <a:ext cx="252720" cy="460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E6CFE3A-EF1B-77DD-3BE0-08202EB2A16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186567" y="5198106"/>
                  <a:ext cx="288360" cy="49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12C4E522-66C2-364C-7DFC-4B34666EA435}"/>
              </a:ext>
            </a:extLst>
          </p:cNvPr>
          <p:cNvGrpSpPr/>
          <p:nvPr/>
        </p:nvGrpSpPr>
        <p:grpSpPr>
          <a:xfrm>
            <a:off x="4422367" y="5210346"/>
            <a:ext cx="1291680" cy="505440"/>
            <a:chOff x="4422367" y="5210346"/>
            <a:chExt cx="1291680" cy="50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396052D-38CB-9454-9B89-1891A12D99D8}"/>
                    </a:ext>
                  </a:extLst>
                </p14:cNvPr>
                <p14:cNvContentPartPr/>
                <p14:nvPr/>
              </p14:nvContentPartPr>
              <p14:xfrm>
                <a:off x="4422367" y="5376666"/>
                <a:ext cx="161640" cy="1616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396052D-38CB-9454-9B89-1891A12D99D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404367" y="5359026"/>
                  <a:ext cx="1972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90F8CD2-9801-FEB0-9A6C-CC8FE4B5410C}"/>
                    </a:ext>
                  </a:extLst>
                </p14:cNvPr>
                <p14:cNvContentPartPr/>
                <p14:nvPr/>
              </p14:nvContentPartPr>
              <p14:xfrm>
                <a:off x="4709287" y="5475666"/>
                <a:ext cx="195120" cy="914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90F8CD2-9801-FEB0-9A6C-CC8FE4B5410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691647" y="5458026"/>
                  <a:ext cx="2307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EA269AA-A207-6226-AA5C-604E948953A6}"/>
                    </a:ext>
                  </a:extLst>
                </p14:cNvPr>
                <p14:cNvContentPartPr/>
                <p14:nvPr/>
              </p14:nvContentPartPr>
              <p14:xfrm>
                <a:off x="4985767" y="5491866"/>
                <a:ext cx="210960" cy="75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EA269AA-A207-6226-AA5C-604E948953A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967767" y="5473866"/>
                  <a:ext cx="246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760E77F-B44F-89C6-7A98-E398180C00B4}"/>
                    </a:ext>
                  </a:extLst>
                </p14:cNvPr>
                <p14:cNvContentPartPr/>
                <p14:nvPr/>
              </p14:nvContentPartPr>
              <p14:xfrm>
                <a:off x="5296447" y="5210346"/>
                <a:ext cx="183960" cy="5054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760E77F-B44F-89C6-7A98-E398180C00B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278807" y="5192346"/>
                  <a:ext cx="21960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CE9D1BB-AD16-7DEF-F2B2-53D2F203D38F}"/>
                    </a:ext>
                  </a:extLst>
                </p14:cNvPr>
                <p14:cNvContentPartPr/>
                <p14:nvPr/>
              </p14:nvContentPartPr>
              <p14:xfrm>
                <a:off x="5555287" y="5228706"/>
                <a:ext cx="158760" cy="159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CE9D1BB-AD16-7DEF-F2B2-53D2F203D38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537287" y="5211066"/>
                  <a:ext cx="19440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AEED541-D540-5316-F847-5D45E104FB85}"/>
              </a:ext>
            </a:extLst>
          </p:cNvPr>
          <p:cNvGrpSpPr/>
          <p:nvPr/>
        </p:nvGrpSpPr>
        <p:grpSpPr>
          <a:xfrm>
            <a:off x="1703287" y="5100186"/>
            <a:ext cx="189000" cy="52560"/>
            <a:chOff x="1703287" y="5100186"/>
            <a:chExt cx="189000" cy="5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4614767-AE3C-276E-748F-DF96A5AF4446}"/>
                    </a:ext>
                  </a:extLst>
                </p14:cNvPr>
                <p14:cNvContentPartPr/>
                <p14:nvPr/>
              </p14:nvContentPartPr>
              <p14:xfrm>
                <a:off x="1742527" y="5135106"/>
                <a:ext cx="149760" cy="17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4614767-AE3C-276E-748F-DF96A5AF444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724527" y="5117466"/>
                  <a:ext cx="1854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1898BA6-05D9-B6CA-950F-D775EA05F835}"/>
                    </a:ext>
                  </a:extLst>
                </p14:cNvPr>
                <p14:cNvContentPartPr/>
                <p14:nvPr/>
              </p14:nvContentPartPr>
              <p14:xfrm>
                <a:off x="1703287" y="5100186"/>
                <a:ext cx="172080" cy="7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1898BA6-05D9-B6CA-950F-D775EA05F83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685287" y="5082186"/>
                  <a:ext cx="20772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D7FC4C0-A568-22FF-E261-63378AB30F4D}"/>
              </a:ext>
            </a:extLst>
          </p:cNvPr>
          <p:cNvGrpSpPr/>
          <p:nvPr/>
        </p:nvGrpSpPr>
        <p:grpSpPr>
          <a:xfrm>
            <a:off x="1961047" y="6320226"/>
            <a:ext cx="172800" cy="92520"/>
            <a:chOff x="1961047" y="6320226"/>
            <a:chExt cx="172800" cy="9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50AE267-1D7F-94FC-2438-F9C87982927E}"/>
                    </a:ext>
                  </a:extLst>
                </p14:cNvPr>
                <p14:cNvContentPartPr/>
                <p14:nvPr/>
              </p14:nvContentPartPr>
              <p14:xfrm>
                <a:off x="1961047" y="6320226"/>
                <a:ext cx="155880" cy="29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50AE267-1D7F-94FC-2438-F9C87982927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943047" y="6302226"/>
                  <a:ext cx="191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343B527-3C54-683B-868E-BA9D3FDA6106}"/>
                    </a:ext>
                  </a:extLst>
                </p14:cNvPr>
                <p14:cNvContentPartPr/>
                <p14:nvPr/>
              </p14:nvContentPartPr>
              <p14:xfrm>
                <a:off x="1972207" y="6406626"/>
                <a:ext cx="161640" cy="61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343B527-3C54-683B-868E-BA9D3FDA610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954567" y="6388626"/>
                  <a:ext cx="1972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6BBA7102-5B65-AAA5-709D-4DAADEF927B0}"/>
              </a:ext>
            </a:extLst>
          </p:cNvPr>
          <p:cNvGrpSpPr/>
          <p:nvPr/>
        </p:nvGrpSpPr>
        <p:grpSpPr>
          <a:xfrm>
            <a:off x="2535247" y="6229146"/>
            <a:ext cx="1852920" cy="355680"/>
            <a:chOff x="2535247" y="6229146"/>
            <a:chExt cx="185292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635D874-4237-C32A-B7EC-A42FF6E20B5D}"/>
                    </a:ext>
                  </a:extLst>
                </p14:cNvPr>
                <p14:cNvContentPartPr/>
                <p14:nvPr/>
              </p14:nvContentPartPr>
              <p14:xfrm>
                <a:off x="2535247" y="6229146"/>
                <a:ext cx="236880" cy="2728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635D874-4237-C32A-B7EC-A42FF6E20B5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517607" y="6211506"/>
                  <a:ext cx="2725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6B6DC90-F931-2908-2AC2-089F80DDD659}"/>
                    </a:ext>
                  </a:extLst>
                </p14:cNvPr>
                <p14:cNvContentPartPr/>
                <p14:nvPr/>
              </p14:nvContentPartPr>
              <p14:xfrm>
                <a:off x="2892007" y="6262266"/>
                <a:ext cx="219960" cy="270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6B6DC90-F931-2908-2AC2-089F80DDD65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874367" y="6244266"/>
                  <a:ext cx="2556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9807880-1130-F270-E3B4-C12C8B288624}"/>
                    </a:ext>
                  </a:extLst>
                </p14:cNvPr>
                <p14:cNvContentPartPr/>
                <p14:nvPr/>
              </p14:nvContentPartPr>
              <p14:xfrm>
                <a:off x="3289447" y="6457746"/>
                <a:ext cx="41040" cy="46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9807880-1130-F270-E3B4-C12C8B28862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271447" y="6440106"/>
                  <a:ext cx="766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AA28E9A-A74A-2307-7722-8ED8600D93F4}"/>
                    </a:ext>
                  </a:extLst>
                </p14:cNvPr>
                <p14:cNvContentPartPr/>
                <p14:nvPr/>
              </p14:nvContentPartPr>
              <p14:xfrm>
                <a:off x="3588247" y="6256146"/>
                <a:ext cx="173880" cy="318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AA28E9A-A74A-2307-7722-8ED8600D93F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570607" y="6238146"/>
                  <a:ext cx="2095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EED1D51-77F6-01AC-28C0-89BD4B429321}"/>
                    </a:ext>
                  </a:extLst>
                </p14:cNvPr>
                <p14:cNvContentPartPr/>
                <p14:nvPr/>
              </p14:nvContentPartPr>
              <p14:xfrm>
                <a:off x="3956527" y="6279906"/>
                <a:ext cx="144360" cy="2599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EED1D51-77F6-01AC-28C0-89BD4B42932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938527" y="6261906"/>
                  <a:ext cx="1800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085A6CF-C73C-54A5-378E-2ACCEFA10490}"/>
                    </a:ext>
                  </a:extLst>
                </p14:cNvPr>
                <p14:cNvContentPartPr/>
                <p14:nvPr/>
              </p14:nvContentPartPr>
              <p14:xfrm>
                <a:off x="4312927" y="6251106"/>
                <a:ext cx="75240" cy="3337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085A6CF-C73C-54A5-378E-2ACCEFA1049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295287" y="6233106"/>
                  <a:ext cx="110880" cy="36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CE30B97-87B3-527B-E265-31A02E23C87E}"/>
              </a:ext>
            </a:extLst>
          </p:cNvPr>
          <p:cNvGrpSpPr/>
          <p:nvPr/>
        </p:nvGrpSpPr>
        <p:grpSpPr>
          <a:xfrm>
            <a:off x="4778407" y="6262266"/>
            <a:ext cx="397440" cy="305280"/>
            <a:chOff x="4778407" y="6262266"/>
            <a:chExt cx="39744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04AD0BB-B4D0-E31B-91F7-C9D17F74FF72}"/>
                    </a:ext>
                  </a:extLst>
                </p14:cNvPr>
                <p14:cNvContentPartPr/>
                <p14:nvPr/>
              </p14:nvContentPartPr>
              <p14:xfrm>
                <a:off x="4778407" y="6262266"/>
                <a:ext cx="133200" cy="288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04AD0BB-B4D0-E31B-91F7-C9D17F74FF7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760767" y="6244626"/>
                  <a:ext cx="1688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85B85A9-0782-9CF6-66F4-DA688CC25365}"/>
                    </a:ext>
                  </a:extLst>
                </p14:cNvPr>
                <p14:cNvContentPartPr/>
                <p14:nvPr/>
              </p14:nvContentPartPr>
              <p14:xfrm>
                <a:off x="4974247" y="6440466"/>
                <a:ext cx="201600" cy="1270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85B85A9-0782-9CF6-66F4-DA688CC2536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956607" y="6422466"/>
                  <a:ext cx="23724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6C3FBD4-A6F7-20DC-8410-C4A30FE9C001}"/>
              </a:ext>
            </a:extLst>
          </p:cNvPr>
          <p:cNvGrpSpPr/>
          <p:nvPr/>
        </p:nvGrpSpPr>
        <p:grpSpPr>
          <a:xfrm>
            <a:off x="8373367" y="2002026"/>
            <a:ext cx="2588400" cy="500040"/>
            <a:chOff x="8373367" y="2002026"/>
            <a:chExt cx="2588400" cy="50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DC7F46C-52F1-D493-61F4-4D6F144D8F8E}"/>
                    </a:ext>
                  </a:extLst>
                </p14:cNvPr>
                <p14:cNvContentPartPr/>
                <p14:nvPr/>
              </p14:nvContentPartPr>
              <p14:xfrm>
                <a:off x="8373367" y="2398026"/>
                <a:ext cx="2588400" cy="104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DC7F46C-52F1-D493-61F4-4D6F144D8F8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355367" y="2380386"/>
                  <a:ext cx="26240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633E8C0-0F86-41C3-02E1-69E58D826A03}"/>
                    </a:ext>
                  </a:extLst>
                </p14:cNvPr>
                <p14:cNvContentPartPr/>
                <p14:nvPr/>
              </p14:nvContentPartPr>
              <p14:xfrm>
                <a:off x="8660647" y="2002026"/>
                <a:ext cx="167400" cy="3034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633E8C0-0F86-41C3-02E1-69E58D826A0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642647" y="1984386"/>
                  <a:ext cx="2030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B02D88E-C83B-A03D-6683-D6CD605FB585}"/>
                    </a:ext>
                  </a:extLst>
                </p14:cNvPr>
                <p14:cNvContentPartPr/>
                <p14:nvPr/>
              </p14:nvContentPartPr>
              <p14:xfrm>
                <a:off x="8964127" y="2052786"/>
                <a:ext cx="145440" cy="2761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B02D88E-C83B-A03D-6683-D6CD605FB58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946487" y="2034786"/>
                  <a:ext cx="1810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CEDE87E-792B-964A-CF79-7152BCCEA3EA}"/>
                    </a:ext>
                  </a:extLst>
                </p14:cNvPr>
                <p14:cNvContentPartPr/>
                <p14:nvPr/>
              </p14:nvContentPartPr>
              <p14:xfrm>
                <a:off x="9242407" y="2242506"/>
                <a:ext cx="34560" cy="410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CEDE87E-792B-964A-CF79-7152BCCEA3E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224767" y="2224866"/>
                  <a:ext cx="70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64401EA-A2B9-3AD9-B3A3-3D4483263E5B}"/>
                    </a:ext>
                  </a:extLst>
                </p14:cNvPr>
                <p14:cNvContentPartPr/>
                <p14:nvPr/>
              </p14:nvContentPartPr>
              <p14:xfrm>
                <a:off x="9431407" y="2116146"/>
                <a:ext cx="115200" cy="2419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64401EA-A2B9-3AD9-B3A3-3D4483263E5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413767" y="2098146"/>
                  <a:ext cx="1508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CA77D15-2901-48D4-CB16-D7D6A39A75D7}"/>
                    </a:ext>
                  </a:extLst>
                </p14:cNvPr>
                <p14:cNvContentPartPr/>
                <p14:nvPr/>
              </p14:nvContentPartPr>
              <p14:xfrm>
                <a:off x="9690247" y="2143506"/>
                <a:ext cx="86760" cy="1976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CA77D15-2901-48D4-CB16-D7D6A39A75D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672247" y="2125866"/>
                  <a:ext cx="1224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C42770A-93EB-AD57-A1A2-6CA7591A4153}"/>
                    </a:ext>
                  </a:extLst>
                </p14:cNvPr>
                <p14:cNvContentPartPr/>
                <p14:nvPr/>
              </p14:nvContentPartPr>
              <p14:xfrm>
                <a:off x="9931447" y="2121906"/>
                <a:ext cx="34200" cy="2358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C42770A-93EB-AD57-A1A2-6CA7591A415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913807" y="2104266"/>
                  <a:ext cx="6984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6F3B55AC-ABDF-4D2B-A85E-C2F69DD73F83}"/>
              </a:ext>
            </a:extLst>
          </p:cNvPr>
          <p:cNvGrpSpPr/>
          <p:nvPr/>
        </p:nvGrpSpPr>
        <p:grpSpPr>
          <a:xfrm>
            <a:off x="8677567" y="2561826"/>
            <a:ext cx="1720800" cy="261360"/>
            <a:chOff x="8677567" y="2561826"/>
            <a:chExt cx="1720800" cy="2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94B4830-B4EA-9F01-0259-2ED52AF99609}"/>
                    </a:ext>
                  </a:extLst>
                </p14:cNvPr>
                <p14:cNvContentPartPr/>
                <p14:nvPr/>
              </p14:nvContentPartPr>
              <p14:xfrm>
                <a:off x="8677567" y="2565786"/>
                <a:ext cx="23760" cy="218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94B4830-B4EA-9F01-0259-2ED52AF9960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659567" y="2547786"/>
                  <a:ext cx="59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EE540F8-B4C7-AB1F-6817-57AEDD9969B9}"/>
                    </a:ext>
                  </a:extLst>
                </p14:cNvPr>
                <p14:cNvContentPartPr/>
                <p14:nvPr/>
              </p14:nvContentPartPr>
              <p14:xfrm>
                <a:off x="8770087" y="2696826"/>
                <a:ext cx="42480" cy="410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EE540F8-B4C7-AB1F-6817-57AEDD9969B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752087" y="2678826"/>
                  <a:ext cx="78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AC62A42-5245-2DA8-3245-C99102749B97}"/>
                    </a:ext>
                  </a:extLst>
                </p14:cNvPr>
                <p14:cNvContentPartPr/>
                <p14:nvPr/>
              </p14:nvContentPartPr>
              <p14:xfrm>
                <a:off x="8942527" y="2604666"/>
                <a:ext cx="150840" cy="202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AC62A42-5245-2DA8-3245-C99102749B9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924527" y="2587026"/>
                  <a:ext cx="1864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70261F4-D040-ECB6-0F35-2ED9BE255B66}"/>
                    </a:ext>
                  </a:extLst>
                </p14:cNvPr>
                <p14:cNvContentPartPr/>
                <p14:nvPr/>
              </p14:nvContentPartPr>
              <p14:xfrm>
                <a:off x="9166447" y="2587746"/>
                <a:ext cx="213840" cy="219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70261F4-D040-ECB6-0F35-2ED9BE255B6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148807" y="2569746"/>
                  <a:ext cx="2494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61FC653-65D2-DB6D-01EC-40F9B1C5340E}"/>
                    </a:ext>
                  </a:extLst>
                </p14:cNvPr>
                <p14:cNvContentPartPr/>
                <p14:nvPr/>
              </p14:nvContentPartPr>
              <p14:xfrm>
                <a:off x="9591967" y="2651106"/>
                <a:ext cx="147960" cy="1364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61FC653-65D2-DB6D-01EC-40F9B1C5340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574327" y="2633106"/>
                  <a:ext cx="1836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D7AE2A6-0C0F-A787-4A1B-82E87672F357}"/>
                    </a:ext>
                  </a:extLst>
                </p14:cNvPr>
                <p14:cNvContentPartPr/>
                <p14:nvPr/>
              </p14:nvContentPartPr>
              <p14:xfrm>
                <a:off x="9638047" y="2646426"/>
                <a:ext cx="69840" cy="176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D7AE2A6-0C0F-A787-4A1B-82E87672F35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620047" y="2628426"/>
                  <a:ext cx="105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F732460-CC24-75B5-8C67-0FFA1B034E05}"/>
                    </a:ext>
                  </a:extLst>
                </p14:cNvPr>
                <p14:cNvContentPartPr/>
                <p14:nvPr/>
              </p14:nvContentPartPr>
              <p14:xfrm>
                <a:off x="9903007" y="2628066"/>
                <a:ext cx="63720" cy="1904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F732460-CC24-75B5-8C67-0FFA1B034E0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885007" y="2610066"/>
                  <a:ext cx="99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47D9A25-E876-1B81-1806-7C28BCB3D679}"/>
                    </a:ext>
                  </a:extLst>
                </p14:cNvPr>
                <p14:cNvContentPartPr/>
                <p14:nvPr/>
              </p14:nvContentPartPr>
              <p14:xfrm>
                <a:off x="10045927" y="2668746"/>
                <a:ext cx="100080" cy="1270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47D9A25-E876-1B81-1806-7C28BCB3D67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028287" y="2650746"/>
                  <a:ext cx="135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4E556EA-8CD5-98A7-7A01-0C247B2CB927}"/>
                    </a:ext>
                  </a:extLst>
                </p14:cNvPr>
                <p14:cNvContentPartPr/>
                <p14:nvPr/>
              </p14:nvContentPartPr>
              <p14:xfrm>
                <a:off x="10299727" y="2561826"/>
                <a:ext cx="98640" cy="124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4E556EA-8CD5-98A7-7A01-0C247B2CB92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282087" y="2544186"/>
                  <a:ext cx="1342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5B205691-E48D-256E-257A-1259878CC1A3}"/>
              </a:ext>
            </a:extLst>
          </p:cNvPr>
          <p:cNvGrpSpPr/>
          <p:nvPr/>
        </p:nvGrpSpPr>
        <p:grpSpPr>
          <a:xfrm>
            <a:off x="11087767" y="2386506"/>
            <a:ext cx="639000" cy="201600"/>
            <a:chOff x="11087767" y="2386506"/>
            <a:chExt cx="63900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1BDD6EE-F5E1-4C97-6C50-72177D5A67A8}"/>
                    </a:ext>
                  </a:extLst>
                </p14:cNvPr>
                <p14:cNvContentPartPr/>
                <p14:nvPr/>
              </p14:nvContentPartPr>
              <p14:xfrm>
                <a:off x="11087767" y="2404866"/>
                <a:ext cx="137520" cy="1422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1BDD6EE-F5E1-4C97-6C50-72177D5A67A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070127" y="2386866"/>
                  <a:ext cx="173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5B278F3-87DB-427D-DA1A-4A85ECAE1F83}"/>
                    </a:ext>
                  </a:extLst>
                </p14:cNvPr>
                <p14:cNvContentPartPr/>
                <p14:nvPr/>
              </p14:nvContentPartPr>
              <p14:xfrm>
                <a:off x="11116207" y="2415306"/>
                <a:ext cx="70560" cy="1728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5B278F3-87DB-427D-DA1A-4A85ECAE1F8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098567" y="2397306"/>
                  <a:ext cx="106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B7A281A-6E83-A016-84E1-AA7AD913F0D8}"/>
                    </a:ext>
                  </a:extLst>
                </p14:cNvPr>
                <p14:cNvContentPartPr/>
                <p14:nvPr/>
              </p14:nvContentPartPr>
              <p14:xfrm>
                <a:off x="11316727" y="2386506"/>
                <a:ext cx="35640" cy="1616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B7A281A-6E83-A016-84E1-AA7AD913F0D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299087" y="2368506"/>
                  <a:ext cx="712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DFB5E26-C709-8609-1EC7-EFB022455610}"/>
                    </a:ext>
                  </a:extLst>
                </p14:cNvPr>
                <p14:cNvContentPartPr/>
                <p14:nvPr/>
              </p14:nvContentPartPr>
              <p14:xfrm>
                <a:off x="11432647" y="2420706"/>
                <a:ext cx="69120" cy="99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DFB5E26-C709-8609-1EC7-EFB02245561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414647" y="2402706"/>
                  <a:ext cx="104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79106F2-72FF-8E7E-38A6-4D506A3ACE4D}"/>
                    </a:ext>
                  </a:extLst>
                </p14:cNvPr>
                <p14:cNvContentPartPr/>
                <p14:nvPr/>
              </p14:nvContentPartPr>
              <p14:xfrm>
                <a:off x="11616607" y="2438706"/>
                <a:ext cx="110160" cy="91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79106F2-72FF-8E7E-38A6-4D506A3ACE4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598967" y="2421066"/>
                  <a:ext cx="14580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BA301398-3295-5DFE-A6F9-CB660ECF1E2B}"/>
              </a:ext>
            </a:extLst>
          </p:cNvPr>
          <p:cNvGrpSpPr/>
          <p:nvPr/>
        </p:nvGrpSpPr>
        <p:grpSpPr>
          <a:xfrm>
            <a:off x="10448407" y="3392346"/>
            <a:ext cx="323640" cy="334440"/>
            <a:chOff x="10448407" y="3392346"/>
            <a:chExt cx="323640" cy="3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96FA6DB-C2FB-C321-1703-FFA60AFF9314}"/>
                    </a:ext>
                  </a:extLst>
                </p14:cNvPr>
                <p14:cNvContentPartPr/>
                <p14:nvPr/>
              </p14:nvContentPartPr>
              <p14:xfrm>
                <a:off x="10489447" y="3392346"/>
                <a:ext cx="150480" cy="3344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96FA6DB-C2FB-C321-1703-FFA60AFF931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471807" y="3374706"/>
                  <a:ext cx="1861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9462CD1-5688-765E-CD0D-06FAE76CDB0D}"/>
                    </a:ext>
                  </a:extLst>
                </p14:cNvPr>
                <p14:cNvContentPartPr/>
                <p14:nvPr/>
              </p14:nvContentPartPr>
              <p14:xfrm>
                <a:off x="10448407" y="3449586"/>
                <a:ext cx="59400" cy="59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9462CD1-5688-765E-CD0D-06FAE76CDB0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430407" y="3431946"/>
                  <a:ext cx="950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33DEFFB-5A61-AAA7-2654-FB79D8306EF4}"/>
                    </a:ext>
                  </a:extLst>
                </p14:cNvPr>
                <p14:cNvContentPartPr/>
                <p14:nvPr/>
              </p14:nvContentPartPr>
              <p14:xfrm>
                <a:off x="10702207" y="3592866"/>
                <a:ext cx="69840" cy="514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33DEFFB-5A61-AAA7-2654-FB79D8306EF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684567" y="3575226"/>
                  <a:ext cx="10548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036C0316-5740-9CCC-BC54-572EC006F4F9}"/>
              </a:ext>
            </a:extLst>
          </p:cNvPr>
          <p:cNvGrpSpPr/>
          <p:nvPr/>
        </p:nvGrpSpPr>
        <p:grpSpPr>
          <a:xfrm>
            <a:off x="8373367" y="3426186"/>
            <a:ext cx="1783440" cy="317880"/>
            <a:chOff x="8373367" y="3426186"/>
            <a:chExt cx="178344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8868A74-E50B-910F-5C07-0CE1E2D30E36}"/>
                    </a:ext>
                  </a:extLst>
                </p14:cNvPr>
                <p14:cNvContentPartPr/>
                <p14:nvPr/>
              </p14:nvContentPartPr>
              <p14:xfrm>
                <a:off x="8373367" y="3657306"/>
                <a:ext cx="195840" cy="176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8868A74-E50B-910F-5C07-0CE1E2D30E3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355367" y="3639666"/>
                  <a:ext cx="231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AE05C97-8249-06C5-10ED-7EB1DE92797D}"/>
                    </a:ext>
                  </a:extLst>
                </p14:cNvPr>
                <p14:cNvContentPartPr/>
                <p14:nvPr/>
              </p14:nvContentPartPr>
              <p14:xfrm>
                <a:off x="8384527" y="3736866"/>
                <a:ext cx="235080" cy="72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AE05C97-8249-06C5-10ED-7EB1DE92797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366887" y="3719226"/>
                  <a:ext cx="270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78C6D38-56C7-D4BD-AA88-FCF4E3ED8BB3}"/>
                    </a:ext>
                  </a:extLst>
                </p14:cNvPr>
                <p14:cNvContentPartPr/>
                <p14:nvPr/>
              </p14:nvContentPartPr>
              <p14:xfrm>
                <a:off x="8833807" y="3501426"/>
                <a:ext cx="207360" cy="2415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78C6D38-56C7-D4BD-AA88-FCF4E3ED8BB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815807" y="3483786"/>
                  <a:ext cx="2430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B7F8C23-D7D7-C141-4841-ACB762D2B361}"/>
                    </a:ext>
                  </a:extLst>
                </p14:cNvPr>
                <p14:cNvContentPartPr/>
                <p14:nvPr/>
              </p14:nvContentPartPr>
              <p14:xfrm>
                <a:off x="9173647" y="3662706"/>
                <a:ext cx="51480" cy="356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B7F8C23-D7D7-C141-4841-ACB762D2B36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155647" y="3644706"/>
                  <a:ext cx="871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7BDB9F8-3349-BA85-F6E1-55237682DBD2}"/>
                    </a:ext>
                  </a:extLst>
                </p14:cNvPr>
                <p14:cNvContentPartPr/>
                <p14:nvPr/>
              </p14:nvContentPartPr>
              <p14:xfrm>
                <a:off x="9385327" y="3518706"/>
                <a:ext cx="151200" cy="188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7BDB9F8-3349-BA85-F6E1-55237682DBD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367327" y="3500706"/>
                  <a:ext cx="186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36041F1-094C-9503-47FB-30EB146EDDD3}"/>
                    </a:ext>
                  </a:extLst>
                </p14:cNvPr>
                <p14:cNvContentPartPr/>
                <p14:nvPr/>
              </p14:nvContentPartPr>
              <p14:xfrm>
                <a:off x="9678727" y="3524826"/>
                <a:ext cx="121320" cy="1684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36041F1-094C-9503-47FB-30EB146EDDD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660727" y="3506826"/>
                  <a:ext cx="1569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10687C2-6DFA-2B59-089B-8005C61A231C}"/>
                    </a:ext>
                  </a:extLst>
                </p14:cNvPr>
                <p14:cNvContentPartPr/>
                <p14:nvPr/>
              </p14:nvContentPartPr>
              <p14:xfrm>
                <a:off x="9960607" y="3450306"/>
                <a:ext cx="196200" cy="2656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10687C2-6DFA-2B59-089B-8005C61A231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942607" y="3432666"/>
                  <a:ext cx="2318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78485F2-A2B8-ED79-E217-6FDC8CE6ECC7}"/>
                    </a:ext>
                  </a:extLst>
                </p14:cNvPr>
                <p14:cNvContentPartPr/>
                <p14:nvPr/>
              </p14:nvContentPartPr>
              <p14:xfrm>
                <a:off x="9861967" y="3426186"/>
                <a:ext cx="191160" cy="972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78485F2-A2B8-ED79-E217-6FDC8CE6ECC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844327" y="3408546"/>
                  <a:ext cx="226800" cy="13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37081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206</TotalTime>
  <Words>96</Words>
  <Application>Microsoft Office PowerPoint</Application>
  <PresentationFormat>Widescreen</PresentationFormat>
  <Paragraphs>30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Tenorite</vt:lpstr>
      <vt:lpstr>Custom</vt:lpstr>
      <vt:lpstr>Hydraulic Diagram and Calculations</vt:lpstr>
      <vt:lpstr>1. Label the Diagram</vt:lpstr>
      <vt:lpstr>PowerPoint Presentation</vt:lpstr>
      <vt:lpstr>2. Draw the Diagram</vt:lpstr>
      <vt:lpstr>PowerPoint Presentation</vt:lpstr>
      <vt:lpstr>3. Calculations</vt:lpstr>
      <vt:lpstr>1 Convert syringe volumes to dimensions</vt:lpstr>
      <vt:lpstr>1 Convert syringe volumes to dimensions</vt:lpstr>
      <vt:lpstr>2 The linear motor pushes with F = 150 N. The pressure generated in the master syringe is:</vt:lpstr>
      <vt:lpstr>3 Force on slave cylinder</vt:lpstr>
      <vt:lpstr>4 Velocity of slave cylinder</vt:lpstr>
      <vt:lpstr>4 Velocity of slave cylinder</vt:lpstr>
      <vt:lpstr>5 Flow rate in hydraulic line</vt:lpstr>
      <vt:lpstr>6 Hydraulic line velocity</vt:lpstr>
      <vt:lpstr>7 Pressure drop in pipe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Akbar Qamar</dc:creator>
  <cp:lastModifiedBy>Akbar Qamar</cp:lastModifiedBy>
  <cp:revision>9</cp:revision>
  <dcterms:created xsi:type="dcterms:W3CDTF">2026-03-11T10:38:34Z</dcterms:created>
  <dcterms:modified xsi:type="dcterms:W3CDTF">2026-03-26T08:10:09Z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