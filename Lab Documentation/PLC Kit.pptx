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0000"/>
    <a:srgbClr val="7E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532" autoAdjust="0"/>
  </p:normalViewPr>
  <p:slideViewPr>
    <p:cSldViewPr snapToGrid="0">
      <p:cViewPr>
        <p:scale>
          <a:sx n="400" d="100"/>
          <a:sy n="400" d="100"/>
        </p:scale>
        <p:origin x="-18764" y="-5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EE3C-16FC-4D79-97DB-DAE4976CB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76A3D-8B6D-4B47-9AD1-733B0D72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AF2A1-48CF-4DCD-AFE7-5C331B10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58CC1-C065-410C-AB02-CC263E28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74CD7-5622-4586-9975-CDD38721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1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3854-EBC8-4DE4-B91F-D7B5E398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1B6E-C77A-427A-ABB5-4B7E0C36A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C1D1C-A5BD-4181-AD5F-109F71C1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FD78-E245-42A1-BFB3-B0834CE3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8E455-A6E3-464F-9430-0087DED6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F4D1-237D-4536-A785-BEF67343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9CCF3-84F4-436E-9924-28F205BAA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756D3-78C5-42B8-A9A4-D10B4063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9C2DE-16FF-4125-82D4-CBE43CC3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3E791-03EC-4C50-99BC-8AD10D2C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DC7C-B0E2-44D6-90D5-18383683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6DB1-892B-450F-AAA6-0F3C415C3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4F20F-D35F-4D6F-A8EF-F684E8EF7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409F7-8C3F-48DE-95CB-DF73AC74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DE3D2-1734-4CD6-BF97-613F453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7C3C5-5D46-442C-84EF-05786AC3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1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7469-CC10-4885-8F0E-9B49F464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CAD8E-1DB3-4DBF-B3A0-D1ED3299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32964-EB57-4AB5-9A14-247498F13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7794E-6577-42C1-9033-A02A0FD80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55D54-EC46-4733-8D7C-88D243661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3C0EA-4370-4C55-8C4B-CEE602B8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6E1A5-0292-4BF8-B215-C54F1438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F601D-864F-47F4-9D98-09D05C65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5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AEF2-B87B-40E7-8CCF-626D6B6D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D4834-9921-48AA-A430-3513B2A1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721B5-4571-428D-A872-76A5A009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E9F0D-CB0A-4B4D-A513-61562762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4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7639A-0105-4B94-A0A4-AA1D3C1D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E9908-1745-48EA-87FC-F7FF07D8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258E2-D634-4B87-8AC2-43D6139A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3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F553-477F-4DEA-BE14-02BFB7BA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8BEF-0C88-4C11-942B-6B097AB08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AA5A1-31FB-4DCE-BE9D-FBEA95B55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321B4-7CC3-4199-9090-A849ADBF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A985A-1FEA-4677-9A88-C20688BC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DE970-7D26-49EF-A396-65398EAE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4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7F38-087B-4471-AACE-23454AAC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3B048-EE56-42A8-9B4B-E9D26E332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B60A-94E0-4E3E-9721-AE94368B0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8AFD5-08FC-48CC-884C-2B52C445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CAFD0-3BD3-4398-847A-F5D29ED3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293F3-4F26-4E6C-A03D-A6F0C2D3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F50A-9755-4E66-A314-23E31653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1B73C-280A-4355-A779-178987163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76843-8C74-4532-A014-6D878FFD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C54EC-997D-4966-8C39-774C9710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BF983-A15C-4CC8-8F57-BCBDF0FC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1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FB203-179E-4BD1-AB37-114EB7FB5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40433-F9EC-4974-A29D-A48DC626C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0D59-4FCC-42DA-B5FA-A5CD5301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E814D-F62B-4993-BE44-BDEAE792C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DFFEC-CA20-4F9B-A8CD-28E0F4B9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1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87E96-56C2-4FE4-AC80-3D1C2744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F2429-679C-4FF5-80AF-07CD8CE5C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09A3-BBF8-45D9-8450-996BE9001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9FBA6-7680-4C03-9873-90EAA36813A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CB63D-4526-4420-80E3-079B5DE8A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74EC1-DAA2-45F7-81CB-D40A30C92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F8287-3552-44DD-B4B6-E534BAA14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1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C614C0F-340D-463C-8147-19204EA65A38}"/>
              </a:ext>
            </a:extLst>
          </p:cNvPr>
          <p:cNvSpPr/>
          <p:nvPr/>
        </p:nvSpPr>
        <p:spPr>
          <a:xfrm>
            <a:off x="5655971" y="3503260"/>
            <a:ext cx="262594" cy="33678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4BD476-8182-4B74-9AA9-7EEE4DF8AF53}"/>
              </a:ext>
            </a:extLst>
          </p:cNvPr>
          <p:cNvSpPr/>
          <p:nvPr/>
        </p:nvSpPr>
        <p:spPr>
          <a:xfrm>
            <a:off x="8392154" y="789274"/>
            <a:ext cx="3251204" cy="894943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59A6DBC-ABAD-46D3-862A-FEB0DEFA7A57}"/>
              </a:ext>
            </a:extLst>
          </p:cNvPr>
          <p:cNvSpPr/>
          <p:nvPr/>
        </p:nvSpPr>
        <p:spPr>
          <a:xfrm>
            <a:off x="10397608" y="995461"/>
            <a:ext cx="993542" cy="33783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25400" dir="5400000" sx="97000" sy="97000" algn="t" rotWithShape="0">
              <a:schemeClr val="tx1">
                <a:lumMod val="95000"/>
                <a:lumOff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ED3B34-8578-4023-B346-A8E0E95345F6}"/>
              </a:ext>
            </a:extLst>
          </p:cNvPr>
          <p:cNvCxnSpPr>
            <a:cxnSpLocks/>
          </p:cNvCxnSpPr>
          <p:nvPr/>
        </p:nvCxnSpPr>
        <p:spPr>
          <a:xfrm flipV="1">
            <a:off x="243840" y="223520"/>
            <a:ext cx="152400" cy="1625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CCF517-12BD-4684-A8C6-58970D42172E}"/>
              </a:ext>
            </a:extLst>
          </p:cNvPr>
          <p:cNvCxnSpPr>
            <a:cxnSpLocks/>
          </p:cNvCxnSpPr>
          <p:nvPr/>
        </p:nvCxnSpPr>
        <p:spPr>
          <a:xfrm>
            <a:off x="243840" y="386080"/>
            <a:ext cx="0" cy="608584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150783-FC8D-49B2-9950-2131331C439D}"/>
              </a:ext>
            </a:extLst>
          </p:cNvPr>
          <p:cNvCxnSpPr>
            <a:cxnSpLocks/>
          </p:cNvCxnSpPr>
          <p:nvPr/>
        </p:nvCxnSpPr>
        <p:spPr>
          <a:xfrm flipH="1" flipV="1">
            <a:off x="243840" y="6471920"/>
            <a:ext cx="152400" cy="1625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6FD4EB-A698-4DE8-87D9-5832CE77C983}"/>
              </a:ext>
            </a:extLst>
          </p:cNvPr>
          <p:cNvCxnSpPr>
            <a:cxnSpLocks/>
          </p:cNvCxnSpPr>
          <p:nvPr/>
        </p:nvCxnSpPr>
        <p:spPr>
          <a:xfrm>
            <a:off x="11795760" y="223520"/>
            <a:ext cx="152400" cy="1625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12E462-4BF3-40A0-9CC3-5021D13F4C0B}"/>
              </a:ext>
            </a:extLst>
          </p:cNvPr>
          <p:cNvCxnSpPr>
            <a:cxnSpLocks/>
          </p:cNvCxnSpPr>
          <p:nvPr/>
        </p:nvCxnSpPr>
        <p:spPr>
          <a:xfrm flipV="1">
            <a:off x="11948160" y="384190"/>
            <a:ext cx="0" cy="608584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F8436F-1762-43F7-8462-E407233FF9B1}"/>
              </a:ext>
            </a:extLst>
          </p:cNvPr>
          <p:cNvCxnSpPr>
            <a:cxnSpLocks/>
          </p:cNvCxnSpPr>
          <p:nvPr/>
        </p:nvCxnSpPr>
        <p:spPr>
          <a:xfrm flipH="1">
            <a:off x="11795760" y="6471920"/>
            <a:ext cx="152400" cy="1625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2DC06A-B9BD-4BCD-9489-3A1D745F7FF5}"/>
              </a:ext>
            </a:extLst>
          </p:cNvPr>
          <p:cNvCxnSpPr>
            <a:cxnSpLocks/>
          </p:cNvCxnSpPr>
          <p:nvPr/>
        </p:nvCxnSpPr>
        <p:spPr>
          <a:xfrm>
            <a:off x="396240" y="223520"/>
            <a:ext cx="1139951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636AF2-9E82-48FA-988C-E1EBE3B73B7A}"/>
              </a:ext>
            </a:extLst>
          </p:cNvPr>
          <p:cNvCxnSpPr>
            <a:cxnSpLocks/>
          </p:cNvCxnSpPr>
          <p:nvPr/>
        </p:nvCxnSpPr>
        <p:spPr>
          <a:xfrm>
            <a:off x="396240" y="6624320"/>
            <a:ext cx="1139951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F7A61F-5F7B-46CD-BCA5-7873D977CA19}"/>
              </a:ext>
            </a:extLst>
          </p:cNvPr>
          <p:cNvSpPr/>
          <p:nvPr/>
        </p:nvSpPr>
        <p:spPr>
          <a:xfrm>
            <a:off x="579119" y="440099"/>
            <a:ext cx="7675879" cy="124411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693E48C-9867-40BF-9192-F316FB5B3101}"/>
              </a:ext>
            </a:extLst>
          </p:cNvPr>
          <p:cNvSpPr/>
          <p:nvPr/>
        </p:nvSpPr>
        <p:spPr>
          <a:xfrm>
            <a:off x="8371832" y="1817368"/>
            <a:ext cx="3251204" cy="124411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D8EACF-9A19-4787-BDCA-25F5C627DD52}"/>
              </a:ext>
            </a:extLst>
          </p:cNvPr>
          <p:cNvSpPr/>
          <p:nvPr/>
        </p:nvSpPr>
        <p:spPr>
          <a:xfrm>
            <a:off x="6653728" y="1817368"/>
            <a:ext cx="1605276" cy="124411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1020A8-9789-45BB-BF44-A5170DA04A17}"/>
              </a:ext>
            </a:extLst>
          </p:cNvPr>
          <p:cNvSpPr/>
          <p:nvPr/>
        </p:nvSpPr>
        <p:spPr>
          <a:xfrm>
            <a:off x="9011921" y="3182275"/>
            <a:ext cx="2631437" cy="114893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81DD47-9C1C-495C-BA92-C01258114F80}"/>
              </a:ext>
            </a:extLst>
          </p:cNvPr>
          <p:cNvSpPr/>
          <p:nvPr/>
        </p:nvSpPr>
        <p:spPr>
          <a:xfrm>
            <a:off x="4915302" y="3184633"/>
            <a:ext cx="3966672" cy="114893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0032FC-1268-4C21-BA6D-9A9E13A4650B}"/>
              </a:ext>
            </a:extLst>
          </p:cNvPr>
          <p:cNvSpPr/>
          <p:nvPr/>
        </p:nvSpPr>
        <p:spPr>
          <a:xfrm>
            <a:off x="4915302" y="1804424"/>
            <a:ext cx="1605276" cy="124411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0B87C8-837A-4F20-96A9-26B77582F3D5}"/>
              </a:ext>
            </a:extLst>
          </p:cNvPr>
          <p:cNvSpPr/>
          <p:nvPr/>
        </p:nvSpPr>
        <p:spPr>
          <a:xfrm>
            <a:off x="1963556" y="1996883"/>
            <a:ext cx="2838918" cy="220209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CC77D0-402F-473A-8FA8-BE4C590607BF}"/>
              </a:ext>
            </a:extLst>
          </p:cNvPr>
          <p:cNvSpPr/>
          <p:nvPr/>
        </p:nvSpPr>
        <p:spPr>
          <a:xfrm>
            <a:off x="9011920" y="4438686"/>
            <a:ext cx="2611115" cy="202307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A94E708-03C7-462C-92DB-A1C1F1961D26}"/>
              </a:ext>
            </a:extLst>
          </p:cNvPr>
          <p:cNvSpPr/>
          <p:nvPr/>
        </p:nvSpPr>
        <p:spPr>
          <a:xfrm>
            <a:off x="7007192" y="4436747"/>
            <a:ext cx="1874782" cy="97486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B6727E-8300-40C2-A0FE-602D0EFD7F58}"/>
              </a:ext>
            </a:extLst>
          </p:cNvPr>
          <p:cNvSpPr/>
          <p:nvPr/>
        </p:nvSpPr>
        <p:spPr>
          <a:xfrm>
            <a:off x="7003713" y="5547028"/>
            <a:ext cx="1874782" cy="924889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79E780-03C5-4FD8-AEC0-7E5013541A6A}"/>
              </a:ext>
            </a:extLst>
          </p:cNvPr>
          <p:cNvSpPr/>
          <p:nvPr/>
        </p:nvSpPr>
        <p:spPr>
          <a:xfrm>
            <a:off x="579119" y="4436747"/>
            <a:ext cx="4959953" cy="197827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7F270CB-E051-4D76-BB4E-AE6CF7E9A5D5}"/>
              </a:ext>
            </a:extLst>
          </p:cNvPr>
          <p:cNvSpPr/>
          <p:nvPr/>
        </p:nvSpPr>
        <p:spPr>
          <a:xfrm>
            <a:off x="5669018" y="4436071"/>
            <a:ext cx="1208228" cy="97486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5A97572-02E2-461C-B4EC-2365D43EB147}"/>
              </a:ext>
            </a:extLst>
          </p:cNvPr>
          <p:cNvSpPr/>
          <p:nvPr/>
        </p:nvSpPr>
        <p:spPr>
          <a:xfrm>
            <a:off x="5669018" y="5547028"/>
            <a:ext cx="1208228" cy="909577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24A8E5-0D2F-431C-A3D0-37A0D5CE57C9}"/>
              </a:ext>
            </a:extLst>
          </p:cNvPr>
          <p:cNvSpPr/>
          <p:nvPr/>
        </p:nvSpPr>
        <p:spPr>
          <a:xfrm>
            <a:off x="798896" y="2295800"/>
            <a:ext cx="189302" cy="40698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04779B-BE77-4A91-B4D6-D9F275EBAF08}"/>
              </a:ext>
            </a:extLst>
          </p:cNvPr>
          <p:cNvSpPr/>
          <p:nvPr/>
        </p:nvSpPr>
        <p:spPr>
          <a:xfrm>
            <a:off x="795687" y="2965436"/>
            <a:ext cx="189300" cy="11340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8AF1ECC-DA17-43EE-A3EA-B6CB85F90597}"/>
              </a:ext>
            </a:extLst>
          </p:cNvPr>
          <p:cNvCxnSpPr>
            <a:cxnSpLocks/>
          </p:cNvCxnSpPr>
          <p:nvPr/>
        </p:nvCxnSpPr>
        <p:spPr>
          <a:xfrm>
            <a:off x="579119" y="692150"/>
            <a:ext cx="767587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E36622C-AA1F-4701-ACB4-E7FD88E990E2}"/>
              </a:ext>
            </a:extLst>
          </p:cNvPr>
          <p:cNvCxnSpPr/>
          <p:nvPr/>
        </p:nvCxnSpPr>
        <p:spPr>
          <a:xfrm>
            <a:off x="9367520" y="796659"/>
            <a:ext cx="0" cy="8949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D170ED9-C42A-4F51-8CAC-4DB21DB211D3}"/>
              </a:ext>
            </a:extLst>
          </p:cNvPr>
          <p:cNvCxnSpPr/>
          <p:nvPr/>
        </p:nvCxnSpPr>
        <p:spPr>
          <a:xfrm>
            <a:off x="10180320" y="802177"/>
            <a:ext cx="0" cy="8949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3B7328B9-BC6B-4E06-94E9-C7A782820DA2}"/>
              </a:ext>
            </a:extLst>
          </p:cNvPr>
          <p:cNvSpPr/>
          <p:nvPr/>
        </p:nvSpPr>
        <p:spPr>
          <a:xfrm>
            <a:off x="9610195" y="1055426"/>
            <a:ext cx="322569" cy="493235"/>
          </a:xfrm>
          <a:prstGeom prst="rect">
            <a:avLst/>
          </a:prstGeom>
          <a:solidFill>
            <a:schemeClr val="bg2">
              <a:lumMod val="25000"/>
            </a:schemeClr>
          </a:solidFill>
          <a:ln w="50800">
            <a:solidFill>
              <a:schemeClr val="bg2">
                <a:lumMod val="2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2340F18-EB15-4E3C-BFB0-A94791B626E2}"/>
              </a:ext>
            </a:extLst>
          </p:cNvPr>
          <p:cNvSpPr/>
          <p:nvPr/>
        </p:nvSpPr>
        <p:spPr>
          <a:xfrm>
            <a:off x="10791952" y="1415628"/>
            <a:ext cx="201168" cy="178639"/>
          </a:xfrm>
          <a:prstGeom prst="ellipse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12700" sx="95000" sy="95000" algn="ct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A4CF14C-FB1E-4147-8BBF-698C46998DEA}"/>
              </a:ext>
            </a:extLst>
          </p:cNvPr>
          <p:cNvSpPr/>
          <p:nvPr/>
        </p:nvSpPr>
        <p:spPr>
          <a:xfrm>
            <a:off x="9648495" y="1096221"/>
            <a:ext cx="249883" cy="357930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064080E-62CD-44B0-90AA-F3D2668077BA}"/>
              </a:ext>
            </a:extLst>
          </p:cNvPr>
          <p:cNvSpPr/>
          <p:nvPr/>
        </p:nvSpPr>
        <p:spPr>
          <a:xfrm>
            <a:off x="10442392" y="1122611"/>
            <a:ext cx="75302" cy="7823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0555521-A980-4C76-B635-9772B40BEE9A}"/>
              </a:ext>
            </a:extLst>
          </p:cNvPr>
          <p:cNvSpPr/>
          <p:nvPr/>
        </p:nvSpPr>
        <p:spPr>
          <a:xfrm>
            <a:off x="11265242" y="1122611"/>
            <a:ext cx="75302" cy="7823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485EAE-7AC4-4ED2-860C-9F613DC93D15}"/>
              </a:ext>
            </a:extLst>
          </p:cNvPr>
          <p:cNvGrpSpPr/>
          <p:nvPr/>
        </p:nvGrpSpPr>
        <p:grpSpPr>
          <a:xfrm>
            <a:off x="8475309" y="2150963"/>
            <a:ext cx="806372" cy="152591"/>
            <a:chOff x="8451104" y="2069909"/>
            <a:chExt cx="806372" cy="152591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7C30991-1E50-4FA1-A094-C6D6D65C398A}"/>
                </a:ext>
              </a:extLst>
            </p:cNvPr>
            <p:cNvCxnSpPr>
              <a:cxnSpLocks/>
            </p:cNvCxnSpPr>
            <p:nvPr/>
          </p:nvCxnSpPr>
          <p:spPr>
            <a:xfrm>
              <a:off x="9257476" y="2069909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800D29-C558-499C-A450-C62B80B0F3FA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4710F91-1FE2-4BEF-B8B7-AE05678893E2}"/>
              </a:ext>
            </a:extLst>
          </p:cNvPr>
          <p:cNvGrpSpPr/>
          <p:nvPr/>
        </p:nvGrpSpPr>
        <p:grpSpPr>
          <a:xfrm>
            <a:off x="1941645" y="776071"/>
            <a:ext cx="6119856" cy="328539"/>
            <a:chOff x="1941645" y="776071"/>
            <a:chExt cx="6119856" cy="328539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138B86A-23E8-4B08-B838-B8F85CA61B1E}"/>
                </a:ext>
              </a:extLst>
            </p:cNvPr>
            <p:cNvGrpSpPr/>
            <p:nvPr/>
          </p:nvGrpSpPr>
          <p:grpSpPr>
            <a:xfrm>
              <a:off x="7741850" y="788631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F319FBD-35EC-4CC1-87C9-D63394F45BDD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5834AC38-141A-4EFD-8B22-435C9FB89C39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954FA5C-BACF-407E-AB7D-C28D3AC1F591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8DE90D2-C12D-431F-8838-A384B70D364B}"/>
                </a:ext>
              </a:extLst>
            </p:cNvPr>
            <p:cNvGrpSpPr/>
            <p:nvPr/>
          </p:nvGrpSpPr>
          <p:grpSpPr>
            <a:xfrm>
              <a:off x="7214566" y="786250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1BB9F860-1E6F-4AA9-B0CE-E1EA961923B2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463D716-FEAF-4548-9ED5-7AAD301B69E5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22001EC9-2944-4EA0-A47C-67F19665E688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FE955F70-4A2D-4C34-B951-D9D85B19CC5A}"/>
                </a:ext>
              </a:extLst>
            </p:cNvPr>
            <p:cNvGrpSpPr/>
            <p:nvPr/>
          </p:nvGrpSpPr>
          <p:grpSpPr>
            <a:xfrm>
              <a:off x="6684062" y="787976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34EE1714-2F84-4A1D-B886-917597DB80D7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3E288D34-DF0C-4C09-A211-FC96B1BCA11B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A9C6CD73-2629-4CAE-84CD-5AAA01B5C82C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D0058FE-C002-480B-BA26-B21BE1969F48}"/>
                </a:ext>
              </a:extLst>
            </p:cNvPr>
            <p:cNvGrpSpPr/>
            <p:nvPr/>
          </p:nvGrpSpPr>
          <p:grpSpPr>
            <a:xfrm>
              <a:off x="6156778" y="785595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E0168F22-BA38-4AD5-8F6F-36C35AE85335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D12822AD-1672-477D-B1D1-3E5F47A206B8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EE9CD3DB-F280-4CA8-BF0E-76978AEA641E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AA05F498-4E84-468F-B3D3-721E1D76D0F4}"/>
                </a:ext>
              </a:extLst>
            </p:cNvPr>
            <p:cNvGrpSpPr/>
            <p:nvPr/>
          </p:nvGrpSpPr>
          <p:grpSpPr>
            <a:xfrm>
              <a:off x="5626274" y="785595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A2771E5-58CE-420D-8BC9-DB4911E66A40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9E249652-4311-4C3B-B355-FF0E2F569012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2BA4889C-0439-44A2-89A1-D6CF1C1286BE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F93E6834-FCCF-4F43-9A41-6FEB5C093273}"/>
                </a:ext>
              </a:extLst>
            </p:cNvPr>
            <p:cNvGrpSpPr/>
            <p:nvPr/>
          </p:nvGrpSpPr>
          <p:grpSpPr>
            <a:xfrm>
              <a:off x="5098990" y="783214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945A0A37-E983-4D32-B94A-0AD62CFD9C3A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5A035733-2C1C-4C52-A584-80A30A0C8067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959B52AC-4C38-46AC-B93E-6DC2CC142B7F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A85F1A9F-E695-4681-8805-F666A5C609C8}"/>
                </a:ext>
              </a:extLst>
            </p:cNvPr>
            <p:cNvGrpSpPr/>
            <p:nvPr/>
          </p:nvGrpSpPr>
          <p:grpSpPr>
            <a:xfrm>
              <a:off x="4573834" y="783214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37419D77-0531-483C-9C3E-84F951584782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0DCC8AE4-5B1D-4B10-B88D-A4C0973912C7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54B384F3-A846-4E33-909B-0F87BD49EC68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BBEC72DC-8D3D-459A-873D-7F78920105DD}"/>
                </a:ext>
              </a:extLst>
            </p:cNvPr>
            <p:cNvGrpSpPr/>
            <p:nvPr/>
          </p:nvGrpSpPr>
          <p:grpSpPr>
            <a:xfrm>
              <a:off x="4046550" y="780833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A1E62DC0-795B-47EC-9BC5-93B014916DF3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BE426BF1-C281-40F8-8EB2-BD955C47BAC2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4099678F-54B4-4C2B-8B74-3CD400CCDA57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1E0CA84C-458C-4BFF-8483-0E6DF9964B06}"/>
                </a:ext>
              </a:extLst>
            </p:cNvPr>
            <p:cNvGrpSpPr/>
            <p:nvPr/>
          </p:nvGrpSpPr>
          <p:grpSpPr>
            <a:xfrm>
              <a:off x="3523486" y="780833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2EDD4CC2-7631-40E4-8CC8-E5E82A137437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108DBBFB-B61C-4B74-B30A-2D8A200987CC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DA9211C-6FA7-41C1-9D1F-9B6FC8826683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3C184F60-4676-4A96-AA16-F396EFE652A2}"/>
                </a:ext>
              </a:extLst>
            </p:cNvPr>
            <p:cNvGrpSpPr/>
            <p:nvPr/>
          </p:nvGrpSpPr>
          <p:grpSpPr>
            <a:xfrm>
              <a:off x="2996202" y="778452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82600269-B27A-41AE-87A0-ED2F500E2AE7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53B0825C-52E4-4870-BE26-EFF70382440E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DAD51A25-941A-47D5-B08B-13D92C3E3425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67ED7F36-3BAC-4001-BD49-9AA10C240719}"/>
                </a:ext>
              </a:extLst>
            </p:cNvPr>
            <p:cNvGrpSpPr/>
            <p:nvPr/>
          </p:nvGrpSpPr>
          <p:grpSpPr>
            <a:xfrm>
              <a:off x="2468929" y="778452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73060455-03AA-4ED2-BA79-A6603A6C844C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A7C4DACF-ACB6-4F04-B31E-A15CC8E66A94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378C28C7-5ACA-4165-836D-F956F2EE66C3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E02EB225-8A61-4044-BC4F-26956F026B25}"/>
                </a:ext>
              </a:extLst>
            </p:cNvPr>
            <p:cNvGrpSpPr/>
            <p:nvPr/>
          </p:nvGrpSpPr>
          <p:grpSpPr>
            <a:xfrm>
              <a:off x="1941645" y="776071"/>
              <a:ext cx="319651" cy="315979"/>
              <a:chOff x="3994150" y="780763"/>
              <a:chExt cx="290791" cy="271169"/>
            </a:xfrm>
            <a:effectLst>
              <a:outerShdw blurRad="19050" sx="107000" sy="107000" algn="ctr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E99A8647-6F6C-41FB-882A-886E05BF4224}"/>
                  </a:ext>
                </a:extLst>
              </p:cNvPr>
              <p:cNvSpPr/>
              <p:nvPr/>
            </p:nvSpPr>
            <p:spPr>
              <a:xfrm>
                <a:off x="3994150" y="780763"/>
                <a:ext cx="290791" cy="27116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12700" dist="12700" dir="5400000" sx="98000" sy="98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6730973E-0FE7-4AE3-ACFE-D22DEC4FD529}"/>
                  </a:ext>
                </a:extLst>
              </p:cNvPr>
              <p:cNvSpPr/>
              <p:nvPr/>
            </p:nvSpPr>
            <p:spPr>
              <a:xfrm>
                <a:off x="4009087" y="792437"/>
                <a:ext cx="253050" cy="247699"/>
              </a:xfrm>
              <a:prstGeom prst="ellipse">
                <a:avLst/>
              </a:prstGeom>
              <a:solidFill>
                <a:schemeClr val="accent4"/>
              </a:solidFill>
              <a:ln w="50800">
                <a:solidFill>
                  <a:schemeClr val="accent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97C52F83-0334-49B5-BE34-C2725830CEFB}"/>
                  </a:ext>
                </a:extLst>
              </p:cNvPr>
              <p:cNvSpPr/>
              <p:nvPr/>
            </p:nvSpPr>
            <p:spPr>
              <a:xfrm>
                <a:off x="4064953" y="851423"/>
                <a:ext cx="139979" cy="130892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>
                <a:innerShdw blurRad="114300">
                  <a:prstClr val="black">
                    <a:alpha val="9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B2B7E399-C98A-4066-A60B-62F510A1E1C6}"/>
              </a:ext>
            </a:extLst>
          </p:cNvPr>
          <p:cNvGrpSpPr/>
          <p:nvPr/>
        </p:nvGrpSpPr>
        <p:grpSpPr>
          <a:xfrm>
            <a:off x="797848" y="85445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78068CD7-17A8-4760-8A5E-1A23A6D98A3F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A34C407A-AA10-4272-90ED-5BC770AD3460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B050"/>
            </a:solidFill>
            <a:ln w="50800">
              <a:solidFill>
                <a:srgbClr val="00B05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17F91550-4AEA-4147-A5F3-28D434F23686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B050"/>
            </a:solidFill>
            <a:ln w="25400">
              <a:solidFill>
                <a:srgbClr val="00B05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0FDF671-83A9-432A-8653-46DFE36D904A}"/>
              </a:ext>
            </a:extLst>
          </p:cNvPr>
          <p:cNvGrpSpPr/>
          <p:nvPr/>
        </p:nvGrpSpPr>
        <p:grpSpPr>
          <a:xfrm>
            <a:off x="792787" y="1234051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87970A3F-239D-4296-A9AB-DF618FF0F30C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99612BDE-091F-41AF-97DF-27594A6EB73C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B050"/>
            </a:solidFill>
            <a:ln w="50800">
              <a:solidFill>
                <a:srgbClr val="00B05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45B71228-53C4-4277-A238-DE10941213E9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B050"/>
            </a:solidFill>
            <a:ln w="25400">
              <a:solidFill>
                <a:srgbClr val="00B05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E625B51-20BC-4D91-8A7B-A6703D26DF40}"/>
              </a:ext>
            </a:extLst>
          </p:cNvPr>
          <p:cNvGrpSpPr/>
          <p:nvPr/>
        </p:nvGrpSpPr>
        <p:grpSpPr>
          <a:xfrm>
            <a:off x="8672596" y="848400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1F39684D-5C29-407B-BCC8-47569A6C2B3C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35A8FF3F-089F-4135-8F83-2410E49F33D5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C00000"/>
            </a:solidFill>
            <a:ln w="50800">
              <a:solidFill>
                <a:srgbClr val="C0000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2787FFF0-909F-4ED2-A1A3-B8211AA66D28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90BFA24-EA36-46D5-8F55-6A41849193A8}"/>
              </a:ext>
            </a:extLst>
          </p:cNvPr>
          <p:cNvGrpSpPr/>
          <p:nvPr/>
        </p:nvGrpSpPr>
        <p:grpSpPr>
          <a:xfrm>
            <a:off x="8666865" y="129736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1B7AE9BF-A45B-4C86-A456-528909D45B34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FEC3013-C8A7-4863-8DDE-FBC03D5BF51E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 w="50800">
              <a:solidFill>
                <a:schemeClr val="bg2">
                  <a:lumMod val="25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3AF8993C-31DE-4D85-B4B9-70777CC1C924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 w="25400">
              <a:solidFill>
                <a:schemeClr val="bg2">
                  <a:lumMod val="25000"/>
                </a:schemeClr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E0DBF8-22FE-4EF7-A448-1C4D9B434DA1}"/>
              </a:ext>
            </a:extLst>
          </p:cNvPr>
          <p:cNvGrpSpPr/>
          <p:nvPr/>
        </p:nvGrpSpPr>
        <p:grpSpPr>
          <a:xfrm>
            <a:off x="5199459" y="267931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87A4299-0B85-4F33-9B08-38FE190C7194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586AD8E-D363-4A28-B72F-1AEDBF11C9AA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accent4"/>
            </a:solidFill>
            <a:ln w="50800">
              <a:solidFill>
                <a:schemeClr val="accent4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FB72E7F-34CF-4953-8A2B-EC4A6C653CE0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chemeClr val="accent4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B6FF606-39B7-4EC7-8BD1-56FC397EE312}"/>
              </a:ext>
            </a:extLst>
          </p:cNvPr>
          <p:cNvGrpSpPr/>
          <p:nvPr/>
        </p:nvGrpSpPr>
        <p:grpSpPr>
          <a:xfrm>
            <a:off x="5920180" y="267931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41A5A1C0-707A-47C2-9198-A5775493F4EA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6398BE9-11F8-4650-A997-9A2E9B6D2575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accent4"/>
            </a:solidFill>
            <a:ln w="50800">
              <a:solidFill>
                <a:schemeClr val="accent4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AC84015-0057-4584-9362-4AC77E28E61A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chemeClr val="accent4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4FA4919-128E-4786-8835-3D9AD733CBFC}"/>
              </a:ext>
            </a:extLst>
          </p:cNvPr>
          <p:cNvGrpSpPr/>
          <p:nvPr/>
        </p:nvGrpSpPr>
        <p:grpSpPr>
          <a:xfrm>
            <a:off x="6942230" y="269455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68F573F-B1F3-40B1-9A2E-1F81B55BF424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99CA980-0F95-4C50-9DC9-19BFE947C0A8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3274042-9D2A-4F36-B616-646C20E432A7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97F7258-0898-4459-9487-4B4CD0952452}"/>
              </a:ext>
            </a:extLst>
          </p:cNvPr>
          <p:cNvGrpSpPr/>
          <p:nvPr/>
        </p:nvGrpSpPr>
        <p:grpSpPr>
          <a:xfrm>
            <a:off x="7662951" y="269455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E40CDFD-9B8B-413A-A5D3-606B74A29183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771D9D4-8261-45A0-830F-D225E17AE6A4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7AC4CDF-C890-4092-9AB3-7243093E3494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1D54904-A566-487F-9DC4-637FBE6ADE24}"/>
              </a:ext>
            </a:extLst>
          </p:cNvPr>
          <p:cNvSpPr/>
          <p:nvPr/>
        </p:nvSpPr>
        <p:spPr>
          <a:xfrm>
            <a:off x="2096390" y="2367785"/>
            <a:ext cx="2577667" cy="168756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38100" dist="27940" dir="5400000" sx="97000" sy="97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2DAE289-F71A-439E-9E60-48574BF2C78A}"/>
              </a:ext>
            </a:extLst>
          </p:cNvPr>
          <p:cNvCxnSpPr>
            <a:cxnSpLocks/>
          </p:cNvCxnSpPr>
          <p:nvPr/>
        </p:nvCxnSpPr>
        <p:spPr>
          <a:xfrm>
            <a:off x="1958064" y="2305281"/>
            <a:ext cx="284441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33C6012-E033-4D46-A7C9-A24D724EDD02}"/>
              </a:ext>
            </a:extLst>
          </p:cNvPr>
          <p:cNvSpPr/>
          <p:nvPr/>
        </p:nvSpPr>
        <p:spPr>
          <a:xfrm>
            <a:off x="837073" y="2359934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FBF40DDF-C224-451D-AB2D-D41ADBEA1B31}"/>
              </a:ext>
            </a:extLst>
          </p:cNvPr>
          <p:cNvSpPr/>
          <p:nvPr/>
        </p:nvSpPr>
        <p:spPr>
          <a:xfrm>
            <a:off x="917444" y="2360971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7005250D-E2A8-45EF-AD41-6B3AF6A3FD62}"/>
              </a:ext>
            </a:extLst>
          </p:cNvPr>
          <p:cNvSpPr/>
          <p:nvPr/>
        </p:nvSpPr>
        <p:spPr>
          <a:xfrm>
            <a:off x="833830" y="2424058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60859297-E5C0-4D8D-9EE5-C2F0FC5DC59A}"/>
              </a:ext>
            </a:extLst>
          </p:cNvPr>
          <p:cNvSpPr/>
          <p:nvPr/>
        </p:nvSpPr>
        <p:spPr>
          <a:xfrm>
            <a:off x="914201" y="2425095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810F8FAD-87E0-4004-83E6-D0BC3A3A71AA}"/>
              </a:ext>
            </a:extLst>
          </p:cNvPr>
          <p:cNvSpPr/>
          <p:nvPr/>
        </p:nvSpPr>
        <p:spPr>
          <a:xfrm>
            <a:off x="834555" y="248848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6C99F5E-4B22-4A8D-AE71-F5349B12A501}"/>
              </a:ext>
            </a:extLst>
          </p:cNvPr>
          <p:cNvSpPr/>
          <p:nvPr/>
        </p:nvSpPr>
        <p:spPr>
          <a:xfrm>
            <a:off x="914926" y="248952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F3B37DA0-76AB-4318-8EF7-716C75BA32B9}"/>
              </a:ext>
            </a:extLst>
          </p:cNvPr>
          <p:cNvSpPr/>
          <p:nvPr/>
        </p:nvSpPr>
        <p:spPr>
          <a:xfrm>
            <a:off x="831312" y="2552613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A54A2F0-9531-4FE1-B2BC-9F17F4E15269}"/>
              </a:ext>
            </a:extLst>
          </p:cNvPr>
          <p:cNvSpPr/>
          <p:nvPr/>
        </p:nvSpPr>
        <p:spPr>
          <a:xfrm>
            <a:off x="911683" y="2553650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362CAC1-FF79-4CDF-9422-CF4158444D1A}"/>
              </a:ext>
            </a:extLst>
          </p:cNvPr>
          <p:cNvSpPr/>
          <p:nvPr/>
        </p:nvSpPr>
        <p:spPr>
          <a:xfrm>
            <a:off x="831312" y="2616188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8A21BCE-4BCB-4AB4-8562-8BE9D14B2E54}"/>
              </a:ext>
            </a:extLst>
          </p:cNvPr>
          <p:cNvSpPr/>
          <p:nvPr/>
        </p:nvSpPr>
        <p:spPr>
          <a:xfrm>
            <a:off x="911683" y="2617225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EE3F6F7-19BD-4F48-B141-0A32026CBF48}"/>
              </a:ext>
            </a:extLst>
          </p:cNvPr>
          <p:cNvSpPr/>
          <p:nvPr/>
        </p:nvSpPr>
        <p:spPr>
          <a:xfrm>
            <a:off x="834212" y="304207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2044BD0-4C0C-4F3A-AB5C-D34492CE1E27}"/>
              </a:ext>
            </a:extLst>
          </p:cNvPr>
          <p:cNvSpPr/>
          <p:nvPr/>
        </p:nvSpPr>
        <p:spPr>
          <a:xfrm>
            <a:off x="914583" y="3043113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9868E832-97AB-4163-B2BF-9BB0E9EB180B}"/>
              </a:ext>
            </a:extLst>
          </p:cNvPr>
          <p:cNvSpPr/>
          <p:nvPr/>
        </p:nvSpPr>
        <p:spPr>
          <a:xfrm>
            <a:off x="833049" y="3086652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8D006DF-39F6-44FA-AC38-1B7E4D90B075}"/>
              </a:ext>
            </a:extLst>
          </p:cNvPr>
          <p:cNvSpPr/>
          <p:nvPr/>
        </p:nvSpPr>
        <p:spPr>
          <a:xfrm>
            <a:off x="913420" y="308768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143CA69-31AE-47EF-8D10-D829B9BB4AF1}"/>
              </a:ext>
            </a:extLst>
          </p:cNvPr>
          <p:cNvSpPr/>
          <p:nvPr/>
        </p:nvSpPr>
        <p:spPr>
          <a:xfrm>
            <a:off x="836730" y="3131228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129EC88E-3AD6-4AFB-B45E-FD3E56E2BC06}"/>
              </a:ext>
            </a:extLst>
          </p:cNvPr>
          <p:cNvSpPr/>
          <p:nvPr/>
        </p:nvSpPr>
        <p:spPr>
          <a:xfrm>
            <a:off x="917101" y="3132265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D902D9FF-A11D-4C18-BA15-0DE90F2FCAF0}"/>
              </a:ext>
            </a:extLst>
          </p:cNvPr>
          <p:cNvSpPr/>
          <p:nvPr/>
        </p:nvSpPr>
        <p:spPr>
          <a:xfrm>
            <a:off x="833049" y="3181652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50BF533-20C0-4C62-8326-FF62EC1CB4E3}"/>
              </a:ext>
            </a:extLst>
          </p:cNvPr>
          <p:cNvSpPr/>
          <p:nvPr/>
        </p:nvSpPr>
        <p:spPr>
          <a:xfrm>
            <a:off x="913420" y="318268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F51B6C0-BCEC-4BA1-B692-F005EE843B44}"/>
              </a:ext>
            </a:extLst>
          </p:cNvPr>
          <p:cNvSpPr/>
          <p:nvPr/>
        </p:nvSpPr>
        <p:spPr>
          <a:xfrm>
            <a:off x="833049" y="323251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7C95CC2-C525-4BA0-A29C-76E6BDFE053F}"/>
              </a:ext>
            </a:extLst>
          </p:cNvPr>
          <p:cNvSpPr/>
          <p:nvPr/>
        </p:nvSpPr>
        <p:spPr>
          <a:xfrm>
            <a:off x="913420" y="323355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C49D3A-98DC-48A4-AD4E-551E8C2A85DB}"/>
              </a:ext>
            </a:extLst>
          </p:cNvPr>
          <p:cNvSpPr/>
          <p:nvPr/>
        </p:nvSpPr>
        <p:spPr>
          <a:xfrm>
            <a:off x="833049" y="3285781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F121795-C35C-42BE-B29E-AD05F0293D56}"/>
              </a:ext>
            </a:extLst>
          </p:cNvPr>
          <p:cNvSpPr/>
          <p:nvPr/>
        </p:nvSpPr>
        <p:spPr>
          <a:xfrm>
            <a:off x="913420" y="3286818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D68DF89E-C2A3-49F1-AFB2-9F2D0B05D986}"/>
              </a:ext>
            </a:extLst>
          </p:cNvPr>
          <p:cNvSpPr/>
          <p:nvPr/>
        </p:nvSpPr>
        <p:spPr>
          <a:xfrm>
            <a:off x="834212" y="3343080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394CC1A-BE60-4CE6-BE6C-D9B24B4357E0}"/>
              </a:ext>
            </a:extLst>
          </p:cNvPr>
          <p:cNvSpPr/>
          <p:nvPr/>
        </p:nvSpPr>
        <p:spPr>
          <a:xfrm>
            <a:off x="914583" y="3344117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E138ABF0-08CA-4FC2-B373-5D20CF654322}"/>
              </a:ext>
            </a:extLst>
          </p:cNvPr>
          <p:cNvSpPr/>
          <p:nvPr/>
        </p:nvSpPr>
        <p:spPr>
          <a:xfrm>
            <a:off x="833049" y="338765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2433FD20-23E2-4090-B7DE-C6A0AE5CA47B}"/>
              </a:ext>
            </a:extLst>
          </p:cNvPr>
          <p:cNvSpPr/>
          <p:nvPr/>
        </p:nvSpPr>
        <p:spPr>
          <a:xfrm>
            <a:off x="913420" y="3388693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38CEA1E-6AEE-496A-A15B-DAA8486EB857}"/>
              </a:ext>
            </a:extLst>
          </p:cNvPr>
          <p:cNvSpPr/>
          <p:nvPr/>
        </p:nvSpPr>
        <p:spPr>
          <a:xfrm>
            <a:off x="836730" y="3432232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9EF01AA4-4B08-491F-B3C7-A5688D3637B0}"/>
              </a:ext>
            </a:extLst>
          </p:cNvPr>
          <p:cNvSpPr/>
          <p:nvPr/>
        </p:nvSpPr>
        <p:spPr>
          <a:xfrm>
            <a:off x="917101" y="343326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0030D6FB-9604-44ED-8D7D-BA9AECABDC17}"/>
              </a:ext>
            </a:extLst>
          </p:cNvPr>
          <p:cNvSpPr/>
          <p:nvPr/>
        </p:nvSpPr>
        <p:spPr>
          <a:xfrm>
            <a:off x="833049" y="348265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28DD2AF6-A9C2-4BE0-80BE-110336271780}"/>
              </a:ext>
            </a:extLst>
          </p:cNvPr>
          <p:cNvSpPr/>
          <p:nvPr/>
        </p:nvSpPr>
        <p:spPr>
          <a:xfrm>
            <a:off x="913420" y="3483693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43245678-C12C-48C7-AB95-722313C2B313}"/>
              </a:ext>
            </a:extLst>
          </p:cNvPr>
          <p:cNvSpPr/>
          <p:nvPr/>
        </p:nvSpPr>
        <p:spPr>
          <a:xfrm>
            <a:off x="833049" y="3533523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CE2B23CD-136C-4F8D-956B-FC796417AF8A}"/>
              </a:ext>
            </a:extLst>
          </p:cNvPr>
          <p:cNvSpPr/>
          <p:nvPr/>
        </p:nvSpPr>
        <p:spPr>
          <a:xfrm>
            <a:off x="913420" y="3534560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A367DE0D-55CF-4727-BDF8-B23BFE8EBFE8}"/>
              </a:ext>
            </a:extLst>
          </p:cNvPr>
          <p:cNvSpPr/>
          <p:nvPr/>
        </p:nvSpPr>
        <p:spPr>
          <a:xfrm>
            <a:off x="833049" y="3586785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08F0F4B0-B925-4A92-870E-ACA5E178DC60}"/>
              </a:ext>
            </a:extLst>
          </p:cNvPr>
          <p:cNvSpPr/>
          <p:nvPr/>
        </p:nvSpPr>
        <p:spPr>
          <a:xfrm>
            <a:off x="913420" y="3587822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B957C376-8CAA-4F5F-B2EA-68DB7FFF14C5}"/>
              </a:ext>
            </a:extLst>
          </p:cNvPr>
          <p:cNvSpPr/>
          <p:nvPr/>
        </p:nvSpPr>
        <p:spPr>
          <a:xfrm>
            <a:off x="834212" y="3644084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FAF2547-9C78-45B5-9D96-D3D162DF027F}"/>
              </a:ext>
            </a:extLst>
          </p:cNvPr>
          <p:cNvSpPr/>
          <p:nvPr/>
        </p:nvSpPr>
        <p:spPr>
          <a:xfrm>
            <a:off x="914583" y="3645121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C9F754A7-C160-420D-94BB-1925D815ED0E}"/>
              </a:ext>
            </a:extLst>
          </p:cNvPr>
          <p:cNvSpPr/>
          <p:nvPr/>
        </p:nvSpPr>
        <p:spPr>
          <a:xfrm>
            <a:off x="833049" y="3688660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B75C1BDB-793D-4C1E-9719-C59D9B8A722E}"/>
              </a:ext>
            </a:extLst>
          </p:cNvPr>
          <p:cNvSpPr/>
          <p:nvPr/>
        </p:nvSpPr>
        <p:spPr>
          <a:xfrm>
            <a:off x="913420" y="3689697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E49B297E-B550-4CF2-860A-A93FC3571935}"/>
              </a:ext>
            </a:extLst>
          </p:cNvPr>
          <p:cNvSpPr/>
          <p:nvPr/>
        </p:nvSpPr>
        <p:spPr>
          <a:xfrm>
            <a:off x="836730" y="373323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83B97D4-E4EF-42A8-BC94-86EF30DBC947}"/>
              </a:ext>
            </a:extLst>
          </p:cNvPr>
          <p:cNvSpPr/>
          <p:nvPr/>
        </p:nvSpPr>
        <p:spPr>
          <a:xfrm>
            <a:off x="917101" y="3734273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B5A8E826-9AD5-433F-8C9D-6547C63FFCE8}"/>
              </a:ext>
            </a:extLst>
          </p:cNvPr>
          <p:cNvSpPr/>
          <p:nvPr/>
        </p:nvSpPr>
        <p:spPr>
          <a:xfrm>
            <a:off x="833049" y="3783660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DF2CE99-CA49-4547-8AF3-78FDDEAB8225}"/>
              </a:ext>
            </a:extLst>
          </p:cNvPr>
          <p:cNvSpPr/>
          <p:nvPr/>
        </p:nvSpPr>
        <p:spPr>
          <a:xfrm>
            <a:off x="913420" y="3784697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0DC319B-7DEF-4823-8FED-2E1EDEBC72DA}"/>
              </a:ext>
            </a:extLst>
          </p:cNvPr>
          <p:cNvSpPr/>
          <p:nvPr/>
        </p:nvSpPr>
        <p:spPr>
          <a:xfrm>
            <a:off x="833049" y="3834527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938E0A37-3C6B-4040-90AD-BA0D09AD2759}"/>
              </a:ext>
            </a:extLst>
          </p:cNvPr>
          <p:cNvSpPr/>
          <p:nvPr/>
        </p:nvSpPr>
        <p:spPr>
          <a:xfrm>
            <a:off x="913420" y="3835564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D942649E-A44F-4846-921E-62E7D6808E79}"/>
              </a:ext>
            </a:extLst>
          </p:cNvPr>
          <p:cNvSpPr/>
          <p:nvPr/>
        </p:nvSpPr>
        <p:spPr>
          <a:xfrm>
            <a:off x="833049" y="388778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14FF83F7-892D-483D-A32E-BA83ED441EA2}"/>
              </a:ext>
            </a:extLst>
          </p:cNvPr>
          <p:cNvSpPr/>
          <p:nvPr/>
        </p:nvSpPr>
        <p:spPr>
          <a:xfrm>
            <a:off x="913420" y="3888826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8A9EEDC8-7138-4D37-9C40-C02131E4CF55}"/>
              </a:ext>
            </a:extLst>
          </p:cNvPr>
          <p:cNvSpPr/>
          <p:nvPr/>
        </p:nvSpPr>
        <p:spPr>
          <a:xfrm>
            <a:off x="829651" y="3950890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6486BAAA-8F29-423C-B2EB-588DF75CA99A}"/>
              </a:ext>
            </a:extLst>
          </p:cNvPr>
          <p:cNvSpPr/>
          <p:nvPr/>
        </p:nvSpPr>
        <p:spPr>
          <a:xfrm>
            <a:off x="910022" y="3951927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2AA03FDB-D61A-4122-BEBD-9778EAE15FAD}"/>
              </a:ext>
            </a:extLst>
          </p:cNvPr>
          <p:cNvSpPr/>
          <p:nvPr/>
        </p:nvSpPr>
        <p:spPr>
          <a:xfrm>
            <a:off x="829651" y="4004152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DE435D9-7857-4577-A50D-B647C4EDDF8C}"/>
              </a:ext>
            </a:extLst>
          </p:cNvPr>
          <p:cNvSpPr/>
          <p:nvPr/>
        </p:nvSpPr>
        <p:spPr>
          <a:xfrm>
            <a:off x="910022" y="4005189"/>
            <a:ext cx="27432" cy="27432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ACCB62D-6C32-436F-84A9-30CDF9576006}"/>
              </a:ext>
            </a:extLst>
          </p:cNvPr>
          <p:cNvGrpSpPr/>
          <p:nvPr/>
        </p:nvGrpSpPr>
        <p:grpSpPr>
          <a:xfrm>
            <a:off x="5157384" y="3943725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E2413AE-E949-4861-96CC-FCD13E4F1C44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65F84F0D-9D61-4139-A536-5158AA31C69A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063257CF-1465-4980-BAD0-4C2F6C748778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F1C5422D-94F4-4CB4-A32D-17622BE21B0F}"/>
              </a:ext>
            </a:extLst>
          </p:cNvPr>
          <p:cNvGrpSpPr/>
          <p:nvPr/>
        </p:nvGrpSpPr>
        <p:grpSpPr>
          <a:xfrm>
            <a:off x="5801151" y="3943225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EA67DEE-8D80-4185-A69D-5A849B6484F4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D1A8A20F-27B7-4E0D-A93D-02C8FA28EA38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0C11770A-D9EF-41BD-B553-475FBEBEB25E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2CA3384-F6D6-4EAC-9E30-716F4D4D805C}"/>
              </a:ext>
            </a:extLst>
          </p:cNvPr>
          <p:cNvGrpSpPr/>
          <p:nvPr/>
        </p:nvGrpSpPr>
        <p:grpSpPr>
          <a:xfrm>
            <a:off x="6444918" y="3943101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7C5A7703-DAA2-4857-8B39-3683C5948C32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7E2E5054-4FD2-4C91-81CF-98A24F5BA61D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AB575FD9-A023-48CC-81CC-0BE4BF046D87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2C8C678E-1FF6-441F-B54C-226C92E25F5D}"/>
              </a:ext>
            </a:extLst>
          </p:cNvPr>
          <p:cNvGrpSpPr/>
          <p:nvPr/>
        </p:nvGrpSpPr>
        <p:grpSpPr>
          <a:xfrm>
            <a:off x="7067451" y="3938534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B89281A6-9D14-4E72-9ADC-408FB421FF51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2B905653-76ED-4C44-A4FB-3552741934CF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accent4"/>
            </a:solidFill>
            <a:ln w="50800">
              <a:solidFill>
                <a:schemeClr val="accent4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45E91D94-5707-4C5D-B234-B6C90F65E82A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chemeClr val="accent4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2B2187C6-8467-4E46-8607-AB1DCAFD2EC6}"/>
              </a:ext>
            </a:extLst>
          </p:cNvPr>
          <p:cNvGrpSpPr/>
          <p:nvPr/>
        </p:nvGrpSpPr>
        <p:grpSpPr>
          <a:xfrm>
            <a:off x="7689959" y="3946861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3CA98A77-39DA-402B-AB7B-D7D082652AA8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F3EC507F-A9FF-4FB1-9949-10A2385683F0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accent4"/>
            </a:solidFill>
            <a:ln w="50800">
              <a:solidFill>
                <a:schemeClr val="accent4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0D757FB9-FD0C-4309-AAE3-462C15004ADB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chemeClr val="accent4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7728731B-B73B-4953-91CB-AE868B0D40F1}"/>
              </a:ext>
            </a:extLst>
          </p:cNvPr>
          <p:cNvGrpSpPr/>
          <p:nvPr/>
        </p:nvGrpSpPr>
        <p:grpSpPr>
          <a:xfrm>
            <a:off x="8314412" y="395029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C71963FC-2AF8-4061-BE5D-8CA62C0FFFA8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7798A75-9A5F-4465-B077-0A07B36C1EA5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A9B77565-D5B8-45EA-ABF5-30017D938B09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CEDAFD5-5348-4023-A8D3-60343F9E362D}"/>
              </a:ext>
            </a:extLst>
          </p:cNvPr>
          <p:cNvGrpSpPr/>
          <p:nvPr/>
        </p:nvGrpSpPr>
        <p:grpSpPr>
          <a:xfrm>
            <a:off x="5793861" y="4920156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E8481E27-C8A9-4590-8DF2-00ADF3D1EDFC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B23F80CB-A31C-4BFA-A2E7-B36DA7E0A843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4AB19486-BA0C-4F09-9398-0C9C5D3AC431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9D0C6B2B-7A46-4529-90CF-266E983D5924}"/>
              </a:ext>
            </a:extLst>
          </p:cNvPr>
          <p:cNvGrpSpPr/>
          <p:nvPr/>
        </p:nvGrpSpPr>
        <p:grpSpPr>
          <a:xfrm>
            <a:off x="6437628" y="4919656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AEEE1258-ECD0-431E-B60B-11E2C345C818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ECDDBBAC-C35C-4BB7-9CBD-E4384D0C3F16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EF147482-9838-4FCC-B30B-B3737A4781B2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0CA2041C-A691-40E1-963B-C302E80A6F26}"/>
              </a:ext>
            </a:extLst>
          </p:cNvPr>
          <p:cNvGrpSpPr/>
          <p:nvPr/>
        </p:nvGrpSpPr>
        <p:grpSpPr>
          <a:xfrm>
            <a:off x="850171" y="582940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C7F07750-C8F3-4ED4-AE25-488FABE881AB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DB0095C6-812D-495F-98E1-FA089C0C648E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5DE1D9F7-2B16-4961-8A3B-CCB3D227707A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3A0CB4D3-5D4D-42E9-AC6B-9299593A5800}"/>
              </a:ext>
            </a:extLst>
          </p:cNvPr>
          <p:cNvGrpSpPr/>
          <p:nvPr/>
        </p:nvGrpSpPr>
        <p:grpSpPr>
          <a:xfrm>
            <a:off x="1303247" y="582940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487ED697-C155-459E-883E-0C8921B32E01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F62EEB96-AFC4-4BBC-B200-AA1C5683DB3E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628745A7-B20F-4FA6-9FC2-17D0C8C93A72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D8B1D62F-A75A-4D7F-97D0-50985673E359}"/>
              </a:ext>
            </a:extLst>
          </p:cNvPr>
          <p:cNvGrpSpPr/>
          <p:nvPr/>
        </p:nvGrpSpPr>
        <p:grpSpPr>
          <a:xfrm>
            <a:off x="1749365" y="583702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B630F0D2-ADBE-4CA0-82FA-381C7EB95A5A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0FC8124C-0B92-4DA6-8542-DB9674BE68DD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60DDF432-BC94-43C5-80D6-43B317BB29DF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D78AE254-FE14-4706-B613-0B64796824C9}"/>
              </a:ext>
            </a:extLst>
          </p:cNvPr>
          <p:cNvGrpSpPr/>
          <p:nvPr/>
        </p:nvGrpSpPr>
        <p:grpSpPr>
          <a:xfrm>
            <a:off x="2202441" y="583702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770288A2-5461-4351-B475-5E1B73C8C7E2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2ECC3B70-FE05-4E7F-B7A5-B2C67D613ADA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48FF5530-9418-4202-B8F3-6F88E6216AE1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D7FB764F-C974-430E-BB41-45A8018B9243}"/>
              </a:ext>
            </a:extLst>
          </p:cNvPr>
          <p:cNvGrpSpPr/>
          <p:nvPr/>
        </p:nvGrpSpPr>
        <p:grpSpPr>
          <a:xfrm>
            <a:off x="2648559" y="584464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E61DBBAB-800A-4923-8B24-D1F80DF456F2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C2D46FC2-3DCE-4EC2-BCD2-17DA9EA25348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241CF6DE-D858-44BC-BCC9-DDABE54D142F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7F9A5E7C-D7FC-4B4A-832E-8ABFDD413209}"/>
              </a:ext>
            </a:extLst>
          </p:cNvPr>
          <p:cNvGrpSpPr/>
          <p:nvPr/>
        </p:nvGrpSpPr>
        <p:grpSpPr>
          <a:xfrm>
            <a:off x="3101635" y="584464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C95599B0-B04C-4E13-9D3D-9ADDBD505C05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431F5258-107C-4D03-8300-B074CA398765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FD21CF7B-0B12-4844-AD96-DF24EEE6B1E5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E4084D6D-D72D-421E-8230-FBDF4B70698E}"/>
              </a:ext>
            </a:extLst>
          </p:cNvPr>
          <p:cNvGrpSpPr/>
          <p:nvPr/>
        </p:nvGrpSpPr>
        <p:grpSpPr>
          <a:xfrm>
            <a:off x="3547753" y="5843010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19BB4697-908D-4448-9735-FCFA44E77D0F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42C673F6-E1E6-4334-B75B-B793ADDAD32B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4EB49130-CC33-4A29-AA9E-2A1AE3B450AD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E6C4334-5780-423D-BEA7-F73E63A228D8}"/>
              </a:ext>
            </a:extLst>
          </p:cNvPr>
          <p:cNvGrpSpPr/>
          <p:nvPr/>
        </p:nvGrpSpPr>
        <p:grpSpPr>
          <a:xfrm>
            <a:off x="4000829" y="5843010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3A8AA5A3-67AA-42C4-8089-D1C1A58D1CCF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600C3F56-2FFF-4F62-8276-51D292741504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D380B895-6A61-4C38-AB5C-27FB243F9F2F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1F6DCE7-D435-4887-9753-B4D4D7AEF4CE}"/>
              </a:ext>
            </a:extLst>
          </p:cNvPr>
          <p:cNvGrpSpPr/>
          <p:nvPr/>
        </p:nvGrpSpPr>
        <p:grpSpPr>
          <a:xfrm>
            <a:off x="4453905" y="5848740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6311F32A-4753-4FF2-954F-EBC9D3D4F9C5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931A6ACC-559A-4362-80F5-E3ABD40CA1F0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B22E893B-7EB9-4DAE-9DDD-07486BC85088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9E1EC90C-AE8B-4B55-B112-5D20773186A5}"/>
              </a:ext>
            </a:extLst>
          </p:cNvPr>
          <p:cNvGrpSpPr/>
          <p:nvPr/>
        </p:nvGrpSpPr>
        <p:grpSpPr>
          <a:xfrm>
            <a:off x="4906981" y="5848740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5E31ACAB-BEA6-472D-A363-113CFF6CE04E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939657FF-84F9-4F11-8AC9-921BB2D1AAB6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9BDB53C0-9621-41AD-8083-20E297E8F074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3C72675-9097-40C6-8804-C540B223E991}"/>
              </a:ext>
            </a:extLst>
          </p:cNvPr>
          <p:cNvGrpSpPr/>
          <p:nvPr/>
        </p:nvGrpSpPr>
        <p:grpSpPr>
          <a:xfrm>
            <a:off x="850171" y="4987941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3B47ED8-E276-4192-A8FB-FDA34C1DDC44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A69EB8EE-49CF-4073-9B6A-80C77F734973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09AE2835-0647-417F-9579-DDF76038ACB2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50B7DA94-A790-4CE5-BA78-FB6757FB77E8}"/>
              </a:ext>
            </a:extLst>
          </p:cNvPr>
          <p:cNvGrpSpPr/>
          <p:nvPr/>
        </p:nvGrpSpPr>
        <p:grpSpPr>
          <a:xfrm>
            <a:off x="2204646" y="4988715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354899B9-4A57-4ED1-AA3C-D47DDCDE268A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52A6C156-267B-4E3F-8A02-AEEA7A4EA861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1B25DF67-34BC-4F33-98F9-E87D9E1D0ACC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BEBFE05A-5109-4EEB-88CE-EECC7A3171E3}"/>
              </a:ext>
            </a:extLst>
          </p:cNvPr>
          <p:cNvGrpSpPr/>
          <p:nvPr/>
        </p:nvGrpSpPr>
        <p:grpSpPr>
          <a:xfrm>
            <a:off x="4000829" y="4990958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12D4FA1C-D98E-478B-9107-BF46AFFF1105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3813EAEC-7935-4D7F-838E-4EB205E1EAAE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412C117D-7505-429F-ACE7-A633B8AF925E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22D25C53-EB93-482D-8A47-696D86536B5E}"/>
              </a:ext>
            </a:extLst>
          </p:cNvPr>
          <p:cNvGrpSpPr/>
          <p:nvPr/>
        </p:nvGrpSpPr>
        <p:grpSpPr>
          <a:xfrm>
            <a:off x="5793861" y="599264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E370C741-160B-42C5-ABF7-2CC62A0D8367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88428419-42B3-4A53-90FD-231C07B1FB14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3CD2AB26-69E7-46B5-8442-ACA9730E2A49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FB7CC63E-3300-4D5D-8F22-7B63DCBA0E96}"/>
              </a:ext>
            </a:extLst>
          </p:cNvPr>
          <p:cNvGrpSpPr/>
          <p:nvPr/>
        </p:nvGrpSpPr>
        <p:grpSpPr>
          <a:xfrm>
            <a:off x="6437628" y="5992147"/>
            <a:ext cx="319651" cy="315979"/>
            <a:chOff x="3994150" y="780763"/>
            <a:chExt cx="290791" cy="271169"/>
          </a:xfrm>
          <a:effectLst>
            <a:outerShdw blurRad="19050" sx="107000" sy="107000" algn="ctr" rotWithShape="0">
              <a:schemeClr val="bg1">
                <a:lumMod val="50000"/>
                <a:alpha val="40000"/>
              </a:schemeClr>
            </a:outerShdw>
          </a:effectLst>
        </p:grpSpPr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EB11C00E-A6DC-4025-914C-9627EB704F67}"/>
                </a:ext>
              </a:extLst>
            </p:cNvPr>
            <p:cNvSpPr/>
            <p:nvPr/>
          </p:nvSpPr>
          <p:spPr>
            <a:xfrm>
              <a:off x="3994150" y="780763"/>
              <a:ext cx="290791" cy="27116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12700" dist="12700" dir="5400000" sx="98000" sy="98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23F0E233-0374-41E6-8BAA-4C9AA8573DF1}"/>
                </a:ext>
              </a:extLst>
            </p:cNvPr>
            <p:cNvSpPr/>
            <p:nvPr/>
          </p:nvSpPr>
          <p:spPr>
            <a:xfrm>
              <a:off x="4009087" y="792437"/>
              <a:ext cx="253050" cy="247699"/>
            </a:xfrm>
            <a:prstGeom prst="ellipse">
              <a:avLst/>
            </a:prstGeom>
            <a:solidFill>
              <a:srgbClr val="0070C0"/>
            </a:solidFill>
            <a:ln w="50800">
              <a:solidFill>
                <a:srgbClr val="0070C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910A1902-2E75-41E2-B7B3-D735831148E9}"/>
                </a:ext>
              </a:extLst>
            </p:cNvPr>
            <p:cNvSpPr/>
            <p:nvPr/>
          </p:nvSpPr>
          <p:spPr>
            <a:xfrm>
              <a:off x="4064953" y="851423"/>
              <a:ext cx="139979" cy="130892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  <a:effectLst>
              <a:innerShdw blurRad="114300">
                <a:prstClr val="black">
                  <a:alpha val="9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EB9EE120-3BAB-4B5B-BD90-A73D85F776A9}"/>
              </a:ext>
            </a:extLst>
          </p:cNvPr>
          <p:cNvCxnSpPr>
            <a:cxnSpLocks/>
          </p:cNvCxnSpPr>
          <p:nvPr/>
        </p:nvCxnSpPr>
        <p:spPr>
          <a:xfrm>
            <a:off x="8371832" y="2065146"/>
            <a:ext cx="325120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B8CB7990-4F6A-4186-A5B0-A394C75D9F24}"/>
              </a:ext>
            </a:extLst>
          </p:cNvPr>
          <p:cNvGrpSpPr/>
          <p:nvPr/>
        </p:nvGrpSpPr>
        <p:grpSpPr>
          <a:xfrm flipV="1">
            <a:off x="8473850" y="2814260"/>
            <a:ext cx="806372" cy="152591"/>
            <a:chOff x="8451104" y="2069909"/>
            <a:chExt cx="806372" cy="152591"/>
          </a:xfrm>
        </p:grpSpPr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47D8EA4B-7297-48C7-A991-F7E4D7E35744}"/>
                </a:ext>
              </a:extLst>
            </p:cNvPr>
            <p:cNvCxnSpPr>
              <a:cxnSpLocks/>
            </p:cNvCxnSpPr>
            <p:nvPr/>
          </p:nvCxnSpPr>
          <p:spPr>
            <a:xfrm>
              <a:off x="9257476" y="2069909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1438477D-1B56-4767-9E64-8AC0271AE7F3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22A1128D-EEC6-4563-A0A3-C84A0196D07F}"/>
              </a:ext>
            </a:extLst>
          </p:cNvPr>
          <p:cNvGrpSpPr/>
          <p:nvPr/>
        </p:nvGrpSpPr>
        <p:grpSpPr>
          <a:xfrm flipH="1">
            <a:off x="10302999" y="2150495"/>
            <a:ext cx="806372" cy="152591"/>
            <a:chOff x="8451104" y="2069909"/>
            <a:chExt cx="806372" cy="152591"/>
          </a:xfrm>
        </p:grpSpPr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57911005-DBB2-436E-8183-D787303B55EC}"/>
                </a:ext>
              </a:extLst>
            </p:cNvPr>
            <p:cNvCxnSpPr>
              <a:cxnSpLocks/>
            </p:cNvCxnSpPr>
            <p:nvPr/>
          </p:nvCxnSpPr>
          <p:spPr>
            <a:xfrm>
              <a:off x="9257476" y="2069909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CD29E279-CBAC-451B-BA15-EAE289B055EA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EB454A73-6F05-4227-90AC-6B9BC99FAAE6}"/>
              </a:ext>
            </a:extLst>
          </p:cNvPr>
          <p:cNvGrpSpPr/>
          <p:nvPr/>
        </p:nvGrpSpPr>
        <p:grpSpPr>
          <a:xfrm flipH="1" flipV="1">
            <a:off x="10301540" y="2813792"/>
            <a:ext cx="806372" cy="152591"/>
            <a:chOff x="8451104" y="2069909"/>
            <a:chExt cx="806372" cy="152591"/>
          </a:xfrm>
        </p:grpSpPr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C12E39A3-1508-40DB-8A89-E869ED9C30C0}"/>
                </a:ext>
              </a:extLst>
            </p:cNvPr>
            <p:cNvCxnSpPr>
              <a:cxnSpLocks/>
            </p:cNvCxnSpPr>
            <p:nvPr/>
          </p:nvCxnSpPr>
          <p:spPr>
            <a:xfrm>
              <a:off x="9257476" y="2069909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146C027-C85C-4383-9EFA-528501DE3198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91B78564-FEC9-492B-B6FA-ECA56BEAB86E}"/>
              </a:ext>
            </a:extLst>
          </p:cNvPr>
          <p:cNvSpPr/>
          <p:nvPr/>
        </p:nvSpPr>
        <p:spPr>
          <a:xfrm>
            <a:off x="9303265" y="2199392"/>
            <a:ext cx="308988" cy="10478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7F1661-33C3-4959-820A-2BE0A0E08F96}"/>
              </a:ext>
            </a:extLst>
          </p:cNvPr>
          <p:cNvSpPr/>
          <p:nvPr/>
        </p:nvSpPr>
        <p:spPr>
          <a:xfrm>
            <a:off x="9310193" y="2206696"/>
            <a:ext cx="90689" cy="90689"/>
          </a:xfrm>
          <a:prstGeom prst="ellipse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25400" sx="76000" sy="7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CA155F44-BAFD-4EF1-8E9C-81F37C90D1B2}"/>
              </a:ext>
            </a:extLst>
          </p:cNvPr>
          <p:cNvSpPr/>
          <p:nvPr/>
        </p:nvSpPr>
        <p:spPr>
          <a:xfrm>
            <a:off x="9413761" y="2206281"/>
            <a:ext cx="90689" cy="90689"/>
          </a:xfrm>
          <a:prstGeom prst="ellipse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25400" sx="76000" sy="7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76B4D875-D0C3-49FF-8CD9-A40AB781C54E}"/>
              </a:ext>
            </a:extLst>
          </p:cNvPr>
          <p:cNvSpPr/>
          <p:nvPr/>
        </p:nvSpPr>
        <p:spPr>
          <a:xfrm>
            <a:off x="9517329" y="2205866"/>
            <a:ext cx="90689" cy="90689"/>
          </a:xfrm>
          <a:prstGeom prst="ellipse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25400" sx="76000" sy="7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26B3DF1F-8573-4C5D-8273-E658BED27024}"/>
              </a:ext>
            </a:extLst>
          </p:cNvPr>
          <p:cNvCxnSpPr>
            <a:cxnSpLocks/>
          </p:cNvCxnSpPr>
          <p:nvPr/>
        </p:nvCxnSpPr>
        <p:spPr>
          <a:xfrm>
            <a:off x="4923400" y="2065146"/>
            <a:ext cx="15920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9F49285F-F3E3-48BA-9B64-858FE01B686E}"/>
              </a:ext>
            </a:extLst>
          </p:cNvPr>
          <p:cNvCxnSpPr>
            <a:cxnSpLocks/>
          </p:cNvCxnSpPr>
          <p:nvPr/>
        </p:nvCxnSpPr>
        <p:spPr>
          <a:xfrm>
            <a:off x="6662940" y="2065146"/>
            <a:ext cx="15920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AF160FC9-9C02-436B-934C-B06BDC804879}"/>
              </a:ext>
            </a:extLst>
          </p:cNvPr>
          <p:cNvGrpSpPr/>
          <p:nvPr/>
        </p:nvGrpSpPr>
        <p:grpSpPr>
          <a:xfrm rot="16200000" flipH="1" flipV="1">
            <a:off x="7793713" y="2123056"/>
            <a:ext cx="525364" cy="424434"/>
            <a:chOff x="8451104" y="2064556"/>
            <a:chExt cx="806372" cy="152591"/>
          </a:xfrm>
        </p:grpSpPr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B3976C2F-DA27-42C5-9F97-38FB78E9E64E}"/>
                </a:ext>
              </a:extLst>
            </p:cNvPr>
            <p:cNvCxnSpPr>
              <a:cxnSpLocks/>
            </p:cNvCxnSpPr>
            <p:nvPr/>
          </p:nvCxnSpPr>
          <p:spPr>
            <a:xfrm>
              <a:off x="9251027" y="2064556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7057E9FB-9A53-4700-AE3B-1E5ED6F7B602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9AA80AB1-DB22-4D39-B657-578F9838D19E}"/>
              </a:ext>
            </a:extLst>
          </p:cNvPr>
          <p:cNvGrpSpPr/>
          <p:nvPr/>
        </p:nvGrpSpPr>
        <p:grpSpPr>
          <a:xfrm rot="16200000" flipH="1" flipV="1">
            <a:off x="11178157" y="2163814"/>
            <a:ext cx="539461" cy="365293"/>
            <a:chOff x="8451104" y="2064556"/>
            <a:chExt cx="806372" cy="152591"/>
          </a:xfrm>
        </p:grpSpPr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30645F10-A507-43DE-AC87-0A01B4947E4B}"/>
                </a:ext>
              </a:extLst>
            </p:cNvPr>
            <p:cNvCxnSpPr>
              <a:cxnSpLocks/>
            </p:cNvCxnSpPr>
            <p:nvPr/>
          </p:nvCxnSpPr>
          <p:spPr>
            <a:xfrm>
              <a:off x="9251027" y="2064556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4E27546F-3789-4767-A8B2-C1EF38F504C0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70B23D3B-086F-42E4-9315-CCB2D4E3C89D}"/>
              </a:ext>
            </a:extLst>
          </p:cNvPr>
          <p:cNvGrpSpPr/>
          <p:nvPr/>
        </p:nvGrpSpPr>
        <p:grpSpPr>
          <a:xfrm>
            <a:off x="11354222" y="2217547"/>
            <a:ext cx="184963" cy="228565"/>
            <a:chOff x="7775022" y="1202900"/>
            <a:chExt cx="250247" cy="309238"/>
          </a:xfrm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C16DDF96-8CC6-48FA-BD03-AFDF1642C990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F594F46A-2F6A-449E-BE7E-A7A14862DD8F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E9F84CA3-CE32-450B-9D1A-C5F49A3273A7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: Top Corners Rounded 48">
              <a:extLst>
                <a:ext uri="{FF2B5EF4-FFF2-40B4-BE49-F238E27FC236}">
                  <a16:creationId xmlns:a16="http://schemas.microsoft.com/office/drawing/2014/main" id="{153B670C-0324-4275-AFB7-D776B666F0E3}"/>
                </a:ext>
              </a:extLst>
            </p:cNvPr>
            <p:cNvSpPr/>
            <p:nvPr/>
          </p:nvSpPr>
          <p:spPr>
            <a:xfrm>
              <a:off x="7851896" y="1202900"/>
              <a:ext cx="96381" cy="236159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EBE34EE-1D80-4C67-8C7F-6675729BB4EA}"/>
              </a:ext>
            </a:extLst>
          </p:cNvPr>
          <p:cNvGrpSpPr/>
          <p:nvPr/>
        </p:nvGrpSpPr>
        <p:grpSpPr>
          <a:xfrm rot="5400000">
            <a:off x="10187824" y="2419764"/>
            <a:ext cx="308988" cy="104789"/>
            <a:chOff x="9519922" y="2350698"/>
            <a:chExt cx="308988" cy="104789"/>
          </a:xfrm>
        </p:grpSpPr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65831788-CE87-4DFF-8DC4-FD405FC89800}"/>
                </a:ext>
              </a:extLst>
            </p:cNvPr>
            <p:cNvSpPr/>
            <p:nvPr/>
          </p:nvSpPr>
          <p:spPr>
            <a:xfrm>
              <a:off x="9519922" y="2350698"/>
              <a:ext cx="308988" cy="10478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34265B22-63A2-44CD-98C3-5B7E7AE7E5CE}"/>
                </a:ext>
              </a:extLst>
            </p:cNvPr>
            <p:cNvSpPr/>
            <p:nvPr/>
          </p:nvSpPr>
          <p:spPr>
            <a:xfrm>
              <a:off x="9526850" y="2358002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3B308038-936F-4F75-963C-976E7EEFCFE5}"/>
                </a:ext>
              </a:extLst>
            </p:cNvPr>
            <p:cNvSpPr/>
            <p:nvPr/>
          </p:nvSpPr>
          <p:spPr>
            <a:xfrm>
              <a:off x="9630418" y="2357587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E3DAABDE-18ED-4C11-9754-0E2DA7C9FB09}"/>
                </a:ext>
              </a:extLst>
            </p:cNvPr>
            <p:cNvSpPr/>
            <p:nvPr/>
          </p:nvSpPr>
          <p:spPr>
            <a:xfrm>
              <a:off x="9733986" y="2357172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8C176604-1B6E-4B73-A42E-E649B142E321}"/>
              </a:ext>
            </a:extLst>
          </p:cNvPr>
          <p:cNvGrpSpPr/>
          <p:nvPr/>
        </p:nvGrpSpPr>
        <p:grpSpPr>
          <a:xfrm rot="16200000" flipV="1">
            <a:off x="9085105" y="2592248"/>
            <a:ext cx="308988" cy="104789"/>
            <a:chOff x="9519922" y="2350698"/>
            <a:chExt cx="308988" cy="104789"/>
          </a:xfrm>
        </p:grpSpPr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D00BE9C4-9DEF-46A4-9BC2-50C0880F9244}"/>
                </a:ext>
              </a:extLst>
            </p:cNvPr>
            <p:cNvSpPr/>
            <p:nvPr/>
          </p:nvSpPr>
          <p:spPr>
            <a:xfrm>
              <a:off x="9519922" y="2350698"/>
              <a:ext cx="308988" cy="10478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F3AF6F7E-9C38-4E31-91BA-17DB511A210B}"/>
                </a:ext>
              </a:extLst>
            </p:cNvPr>
            <p:cNvSpPr/>
            <p:nvPr/>
          </p:nvSpPr>
          <p:spPr>
            <a:xfrm>
              <a:off x="9526850" y="2358002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58A8BF01-1408-4A93-AE37-0F46473B4063}"/>
                </a:ext>
              </a:extLst>
            </p:cNvPr>
            <p:cNvSpPr/>
            <p:nvPr/>
          </p:nvSpPr>
          <p:spPr>
            <a:xfrm>
              <a:off x="9630418" y="2357587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35A60C9C-604C-46F9-B635-324F95CC2B70}"/>
                </a:ext>
              </a:extLst>
            </p:cNvPr>
            <p:cNvSpPr/>
            <p:nvPr/>
          </p:nvSpPr>
          <p:spPr>
            <a:xfrm>
              <a:off x="9733986" y="2357172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E6334053-C61F-4F0E-8A90-77A8DC857561}"/>
              </a:ext>
            </a:extLst>
          </p:cNvPr>
          <p:cNvGrpSpPr/>
          <p:nvPr/>
        </p:nvGrpSpPr>
        <p:grpSpPr>
          <a:xfrm flipH="1">
            <a:off x="9972911" y="2813792"/>
            <a:ext cx="308988" cy="104789"/>
            <a:chOff x="9303265" y="2199392"/>
            <a:chExt cx="308988" cy="104789"/>
          </a:xfrm>
        </p:grpSpPr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946A8008-7FB0-4894-98A4-31539E804EEF}"/>
                </a:ext>
              </a:extLst>
            </p:cNvPr>
            <p:cNvSpPr/>
            <p:nvPr/>
          </p:nvSpPr>
          <p:spPr>
            <a:xfrm>
              <a:off x="9303265" y="2199392"/>
              <a:ext cx="308988" cy="10478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C811691A-762D-4D08-B290-6739F0D7644E}"/>
                </a:ext>
              </a:extLst>
            </p:cNvPr>
            <p:cNvSpPr/>
            <p:nvPr/>
          </p:nvSpPr>
          <p:spPr>
            <a:xfrm>
              <a:off x="9310193" y="2206696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C84AF9D0-7AEE-434C-BBE1-C68E51868461}"/>
                </a:ext>
              </a:extLst>
            </p:cNvPr>
            <p:cNvSpPr/>
            <p:nvPr/>
          </p:nvSpPr>
          <p:spPr>
            <a:xfrm>
              <a:off x="9413761" y="2206281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3A2F02DF-EC76-4D91-947B-5F7EF067F8F1}"/>
                </a:ext>
              </a:extLst>
            </p:cNvPr>
            <p:cNvSpPr/>
            <p:nvPr/>
          </p:nvSpPr>
          <p:spPr>
            <a:xfrm>
              <a:off x="9517329" y="2205866"/>
              <a:ext cx="90689" cy="90689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5400" sx="76000" sy="76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D6D560EB-5977-4463-AC00-A35871371FC5}"/>
              </a:ext>
            </a:extLst>
          </p:cNvPr>
          <p:cNvGrpSpPr/>
          <p:nvPr/>
        </p:nvGrpSpPr>
        <p:grpSpPr>
          <a:xfrm>
            <a:off x="7809193" y="1295627"/>
            <a:ext cx="184963" cy="279763"/>
            <a:chOff x="7775022" y="1133633"/>
            <a:chExt cx="250247" cy="378505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D7ABB11F-14F8-4A2B-B63E-2014C4BD2351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E6A5E309-F9B2-421C-8AC7-F306C51CC811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7F3DBF93-31F1-46C7-8316-0060A6CCDC59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: Top Corners Rounded 48">
              <a:extLst>
                <a:ext uri="{FF2B5EF4-FFF2-40B4-BE49-F238E27FC236}">
                  <a16:creationId xmlns:a16="http://schemas.microsoft.com/office/drawing/2014/main" id="{36A85799-F54D-4A17-B35D-6854290BB15B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1F334F32-885E-4EBB-BDCA-DD3A6EAB0312}"/>
              </a:ext>
            </a:extLst>
          </p:cNvPr>
          <p:cNvGrpSpPr/>
          <p:nvPr/>
        </p:nvGrpSpPr>
        <p:grpSpPr>
          <a:xfrm>
            <a:off x="7281580" y="1295345"/>
            <a:ext cx="184963" cy="279763"/>
            <a:chOff x="7775022" y="1133633"/>
            <a:chExt cx="250247" cy="378505"/>
          </a:xfrm>
        </p:grpSpPr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DF0DCE20-A226-4DEE-A796-3A29F7AE2869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F056C8F3-FFEF-4810-8E9E-3CBF78717C71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CEBF7EC1-AA96-475E-8756-3F04464CBF2B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: Top Corners Rounded 48">
              <a:extLst>
                <a:ext uri="{FF2B5EF4-FFF2-40B4-BE49-F238E27FC236}">
                  <a16:creationId xmlns:a16="http://schemas.microsoft.com/office/drawing/2014/main" id="{89A7E811-24A3-493F-B617-30DC939089F9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DD584086-D2A3-4ED7-9253-6580CDAA8155}"/>
              </a:ext>
            </a:extLst>
          </p:cNvPr>
          <p:cNvGrpSpPr/>
          <p:nvPr/>
        </p:nvGrpSpPr>
        <p:grpSpPr>
          <a:xfrm>
            <a:off x="6753967" y="1295063"/>
            <a:ext cx="184963" cy="279763"/>
            <a:chOff x="7775022" y="1133633"/>
            <a:chExt cx="250247" cy="378505"/>
          </a:xfrm>
        </p:grpSpPr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ACBC7461-3263-4C4A-8965-87FA1150CFFE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22B42720-67B6-4D6F-85DD-B921139CB82C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35B46BED-A0A1-440F-A294-7374FC2A5EB6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: Top Corners Rounded 48">
              <a:extLst>
                <a:ext uri="{FF2B5EF4-FFF2-40B4-BE49-F238E27FC236}">
                  <a16:creationId xmlns:a16="http://schemas.microsoft.com/office/drawing/2014/main" id="{648A03D7-429A-4A4C-A565-7311B4B54905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912B292C-6434-4F4B-A242-D24A477B23EF}"/>
              </a:ext>
            </a:extLst>
          </p:cNvPr>
          <p:cNvGrpSpPr/>
          <p:nvPr/>
        </p:nvGrpSpPr>
        <p:grpSpPr>
          <a:xfrm>
            <a:off x="6226354" y="1294781"/>
            <a:ext cx="184963" cy="279763"/>
            <a:chOff x="7775022" y="1133633"/>
            <a:chExt cx="250247" cy="378505"/>
          </a:xfrm>
        </p:grpSpPr>
        <p:sp>
          <p:nvSpPr>
            <p:cNvPr id="466" name="Oval 465">
              <a:extLst>
                <a:ext uri="{FF2B5EF4-FFF2-40B4-BE49-F238E27FC236}">
                  <a16:creationId xmlns:a16="http://schemas.microsoft.com/office/drawing/2014/main" id="{81A6EDAB-CFB3-41AA-9485-F3F009FD68D6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682F9199-82C1-46AD-A22F-EC2D35ED4F6B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44E60FF0-D56F-48F7-8AFD-908167656FCC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: Top Corners Rounded 48">
              <a:extLst>
                <a:ext uri="{FF2B5EF4-FFF2-40B4-BE49-F238E27FC236}">
                  <a16:creationId xmlns:a16="http://schemas.microsoft.com/office/drawing/2014/main" id="{F1236EF3-E048-4991-8F82-3F636496393D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DFEDAE56-EFC2-41B9-B51C-497DAC045E38}"/>
              </a:ext>
            </a:extLst>
          </p:cNvPr>
          <p:cNvGrpSpPr/>
          <p:nvPr/>
        </p:nvGrpSpPr>
        <p:grpSpPr>
          <a:xfrm>
            <a:off x="5698741" y="1294499"/>
            <a:ext cx="184963" cy="279763"/>
            <a:chOff x="7775022" y="1133633"/>
            <a:chExt cx="250247" cy="378505"/>
          </a:xfrm>
        </p:grpSpPr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47105FF4-651B-46C9-B25B-157FEC8D1F7A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C15C4BB0-8456-4917-B750-FAA1BDAEE1D2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A84AF869-D753-4171-8D23-0CD8E216B932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: Top Corners Rounded 48">
              <a:extLst>
                <a:ext uri="{FF2B5EF4-FFF2-40B4-BE49-F238E27FC236}">
                  <a16:creationId xmlns:a16="http://schemas.microsoft.com/office/drawing/2014/main" id="{89E4DDB8-B8C9-45F9-93D3-1536E7F569B7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E75CCE1F-8138-4149-A7C5-064CFBBFF288}"/>
              </a:ext>
            </a:extLst>
          </p:cNvPr>
          <p:cNvGrpSpPr/>
          <p:nvPr/>
        </p:nvGrpSpPr>
        <p:grpSpPr>
          <a:xfrm>
            <a:off x="5171128" y="1294217"/>
            <a:ext cx="184963" cy="279763"/>
            <a:chOff x="7775022" y="1133633"/>
            <a:chExt cx="250247" cy="378505"/>
          </a:xfrm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AE3BE19-F90B-4F0D-B3E2-C887CC33A6A6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EF6A6072-6ACB-446C-8D7D-A471A3518468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E32888BF-FC53-4293-BD18-D254C9BADC97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: Top Corners Rounded 48">
              <a:extLst>
                <a:ext uri="{FF2B5EF4-FFF2-40B4-BE49-F238E27FC236}">
                  <a16:creationId xmlns:a16="http://schemas.microsoft.com/office/drawing/2014/main" id="{A4B85EBE-E6CA-46F2-8EA5-F07C8E788C1D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AA49A948-EAE5-4E62-B5B2-0E60242EBACB}"/>
              </a:ext>
            </a:extLst>
          </p:cNvPr>
          <p:cNvGrpSpPr/>
          <p:nvPr/>
        </p:nvGrpSpPr>
        <p:grpSpPr>
          <a:xfrm>
            <a:off x="4643515" y="1293935"/>
            <a:ext cx="184963" cy="279763"/>
            <a:chOff x="7775022" y="1133633"/>
            <a:chExt cx="250247" cy="378505"/>
          </a:xfrm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D822D90-BF7D-4294-8E60-5EAA1482BED7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2" name="Oval 481">
              <a:extLst>
                <a:ext uri="{FF2B5EF4-FFF2-40B4-BE49-F238E27FC236}">
                  <a16:creationId xmlns:a16="http://schemas.microsoft.com/office/drawing/2014/main" id="{62EA0FBD-20FC-4EB7-B09F-497159DAD066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9864AA5-19B6-4CCB-9FAA-44CC471D7798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: Top Corners Rounded 48">
              <a:extLst>
                <a:ext uri="{FF2B5EF4-FFF2-40B4-BE49-F238E27FC236}">
                  <a16:creationId xmlns:a16="http://schemas.microsoft.com/office/drawing/2014/main" id="{88073B59-42D7-4597-B8D5-B84D565F3681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AEA5897C-6083-4F29-ACB8-EBACB8B3ED36}"/>
              </a:ext>
            </a:extLst>
          </p:cNvPr>
          <p:cNvGrpSpPr/>
          <p:nvPr/>
        </p:nvGrpSpPr>
        <p:grpSpPr>
          <a:xfrm>
            <a:off x="4115902" y="1293653"/>
            <a:ext cx="184963" cy="279763"/>
            <a:chOff x="7775022" y="1133633"/>
            <a:chExt cx="250247" cy="378505"/>
          </a:xfrm>
        </p:grpSpPr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A5320488-EA44-4F6E-B3DD-CA3AFCB26103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DE627D8D-A39B-4DDC-AB7C-6C96F72CD33B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00F9446F-7911-416A-A619-6587DAC173DC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: Top Corners Rounded 48">
              <a:extLst>
                <a:ext uri="{FF2B5EF4-FFF2-40B4-BE49-F238E27FC236}">
                  <a16:creationId xmlns:a16="http://schemas.microsoft.com/office/drawing/2014/main" id="{72A41BE4-5AEA-46FE-95D7-721A96B48D0F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30159ACD-202F-4589-9413-454E233715CB}"/>
              </a:ext>
            </a:extLst>
          </p:cNvPr>
          <p:cNvGrpSpPr/>
          <p:nvPr/>
        </p:nvGrpSpPr>
        <p:grpSpPr>
          <a:xfrm>
            <a:off x="3588289" y="1293371"/>
            <a:ext cx="184963" cy="279763"/>
            <a:chOff x="7775022" y="1133633"/>
            <a:chExt cx="250247" cy="378505"/>
          </a:xfrm>
        </p:grpSpPr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FFC807BC-FD65-4851-870A-3FFF73F0AB22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7AD31CB3-667B-4F92-BCA8-1937551DA120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E39EAA8A-DB5C-448B-9B9C-AE0E505016BD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: Top Corners Rounded 48">
              <a:extLst>
                <a:ext uri="{FF2B5EF4-FFF2-40B4-BE49-F238E27FC236}">
                  <a16:creationId xmlns:a16="http://schemas.microsoft.com/office/drawing/2014/main" id="{F996DE05-BEE2-4D9F-83EE-B5C02A73D15B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72F001AA-A842-44A9-8331-D3EB4380BEAB}"/>
              </a:ext>
            </a:extLst>
          </p:cNvPr>
          <p:cNvGrpSpPr/>
          <p:nvPr/>
        </p:nvGrpSpPr>
        <p:grpSpPr>
          <a:xfrm>
            <a:off x="3060676" y="1293089"/>
            <a:ext cx="184963" cy="279763"/>
            <a:chOff x="7775022" y="1133633"/>
            <a:chExt cx="250247" cy="378505"/>
          </a:xfrm>
        </p:grpSpPr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F0DE5AEE-7BE3-4550-B77F-3C1DADF1400C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A73F6B1E-4032-4B39-8CE8-AF454FC36DC0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0F55176E-C531-4D8A-A477-0C1A2BA29F64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: Top Corners Rounded 48">
              <a:extLst>
                <a:ext uri="{FF2B5EF4-FFF2-40B4-BE49-F238E27FC236}">
                  <a16:creationId xmlns:a16="http://schemas.microsoft.com/office/drawing/2014/main" id="{5D9F6B4D-C52D-4B5E-AD44-5AF203916D17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F31A959F-DE0F-485E-A543-906337199941}"/>
              </a:ext>
            </a:extLst>
          </p:cNvPr>
          <p:cNvGrpSpPr/>
          <p:nvPr/>
        </p:nvGrpSpPr>
        <p:grpSpPr>
          <a:xfrm>
            <a:off x="2533063" y="1292807"/>
            <a:ext cx="184963" cy="279763"/>
            <a:chOff x="7775022" y="1133633"/>
            <a:chExt cx="250247" cy="378505"/>
          </a:xfrm>
        </p:grpSpPr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4D0AD214-80BE-465F-BA9E-CE753BE3E915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96300972-F081-44CD-A206-4529FCB40C16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D289F0E6-EE27-41DF-9573-07F4F03194C3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: Top Corners Rounded 48">
              <a:extLst>
                <a:ext uri="{FF2B5EF4-FFF2-40B4-BE49-F238E27FC236}">
                  <a16:creationId xmlns:a16="http://schemas.microsoft.com/office/drawing/2014/main" id="{9AA6061B-93EE-4EC1-8F7E-1CC1948266F6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12A24DD2-E88D-43E1-8A7F-0B0D5356F32D}"/>
              </a:ext>
            </a:extLst>
          </p:cNvPr>
          <p:cNvGrpSpPr/>
          <p:nvPr/>
        </p:nvGrpSpPr>
        <p:grpSpPr>
          <a:xfrm>
            <a:off x="2005450" y="1292525"/>
            <a:ext cx="184963" cy="279763"/>
            <a:chOff x="7775022" y="1133633"/>
            <a:chExt cx="250247" cy="378505"/>
          </a:xfrm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091CE704-BA06-43BF-B497-3287F34C01E4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A90105F1-2A66-4706-B449-659BC4C40E25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3E5B3BF2-8DAB-4032-8338-472EE3E9AA0E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: Top Corners Rounded 48">
              <a:extLst>
                <a:ext uri="{FF2B5EF4-FFF2-40B4-BE49-F238E27FC236}">
                  <a16:creationId xmlns:a16="http://schemas.microsoft.com/office/drawing/2014/main" id="{EE94185F-E8E9-467E-B2C4-596B6E310AC6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B1EA1C7-ACCA-4D08-8A46-6BABE287BB72}"/>
              </a:ext>
            </a:extLst>
          </p:cNvPr>
          <p:cNvGrpSpPr/>
          <p:nvPr/>
        </p:nvGrpSpPr>
        <p:grpSpPr>
          <a:xfrm>
            <a:off x="7958249" y="2171727"/>
            <a:ext cx="184963" cy="279763"/>
            <a:chOff x="7775022" y="1133633"/>
            <a:chExt cx="250247" cy="378505"/>
          </a:xfrm>
        </p:grpSpPr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5F580DB8-CBF2-440D-8254-3D5E8AD16D0E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111EE8F2-2FDA-4722-840B-B2D1B1511290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32CE67A7-8456-4961-B1EE-E5504268E855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: Top Corners Rounded 48">
              <a:extLst>
                <a:ext uri="{FF2B5EF4-FFF2-40B4-BE49-F238E27FC236}">
                  <a16:creationId xmlns:a16="http://schemas.microsoft.com/office/drawing/2014/main" id="{49C7C168-690B-4DF0-99E7-3574CC4B9D99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873370D6-C3E5-447A-B641-0DF0B0CCFF3B}"/>
              </a:ext>
            </a:extLst>
          </p:cNvPr>
          <p:cNvCxnSpPr>
            <a:cxnSpLocks/>
          </p:cNvCxnSpPr>
          <p:nvPr/>
        </p:nvCxnSpPr>
        <p:spPr>
          <a:xfrm>
            <a:off x="9011920" y="3401498"/>
            <a:ext cx="26314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9757523A-CFE9-4A95-A89E-ECC26B2145B0}"/>
              </a:ext>
            </a:extLst>
          </p:cNvPr>
          <p:cNvCxnSpPr>
            <a:cxnSpLocks/>
          </p:cNvCxnSpPr>
          <p:nvPr/>
        </p:nvCxnSpPr>
        <p:spPr>
          <a:xfrm>
            <a:off x="4893485" y="3401372"/>
            <a:ext cx="395363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Rectangle 522">
            <a:extLst>
              <a:ext uri="{FF2B5EF4-FFF2-40B4-BE49-F238E27FC236}">
                <a16:creationId xmlns:a16="http://schemas.microsoft.com/office/drawing/2014/main" id="{07FCAF8E-63D5-416F-9B27-D2FF1DEB9A7C}"/>
              </a:ext>
            </a:extLst>
          </p:cNvPr>
          <p:cNvSpPr/>
          <p:nvPr/>
        </p:nvSpPr>
        <p:spPr>
          <a:xfrm>
            <a:off x="9647422" y="1319563"/>
            <a:ext cx="249883" cy="201417"/>
          </a:xfrm>
          <a:prstGeom prst="rect">
            <a:avLst/>
          </a:prstGeom>
          <a:gradFill flip="none" rotWithShape="1">
            <a:gsLst>
              <a:gs pos="0">
                <a:srgbClr val="A40000">
                  <a:shade val="30000"/>
                  <a:satMod val="115000"/>
                </a:srgbClr>
              </a:gs>
              <a:gs pos="50000">
                <a:srgbClr val="A40000">
                  <a:shade val="67500"/>
                  <a:satMod val="115000"/>
                </a:srgbClr>
              </a:gs>
              <a:gs pos="100000">
                <a:srgbClr val="A4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2DFBBA-DECA-462C-9BA3-3EC7DD0A35AD}"/>
              </a:ext>
            </a:extLst>
          </p:cNvPr>
          <p:cNvGrpSpPr/>
          <p:nvPr/>
        </p:nvGrpSpPr>
        <p:grpSpPr>
          <a:xfrm>
            <a:off x="10833980" y="1447299"/>
            <a:ext cx="117128" cy="114412"/>
            <a:chOff x="11408438" y="1434543"/>
            <a:chExt cx="117128" cy="114412"/>
          </a:xfrm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4F8C94A-0836-458B-920D-B69620014AFC}"/>
                </a:ext>
              </a:extLst>
            </p:cNvPr>
            <p:cNvSpPr/>
            <p:nvPr/>
          </p:nvSpPr>
          <p:spPr>
            <a:xfrm>
              <a:off x="11408438" y="1434543"/>
              <a:ext cx="117128" cy="11441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shade val="30000"/>
                    <a:satMod val="115000"/>
                  </a:schemeClr>
                </a:gs>
                <a:gs pos="50000">
                  <a:schemeClr val="bg2">
                    <a:shade val="67500"/>
                    <a:satMod val="115000"/>
                  </a:schemeClr>
                </a:gs>
                <a:gs pos="100000">
                  <a:schemeClr val="bg2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12700" sx="95000" sy="95000" algn="ctr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Cross 28">
              <a:extLst>
                <a:ext uri="{FF2B5EF4-FFF2-40B4-BE49-F238E27FC236}">
                  <a16:creationId xmlns:a16="http://schemas.microsoft.com/office/drawing/2014/main" id="{6C279FE2-B959-49AF-B71E-E22C7FB0EAD6}"/>
                </a:ext>
              </a:extLst>
            </p:cNvPr>
            <p:cNvSpPr/>
            <p:nvPr/>
          </p:nvSpPr>
          <p:spPr>
            <a:xfrm>
              <a:off x="11434395" y="1461220"/>
              <a:ext cx="62037" cy="63890"/>
            </a:xfrm>
            <a:prstGeom prst="plus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64FA0B-5018-4F7B-BC95-39BCC2D2C19F}"/>
              </a:ext>
            </a:extLst>
          </p:cNvPr>
          <p:cNvSpPr/>
          <p:nvPr/>
        </p:nvSpPr>
        <p:spPr>
          <a:xfrm>
            <a:off x="10645192" y="990628"/>
            <a:ext cx="511255" cy="34262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25400" dist="38100" dir="5400000" sx="95000" sy="95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ABA4264-5B55-40E8-A967-60958C73E5B7}"/>
              </a:ext>
            </a:extLst>
          </p:cNvPr>
          <p:cNvGrpSpPr/>
          <p:nvPr/>
        </p:nvGrpSpPr>
        <p:grpSpPr>
          <a:xfrm>
            <a:off x="10716086" y="1045094"/>
            <a:ext cx="352900" cy="232880"/>
            <a:chOff x="10775418" y="1037759"/>
            <a:chExt cx="243090" cy="160416"/>
          </a:xfrm>
        </p:grpSpPr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83D00C81-BAF3-4A3A-936F-8027D819B5CD}"/>
                </a:ext>
              </a:extLst>
            </p:cNvPr>
            <p:cNvSpPr/>
            <p:nvPr/>
          </p:nvSpPr>
          <p:spPr>
            <a:xfrm>
              <a:off x="10775418" y="1037759"/>
              <a:ext cx="243090" cy="160416"/>
            </a:xfrm>
            <a:custGeom>
              <a:avLst/>
              <a:gdLst>
                <a:gd name="connsiteX0" fmla="*/ 121545 w 243090"/>
                <a:gd name="connsiteY0" fmla="*/ 0 h 160416"/>
                <a:gd name="connsiteX1" fmla="*/ 175690 w 243090"/>
                <a:gd name="connsiteY1" fmla="*/ 54145 h 160416"/>
                <a:gd name="connsiteX2" fmla="*/ 175393 w 243090"/>
                <a:gd name="connsiteY2" fmla="*/ 54862 h 160416"/>
                <a:gd name="connsiteX3" fmla="*/ 188945 w 243090"/>
                <a:gd name="connsiteY3" fmla="*/ 52126 h 160416"/>
                <a:gd name="connsiteX4" fmla="*/ 243090 w 243090"/>
                <a:gd name="connsiteY4" fmla="*/ 106271 h 160416"/>
                <a:gd name="connsiteX5" fmla="*/ 188945 w 243090"/>
                <a:gd name="connsiteY5" fmla="*/ 160416 h 160416"/>
                <a:gd name="connsiteX6" fmla="*/ 134800 w 243090"/>
                <a:gd name="connsiteY6" fmla="*/ 106271 h 160416"/>
                <a:gd name="connsiteX7" fmla="*/ 135097 w 243090"/>
                <a:gd name="connsiteY7" fmla="*/ 105554 h 160416"/>
                <a:gd name="connsiteX8" fmla="*/ 121545 w 243090"/>
                <a:gd name="connsiteY8" fmla="*/ 108290 h 160416"/>
                <a:gd name="connsiteX9" fmla="*/ 107983 w 243090"/>
                <a:gd name="connsiteY9" fmla="*/ 105552 h 160416"/>
                <a:gd name="connsiteX10" fmla="*/ 92431 w 243090"/>
                <a:gd name="connsiteY10" fmla="*/ 143096 h 160416"/>
                <a:gd name="connsiteX11" fmla="*/ 54145 w 243090"/>
                <a:gd name="connsiteY11" fmla="*/ 158955 h 160416"/>
                <a:gd name="connsiteX12" fmla="*/ 0 w 243090"/>
                <a:gd name="connsiteY12" fmla="*/ 104810 h 160416"/>
                <a:gd name="connsiteX13" fmla="*/ 54145 w 243090"/>
                <a:gd name="connsiteY13" fmla="*/ 50665 h 160416"/>
                <a:gd name="connsiteX14" fmla="*/ 67707 w 243090"/>
                <a:gd name="connsiteY14" fmla="*/ 53403 h 160416"/>
                <a:gd name="connsiteX15" fmla="*/ 83259 w 243090"/>
                <a:gd name="connsiteY15" fmla="*/ 15859 h 160416"/>
                <a:gd name="connsiteX16" fmla="*/ 121545 w 243090"/>
                <a:gd name="connsiteY16" fmla="*/ 0 h 1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3090" h="160416">
                  <a:moveTo>
                    <a:pt x="121545" y="0"/>
                  </a:moveTo>
                  <a:cubicBezTo>
                    <a:pt x="151448" y="0"/>
                    <a:pt x="175690" y="24242"/>
                    <a:pt x="175690" y="54145"/>
                  </a:cubicBezTo>
                  <a:lnTo>
                    <a:pt x="175393" y="54862"/>
                  </a:lnTo>
                  <a:lnTo>
                    <a:pt x="188945" y="52126"/>
                  </a:lnTo>
                  <a:cubicBezTo>
                    <a:pt x="218848" y="52126"/>
                    <a:pt x="243090" y="76368"/>
                    <a:pt x="243090" y="106271"/>
                  </a:cubicBezTo>
                  <a:cubicBezTo>
                    <a:pt x="243090" y="136174"/>
                    <a:pt x="218848" y="160416"/>
                    <a:pt x="188945" y="160416"/>
                  </a:cubicBezTo>
                  <a:cubicBezTo>
                    <a:pt x="159042" y="160416"/>
                    <a:pt x="134800" y="136174"/>
                    <a:pt x="134800" y="106271"/>
                  </a:cubicBezTo>
                  <a:lnTo>
                    <a:pt x="135097" y="105554"/>
                  </a:lnTo>
                  <a:lnTo>
                    <a:pt x="121545" y="108290"/>
                  </a:lnTo>
                  <a:lnTo>
                    <a:pt x="107983" y="105552"/>
                  </a:lnTo>
                  <a:lnTo>
                    <a:pt x="92431" y="143096"/>
                  </a:lnTo>
                  <a:cubicBezTo>
                    <a:pt x="82633" y="152895"/>
                    <a:pt x="69097" y="158955"/>
                    <a:pt x="54145" y="158955"/>
                  </a:cubicBezTo>
                  <a:cubicBezTo>
                    <a:pt x="24242" y="158955"/>
                    <a:pt x="0" y="134713"/>
                    <a:pt x="0" y="104810"/>
                  </a:cubicBezTo>
                  <a:cubicBezTo>
                    <a:pt x="0" y="74907"/>
                    <a:pt x="24242" y="50665"/>
                    <a:pt x="54145" y="50665"/>
                  </a:cubicBezTo>
                  <a:lnTo>
                    <a:pt x="67707" y="53403"/>
                  </a:lnTo>
                  <a:lnTo>
                    <a:pt x="83259" y="15859"/>
                  </a:lnTo>
                  <a:cubicBezTo>
                    <a:pt x="93057" y="6060"/>
                    <a:pt x="106594" y="0"/>
                    <a:pt x="121545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EDE9B0F-F923-4B52-AF15-1ED15147E45B}"/>
                </a:ext>
              </a:extLst>
            </p:cNvPr>
            <p:cNvSpPr/>
            <p:nvPr/>
          </p:nvSpPr>
          <p:spPr>
            <a:xfrm>
              <a:off x="10878781" y="1073807"/>
              <a:ext cx="36576" cy="36576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A75EA8B-8AC5-47C8-A137-8B9B05F3FD1B}"/>
                </a:ext>
              </a:extLst>
            </p:cNvPr>
            <p:cNvSpPr/>
            <p:nvPr/>
          </p:nvSpPr>
          <p:spPr>
            <a:xfrm>
              <a:off x="10807001" y="1124934"/>
              <a:ext cx="36576" cy="36576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A9EA10F-78E7-4232-8832-CE8C1E1211D0}"/>
                </a:ext>
              </a:extLst>
            </p:cNvPr>
            <p:cNvSpPr/>
            <p:nvPr/>
          </p:nvSpPr>
          <p:spPr>
            <a:xfrm>
              <a:off x="10944555" y="1129578"/>
              <a:ext cx="36576" cy="36576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F98FCDC6-946B-419A-BD3A-5297E4082DE4}"/>
              </a:ext>
            </a:extLst>
          </p:cNvPr>
          <p:cNvGrpSpPr/>
          <p:nvPr/>
        </p:nvGrpSpPr>
        <p:grpSpPr>
          <a:xfrm>
            <a:off x="11361721" y="3576085"/>
            <a:ext cx="184963" cy="228565"/>
            <a:chOff x="7775022" y="1202900"/>
            <a:chExt cx="250247" cy="309238"/>
          </a:xfrm>
        </p:grpSpPr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648475A5-E51D-4B7A-BC23-88B3D5940CAB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AB494996-A264-4AF6-B6BB-3403FBECCF8F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36D83642-50C8-4EDB-924D-79DF2B05B685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: Top Corners Rounded 48">
              <a:extLst>
                <a:ext uri="{FF2B5EF4-FFF2-40B4-BE49-F238E27FC236}">
                  <a16:creationId xmlns:a16="http://schemas.microsoft.com/office/drawing/2014/main" id="{A1754EB8-0A43-47C9-A6B5-36FA52873BCE}"/>
                </a:ext>
              </a:extLst>
            </p:cNvPr>
            <p:cNvSpPr/>
            <p:nvPr/>
          </p:nvSpPr>
          <p:spPr>
            <a:xfrm>
              <a:off x="7851896" y="1202900"/>
              <a:ext cx="96381" cy="236159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021380A9-4E2E-49F7-BEEB-EBE85A478BB1}"/>
              </a:ext>
            </a:extLst>
          </p:cNvPr>
          <p:cNvGrpSpPr/>
          <p:nvPr/>
        </p:nvGrpSpPr>
        <p:grpSpPr>
          <a:xfrm rot="16200000" flipH="1" flipV="1">
            <a:off x="11179478" y="3516084"/>
            <a:ext cx="539461" cy="365293"/>
            <a:chOff x="8451104" y="2064556"/>
            <a:chExt cx="806372" cy="152591"/>
          </a:xfrm>
        </p:grpSpPr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83296F68-4BBB-4C9D-8C9E-3290E138ADD6}"/>
                </a:ext>
              </a:extLst>
            </p:cNvPr>
            <p:cNvCxnSpPr>
              <a:cxnSpLocks/>
            </p:cNvCxnSpPr>
            <p:nvPr/>
          </p:nvCxnSpPr>
          <p:spPr>
            <a:xfrm>
              <a:off x="9251027" y="2064556"/>
              <a:ext cx="0" cy="1525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75E91B57-0475-4681-8C56-17BD031851C8}"/>
                </a:ext>
              </a:extLst>
            </p:cNvPr>
            <p:cNvCxnSpPr>
              <a:cxnSpLocks/>
            </p:cNvCxnSpPr>
            <p:nvPr/>
          </p:nvCxnSpPr>
          <p:spPr>
            <a:xfrm>
              <a:off x="8451104" y="2212975"/>
              <a:ext cx="806372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6BBD645-D916-477A-8D42-F93DB584415E}"/>
              </a:ext>
            </a:extLst>
          </p:cNvPr>
          <p:cNvCxnSpPr>
            <a:cxnSpLocks/>
          </p:cNvCxnSpPr>
          <p:nvPr/>
        </p:nvCxnSpPr>
        <p:spPr>
          <a:xfrm>
            <a:off x="9172398" y="3499101"/>
            <a:ext cx="1907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BB43CF4-1E73-43DD-884A-995618B7A6E0}"/>
              </a:ext>
            </a:extLst>
          </p:cNvPr>
          <p:cNvCxnSpPr>
            <a:cxnSpLocks/>
          </p:cNvCxnSpPr>
          <p:nvPr/>
        </p:nvCxnSpPr>
        <p:spPr>
          <a:xfrm>
            <a:off x="9172398" y="3522499"/>
            <a:ext cx="2413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4968CCD2-E5F4-4A77-B6D5-8E68B13CF4D7}"/>
              </a:ext>
            </a:extLst>
          </p:cNvPr>
          <p:cNvCxnSpPr>
            <a:cxnSpLocks/>
          </p:cNvCxnSpPr>
          <p:nvPr/>
        </p:nvCxnSpPr>
        <p:spPr>
          <a:xfrm>
            <a:off x="10985000" y="3519463"/>
            <a:ext cx="947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C491149C-696F-468B-B52F-D4BCB1D7F90F}"/>
              </a:ext>
            </a:extLst>
          </p:cNvPr>
          <p:cNvCxnSpPr>
            <a:cxnSpLocks/>
          </p:cNvCxnSpPr>
          <p:nvPr/>
        </p:nvCxnSpPr>
        <p:spPr>
          <a:xfrm flipV="1">
            <a:off x="9412691" y="3520830"/>
            <a:ext cx="0" cy="108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4827221F-1A2A-4E2D-9143-0A1CDD4C3941}"/>
              </a:ext>
            </a:extLst>
          </p:cNvPr>
          <p:cNvCxnSpPr>
            <a:cxnSpLocks/>
          </p:cNvCxnSpPr>
          <p:nvPr/>
        </p:nvCxnSpPr>
        <p:spPr>
          <a:xfrm flipV="1">
            <a:off x="9441134" y="3522035"/>
            <a:ext cx="0" cy="108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C4579ABE-5028-4BE8-BF05-0BAAE11C09F5}"/>
              </a:ext>
            </a:extLst>
          </p:cNvPr>
          <p:cNvCxnSpPr>
            <a:cxnSpLocks/>
          </p:cNvCxnSpPr>
          <p:nvPr/>
        </p:nvCxnSpPr>
        <p:spPr>
          <a:xfrm flipV="1">
            <a:off x="10953119" y="3517118"/>
            <a:ext cx="0" cy="108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69C02560-643A-4975-996C-232A0492364A}"/>
              </a:ext>
            </a:extLst>
          </p:cNvPr>
          <p:cNvCxnSpPr>
            <a:cxnSpLocks/>
          </p:cNvCxnSpPr>
          <p:nvPr/>
        </p:nvCxnSpPr>
        <p:spPr>
          <a:xfrm flipV="1">
            <a:off x="10985000" y="3516879"/>
            <a:ext cx="0" cy="108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97B98C49-4D77-404C-95E6-39341408AE37}"/>
              </a:ext>
            </a:extLst>
          </p:cNvPr>
          <p:cNvCxnSpPr>
            <a:cxnSpLocks/>
          </p:cNvCxnSpPr>
          <p:nvPr/>
        </p:nvCxnSpPr>
        <p:spPr>
          <a:xfrm>
            <a:off x="9437506" y="3520303"/>
            <a:ext cx="15204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80BFD44-3C3B-4403-875E-DC650D6E62D9}"/>
              </a:ext>
            </a:extLst>
          </p:cNvPr>
          <p:cNvGrpSpPr/>
          <p:nvPr/>
        </p:nvGrpSpPr>
        <p:grpSpPr>
          <a:xfrm>
            <a:off x="9269327" y="3551633"/>
            <a:ext cx="235285" cy="68000"/>
            <a:chOff x="9269327" y="3551633"/>
            <a:chExt cx="235285" cy="68000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A325FC5-F200-4FCD-968E-BB44BF3971DF}"/>
                </a:ext>
              </a:extLst>
            </p:cNvPr>
            <p:cNvCxnSpPr>
              <a:cxnSpLocks/>
            </p:cNvCxnSpPr>
            <p:nvPr/>
          </p:nvCxnSpPr>
          <p:spPr>
            <a:xfrm>
              <a:off x="9269327" y="3584045"/>
              <a:ext cx="16148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87EDA598-0EBE-4C03-ADE5-64D71BCCCE91}"/>
                </a:ext>
              </a:extLst>
            </p:cNvPr>
            <p:cNvSpPr/>
            <p:nvPr/>
          </p:nvSpPr>
          <p:spPr>
            <a:xfrm rot="16200000">
              <a:off x="9432906" y="3547927"/>
              <a:ext cx="68000" cy="75412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4" name="Straight Arrow Connector 523">
            <a:extLst>
              <a:ext uri="{FF2B5EF4-FFF2-40B4-BE49-F238E27FC236}">
                <a16:creationId xmlns:a16="http://schemas.microsoft.com/office/drawing/2014/main" id="{329B9100-4009-44A4-A995-6DB75ADDED70}"/>
              </a:ext>
            </a:extLst>
          </p:cNvPr>
          <p:cNvCxnSpPr>
            <a:cxnSpLocks/>
          </p:cNvCxnSpPr>
          <p:nvPr/>
        </p:nvCxnSpPr>
        <p:spPr>
          <a:xfrm>
            <a:off x="10810242" y="3575629"/>
            <a:ext cx="161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Isosceles Triangle 525">
            <a:extLst>
              <a:ext uri="{FF2B5EF4-FFF2-40B4-BE49-F238E27FC236}">
                <a16:creationId xmlns:a16="http://schemas.microsoft.com/office/drawing/2014/main" id="{79DE4AA7-BF3A-4FE4-91BA-17A66196C169}"/>
              </a:ext>
            </a:extLst>
          </p:cNvPr>
          <p:cNvSpPr/>
          <p:nvPr/>
        </p:nvSpPr>
        <p:spPr>
          <a:xfrm rot="16200000">
            <a:off x="10973821" y="3539511"/>
            <a:ext cx="68000" cy="7541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8EC7887A-B51A-4F4C-BA8E-8D6AF781247E}"/>
              </a:ext>
            </a:extLst>
          </p:cNvPr>
          <p:cNvSpPr/>
          <p:nvPr/>
        </p:nvSpPr>
        <p:spPr>
          <a:xfrm flipH="1">
            <a:off x="10359112" y="3595811"/>
            <a:ext cx="90689" cy="90689"/>
          </a:xfrm>
          <a:prstGeom prst="ellipse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25400" sx="76000" sy="7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49D34877-8B6D-4D10-819A-DF8ECE6A0F03}"/>
              </a:ext>
            </a:extLst>
          </p:cNvPr>
          <p:cNvSpPr/>
          <p:nvPr/>
        </p:nvSpPr>
        <p:spPr>
          <a:xfrm flipH="1">
            <a:off x="10367644" y="3706437"/>
            <a:ext cx="90689" cy="90689"/>
          </a:xfrm>
          <a:prstGeom prst="ellipse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25400" sx="76000" sy="7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48D7847C-8B83-4D6F-B8A0-AEDF0A651EED}"/>
              </a:ext>
            </a:extLst>
          </p:cNvPr>
          <p:cNvSpPr/>
          <p:nvPr/>
        </p:nvSpPr>
        <p:spPr>
          <a:xfrm rot="16200000">
            <a:off x="9253875" y="3744541"/>
            <a:ext cx="354174" cy="192083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D07A5E91-89BA-4C84-8840-0E9BA446E11F}"/>
              </a:ext>
            </a:extLst>
          </p:cNvPr>
          <p:cNvGrpSpPr/>
          <p:nvPr/>
        </p:nvGrpSpPr>
        <p:grpSpPr>
          <a:xfrm>
            <a:off x="4741500" y="5018185"/>
            <a:ext cx="184963" cy="279763"/>
            <a:chOff x="7775022" y="1133633"/>
            <a:chExt cx="250247" cy="378505"/>
          </a:xfrm>
        </p:grpSpPr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EBFECF1F-5CD9-49E5-92B9-D1CC0B86B916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C1F2D2F9-EED0-4FA2-B3F4-3703EC937EE6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8" name="Oval 537">
              <a:extLst>
                <a:ext uri="{FF2B5EF4-FFF2-40B4-BE49-F238E27FC236}">
                  <a16:creationId xmlns:a16="http://schemas.microsoft.com/office/drawing/2014/main" id="{70C91BC1-83B2-46EE-A30C-398CA54C330C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: Top Corners Rounded 48">
              <a:extLst>
                <a:ext uri="{FF2B5EF4-FFF2-40B4-BE49-F238E27FC236}">
                  <a16:creationId xmlns:a16="http://schemas.microsoft.com/office/drawing/2014/main" id="{8F616AC8-513D-4055-A01C-097588FB91D2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A708AF46-072A-4523-9ADA-1253941288DF}"/>
              </a:ext>
            </a:extLst>
          </p:cNvPr>
          <p:cNvGrpSpPr/>
          <p:nvPr/>
        </p:nvGrpSpPr>
        <p:grpSpPr>
          <a:xfrm>
            <a:off x="2946231" y="5018185"/>
            <a:ext cx="184963" cy="279763"/>
            <a:chOff x="7775022" y="1133633"/>
            <a:chExt cx="250247" cy="378505"/>
          </a:xfrm>
        </p:grpSpPr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92BB2736-0400-473B-86CA-B44A335662FF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59F11718-475C-455E-BCC5-EF993111C8F7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3" name="Oval 542">
              <a:extLst>
                <a:ext uri="{FF2B5EF4-FFF2-40B4-BE49-F238E27FC236}">
                  <a16:creationId xmlns:a16="http://schemas.microsoft.com/office/drawing/2014/main" id="{141DD610-B58C-4DBD-A77F-677F539D86BF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: Top Corners Rounded 48">
              <a:extLst>
                <a:ext uri="{FF2B5EF4-FFF2-40B4-BE49-F238E27FC236}">
                  <a16:creationId xmlns:a16="http://schemas.microsoft.com/office/drawing/2014/main" id="{540397DF-AC15-4756-91F1-D27571934306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459D10DB-EAA2-4A2A-827A-C29D52EB1AA6}"/>
              </a:ext>
            </a:extLst>
          </p:cNvPr>
          <p:cNvGrpSpPr/>
          <p:nvPr/>
        </p:nvGrpSpPr>
        <p:grpSpPr>
          <a:xfrm>
            <a:off x="1378467" y="5019514"/>
            <a:ext cx="184963" cy="279763"/>
            <a:chOff x="7775022" y="1133633"/>
            <a:chExt cx="250247" cy="378505"/>
          </a:xfrm>
        </p:grpSpPr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B4EA02F8-E22E-4A3B-A90C-9DF39B11E2BA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E000940D-754A-4B74-81AD-A38DD049B654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3AC56949-8183-46B3-9C60-02A2D87D6A2A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: Top Corners Rounded 48">
              <a:extLst>
                <a:ext uri="{FF2B5EF4-FFF2-40B4-BE49-F238E27FC236}">
                  <a16:creationId xmlns:a16="http://schemas.microsoft.com/office/drawing/2014/main" id="{C3436081-C12F-424D-90C5-0934E3DECE6D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99636CB4-9EBE-4161-8F13-9F6C023BE07A}"/>
              </a:ext>
            </a:extLst>
          </p:cNvPr>
          <p:cNvCxnSpPr>
            <a:cxnSpLocks/>
          </p:cNvCxnSpPr>
          <p:nvPr/>
        </p:nvCxnSpPr>
        <p:spPr>
          <a:xfrm>
            <a:off x="579119" y="4682592"/>
            <a:ext cx="495760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CFEAD778-8669-41EB-8657-2502726DEB68}"/>
              </a:ext>
            </a:extLst>
          </p:cNvPr>
          <p:cNvCxnSpPr>
            <a:cxnSpLocks/>
          </p:cNvCxnSpPr>
          <p:nvPr/>
        </p:nvCxnSpPr>
        <p:spPr>
          <a:xfrm>
            <a:off x="5669018" y="4682592"/>
            <a:ext cx="12156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38A9DEE2-B991-462E-991D-27BCCF8D9F90}"/>
              </a:ext>
            </a:extLst>
          </p:cNvPr>
          <p:cNvCxnSpPr>
            <a:cxnSpLocks/>
          </p:cNvCxnSpPr>
          <p:nvPr/>
        </p:nvCxnSpPr>
        <p:spPr>
          <a:xfrm>
            <a:off x="5669018" y="5791336"/>
            <a:ext cx="12156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D9F4BC28-39C1-4D81-AB94-39A892FAD4F9}"/>
              </a:ext>
            </a:extLst>
          </p:cNvPr>
          <p:cNvCxnSpPr>
            <a:cxnSpLocks/>
          </p:cNvCxnSpPr>
          <p:nvPr/>
        </p:nvCxnSpPr>
        <p:spPr>
          <a:xfrm>
            <a:off x="7020060" y="4682592"/>
            <a:ext cx="1856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57140DA8-4136-4952-91CB-FE334574870F}"/>
              </a:ext>
            </a:extLst>
          </p:cNvPr>
          <p:cNvCxnSpPr>
            <a:cxnSpLocks/>
          </p:cNvCxnSpPr>
          <p:nvPr/>
        </p:nvCxnSpPr>
        <p:spPr>
          <a:xfrm>
            <a:off x="7012678" y="5791336"/>
            <a:ext cx="187332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5" name="Rectangle 554">
            <a:extLst>
              <a:ext uri="{FF2B5EF4-FFF2-40B4-BE49-F238E27FC236}">
                <a16:creationId xmlns:a16="http://schemas.microsoft.com/office/drawing/2014/main" id="{74A12798-ECFF-4848-96BD-F2BF7FF6CFCC}"/>
              </a:ext>
            </a:extLst>
          </p:cNvPr>
          <p:cNvSpPr/>
          <p:nvPr/>
        </p:nvSpPr>
        <p:spPr>
          <a:xfrm>
            <a:off x="7173655" y="4812065"/>
            <a:ext cx="1214774" cy="456265"/>
          </a:xfrm>
          <a:prstGeom prst="rect">
            <a:avLst/>
          </a:prstGeom>
          <a:solidFill>
            <a:srgbClr val="7E000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67597A6-9062-46F3-BF64-1688292D351A}"/>
              </a:ext>
            </a:extLst>
          </p:cNvPr>
          <p:cNvSpPr/>
          <p:nvPr/>
        </p:nvSpPr>
        <p:spPr>
          <a:xfrm>
            <a:off x="7207580" y="4884424"/>
            <a:ext cx="227995" cy="311323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D0A3E79B-1EFD-44C5-B5AA-F33B6EE98A32}"/>
              </a:ext>
            </a:extLst>
          </p:cNvPr>
          <p:cNvSpPr/>
          <p:nvPr/>
        </p:nvSpPr>
        <p:spPr>
          <a:xfrm>
            <a:off x="7513630" y="4886045"/>
            <a:ext cx="227995" cy="311323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33FD780-C0BF-4A11-94A4-893C1DD69630}"/>
              </a:ext>
            </a:extLst>
          </p:cNvPr>
          <p:cNvSpPr/>
          <p:nvPr/>
        </p:nvSpPr>
        <p:spPr>
          <a:xfrm>
            <a:off x="7819680" y="4887666"/>
            <a:ext cx="227995" cy="311323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337B26B2-B588-49A4-AC79-C135248FD8D4}"/>
              </a:ext>
            </a:extLst>
          </p:cNvPr>
          <p:cNvSpPr/>
          <p:nvPr/>
        </p:nvSpPr>
        <p:spPr>
          <a:xfrm>
            <a:off x="8125730" y="4889287"/>
            <a:ext cx="227995" cy="311323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71D8FEB2-074F-4D22-813A-9705EF77EC5B}"/>
              </a:ext>
            </a:extLst>
          </p:cNvPr>
          <p:cNvCxnSpPr>
            <a:cxnSpLocks/>
          </p:cNvCxnSpPr>
          <p:nvPr/>
        </p:nvCxnSpPr>
        <p:spPr>
          <a:xfrm>
            <a:off x="8480294" y="4669345"/>
            <a:ext cx="0" cy="74159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5" name="Group 564">
            <a:extLst>
              <a:ext uri="{FF2B5EF4-FFF2-40B4-BE49-F238E27FC236}">
                <a16:creationId xmlns:a16="http://schemas.microsoft.com/office/drawing/2014/main" id="{72FB5B14-33FD-4B9D-9A7C-F4478C6972EF}"/>
              </a:ext>
            </a:extLst>
          </p:cNvPr>
          <p:cNvGrpSpPr/>
          <p:nvPr/>
        </p:nvGrpSpPr>
        <p:grpSpPr>
          <a:xfrm>
            <a:off x="8582761" y="4856563"/>
            <a:ext cx="184963" cy="279763"/>
            <a:chOff x="7775022" y="1133633"/>
            <a:chExt cx="250247" cy="378505"/>
          </a:xfrm>
        </p:grpSpPr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2BFEC825-111D-4599-99D9-FAFB931522F2}"/>
                </a:ext>
              </a:extLst>
            </p:cNvPr>
            <p:cNvSpPr/>
            <p:nvPr/>
          </p:nvSpPr>
          <p:spPr>
            <a:xfrm>
              <a:off x="7775022" y="1261891"/>
              <a:ext cx="250247" cy="250247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8DFB199A-4361-41CC-9459-9FC0B503F3A8}"/>
                </a:ext>
              </a:extLst>
            </p:cNvPr>
            <p:cNvSpPr/>
            <p:nvPr/>
          </p:nvSpPr>
          <p:spPr>
            <a:xfrm>
              <a:off x="7808966" y="1300185"/>
              <a:ext cx="179622" cy="179622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sx="96000" sy="96000" algn="ctr" rotWithShape="0">
                <a:prstClr val="black">
                  <a:alpha val="6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0A13E779-3494-4EC4-B96C-7EE08547BB7A}"/>
                </a:ext>
              </a:extLst>
            </p:cNvPr>
            <p:cNvSpPr/>
            <p:nvPr/>
          </p:nvSpPr>
          <p:spPr>
            <a:xfrm>
              <a:off x="7848372" y="1337600"/>
              <a:ext cx="103429" cy="103429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: Top Corners Rounded 48">
              <a:extLst>
                <a:ext uri="{FF2B5EF4-FFF2-40B4-BE49-F238E27FC236}">
                  <a16:creationId xmlns:a16="http://schemas.microsoft.com/office/drawing/2014/main" id="{18855245-2EFC-45A0-963F-8972661F3DDA}"/>
                </a:ext>
              </a:extLst>
            </p:cNvPr>
            <p:cNvSpPr/>
            <p:nvPr/>
          </p:nvSpPr>
          <p:spPr>
            <a:xfrm>
              <a:off x="7843302" y="1133633"/>
              <a:ext cx="109247" cy="298984"/>
            </a:xfrm>
            <a:custGeom>
              <a:avLst/>
              <a:gdLst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2502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0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250247 w 250247"/>
                <a:gd name="connsiteY3" fmla="*/ 476991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  <a:gd name="connsiteX0" fmla="*/ 41709 w 250247"/>
                <a:gd name="connsiteY0" fmla="*/ 0 h 476991"/>
                <a:gd name="connsiteX1" fmla="*/ 208538 w 250247"/>
                <a:gd name="connsiteY1" fmla="*/ 0 h 476991"/>
                <a:gd name="connsiteX2" fmla="*/ 250247 w 250247"/>
                <a:gd name="connsiteY2" fmla="*/ 41709 h 476991"/>
                <a:gd name="connsiteX3" fmla="*/ 180397 w 250247"/>
                <a:gd name="connsiteY3" fmla="*/ 467466 h 476991"/>
                <a:gd name="connsiteX4" fmla="*/ 174047 w 250247"/>
                <a:gd name="connsiteY4" fmla="*/ 476991 h 476991"/>
                <a:gd name="connsiteX5" fmla="*/ 0 w 250247"/>
                <a:gd name="connsiteY5" fmla="*/ 476991 h 476991"/>
                <a:gd name="connsiteX6" fmla="*/ 77788 w 250247"/>
                <a:gd name="connsiteY6" fmla="*/ 476991 h 476991"/>
                <a:gd name="connsiteX7" fmla="*/ 0 w 250247"/>
                <a:gd name="connsiteY7" fmla="*/ 41709 h 476991"/>
                <a:gd name="connsiteX8" fmla="*/ 41709 w 250247"/>
                <a:gd name="connsiteY8" fmla="*/ 0 h 4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47" h="476991">
                  <a:moveTo>
                    <a:pt x="41709" y="0"/>
                  </a:moveTo>
                  <a:lnTo>
                    <a:pt x="208538" y="0"/>
                  </a:lnTo>
                  <a:cubicBezTo>
                    <a:pt x="231573" y="0"/>
                    <a:pt x="250247" y="18674"/>
                    <a:pt x="250247" y="41709"/>
                  </a:cubicBezTo>
                  <a:lnTo>
                    <a:pt x="180397" y="467466"/>
                  </a:lnTo>
                  <a:lnTo>
                    <a:pt x="174047" y="476991"/>
                  </a:lnTo>
                  <a:lnTo>
                    <a:pt x="0" y="476991"/>
                  </a:lnTo>
                  <a:lnTo>
                    <a:pt x="77788" y="476991"/>
                  </a:lnTo>
                  <a:lnTo>
                    <a:pt x="0" y="41709"/>
                  </a:lnTo>
                  <a:cubicBezTo>
                    <a:pt x="0" y="18674"/>
                    <a:pt x="18674" y="0"/>
                    <a:pt x="4170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0" name="Rectangle 569">
            <a:extLst>
              <a:ext uri="{FF2B5EF4-FFF2-40B4-BE49-F238E27FC236}">
                <a16:creationId xmlns:a16="http://schemas.microsoft.com/office/drawing/2014/main" id="{07451AC6-D3C3-4870-8C52-67F20BB1B799}"/>
              </a:ext>
            </a:extLst>
          </p:cNvPr>
          <p:cNvSpPr/>
          <p:nvPr/>
        </p:nvSpPr>
        <p:spPr>
          <a:xfrm>
            <a:off x="7371051" y="5855140"/>
            <a:ext cx="1003711" cy="531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A5E9E2F3-D96D-430A-A456-7022490C2C9F}"/>
              </a:ext>
            </a:extLst>
          </p:cNvPr>
          <p:cNvSpPr/>
          <p:nvPr/>
        </p:nvSpPr>
        <p:spPr>
          <a:xfrm>
            <a:off x="7373050" y="5855140"/>
            <a:ext cx="95261" cy="53148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ED9683E1-DF34-4B66-B5BB-5777B5DEA011}"/>
              </a:ext>
            </a:extLst>
          </p:cNvPr>
          <p:cNvSpPr/>
          <p:nvPr/>
        </p:nvSpPr>
        <p:spPr>
          <a:xfrm>
            <a:off x="8283818" y="5855140"/>
            <a:ext cx="95261" cy="53148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63E8090C-C79E-4F09-9EE0-2D7374824606}"/>
              </a:ext>
            </a:extLst>
          </p:cNvPr>
          <p:cNvSpPr/>
          <p:nvPr/>
        </p:nvSpPr>
        <p:spPr>
          <a:xfrm>
            <a:off x="7473283" y="5856610"/>
            <a:ext cx="199072" cy="531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E2A9689C-DC03-4583-AE4B-F0A8CCC76B76}"/>
              </a:ext>
            </a:extLst>
          </p:cNvPr>
          <p:cNvSpPr/>
          <p:nvPr/>
        </p:nvSpPr>
        <p:spPr>
          <a:xfrm>
            <a:off x="7668724" y="5855140"/>
            <a:ext cx="199072" cy="531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2360FE03-353B-4A24-A8AF-365095319CC3}"/>
              </a:ext>
            </a:extLst>
          </p:cNvPr>
          <p:cNvSpPr/>
          <p:nvPr/>
        </p:nvSpPr>
        <p:spPr>
          <a:xfrm>
            <a:off x="7874994" y="5855140"/>
            <a:ext cx="199072" cy="531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627E4B95-3B4A-4A3B-9BCE-BA05C17B5025}"/>
              </a:ext>
            </a:extLst>
          </p:cNvPr>
          <p:cNvSpPr/>
          <p:nvPr/>
        </p:nvSpPr>
        <p:spPr>
          <a:xfrm>
            <a:off x="8081264" y="5855140"/>
            <a:ext cx="199072" cy="531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25400" dist="38100" dir="5400000" sx="90000" sy="9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BF7E6EF-F3CF-4FC3-910F-7475FAC0E442}"/>
              </a:ext>
            </a:extLst>
          </p:cNvPr>
          <p:cNvSpPr/>
          <p:nvPr/>
        </p:nvSpPr>
        <p:spPr>
          <a:xfrm>
            <a:off x="7516324" y="5898175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4D0ED941-67F9-4124-857F-262DE59155BF}"/>
              </a:ext>
            </a:extLst>
          </p:cNvPr>
          <p:cNvSpPr/>
          <p:nvPr/>
        </p:nvSpPr>
        <p:spPr>
          <a:xfrm>
            <a:off x="7716737" y="5897563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3759F376-C5D0-4843-97B1-C98194E9F126}"/>
              </a:ext>
            </a:extLst>
          </p:cNvPr>
          <p:cNvSpPr/>
          <p:nvPr/>
        </p:nvSpPr>
        <p:spPr>
          <a:xfrm>
            <a:off x="7917150" y="5896951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959807D8-5710-4A73-AE43-25732E8B7BC3}"/>
              </a:ext>
            </a:extLst>
          </p:cNvPr>
          <p:cNvSpPr/>
          <p:nvPr/>
        </p:nvSpPr>
        <p:spPr>
          <a:xfrm>
            <a:off x="8117563" y="5896339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1F3DAAF-1782-48F5-8F9B-B434176B2790}"/>
              </a:ext>
            </a:extLst>
          </p:cNvPr>
          <p:cNvCxnSpPr>
            <a:cxnSpLocks/>
          </p:cNvCxnSpPr>
          <p:nvPr/>
        </p:nvCxnSpPr>
        <p:spPr>
          <a:xfrm>
            <a:off x="7533900" y="5934133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938F6B7A-30F0-41A4-827D-9CAF32742DEF}"/>
              </a:ext>
            </a:extLst>
          </p:cNvPr>
          <p:cNvCxnSpPr>
            <a:cxnSpLocks/>
          </p:cNvCxnSpPr>
          <p:nvPr/>
        </p:nvCxnSpPr>
        <p:spPr>
          <a:xfrm>
            <a:off x="7734371" y="5934133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DDE3E573-BD2D-4348-9970-434D293897E5}"/>
              </a:ext>
            </a:extLst>
          </p:cNvPr>
          <p:cNvCxnSpPr>
            <a:cxnSpLocks/>
          </p:cNvCxnSpPr>
          <p:nvPr/>
        </p:nvCxnSpPr>
        <p:spPr>
          <a:xfrm>
            <a:off x="7934842" y="5934133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F56C1504-5E48-4725-A36F-86BBDF3C5403}"/>
              </a:ext>
            </a:extLst>
          </p:cNvPr>
          <p:cNvCxnSpPr>
            <a:cxnSpLocks/>
          </p:cNvCxnSpPr>
          <p:nvPr/>
        </p:nvCxnSpPr>
        <p:spPr>
          <a:xfrm>
            <a:off x="8133725" y="5934133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Rectangle 583">
            <a:extLst>
              <a:ext uri="{FF2B5EF4-FFF2-40B4-BE49-F238E27FC236}">
                <a16:creationId xmlns:a16="http://schemas.microsoft.com/office/drawing/2014/main" id="{185A9A51-0DD7-4439-84D4-984D3DAE9C83}"/>
              </a:ext>
            </a:extLst>
          </p:cNvPr>
          <p:cNvSpPr/>
          <p:nvPr/>
        </p:nvSpPr>
        <p:spPr>
          <a:xfrm>
            <a:off x="7516324" y="6280741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83CC1C4-E7BD-448F-981C-3E792CFDE7AE}"/>
              </a:ext>
            </a:extLst>
          </p:cNvPr>
          <p:cNvSpPr/>
          <p:nvPr/>
        </p:nvSpPr>
        <p:spPr>
          <a:xfrm>
            <a:off x="7716737" y="6280129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080F27D4-F59F-42E8-9632-ABAE71290A34}"/>
              </a:ext>
            </a:extLst>
          </p:cNvPr>
          <p:cNvSpPr/>
          <p:nvPr/>
        </p:nvSpPr>
        <p:spPr>
          <a:xfrm>
            <a:off x="7917150" y="6279517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BA782C05-92A8-446A-8612-C0C68343D3B8}"/>
              </a:ext>
            </a:extLst>
          </p:cNvPr>
          <p:cNvSpPr/>
          <p:nvPr/>
        </p:nvSpPr>
        <p:spPr>
          <a:xfrm>
            <a:off x="8117563" y="6278905"/>
            <a:ext cx="111562" cy="755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59CF5DF9-A177-4336-94CF-D7FA0A1D096F}"/>
              </a:ext>
            </a:extLst>
          </p:cNvPr>
          <p:cNvCxnSpPr>
            <a:cxnSpLocks/>
          </p:cNvCxnSpPr>
          <p:nvPr/>
        </p:nvCxnSpPr>
        <p:spPr>
          <a:xfrm>
            <a:off x="7533900" y="6316699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12102167-F1C5-4007-AD16-430ED9197D1F}"/>
              </a:ext>
            </a:extLst>
          </p:cNvPr>
          <p:cNvCxnSpPr>
            <a:cxnSpLocks/>
          </p:cNvCxnSpPr>
          <p:nvPr/>
        </p:nvCxnSpPr>
        <p:spPr>
          <a:xfrm>
            <a:off x="7734371" y="6316699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8D90F59B-9AB4-4800-92C1-22978588DB82}"/>
              </a:ext>
            </a:extLst>
          </p:cNvPr>
          <p:cNvCxnSpPr>
            <a:cxnSpLocks/>
          </p:cNvCxnSpPr>
          <p:nvPr/>
        </p:nvCxnSpPr>
        <p:spPr>
          <a:xfrm>
            <a:off x="7934842" y="6316699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125E5FD2-D221-437F-804B-49BA23E2CF91}"/>
              </a:ext>
            </a:extLst>
          </p:cNvPr>
          <p:cNvCxnSpPr>
            <a:cxnSpLocks/>
          </p:cNvCxnSpPr>
          <p:nvPr/>
        </p:nvCxnSpPr>
        <p:spPr>
          <a:xfrm>
            <a:off x="8133725" y="6316699"/>
            <a:ext cx="76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66BDEAC8-D32D-4176-A4A3-343AD804D9BF}"/>
              </a:ext>
            </a:extLst>
          </p:cNvPr>
          <p:cNvSpPr/>
          <p:nvPr/>
        </p:nvSpPr>
        <p:spPr>
          <a:xfrm>
            <a:off x="7512510" y="6037566"/>
            <a:ext cx="112015" cy="1932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CEC93150-6B59-4054-9162-AC95DEB99568}"/>
              </a:ext>
            </a:extLst>
          </p:cNvPr>
          <p:cNvSpPr/>
          <p:nvPr/>
        </p:nvSpPr>
        <p:spPr>
          <a:xfrm>
            <a:off x="7523401" y="6086534"/>
            <a:ext cx="92261" cy="1089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8BA76CF4-9AEE-49DF-890F-50AF7DC43FC4}"/>
              </a:ext>
            </a:extLst>
          </p:cNvPr>
          <p:cNvSpPr/>
          <p:nvPr/>
        </p:nvSpPr>
        <p:spPr>
          <a:xfrm>
            <a:off x="7716814" y="6036954"/>
            <a:ext cx="112015" cy="1932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8D9C3BFD-30CE-4973-80CE-1BFF90484C40}"/>
              </a:ext>
            </a:extLst>
          </p:cNvPr>
          <p:cNvSpPr/>
          <p:nvPr/>
        </p:nvSpPr>
        <p:spPr>
          <a:xfrm>
            <a:off x="7727705" y="6085922"/>
            <a:ext cx="92261" cy="1089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8B8FE0FF-2A8C-4679-A7CD-B2BF7BCDB25D}"/>
              </a:ext>
            </a:extLst>
          </p:cNvPr>
          <p:cNvSpPr/>
          <p:nvPr/>
        </p:nvSpPr>
        <p:spPr>
          <a:xfrm>
            <a:off x="7914141" y="6038645"/>
            <a:ext cx="112015" cy="1932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651AAAA1-A369-4A3C-AC84-7DA70FC1AFA9}"/>
              </a:ext>
            </a:extLst>
          </p:cNvPr>
          <p:cNvSpPr/>
          <p:nvPr/>
        </p:nvSpPr>
        <p:spPr>
          <a:xfrm>
            <a:off x="7925032" y="6087613"/>
            <a:ext cx="92261" cy="1089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64386DE4-BDBA-4CD2-ABAA-E7048FF212B7}"/>
              </a:ext>
            </a:extLst>
          </p:cNvPr>
          <p:cNvSpPr/>
          <p:nvPr/>
        </p:nvSpPr>
        <p:spPr>
          <a:xfrm>
            <a:off x="8116265" y="6036954"/>
            <a:ext cx="112015" cy="1932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F06157C3-D6C4-4B83-B3F5-880DC6598C01}"/>
              </a:ext>
            </a:extLst>
          </p:cNvPr>
          <p:cNvSpPr/>
          <p:nvPr/>
        </p:nvSpPr>
        <p:spPr>
          <a:xfrm>
            <a:off x="8127156" y="6085922"/>
            <a:ext cx="92261" cy="1089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FBD7154-7990-47A4-BE56-0FEA682333F8}"/>
              </a:ext>
            </a:extLst>
          </p:cNvPr>
          <p:cNvGrpSpPr/>
          <p:nvPr/>
        </p:nvGrpSpPr>
        <p:grpSpPr>
          <a:xfrm>
            <a:off x="9444331" y="4751992"/>
            <a:ext cx="1673009" cy="1618736"/>
            <a:chOff x="9299958" y="4710657"/>
            <a:chExt cx="1479537" cy="1484507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8BE9CDD-086F-4A24-92CA-1BF11D628772}"/>
                </a:ext>
              </a:extLst>
            </p:cNvPr>
            <p:cNvSpPr/>
            <p:nvPr/>
          </p:nvSpPr>
          <p:spPr>
            <a:xfrm>
              <a:off x="9308439" y="4710657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980F8A96-2027-4587-A06B-12344D06DFE8}"/>
                </a:ext>
              </a:extLst>
            </p:cNvPr>
            <p:cNvSpPr/>
            <p:nvPr/>
          </p:nvSpPr>
          <p:spPr>
            <a:xfrm>
              <a:off x="9678918" y="4710657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B6AEB450-A9D6-46AA-A9D6-80A0FFCAB299}"/>
                </a:ext>
              </a:extLst>
            </p:cNvPr>
            <p:cNvSpPr/>
            <p:nvPr/>
          </p:nvSpPr>
          <p:spPr>
            <a:xfrm>
              <a:off x="10049397" y="4710657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2F8C1BC5-1E36-4E8E-B043-A35F491473CE}"/>
                </a:ext>
              </a:extLst>
            </p:cNvPr>
            <p:cNvSpPr/>
            <p:nvPr/>
          </p:nvSpPr>
          <p:spPr>
            <a:xfrm>
              <a:off x="10419876" y="4710657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E0E28CBB-8953-439D-B2E9-FFCF3C3BB1FE}"/>
                </a:ext>
              </a:extLst>
            </p:cNvPr>
            <p:cNvSpPr/>
            <p:nvPr/>
          </p:nvSpPr>
          <p:spPr>
            <a:xfrm>
              <a:off x="9305800" y="5088520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C27322FF-2167-49EB-8ABC-2FECD65FE1CA}"/>
                </a:ext>
              </a:extLst>
            </p:cNvPr>
            <p:cNvSpPr/>
            <p:nvPr/>
          </p:nvSpPr>
          <p:spPr>
            <a:xfrm>
              <a:off x="9302879" y="5462031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77F42BF-65B2-4C5C-A143-90E57687E9A4}"/>
                </a:ext>
              </a:extLst>
            </p:cNvPr>
            <p:cNvSpPr/>
            <p:nvPr/>
          </p:nvSpPr>
          <p:spPr>
            <a:xfrm>
              <a:off x="9299958" y="5835542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8174C109-7F94-4231-B606-18C3115FC588}"/>
                </a:ext>
              </a:extLst>
            </p:cNvPr>
            <p:cNvSpPr/>
            <p:nvPr/>
          </p:nvSpPr>
          <p:spPr>
            <a:xfrm>
              <a:off x="9680266" y="5088519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1B4D6021-D715-4F7F-A7F8-0165CA32224C}"/>
                </a:ext>
              </a:extLst>
            </p:cNvPr>
            <p:cNvSpPr/>
            <p:nvPr/>
          </p:nvSpPr>
          <p:spPr>
            <a:xfrm>
              <a:off x="9676939" y="5462031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7D784B4B-4E79-46FA-81A4-C5D312FE1D42}"/>
                </a:ext>
              </a:extLst>
            </p:cNvPr>
            <p:cNvSpPr/>
            <p:nvPr/>
          </p:nvSpPr>
          <p:spPr>
            <a:xfrm>
              <a:off x="9673612" y="5835543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AE9A2AEF-3F85-46D2-A4FF-4F442656FB82}"/>
                </a:ext>
              </a:extLst>
            </p:cNvPr>
            <p:cNvSpPr/>
            <p:nvPr/>
          </p:nvSpPr>
          <p:spPr>
            <a:xfrm>
              <a:off x="10053369" y="5088518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0387BA22-6552-43CB-8879-AB4DF84525C8}"/>
                </a:ext>
              </a:extLst>
            </p:cNvPr>
            <p:cNvSpPr/>
            <p:nvPr/>
          </p:nvSpPr>
          <p:spPr>
            <a:xfrm>
              <a:off x="10049396" y="5462031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C15C57E6-2CDC-47B5-BD49-907BBC653484}"/>
                </a:ext>
              </a:extLst>
            </p:cNvPr>
            <p:cNvSpPr/>
            <p:nvPr/>
          </p:nvSpPr>
          <p:spPr>
            <a:xfrm>
              <a:off x="10045423" y="5835544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A704C056-9AAD-4C99-A19E-4A31FD497DFB}"/>
                </a:ext>
              </a:extLst>
            </p:cNvPr>
            <p:cNvSpPr/>
            <p:nvPr/>
          </p:nvSpPr>
          <p:spPr>
            <a:xfrm>
              <a:off x="10419875" y="5088517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A76ABD3B-CF3E-4514-AEC0-874972B3F161}"/>
                </a:ext>
              </a:extLst>
            </p:cNvPr>
            <p:cNvSpPr/>
            <p:nvPr/>
          </p:nvSpPr>
          <p:spPr>
            <a:xfrm>
              <a:off x="10419874" y="5462031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F95DBACD-176C-40D8-993A-12F793643340}"/>
                </a:ext>
              </a:extLst>
            </p:cNvPr>
            <p:cNvSpPr/>
            <p:nvPr/>
          </p:nvSpPr>
          <p:spPr>
            <a:xfrm>
              <a:off x="10419873" y="5835545"/>
              <a:ext cx="359619" cy="359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4AA55D32-BEC7-453E-B19D-760BA509541C}"/>
              </a:ext>
            </a:extLst>
          </p:cNvPr>
          <p:cNvCxnSpPr>
            <a:cxnSpLocks/>
          </p:cNvCxnSpPr>
          <p:nvPr/>
        </p:nvCxnSpPr>
        <p:spPr>
          <a:xfrm>
            <a:off x="9020756" y="4682592"/>
            <a:ext cx="260227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6171657F-D528-4B81-8F91-32F4E1695600}"/>
              </a:ext>
            </a:extLst>
          </p:cNvPr>
          <p:cNvSpPr/>
          <p:nvPr/>
        </p:nvSpPr>
        <p:spPr>
          <a:xfrm>
            <a:off x="8050669" y="3601781"/>
            <a:ext cx="204330" cy="209312"/>
          </a:xfrm>
          <a:prstGeom prst="ellipse">
            <a:avLst/>
          </a:prstGeom>
          <a:gradFill flip="none" rotWithShape="1">
            <a:gsLst>
              <a:gs pos="0">
                <a:srgbClr val="A40000">
                  <a:shade val="30000"/>
                  <a:satMod val="115000"/>
                </a:srgbClr>
              </a:gs>
              <a:gs pos="50000">
                <a:srgbClr val="A40000">
                  <a:shade val="67500"/>
                  <a:satMod val="115000"/>
                </a:srgbClr>
              </a:gs>
              <a:gs pos="100000">
                <a:srgbClr val="A40000">
                  <a:shade val="100000"/>
                  <a:satMod val="115000"/>
                </a:srgbClr>
              </a:gs>
            </a:gsLst>
            <a:lin ang="5400000" scaled="1"/>
            <a:tileRect/>
          </a:gradFill>
          <a:ln w="25400">
            <a:solidFill>
              <a:schemeClr val="bg2">
                <a:lumMod val="25000"/>
              </a:schemeClr>
            </a:solidFill>
          </a:ln>
          <a:effectLst>
            <a:outerShdw blurRad="25400" dist="38100" dir="5400000" sx="85000" sy="85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B29F35E-D11B-4F6E-8968-4496B096D61E}"/>
              </a:ext>
            </a:extLst>
          </p:cNvPr>
          <p:cNvSpPr/>
          <p:nvPr/>
        </p:nvSpPr>
        <p:spPr>
          <a:xfrm>
            <a:off x="6077951" y="3497177"/>
            <a:ext cx="334689" cy="33468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4F0BE5A8-4A6C-42CF-9D17-2A832985B7B1}"/>
              </a:ext>
            </a:extLst>
          </p:cNvPr>
          <p:cNvSpPr/>
          <p:nvPr/>
        </p:nvSpPr>
        <p:spPr>
          <a:xfrm>
            <a:off x="7358963" y="3638919"/>
            <a:ext cx="275652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25400" sx="66000" sy="6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0B09898-9F64-4A69-901C-B14E6B5B9837}"/>
              </a:ext>
            </a:extLst>
          </p:cNvPr>
          <p:cNvSpPr/>
          <p:nvPr/>
        </p:nvSpPr>
        <p:spPr>
          <a:xfrm>
            <a:off x="6700482" y="3489046"/>
            <a:ext cx="722372" cy="3428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Oval 616">
            <a:extLst>
              <a:ext uri="{FF2B5EF4-FFF2-40B4-BE49-F238E27FC236}">
                <a16:creationId xmlns:a16="http://schemas.microsoft.com/office/drawing/2014/main" id="{F9E8CCB9-E9A8-4120-A7B8-1466A3F29F71}"/>
              </a:ext>
            </a:extLst>
          </p:cNvPr>
          <p:cNvSpPr/>
          <p:nvPr/>
        </p:nvSpPr>
        <p:spPr>
          <a:xfrm>
            <a:off x="7989833" y="3539903"/>
            <a:ext cx="334689" cy="3346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" name="Oval 617">
            <a:extLst>
              <a:ext uri="{FF2B5EF4-FFF2-40B4-BE49-F238E27FC236}">
                <a16:creationId xmlns:a16="http://schemas.microsoft.com/office/drawing/2014/main" id="{16C60E32-26CB-4FE3-B2A9-6642BCC780E9}"/>
              </a:ext>
            </a:extLst>
          </p:cNvPr>
          <p:cNvSpPr/>
          <p:nvPr/>
        </p:nvSpPr>
        <p:spPr>
          <a:xfrm>
            <a:off x="6201019" y="3630459"/>
            <a:ext cx="83409" cy="8340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innerShdw blurRad="1143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003E385-D261-427E-B8CA-F3677CAD79D0}"/>
              </a:ext>
            </a:extLst>
          </p:cNvPr>
          <p:cNvSpPr/>
          <p:nvPr/>
        </p:nvSpPr>
        <p:spPr>
          <a:xfrm>
            <a:off x="5635523" y="3519463"/>
            <a:ext cx="270814" cy="30867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D221C16B-1470-408B-87A9-8F241D793CCB}"/>
              </a:ext>
            </a:extLst>
          </p:cNvPr>
          <p:cNvSpPr/>
          <p:nvPr/>
        </p:nvSpPr>
        <p:spPr>
          <a:xfrm>
            <a:off x="5074827" y="3545529"/>
            <a:ext cx="585216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BADA336A-BEF0-4335-A573-21ECA1EA5622}"/>
              </a:ext>
            </a:extLst>
          </p:cNvPr>
          <p:cNvSpPr/>
          <p:nvPr/>
        </p:nvSpPr>
        <p:spPr>
          <a:xfrm>
            <a:off x="5077354" y="3751407"/>
            <a:ext cx="585216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432D0897-CB5B-49A3-85DD-0222B84DC888}"/>
              </a:ext>
            </a:extLst>
          </p:cNvPr>
          <p:cNvSpPr/>
          <p:nvPr/>
        </p:nvSpPr>
        <p:spPr>
          <a:xfrm>
            <a:off x="5074827" y="3642941"/>
            <a:ext cx="585216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25400" sx="90000" sy="9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F415FC6B-F9F6-4C7A-BC58-32AEC271954F}"/>
              </a:ext>
            </a:extLst>
          </p:cNvPr>
          <p:cNvSpPr/>
          <p:nvPr/>
        </p:nvSpPr>
        <p:spPr>
          <a:xfrm>
            <a:off x="5680069" y="3568520"/>
            <a:ext cx="75302" cy="7823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5819A61A-F015-400D-9541-C452A5BF200E}"/>
              </a:ext>
            </a:extLst>
          </p:cNvPr>
          <p:cNvSpPr/>
          <p:nvPr/>
        </p:nvSpPr>
        <p:spPr>
          <a:xfrm>
            <a:off x="5680069" y="3704537"/>
            <a:ext cx="75302" cy="7823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6EAA385-37B9-49BB-BEB6-F20A5479F1CC}"/>
              </a:ext>
            </a:extLst>
          </p:cNvPr>
          <p:cNvCxnSpPr>
            <a:cxnSpLocks/>
          </p:cNvCxnSpPr>
          <p:nvPr/>
        </p:nvCxnSpPr>
        <p:spPr>
          <a:xfrm>
            <a:off x="5918565" y="3747228"/>
            <a:ext cx="5756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9C249E42-6F9D-4FF8-8BB9-0121F171FFBB}"/>
              </a:ext>
            </a:extLst>
          </p:cNvPr>
          <p:cNvCxnSpPr>
            <a:cxnSpLocks/>
          </p:cNvCxnSpPr>
          <p:nvPr/>
        </p:nvCxnSpPr>
        <p:spPr>
          <a:xfrm flipV="1">
            <a:off x="5972956" y="3550415"/>
            <a:ext cx="47470" cy="2007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749863-E987-436A-8E79-E5169385E852}"/>
              </a:ext>
            </a:extLst>
          </p:cNvPr>
          <p:cNvSpPr/>
          <p:nvPr/>
        </p:nvSpPr>
        <p:spPr>
          <a:xfrm>
            <a:off x="5453512" y="2141862"/>
            <a:ext cx="507464" cy="50746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6A0A0C-5A94-487B-812B-38EAF9B89546}"/>
              </a:ext>
            </a:extLst>
          </p:cNvPr>
          <p:cNvSpPr/>
          <p:nvPr/>
        </p:nvSpPr>
        <p:spPr>
          <a:xfrm>
            <a:off x="5907680" y="2341033"/>
            <a:ext cx="190833" cy="125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B8959E5C-0125-41D1-B263-EE6BA522FE91}"/>
              </a:ext>
            </a:extLst>
          </p:cNvPr>
          <p:cNvSpPr/>
          <p:nvPr/>
        </p:nvSpPr>
        <p:spPr>
          <a:xfrm>
            <a:off x="5332862" y="2347847"/>
            <a:ext cx="190833" cy="125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7F38EBD-A788-4418-AA50-AC6401F85DDA}"/>
              </a:ext>
            </a:extLst>
          </p:cNvPr>
          <p:cNvSpPr/>
          <p:nvPr/>
        </p:nvSpPr>
        <p:spPr>
          <a:xfrm rot="16200000">
            <a:off x="5606518" y="2616925"/>
            <a:ext cx="190833" cy="125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30FD63C-FE54-4F3D-B9B4-62B09B312A46}"/>
              </a:ext>
            </a:extLst>
          </p:cNvPr>
          <p:cNvSpPr/>
          <p:nvPr/>
        </p:nvSpPr>
        <p:spPr>
          <a:xfrm rot="16200000">
            <a:off x="5645778" y="2084212"/>
            <a:ext cx="103157" cy="1320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E569DFD-5C08-4122-BE0E-701D34F9EE15}"/>
              </a:ext>
            </a:extLst>
          </p:cNvPr>
          <p:cNvSpPr/>
          <p:nvPr/>
        </p:nvSpPr>
        <p:spPr>
          <a:xfrm>
            <a:off x="5515910" y="2145834"/>
            <a:ext cx="1886792" cy="510250"/>
          </a:xfrm>
          <a:custGeom>
            <a:avLst/>
            <a:gdLst>
              <a:gd name="connsiteX0" fmla="*/ 0 w 2099498"/>
              <a:gd name="connsiteY0" fmla="*/ 335762 h 671524"/>
              <a:gd name="connsiteX1" fmla="*/ 1049749 w 2099498"/>
              <a:gd name="connsiteY1" fmla="*/ 0 h 671524"/>
              <a:gd name="connsiteX2" fmla="*/ 2099498 w 2099498"/>
              <a:gd name="connsiteY2" fmla="*/ 335762 h 671524"/>
              <a:gd name="connsiteX3" fmla="*/ 1049749 w 2099498"/>
              <a:gd name="connsiteY3" fmla="*/ 671524 h 671524"/>
              <a:gd name="connsiteX4" fmla="*/ 0 w 2099498"/>
              <a:gd name="connsiteY4" fmla="*/ 335762 h 671524"/>
              <a:gd name="connsiteX0" fmla="*/ 22 w 2099520"/>
              <a:gd name="connsiteY0" fmla="*/ 215112 h 550874"/>
              <a:gd name="connsiteX1" fmla="*/ 1027546 w 2099520"/>
              <a:gd name="connsiteY1" fmla="*/ 0 h 550874"/>
              <a:gd name="connsiteX2" fmla="*/ 2099520 w 2099520"/>
              <a:gd name="connsiteY2" fmla="*/ 215112 h 550874"/>
              <a:gd name="connsiteX3" fmla="*/ 1049771 w 2099520"/>
              <a:gd name="connsiteY3" fmla="*/ 550874 h 550874"/>
              <a:gd name="connsiteX4" fmla="*/ 22 w 2099520"/>
              <a:gd name="connsiteY4" fmla="*/ 215112 h 550874"/>
              <a:gd name="connsiteX0" fmla="*/ 2 w 2099500"/>
              <a:gd name="connsiteY0" fmla="*/ 215112 h 452449"/>
              <a:gd name="connsiteX1" fmla="*/ 1027526 w 2099500"/>
              <a:gd name="connsiteY1" fmla="*/ 0 h 452449"/>
              <a:gd name="connsiteX2" fmla="*/ 2099500 w 2099500"/>
              <a:gd name="connsiteY2" fmla="*/ 215112 h 452449"/>
              <a:gd name="connsiteX3" fmla="*/ 1033876 w 2099500"/>
              <a:gd name="connsiteY3" fmla="*/ 452449 h 452449"/>
              <a:gd name="connsiteX4" fmla="*/ 2 w 2099500"/>
              <a:gd name="connsiteY4" fmla="*/ 215112 h 452449"/>
              <a:gd name="connsiteX0" fmla="*/ 29 w 2099527"/>
              <a:gd name="connsiteY0" fmla="*/ 215484 h 452821"/>
              <a:gd name="connsiteX1" fmla="*/ 1027553 w 2099527"/>
              <a:gd name="connsiteY1" fmla="*/ 372 h 452821"/>
              <a:gd name="connsiteX2" fmla="*/ 2099527 w 2099527"/>
              <a:gd name="connsiteY2" fmla="*/ 215484 h 452821"/>
              <a:gd name="connsiteX3" fmla="*/ 1033903 w 2099527"/>
              <a:gd name="connsiteY3" fmla="*/ 452821 h 452821"/>
              <a:gd name="connsiteX4" fmla="*/ 29 w 2099527"/>
              <a:gd name="connsiteY4" fmla="*/ 215484 h 452821"/>
              <a:gd name="connsiteX0" fmla="*/ 19 w 1924892"/>
              <a:gd name="connsiteY0" fmla="*/ 218557 h 457578"/>
              <a:gd name="connsiteX1" fmla="*/ 1027543 w 1924892"/>
              <a:gd name="connsiteY1" fmla="*/ 3445 h 457578"/>
              <a:gd name="connsiteX2" fmla="*/ 1924892 w 1924892"/>
              <a:gd name="connsiteY2" fmla="*/ 170932 h 457578"/>
              <a:gd name="connsiteX3" fmla="*/ 1033893 w 1924892"/>
              <a:gd name="connsiteY3" fmla="*/ 455894 h 457578"/>
              <a:gd name="connsiteX4" fmla="*/ 19 w 1924892"/>
              <a:gd name="connsiteY4" fmla="*/ 218557 h 457578"/>
              <a:gd name="connsiteX0" fmla="*/ 19 w 1924905"/>
              <a:gd name="connsiteY0" fmla="*/ 218557 h 482768"/>
              <a:gd name="connsiteX1" fmla="*/ 1027543 w 1924905"/>
              <a:gd name="connsiteY1" fmla="*/ 3445 h 482768"/>
              <a:gd name="connsiteX2" fmla="*/ 1924892 w 1924905"/>
              <a:gd name="connsiteY2" fmla="*/ 170932 h 482768"/>
              <a:gd name="connsiteX3" fmla="*/ 1033893 w 1924905"/>
              <a:gd name="connsiteY3" fmla="*/ 455894 h 482768"/>
              <a:gd name="connsiteX4" fmla="*/ 19 w 1924905"/>
              <a:gd name="connsiteY4" fmla="*/ 218557 h 482768"/>
              <a:gd name="connsiteX0" fmla="*/ 19 w 1924905"/>
              <a:gd name="connsiteY0" fmla="*/ 279309 h 543520"/>
              <a:gd name="connsiteX1" fmla="*/ 1027543 w 1924905"/>
              <a:gd name="connsiteY1" fmla="*/ 64197 h 543520"/>
              <a:gd name="connsiteX2" fmla="*/ 1924892 w 1924905"/>
              <a:gd name="connsiteY2" fmla="*/ 231684 h 543520"/>
              <a:gd name="connsiteX3" fmla="*/ 1033893 w 1924905"/>
              <a:gd name="connsiteY3" fmla="*/ 516646 h 543520"/>
              <a:gd name="connsiteX4" fmla="*/ 19 w 1924905"/>
              <a:gd name="connsiteY4" fmla="*/ 279309 h 543520"/>
              <a:gd name="connsiteX0" fmla="*/ 19 w 1921730"/>
              <a:gd name="connsiteY0" fmla="*/ 259362 h 540890"/>
              <a:gd name="connsiteX1" fmla="*/ 1027543 w 1921730"/>
              <a:gd name="connsiteY1" fmla="*/ 44250 h 540890"/>
              <a:gd name="connsiteX2" fmla="*/ 1921717 w 1921730"/>
              <a:gd name="connsiteY2" fmla="*/ 246662 h 540890"/>
              <a:gd name="connsiteX3" fmla="*/ 1033893 w 1921730"/>
              <a:gd name="connsiteY3" fmla="*/ 496699 h 540890"/>
              <a:gd name="connsiteX4" fmla="*/ 19 w 1921730"/>
              <a:gd name="connsiteY4" fmla="*/ 259362 h 540890"/>
              <a:gd name="connsiteX0" fmla="*/ 19 w 1921717"/>
              <a:gd name="connsiteY0" fmla="*/ 259362 h 509111"/>
              <a:gd name="connsiteX1" fmla="*/ 1027543 w 1921717"/>
              <a:gd name="connsiteY1" fmla="*/ 44250 h 509111"/>
              <a:gd name="connsiteX2" fmla="*/ 1921717 w 1921717"/>
              <a:gd name="connsiteY2" fmla="*/ 246662 h 509111"/>
              <a:gd name="connsiteX3" fmla="*/ 1033893 w 1921717"/>
              <a:gd name="connsiteY3" fmla="*/ 496699 h 509111"/>
              <a:gd name="connsiteX4" fmla="*/ 19 w 1921717"/>
              <a:gd name="connsiteY4" fmla="*/ 259362 h 509111"/>
              <a:gd name="connsiteX0" fmla="*/ 19 w 1921730"/>
              <a:gd name="connsiteY0" fmla="*/ 266392 h 516141"/>
              <a:gd name="connsiteX1" fmla="*/ 1027543 w 1921730"/>
              <a:gd name="connsiteY1" fmla="*/ 51280 h 516141"/>
              <a:gd name="connsiteX2" fmla="*/ 1921717 w 1921730"/>
              <a:gd name="connsiteY2" fmla="*/ 253692 h 516141"/>
              <a:gd name="connsiteX3" fmla="*/ 1033893 w 1921730"/>
              <a:gd name="connsiteY3" fmla="*/ 503729 h 516141"/>
              <a:gd name="connsiteX4" fmla="*/ 19 w 1921730"/>
              <a:gd name="connsiteY4" fmla="*/ 266392 h 516141"/>
              <a:gd name="connsiteX0" fmla="*/ 19 w 1921717"/>
              <a:gd name="connsiteY0" fmla="*/ 269974 h 519723"/>
              <a:gd name="connsiteX1" fmla="*/ 1027543 w 1921717"/>
              <a:gd name="connsiteY1" fmla="*/ 54862 h 519723"/>
              <a:gd name="connsiteX2" fmla="*/ 1921717 w 1921717"/>
              <a:gd name="connsiteY2" fmla="*/ 257274 h 519723"/>
              <a:gd name="connsiteX3" fmla="*/ 1033893 w 1921717"/>
              <a:gd name="connsiteY3" fmla="*/ 507311 h 519723"/>
              <a:gd name="connsiteX4" fmla="*/ 19 w 1921717"/>
              <a:gd name="connsiteY4" fmla="*/ 269974 h 519723"/>
              <a:gd name="connsiteX0" fmla="*/ 19 w 1886792"/>
              <a:gd name="connsiteY0" fmla="*/ 262880 h 517648"/>
              <a:gd name="connsiteX1" fmla="*/ 1027543 w 1886792"/>
              <a:gd name="connsiteY1" fmla="*/ 47768 h 517648"/>
              <a:gd name="connsiteX2" fmla="*/ 1886792 w 1886792"/>
              <a:gd name="connsiteY2" fmla="*/ 262880 h 517648"/>
              <a:gd name="connsiteX3" fmla="*/ 1033893 w 1886792"/>
              <a:gd name="connsiteY3" fmla="*/ 500217 h 517648"/>
              <a:gd name="connsiteX4" fmla="*/ 19 w 1886792"/>
              <a:gd name="connsiteY4" fmla="*/ 262880 h 517648"/>
              <a:gd name="connsiteX0" fmla="*/ 19 w 1886792"/>
              <a:gd name="connsiteY0" fmla="*/ 260558 h 515326"/>
              <a:gd name="connsiteX1" fmla="*/ 1027543 w 1886792"/>
              <a:gd name="connsiteY1" fmla="*/ 45446 h 515326"/>
              <a:gd name="connsiteX2" fmla="*/ 1886792 w 1886792"/>
              <a:gd name="connsiteY2" fmla="*/ 260558 h 515326"/>
              <a:gd name="connsiteX3" fmla="*/ 1033893 w 1886792"/>
              <a:gd name="connsiteY3" fmla="*/ 497895 h 515326"/>
              <a:gd name="connsiteX4" fmla="*/ 19 w 1886792"/>
              <a:gd name="connsiteY4" fmla="*/ 260558 h 515326"/>
              <a:gd name="connsiteX0" fmla="*/ 19 w 1886792"/>
              <a:gd name="connsiteY0" fmla="*/ 260558 h 510250"/>
              <a:gd name="connsiteX1" fmla="*/ 1027543 w 1886792"/>
              <a:gd name="connsiteY1" fmla="*/ 45446 h 510250"/>
              <a:gd name="connsiteX2" fmla="*/ 1886792 w 1886792"/>
              <a:gd name="connsiteY2" fmla="*/ 260558 h 510250"/>
              <a:gd name="connsiteX3" fmla="*/ 1033893 w 1886792"/>
              <a:gd name="connsiteY3" fmla="*/ 497895 h 510250"/>
              <a:gd name="connsiteX4" fmla="*/ 19 w 1886792"/>
              <a:gd name="connsiteY4" fmla="*/ 260558 h 51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792" h="510250">
                <a:moveTo>
                  <a:pt x="19" y="260558"/>
                </a:moveTo>
                <a:cubicBezTo>
                  <a:pt x="-4214" y="26400"/>
                  <a:pt x="713081" y="45446"/>
                  <a:pt x="1027543" y="45446"/>
                </a:cubicBezTo>
                <a:cubicBezTo>
                  <a:pt x="1342005" y="45446"/>
                  <a:pt x="1886792" y="-147128"/>
                  <a:pt x="1886792" y="260558"/>
                </a:cubicBezTo>
                <a:cubicBezTo>
                  <a:pt x="1864567" y="592044"/>
                  <a:pt x="1348355" y="497895"/>
                  <a:pt x="1033893" y="497895"/>
                </a:cubicBezTo>
                <a:cubicBezTo>
                  <a:pt x="719431" y="497895"/>
                  <a:pt x="4252" y="494716"/>
                  <a:pt x="19" y="260558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</a:ln>
          <a:effectLst>
            <a:outerShdw blurRad="254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8C0DB16-8F25-4597-BE11-E8EB817DAE69}"/>
              </a:ext>
            </a:extLst>
          </p:cNvPr>
          <p:cNvGrpSpPr/>
          <p:nvPr/>
        </p:nvGrpSpPr>
        <p:grpSpPr>
          <a:xfrm>
            <a:off x="6911819" y="2154577"/>
            <a:ext cx="471935" cy="471935"/>
            <a:chOff x="6911819" y="2154577"/>
            <a:chExt cx="471935" cy="4719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7EE7027-EA9A-4170-85FF-1F0A3BFC5D45}"/>
                </a:ext>
              </a:extLst>
            </p:cNvPr>
            <p:cNvSpPr/>
            <p:nvPr/>
          </p:nvSpPr>
          <p:spPr>
            <a:xfrm>
              <a:off x="6911819" y="2154577"/>
              <a:ext cx="471935" cy="47193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25400" sx="95000" sy="95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D893DFEC-D8A2-4044-AD2A-801D8D199D89}"/>
                </a:ext>
              </a:extLst>
            </p:cNvPr>
            <p:cNvSpPr/>
            <p:nvPr/>
          </p:nvSpPr>
          <p:spPr>
            <a:xfrm>
              <a:off x="7000826" y="2248094"/>
              <a:ext cx="302049" cy="30204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063274BF-B2DF-4061-9EB1-BFA30063FEB9}"/>
                </a:ext>
              </a:extLst>
            </p:cNvPr>
            <p:cNvSpPr/>
            <p:nvPr/>
          </p:nvSpPr>
          <p:spPr>
            <a:xfrm>
              <a:off x="7092970" y="2352437"/>
              <a:ext cx="104621" cy="10462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2A41B1BB-D65D-4266-80CC-BC6A660E5D86}"/>
              </a:ext>
            </a:extLst>
          </p:cNvPr>
          <p:cNvGrpSpPr/>
          <p:nvPr/>
        </p:nvGrpSpPr>
        <p:grpSpPr>
          <a:xfrm>
            <a:off x="5555420" y="2257207"/>
            <a:ext cx="294744" cy="294744"/>
            <a:chOff x="6911819" y="2154577"/>
            <a:chExt cx="471935" cy="471935"/>
          </a:xfrm>
        </p:grpSpPr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23D32868-38B1-43A1-A96D-021188D6512F}"/>
                </a:ext>
              </a:extLst>
            </p:cNvPr>
            <p:cNvSpPr/>
            <p:nvPr/>
          </p:nvSpPr>
          <p:spPr>
            <a:xfrm>
              <a:off x="6911819" y="2154577"/>
              <a:ext cx="471935" cy="47193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25400" sx="95000" sy="95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72A1777B-E733-43AC-87B0-FEBD48588D71}"/>
                </a:ext>
              </a:extLst>
            </p:cNvPr>
            <p:cNvSpPr/>
            <p:nvPr/>
          </p:nvSpPr>
          <p:spPr>
            <a:xfrm>
              <a:off x="7000826" y="2248094"/>
              <a:ext cx="302049" cy="30204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82473796-2675-45BF-BCA9-F0D66766F95C}"/>
                </a:ext>
              </a:extLst>
            </p:cNvPr>
            <p:cNvSpPr/>
            <p:nvPr/>
          </p:nvSpPr>
          <p:spPr>
            <a:xfrm>
              <a:off x="7092970" y="2352437"/>
              <a:ext cx="104621" cy="10462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103A8CBC-DF25-4D20-83E0-F7A80D86B674}"/>
              </a:ext>
            </a:extLst>
          </p:cNvPr>
          <p:cNvSpPr/>
          <p:nvPr/>
        </p:nvSpPr>
        <p:spPr>
          <a:xfrm>
            <a:off x="8590276" y="405981"/>
            <a:ext cx="666437" cy="262293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8190D8D-D4EA-4986-B759-2B30F3E32484}"/>
              </a:ext>
            </a:extLst>
          </p:cNvPr>
          <p:cNvSpPr/>
          <p:nvPr/>
        </p:nvSpPr>
        <p:spPr>
          <a:xfrm>
            <a:off x="8750426" y="466807"/>
            <a:ext cx="339887" cy="1345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799D90-34A0-40BD-AEE7-A0F85DE8619B}"/>
              </a:ext>
            </a:extLst>
          </p:cNvPr>
          <p:cNvSpPr txBox="1"/>
          <p:nvPr/>
        </p:nvSpPr>
        <p:spPr>
          <a:xfrm>
            <a:off x="8756454" y="420308"/>
            <a:ext cx="303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latin typeface="Adobe Ming Std L" panose="02020300000000000000" pitchFamily="18" charset="-128"/>
                <a:ea typeface="Adobe Ming Std L" panose="02020300000000000000" pitchFamily="18" charset="-128"/>
              </a:rPr>
              <a:t>KI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AA8ABC9-BE60-46FA-93A9-8C1A682F34A1}"/>
              </a:ext>
            </a:extLst>
          </p:cNvPr>
          <p:cNvCxnSpPr>
            <a:cxnSpLocks/>
          </p:cNvCxnSpPr>
          <p:nvPr/>
        </p:nvCxnSpPr>
        <p:spPr>
          <a:xfrm flipH="1">
            <a:off x="9077927" y="401785"/>
            <a:ext cx="161418" cy="74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41A5A361-69A6-445D-A91D-A01DD5B9F33D}"/>
              </a:ext>
            </a:extLst>
          </p:cNvPr>
          <p:cNvCxnSpPr>
            <a:cxnSpLocks/>
          </p:cNvCxnSpPr>
          <p:nvPr/>
        </p:nvCxnSpPr>
        <p:spPr>
          <a:xfrm flipH="1">
            <a:off x="8584856" y="597176"/>
            <a:ext cx="173063" cy="75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35F8B13D-B67F-4C37-9648-4BBA8D9DF6DA}"/>
              </a:ext>
            </a:extLst>
          </p:cNvPr>
          <p:cNvCxnSpPr>
            <a:cxnSpLocks/>
          </p:cNvCxnSpPr>
          <p:nvPr/>
        </p:nvCxnSpPr>
        <p:spPr>
          <a:xfrm flipH="1">
            <a:off x="8696592" y="602845"/>
            <a:ext cx="139129" cy="63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D10524BE-23A2-43DE-B19E-5812441E6AAA}"/>
              </a:ext>
            </a:extLst>
          </p:cNvPr>
          <p:cNvCxnSpPr>
            <a:cxnSpLocks/>
          </p:cNvCxnSpPr>
          <p:nvPr/>
        </p:nvCxnSpPr>
        <p:spPr>
          <a:xfrm flipH="1">
            <a:off x="8594935" y="562327"/>
            <a:ext cx="153388" cy="72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49EE02C9-11A9-41AD-9074-3E73E1AA2515}"/>
              </a:ext>
            </a:extLst>
          </p:cNvPr>
          <p:cNvCxnSpPr>
            <a:cxnSpLocks/>
          </p:cNvCxnSpPr>
          <p:nvPr/>
        </p:nvCxnSpPr>
        <p:spPr>
          <a:xfrm flipH="1">
            <a:off x="9020756" y="405262"/>
            <a:ext cx="151641" cy="589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69404E94-CA80-498E-B239-4DBAD6A947FC}"/>
              </a:ext>
            </a:extLst>
          </p:cNvPr>
          <p:cNvCxnSpPr>
            <a:cxnSpLocks/>
          </p:cNvCxnSpPr>
          <p:nvPr/>
        </p:nvCxnSpPr>
        <p:spPr>
          <a:xfrm flipH="1">
            <a:off x="9088866" y="423824"/>
            <a:ext cx="169295" cy="906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FA6E6BA-8503-479E-88D4-C665B0971CF4}"/>
              </a:ext>
            </a:extLst>
          </p:cNvPr>
          <p:cNvSpPr txBox="1"/>
          <p:nvPr/>
        </p:nvSpPr>
        <p:spPr>
          <a:xfrm>
            <a:off x="9916694" y="5988070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96EB9AC2-9295-4368-9B1A-30D3DF601E75}"/>
              </a:ext>
            </a:extLst>
          </p:cNvPr>
          <p:cNvSpPr txBox="1"/>
          <p:nvPr/>
        </p:nvSpPr>
        <p:spPr>
          <a:xfrm>
            <a:off x="9485299" y="5984690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E519F41D-E4A3-4D21-A4FA-AB0371F86AAA}"/>
              </a:ext>
            </a:extLst>
          </p:cNvPr>
          <p:cNvSpPr txBox="1"/>
          <p:nvPr/>
        </p:nvSpPr>
        <p:spPr>
          <a:xfrm>
            <a:off x="10339035" y="5988070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00F0EA17-CD51-45ED-A73C-444A8F7C9138}"/>
              </a:ext>
            </a:extLst>
          </p:cNvPr>
          <p:cNvSpPr txBox="1"/>
          <p:nvPr/>
        </p:nvSpPr>
        <p:spPr>
          <a:xfrm>
            <a:off x="10756829" y="5989446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8052F5AE-875C-49AA-AC7D-F58A88D40147}"/>
              </a:ext>
            </a:extLst>
          </p:cNvPr>
          <p:cNvSpPr txBox="1"/>
          <p:nvPr/>
        </p:nvSpPr>
        <p:spPr>
          <a:xfrm>
            <a:off x="9495452" y="5579532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8B1F40C7-4A0D-4AF3-9730-B42E26642C0D}"/>
              </a:ext>
            </a:extLst>
          </p:cNvPr>
          <p:cNvSpPr txBox="1"/>
          <p:nvPr/>
        </p:nvSpPr>
        <p:spPr>
          <a:xfrm>
            <a:off x="9916694" y="5582707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34" name="TextBox 633">
            <a:extLst>
              <a:ext uri="{FF2B5EF4-FFF2-40B4-BE49-F238E27FC236}">
                <a16:creationId xmlns:a16="http://schemas.microsoft.com/office/drawing/2014/main" id="{F6F1E3F8-871F-4320-AFB9-8EA6F1D34979}"/>
              </a:ext>
            </a:extLst>
          </p:cNvPr>
          <p:cNvSpPr txBox="1"/>
          <p:nvPr/>
        </p:nvSpPr>
        <p:spPr>
          <a:xfrm>
            <a:off x="10344572" y="5584796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32607160-2454-41E9-BFA5-40C5EF87855C}"/>
              </a:ext>
            </a:extLst>
          </p:cNvPr>
          <p:cNvSpPr txBox="1"/>
          <p:nvPr/>
        </p:nvSpPr>
        <p:spPr>
          <a:xfrm>
            <a:off x="10760007" y="5582707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B8A62850-7324-4CAE-92A5-4B3EA89CBBD0}"/>
              </a:ext>
            </a:extLst>
          </p:cNvPr>
          <p:cNvSpPr txBox="1"/>
          <p:nvPr/>
        </p:nvSpPr>
        <p:spPr>
          <a:xfrm>
            <a:off x="9490939" y="5175420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A51B5803-2B03-4F9C-841B-EB53DC16A835}"/>
              </a:ext>
            </a:extLst>
          </p:cNvPr>
          <p:cNvSpPr txBox="1"/>
          <p:nvPr/>
        </p:nvSpPr>
        <p:spPr>
          <a:xfrm>
            <a:off x="9917338" y="5173050"/>
            <a:ext cx="2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3BA19530-15A9-4EE8-A9FE-433A178FE94D}"/>
              </a:ext>
            </a:extLst>
          </p:cNvPr>
          <p:cNvSpPr txBox="1"/>
          <p:nvPr/>
        </p:nvSpPr>
        <p:spPr>
          <a:xfrm>
            <a:off x="10306993" y="5186069"/>
            <a:ext cx="559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50" dirty="0">
                <a:latin typeface="Arial" panose="020B0604020202020204" pitchFamily="34" charset="0"/>
                <a:cs typeface="Arial" panose="020B0604020202020204" pitchFamily="34" charset="0"/>
              </a:rPr>
              <a:t>F1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553E33A9-1D0F-48B6-AF3E-218931BBFB8F}"/>
              </a:ext>
            </a:extLst>
          </p:cNvPr>
          <p:cNvSpPr txBox="1"/>
          <p:nvPr/>
        </p:nvSpPr>
        <p:spPr>
          <a:xfrm>
            <a:off x="10710692" y="5195747"/>
            <a:ext cx="559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50" dirty="0">
                <a:latin typeface="Arial" panose="020B0604020202020204" pitchFamily="34" charset="0"/>
                <a:cs typeface="Arial" panose="020B0604020202020204" pitchFamily="34" charset="0"/>
              </a:rPr>
              <a:t>F2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8870C144-04D1-4752-93B9-E816B21D800E}"/>
              </a:ext>
            </a:extLst>
          </p:cNvPr>
          <p:cNvSpPr txBox="1"/>
          <p:nvPr/>
        </p:nvSpPr>
        <p:spPr>
          <a:xfrm>
            <a:off x="9454584" y="4781155"/>
            <a:ext cx="559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50" dirty="0">
                <a:latin typeface="Arial" panose="020B0604020202020204" pitchFamily="34" charset="0"/>
                <a:cs typeface="Arial" panose="020B0604020202020204" pitchFamily="34" charset="0"/>
              </a:rPr>
              <a:t>F3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19936803-DC20-4644-9819-801FE950FB86}"/>
              </a:ext>
            </a:extLst>
          </p:cNvPr>
          <p:cNvSpPr txBox="1"/>
          <p:nvPr/>
        </p:nvSpPr>
        <p:spPr>
          <a:xfrm>
            <a:off x="9874370" y="4781155"/>
            <a:ext cx="559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50" dirty="0">
                <a:latin typeface="Arial" panose="020B0604020202020204" pitchFamily="34" charset="0"/>
                <a:cs typeface="Arial" panose="020B0604020202020204" pitchFamily="34" charset="0"/>
              </a:rPr>
              <a:t>F4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FF0A116-665B-4BD1-AC40-1CBA27FEC474}"/>
              </a:ext>
            </a:extLst>
          </p:cNvPr>
          <p:cNvSpPr txBox="1"/>
          <p:nvPr/>
        </p:nvSpPr>
        <p:spPr>
          <a:xfrm>
            <a:off x="10294091" y="4785410"/>
            <a:ext cx="559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50" dirty="0">
                <a:latin typeface="Arial" panose="020B0604020202020204" pitchFamily="34" charset="0"/>
                <a:cs typeface="Arial" panose="020B0604020202020204" pitchFamily="34" charset="0"/>
              </a:rPr>
              <a:t>F5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A0F39EAD-4755-491E-9870-AE20E4429FD2}"/>
              </a:ext>
            </a:extLst>
          </p:cNvPr>
          <p:cNvSpPr txBox="1"/>
          <p:nvPr/>
        </p:nvSpPr>
        <p:spPr>
          <a:xfrm>
            <a:off x="10713812" y="4789665"/>
            <a:ext cx="559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50" dirty="0">
                <a:latin typeface="Arial" panose="020B0604020202020204" pitchFamily="34" charset="0"/>
                <a:cs typeface="Arial" panose="020B0604020202020204" pitchFamily="34" charset="0"/>
              </a:rPr>
              <a:t>F6</a:t>
            </a: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C6CBEAE-DAC2-4268-9FA4-2D22BFB85692}"/>
              </a:ext>
            </a:extLst>
          </p:cNvPr>
          <p:cNvSpPr/>
          <p:nvPr/>
        </p:nvSpPr>
        <p:spPr>
          <a:xfrm>
            <a:off x="9453920" y="4745978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96172862-C365-49FE-B5A5-CE002991E260}"/>
              </a:ext>
            </a:extLst>
          </p:cNvPr>
          <p:cNvSpPr/>
          <p:nvPr/>
        </p:nvSpPr>
        <p:spPr>
          <a:xfrm>
            <a:off x="9872845" y="4745978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76293670-371A-49F3-A61C-146FD965258E}"/>
              </a:ext>
            </a:extLst>
          </p:cNvPr>
          <p:cNvSpPr/>
          <p:nvPr/>
        </p:nvSpPr>
        <p:spPr>
          <a:xfrm>
            <a:off x="10291770" y="4745978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937EF430-D56C-4AA4-8F68-8925B8FDF510}"/>
              </a:ext>
            </a:extLst>
          </p:cNvPr>
          <p:cNvSpPr/>
          <p:nvPr/>
        </p:nvSpPr>
        <p:spPr>
          <a:xfrm>
            <a:off x="10710694" y="4745978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F025DAF8-954A-4463-89D4-C60828849D1E}"/>
              </a:ext>
            </a:extLst>
          </p:cNvPr>
          <p:cNvSpPr/>
          <p:nvPr/>
        </p:nvSpPr>
        <p:spPr>
          <a:xfrm>
            <a:off x="9450936" y="5158007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E14FC0C3-F34D-4F07-ABD9-156DBA2A074C}"/>
              </a:ext>
            </a:extLst>
          </p:cNvPr>
          <p:cNvSpPr/>
          <p:nvPr/>
        </p:nvSpPr>
        <p:spPr>
          <a:xfrm>
            <a:off x="9447633" y="5565291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DB8216F1-78BE-4182-A258-96A75A60E4A6}"/>
              </a:ext>
            </a:extLst>
          </p:cNvPr>
          <p:cNvSpPr/>
          <p:nvPr/>
        </p:nvSpPr>
        <p:spPr>
          <a:xfrm>
            <a:off x="9444330" y="5972575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E38F5CEE-06D9-40E7-A7F5-E9C7CEB9E460}"/>
              </a:ext>
            </a:extLst>
          </p:cNvPr>
          <p:cNvSpPr/>
          <p:nvPr/>
        </p:nvSpPr>
        <p:spPr>
          <a:xfrm>
            <a:off x="9874369" y="5158006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ADC9857F-9DA4-4131-9DE9-932BCA091641}"/>
              </a:ext>
            </a:extLst>
          </p:cNvPr>
          <p:cNvSpPr/>
          <p:nvPr/>
        </p:nvSpPr>
        <p:spPr>
          <a:xfrm>
            <a:off x="9870607" y="5565291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D350A77E-F968-4CDD-AB0A-14E732957A90}"/>
              </a:ext>
            </a:extLst>
          </p:cNvPr>
          <p:cNvSpPr/>
          <p:nvPr/>
        </p:nvSpPr>
        <p:spPr>
          <a:xfrm>
            <a:off x="9866845" y="5972576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B35144ED-8460-49BD-8C8C-AF6BA90D4080}"/>
              </a:ext>
            </a:extLst>
          </p:cNvPr>
          <p:cNvSpPr/>
          <p:nvPr/>
        </p:nvSpPr>
        <p:spPr>
          <a:xfrm>
            <a:off x="10296261" y="5158005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BED25889-4BED-4356-B07E-3B728D1B06CE}"/>
              </a:ext>
            </a:extLst>
          </p:cNvPr>
          <p:cNvSpPr/>
          <p:nvPr/>
        </p:nvSpPr>
        <p:spPr>
          <a:xfrm>
            <a:off x="10291768" y="5565291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62F120C0-A0D3-4309-BF0B-0664A3CBBF0A}"/>
              </a:ext>
            </a:extLst>
          </p:cNvPr>
          <p:cNvSpPr/>
          <p:nvPr/>
        </p:nvSpPr>
        <p:spPr>
          <a:xfrm>
            <a:off x="10287276" y="5972577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03EF8CE1-B5C6-4265-8FD3-90840B6630B8}"/>
              </a:ext>
            </a:extLst>
          </p:cNvPr>
          <p:cNvSpPr/>
          <p:nvPr/>
        </p:nvSpPr>
        <p:spPr>
          <a:xfrm>
            <a:off x="10710693" y="5158004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4C5B1FDE-785E-4AF8-B985-3EDC4D8E324E}"/>
              </a:ext>
            </a:extLst>
          </p:cNvPr>
          <p:cNvSpPr/>
          <p:nvPr/>
        </p:nvSpPr>
        <p:spPr>
          <a:xfrm>
            <a:off x="10710692" y="5565291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5FBD84D6-9166-4C74-95A5-0F9748C0776A}"/>
              </a:ext>
            </a:extLst>
          </p:cNvPr>
          <p:cNvSpPr/>
          <p:nvPr/>
        </p:nvSpPr>
        <p:spPr>
          <a:xfrm>
            <a:off x="10710691" y="5972578"/>
            <a:ext cx="406645" cy="392136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84A5F6C-B01B-4C7D-92FB-983A5BBD586D}"/>
              </a:ext>
            </a:extLst>
          </p:cNvPr>
          <p:cNvGrpSpPr/>
          <p:nvPr/>
        </p:nvGrpSpPr>
        <p:grpSpPr>
          <a:xfrm>
            <a:off x="9630629" y="2143900"/>
            <a:ext cx="0" cy="162351"/>
            <a:chOff x="9630629" y="2147076"/>
            <a:chExt cx="0" cy="162351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A8B07CE-C5A2-49B1-A364-BDDB477EFF7C}"/>
                </a:ext>
              </a:extLst>
            </p:cNvPr>
            <p:cNvCxnSpPr>
              <a:cxnSpLocks/>
            </p:cNvCxnSpPr>
            <p:nvPr/>
          </p:nvCxnSpPr>
          <p:spPr>
            <a:xfrm>
              <a:off x="9630629" y="2202568"/>
              <a:ext cx="0" cy="106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6819E5AD-AA7E-420C-BD78-8B05F1E8DF1A}"/>
                </a:ext>
              </a:extLst>
            </p:cNvPr>
            <p:cNvCxnSpPr>
              <a:cxnSpLocks/>
            </p:cNvCxnSpPr>
            <p:nvPr/>
          </p:nvCxnSpPr>
          <p:spPr>
            <a:xfrm>
              <a:off x="9630629" y="2147076"/>
              <a:ext cx="0" cy="404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9C4EB2B3-27A2-4B7D-B282-8C39C6A5A7B6}"/>
              </a:ext>
            </a:extLst>
          </p:cNvPr>
          <p:cNvGrpSpPr/>
          <p:nvPr/>
        </p:nvGrpSpPr>
        <p:grpSpPr>
          <a:xfrm rot="10800000">
            <a:off x="9953492" y="2812087"/>
            <a:ext cx="0" cy="162351"/>
            <a:chOff x="9630629" y="2147076"/>
            <a:chExt cx="0" cy="162351"/>
          </a:xfrm>
        </p:grpSpPr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8E34ADDC-1D4E-4C84-9961-A27F81B591D3}"/>
                </a:ext>
              </a:extLst>
            </p:cNvPr>
            <p:cNvCxnSpPr>
              <a:cxnSpLocks/>
            </p:cNvCxnSpPr>
            <p:nvPr/>
          </p:nvCxnSpPr>
          <p:spPr>
            <a:xfrm>
              <a:off x="9630629" y="2202568"/>
              <a:ext cx="0" cy="106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B6BD48CE-2668-4DA1-B34A-06A14C99B2E9}"/>
                </a:ext>
              </a:extLst>
            </p:cNvPr>
            <p:cNvCxnSpPr>
              <a:cxnSpLocks/>
            </p:cNvCxnSpPr>
            <p:nvPr/>
          </p:nvCxnSpPr>
          <p:spPr>
            <a:xfrm>
              <a:off x="9630629" y="2147076"/>
              <a:ext cx="0" cy="404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A638055-94C3-4321-A21A-628499AA5F1A}"/>
              </a:ext>
            </a:extLst>
          </p:cNvPr>
          <p:cNvGrpSpPr/>
          <p:nvPr/>
        </p:nvGrpSpPr>
        <p:grpSpPr>
          <a:xfrm>
            <a:off x="10289923" y="2644279"/>
            <a:ext cx="683541" cy="1480"/>
            <a:chOff x="10289923" y="2644279"/>
            <a:chExt cx="683541" cy="1480"/>
          </a:xfrm>
        </p:grpSpPr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52C725A7-44D7-45B1-BB40-98423C4142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9923" y="2645759"/>
              <a:ext cx="2590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8872B161-D434-4C79-819A-CB1FEA5E3D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920035" y="2591213"/>
              <a:ext cx="0" cy="106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A09CD822-642B-4E6E-BE39-BD49E9329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79561" y="2644279"/>
              <a:ext cx="2590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CB5BDE4A-C36E-478C-A004-C8F165078F0A}"/>
              </a:ext>
            </a:extLst>
          </p:cNvPr>
          <p:cNvGrpSpPr/>
          <p:nvPr/>
        </p:nvGrpSpPr>
        <p:grpSpPr>
          <a:xfrm flipH="1">
            <a:off x="8612553" y="2466852"/>
            <a:ext cx="683541" cy="1480"/>
            <a:chOff x="10289923" y="2644279"/>
            <a:chExt cx="683541" cy="1480"/>
          </a:xfrm>
        </p:grpSpPr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A236094D-01E6-49CA-AE49-CB0F88A249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9923" y="2645759"/>
              <a:ext cx="2590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A396A0E0-6A50-4E21-9515-6EFA34CCFC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920035" y="2591213"/>
              <a:ext cx="0" cy="106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239EF288-A260-4CC6-B333-63A0482ED2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79561" y="2644279"/>
              <a:ext cx="2590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1D9CF01-4A13-4D73-B27F-0A37CDA43921}"/>
              </a:ext>
            </a:extLst>
          </p:cNvPr>
          <p:cNvSpPr/>
          <p:nvPr/>
        </p:nvSpPr>
        <p:spPr>
          <a:xfrm>
            <a:off x="8645392" y="2578531"/>
            <a:ext cx="192858" cy="1129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rapezoid 161">
            <a:extLst>
              <a:ext uri="{FF2B5EF4-FFF2-40B4-BE49-F238E27FC236}">
                <a16:creationId xmlns:a16="http://schemas.microsoft.com/office/drawing/2014/main" id="{45901C6D-F872-4F6B-93EF-FE13DF146C6C}"/>
              </a:ext>
            </a:extLst>
          </p:cNvPr>
          <p:cNvSpPr/>
          <p:nvPr/>
        </p:nvSpPr>
        <p:spPr>
          <a:xfrm rot="16200000">
            <a:off x="8795092" y="2610042"/>
            <a:ext cx="139369" cy="52085"/>
          </a:xfrm>
          <a:prstGeom prst="trapezoi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Trapezoid 676">
            <a:extLst>
              <a:ext uri="{FF2B5EF4-FFF2-40B4-BE49-F238E27FC236}">
                <a16:creationId xmlns:a16="http://schemas.microsoft.com/office/drawing/2014/main" id="{F6A3BF08-4CD9-4856-924D-9C2AE911EC59}"/>
              </a:ext>
            </a:extLst>
          </p:cNvPr>
          <p:cNvSpPr/>
          <p:nvPr/>
        </p:nvSpPr>
        <p:spPr>
          <a:xfrm rot="5400000" flipH="1">
            <a:off x="8560282" y="2620026"/>
            <a:ext cx="139369" cy="32115"/>
          </a:xfrm>
          <a:prstGeom prst="trapezoi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Trapezoid 677">
            <a:extLst>
              <a:ext uri="{FF2B5EF4-FFF2-40B4-BE49-F238E27FC236}">
                <a16:creationId xmlns:a16="http://schemas.microsoft.com/office/drawing/2014/main" id="{7AA4EB56-FD05-4A83-8E6D-21DE681582A4}"/>
              </a:ext>
            </a:extLst>
          </p:cNvPr>
          <p:cNvSpPr/>
          <p:nvPr/>
        </p:nvSpPr>
        <p:spPr>
          <a:xfrm rot="16200000">
            <a:off x="8815139" y="2619539"/>
            <a:ext cx="184763" cy="32115"/>
          </a:xfrm>
          <a:prstGeom prst="trapezoi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Trapezoid 678">
            <a:extLst>
              <a:ext uri="{FF2B5EF4-FFF2-40B4-BE49-F238E27FC236}">
                <a16:creationId xmlns:a16="http://schemas.microsoft.com/office/drawing/2014/main" id="{011846A9-2E38-4D44-A0F7-3688F15B07B9}"/>
              </a:ext>
            </a:extLst>
          </p:cNvPr>
          <p:cNvSpPr/>
          <p:nvPr/>
        </p:nvSpPr>
        <p:spPr>
          <a:xfrm rot="16200000">
            <a:off x="8527760" y="2619628"/>
            <a:ext cx="139369" cy="32115"/>
          </a:xfrm>
          <a:prstGeom prst="trapezoi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Trapezoid 628">
            <a:extLst>
              <a:ext uri="{FF2B5EF4-FFF2-40B4-BE49-F238E27FC236}">
                <a16:creationId xmlns:a16="http://schemas.microsoft.com/office/drawing/2014/main" id="{9AF1375B-F2BC-4BAC-B21F-FAA5381350DD}"/>
              </a:ext>
            </a:extLst>
          </p:cNvPr>
          <p:cNvSpPr/>
          <p:nvPr/>
        </p:nvSpPr>
        <p:spPr>
          <a:xfrm rot="16200000">
            <a:off x="8490196" y="2601737"/>
            <a:ext cx="116266" cy="65951"/>
          </a:xfrm>
          <a:prstGeom prst="trapezoi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F4C50A-D690-40F6-9AF8-13DB69E7F02E}"/>
              </a:ext>
            </a:extLst>
          </p:cNvPr>
          <p:cNvSpPr/>
          <p:nvPr/>
        </p:nvSpPr>
        <p:spPr>
          <a:xfrm>
            <a:off x="8515353" y="2542559"/>
            <a:ext cx="408225" cy="181592"/>
          </a:xfrm>
          <a:custGeom>
            <a:avLst/>
            <a:gdLst>
              <a:gd name="connsiteX0" fmla="*/ 0 w 581158"/>
              <a:gd name="connsiteY0" fmla="*/ 0 h 200087"/>
              <a:gd name="connsiteX1" fmla="*/ 581158 w 581158"/>
              <a:gd name="connsiteY1" fmla="*/ 0 h 200087"/>
              <a:gd name="connsiteX2" fmla="*/ 581158 w 581158"/>
              <a:gd name="connsiteY2" fmla="*/ 200087 h 200087"/>
              <a:gd name="connsiteX3" fmla="*/ 0 w 581158"/>
              <a:gd name="connsiteY3" fmla="*/ 200087 h 200087"/>
              <a:gd name="connsiteX4" fmla="*/ 0 w 581158"/>
              <a:gd name="connsiteY4" fmla="*/ 0 h 200087"/>
              <a:gd name="connsiteX0" fmla="*/ 1587 w 581158"/>
              <a:gd name="connsiteY0" fmla="*/ 25400 h 200087"/>
              <a:gd name="connsiteX1" fmla="*/ 581158 w 581158"/>
              <a:gd name="connsiteY1" fmla="*/ 0 h 200087"/>
              <a:gd name="connsiteX2" fmla="*/ 581158 w 581158"/>
              <a:gd name="connsiteY2" fmla="*/ 200087 h 200087"/>
              <a:gd name="connsiteX3" fmla="*/ 0 w 581158"/>
              <a:gd name="connsiteY3" fmla="*/ 200087 h 200087"/>
              <a:gd name="connsiteX4" fmla="*/ 1587 w 581158"/>
              <a:gd name="connsiteY4" fmla="*/ 25400 h 200087"/>
              <a:gd name="connsiteX0" fmla="*/ 1587 w 581158"/>
              <a:gd name="connsiteY0" fmla="*/ 25400 h 200087"/>
              <a:gd name="connsiteX1" fmla="*/ 581158 w 581158"/>
              <a:gd name="connsiteY1" fmla="*/ 0 h 200087"/>
              <a:gd name="connsiteX2" fmla="*/ 581158 w 581158"/>
              <a:gd name="connsiteY2" fmla="*/ 200087 h 200087"/>
              <a:gd name="connsiteX3" fmla="*/ 0 w 581158"/>
              <a:gd name="connsiteY3" fmla="*/ 184212 h 200087"/>
              <a:gd name="connsiteX4" fmla="*/ 1587 w 581158"/>
              <a:gd name="connsiteY4" fmla="*/ 25400 h 200087"/>
              <a:gd name="connsiteX0" fmla="*/ 1587 w 581158"/>
              <a:gd name="connsiteY0" fmla="*/ 25400 h 200087"/>
              <a:gd name="connsiteX1" fmla="*/ 581158 w 581158"/>
              <a:gd name="connsiteY1" fmla="*/ 0 h 200087"/>
              <a:gd name="connsiteX2" fmla="*/ 581158 w 581158"/>
              <a:gd name="connsiteY2" fmla="*/ 200087 h 200087"/>
              <a:gd name="connsiteX3" fmla="*/ 0 w 581158"/>
              <a:gd name="connsiteY3" fmla="*/ 184212 h 200087"/>
              <a:gd name="connsiteX4" fmla="*/ 1587 w 581158"/>
              <a:gd name="connsiteY4" fmla="*/ 25400 h 20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1158" h="200087">
                <a:moveTo>
                  <a:pt x="1587" y="25400"/>
                </a:moveTo>
                <a:lnTo>
                  <a:pt x="581158" y="0"/>
                </a:lnTo>
                <a:lnTo>
                  <a:pt x="581158" y="200087"/>
                </a:lnTo>
                <a:lnTo>
                  <a:pt x="0" y="184212"/>
                </a:lnTo>
                <a:lnTo>
                  <a:pt x="1587" y="254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317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7595</TotalTime>
  <Words>17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Adobe Ming Std L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stephanie laylo</dc:creator>
  <cp:lastModifiedBy>stephanie laylo</cp:lastModifiedBy>
  <cp:revision>16</cp:revision>
  <dcterms:created xsi:type="dcterms:W3CDTF">2025-10-30T10:41:15Z</dcterms:created>
  <dcterms:modified xsi:type="dcterms:W3CDTF">2025-11-04T17:20:32Z</dcterms:modified>
</cp:coreProperties>
</file>