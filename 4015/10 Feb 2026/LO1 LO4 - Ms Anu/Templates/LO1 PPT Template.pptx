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3"/>
  </p:sldMasterIdLst>
  <p:notesMasterIdLst>
    <p:notesMasterId r:id="rId29"/>
  </p:notesMasterIdLst>
  <p:handoutMasterIdLst>
    <p:handoutMasterId r:id="rId30"/>
  </p:handoutMasterIdLst>
  <p:sldIdLst>
    <p:sldId id="298" r:id="rId4"/>
    <p:sldId id="299" r:id="rId5"/>
    <p:sldId id="327" r:id="rId6"/>
    <p:sldId id="319" r:id="rId7"/>
    <p:sldId id="322" r:id="rId8"/>
    <p:sldId id="329" r:id="rId9"/>
    <p:sldId id="328" r:id="rId10"/>
    <p:sldId id="330" r:id="rId11"/>
    <p:sldId id="326" r:id="rId12"/>
    <p:sldId id="314" r:id="rId13"/>
    <p:sldId id="337" r:id="rId14"/>
    <p:sldId id="335" r:id="rId15"/>
    <p:sldId id="334" r:id="rId16"/>
    <p:sldId id="336" r:id="rId17"/>
    <p:sldId id="333" r:id="rId18"/>
    <p:sldId id="338" r:id="rId19"/>
    <p:sldId id="339" r:id="rId20"/>
    <p:sldId id="340" r:id="rId21"/>
    <p:sldId id="341" r:id="rId22"/>
    <p:sldId id="342" r:id="rId23"/>
    <p:sldId id="344" r:id="rId24"/>
    <p:sldId id="343" r:id="rId25"/>
    <p:sldId id="345" r:id="rId26"/>
    <p:sldId id="346" r:id="rId27"/>
    <p:sldId id="33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2D7"/>
    <a:srgbClr val="FFFFFF"/>
    <a:srgbClr val="FFAFA4"/>
    <a:srgbClr val="F2ACA9"/>
    <a:srgbClr val="FFB3A6"/>
    <a:srgbClr val="C8A5B1"/>
    <a:srgbClr val="F3DF9B"/>
    <a:srgbClr val="E6D6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505E3EF-67EA-436B-97B2-0124C06EBD24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2157" autoAdjust="0"/>
  </p:normalViewPr>
  <p:slideViewPr>
    <p:cSldViewPr snapToGrid="0">
      <p:cViewPr>
        <p:scale>
          <a:sx n="125" d="100"/>
          <a:sy n="125" d="100"/>
        </p:scale>
        <p:origin x="115" y="29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handoutMaster" Target="handoutMasters/handoutMaster1.xml"/><Relationship Id="rId35" Type="http://schemas.microsoft.com/office/2018/10/relationships/authors" Target="authors.xml"/><Relationship Id="rId8" Type="http://schemas.openxmlformats.org/officeDocument/2006/relationships/slide" Target="slides/slide5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6480AC-C0DE-4E5E-9ECD-9AE37E3FCB79}" type="doc">
      <dgm:prSet loTypeId="urn:microsoft.com/office/officeart/2005/8/layout/vList4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A8C03FBB-4A75-4460-AEA6-DEAEB9C61496}">
      <dgm:prSet phldrT="[Text]" phldr="0" custT="1"/>
      <dgm:spPr/>
      <dgm:t>
        <a:bodyPr anchor="ctr"/>
        <a:lstStyle/>
        <a:p>
          <a:pPr marL="182880" algn="l">
            <a:lnSpc>
              <a:spcPct val="100000"/>
            </a:lnSpc>
            <a:spcAft>
              <a:spcPts val="0"/>
            </a:spcAft>
            <a:buNone/>
          </a:pPr>
          <a:r>
            <a:rPr lang="en-US" sz="1800" b="1" dirty="0"/>
            <a:t>Q3</a:t>
          </a:r>
        </a:p>
      </dgm:t>
    </dgm:pt>
    <dgm:pt modelId="{4E972F7F-4B1B-47AA-A25B-1FFC561F1C76}" type="parTrans" cxnId="{D3D81948-D963-4D1E-AE16-9705EAF510FC}">
      <dgm:prSet/>
      <dgm:spPr/>
      <dgm:t>
        <a:bodyPr/>
        <a:lstStyle/>
        <a:p>
          <a:pPr marL="182880" algn="l"/>
          <a:endParaRPr lang="en-US" sz="1800"/>
        </a:p>
      </dgm:t>
    </dgm:pt>
    <dgm:pt modelId="{67361508-930A-4A23-8CFC-BB56DA645C3C}" type="sibTrans" cxnId="{D3D81948-D963-4D1E-AE16-9705EAF510FC}">
      <dgm:prSet/>
      <dgm:spPr/>
      <dgm:t>
        <a:bodyPr/>
        <a:lstStyle/>
        <a:p>
          <a:pPr marL="182880" algn="l"/>
          <a:endParaRPr lang="en-US" sz="1800"/>
        </a:p>
      </dgm:t>
    </dgm:pt>
    <dgm:pt modelId="{5E71F362-34DF-4EEC-92A3-0EFE450E05E4}">
      <dgm:prSet phldrT="[Text]" phldr="0" custT="1"/>
      <dgm:spPr/>
      <dgm:t>
        <a:bodyPr anchor="ctr"/>
        <a:lstStyle/>
        <a:p>
          <a:pPr marL="365760" algn="l">
            <a:lnSpc>
              <a:spcPct val="100000"/>
            </a:lnSpc>
            <a:spcAft>
              <a:spcPts val="0"/>
            </a:spcAft>
            <a:buNone/>
          </a:pPr>
          <a:r>
            <a:rPr lang="en-US" sz="1800" dirty="0"/>
            <a:t>Market research</a:t>
          </a:r>
        </a:p>
      </dgm:t>
    </dgm:pt>
    <dgm:pt modelId="{8E5EE4D1-908E-455C-B8B3-281AD42DEC9A}" type="parTrans" cxnId="{B99CA6C9-28D1-4DDB-B8EC-AED73AD115CA}">
      <dgm:prSet/>
      <dgm:spPr/>
      <dgm:t>
        <a:bodyPr/>
        <a:lstStyle/>
        <a:p>
          <a:pPr marL="182880" algn="l"/>
          <a:endParaRPr lang="en-US" sz="1800"/>
        </a:p>
      </dgm:t>
    </dgm:pt>
    <dgm:pt modelId="{B208B24A-E9FD-40A9-B764-FB7C2B7ED8B9}" type="sibTrans" cxnId="{B99CA6C9-28D1-4DDB-B8EC-AED73AD115CA}">
      <dgm:prSet/>
      <dgm:spPr/>
      <dgm:t>
        <a:bodyPr/>
        <a:lstStyle/>
        <a:p>
          <a:pPr marL="182880" algn="l"/>
          <a:endParaRPr lang="en-US" sz="1800"/>
        </a:p>
      </dgm:t>
    </dgm:pt>
    <dgm:pt modelId="{91969DED-4CB8-4A14-A50B-3F7B848E46B5}">
      <dgm:prSet phldrT="[Text]" phldr="0" custT="1"/>
      <dgm:spPr/>
      <dgm:t>
        <a:bodyPr anchor="ctr"/>
        <a:lstStyle/>
        <a:p>
          <a:pPr marL="182880" algn="l">
            <a:lnSpc>
              <a:spcPct val="100000"/>
            </a:lnSpc>
            <a:spcAft>
              <a:spcPts val="0"/>
            </a:spcAft>
            <a:buNone/>
          </a:pPr>
          <a:r>
            <a:rPr lang="en-US" sz="1800" b="1" dirty="0"/>
            <a:t>Q4</a:t>
          </a:r>
        </a:p>
      </dgm:t>
    </dgm:pt>
    <dgm:pt modelId="{441CD73D-85E1-42A6-BCF8-362A3247E2F3}" type="parTrans" cxnId="{537F2ED0-8BD0-4AD5-B60D-89B660EDA1AC}">
      <dgm:prSet/>
      <dgm:spPr/>
      <dgm:t>
        <a:bodyPr/>
        <a:lstStyle/>
        <a:p>
          <a:pPr marL="182880" algn="l"/>
          <a:endParaRPr lang="en-US" sz="1800"/>
        </a:p>
      </dgm:t>
    </dgm:pt>
    <dgm:pt modelId="{81CA8AA2-C0C3-4381-BA8B-413EDD578B83}" type="sibTrans" cxnId="{537F2ED0-8BD0-4AD5-B60D-89B660EDA1AC}">
      <dgm:prSet/>
      <dgm:spPr/>
      <dgm:t>
        <a:bodyPr/>
        <a:lstStyle/>
        <a:p>
          <a:pPr marL="182880" algn="l"/>
          <a:endParaRPr lang="en-US" sz="1800"/>
        </a:p>
      </dgm:t>
    </dgm:pt>
    <dgm:pt modelId="{8A04F340-E8E1-4146-9905-E7ADCAEAABD7}">
      <dgm:prSet phldrT="[Text]" phldr="0" custT="1"/>
      <dgm:spPr/>
      <dgm:t>
        <a:bodyPr anchor="ctr"/>
        <a:lstStyle/>
        <a:p>
          <a:pPr marL="365760" algn="l">
            <a:lnSpc>
              <a:spcPct val="100000"/>
            </a:lnSpc>
            <a:spcAft>
              <a:spcPts val="0"/>
            </a:spcAft>
            <a:buNone/>
          </a:pPr>
          <a:r>
            <a:rPr lang="en-US" sz="1800" dirty="0"/>
            <a:t>Product development</a:t>
          </a:r>
        </a:p>
      </dgm:t>
    </dgm:pt>
    <dgm:pt modelId="{4EBD5EC2-45ED-4ED6-8376-97D155A911AE}" type="parTrans" cxnId="{E636BFFB-0404-4D4B-B3F0-C64FDFD9DDEF}">
      <dgm:prSet/>
      <dgm:spPr/>
      <dgm:t>
        <a:bodyPr/>
        <a:lstStyle/>
        <a:p>
          <a:pPr marL="182880" algn="l"/>
          <a:endParaRPr lang="en-US" sz="1800"/>
        </a:p>
      </dgm:t>
    </dgm:pt>
    <dgm:pt modelId="{F9CD2A04-6A34-4104-A971-391788B88F55}" type="sibTrans" cxnId="{E636BFFB-0404-4D4B-B3F0-C64FDFD9DDEF}">
      <dgm:prSet/>
      <dgm:spPr/>
      <dgm:t>
        <a:bodyPr/>
        <a:lstStyle/>
        <a:p>
          <a:pPr marL="182880" algn="l"/>
          <a:endParaRPr lang="en-US" sz="1800"/>
        </a:p>
      </dgm:t>
    </dgm:pt>
    <dgm:pt modelId="{3CC73758-10C1-47F8-AFA7-1A986D4DDD60}">
      <dgm:prSet phldrT="[Text]" phldr="0" custT="1"/>
      <dgm:spPr/>
      <dgm:t>
        <a:bodyPr anchor="ctr"/>
        <a:lstStyle/>
        <a:p>
          <a:pPr marL="182880" algn="l">
            <a:lnSpc>
              <a:spcPct val="100000"/>
            </a:lnSpc>
            <a:spcAft>
              <a:spcPts val="0"/>
            </a:spcAft>
            <a:buNone/>
          </a:pPr>
          <a:r>
            <a:rPr lang="en-US" sz="1800" b="1" dirty="0"/>
            <a:t>Q1</a:t>
          </a:r>
        </a:p>
      </dgm:t>
    </dgm:pt>
    <dgm:pt modelId="{FF6AE4B6-4A2F-49EE-9316-9AF55E77838B}" type="parTrans" cxnId="{4A69F85D-5C15-48FD-893A-B3050E1BADEB}">
      <dgm:prSet/>
      <dgm:spPr/>
      <dgm:t>
        <a:bodyPr/>
        <a:lstStyle/>
        <a:p>
          <a:pPr marL="182880" algn="l"/>
          <a:endParaRPr lang="en-US" sz="1800"/>
        </a:p>
      </dgm:t>
    </dgm:pt>
    <dgm:pt modelId="{D8170BBA-6035-4773-8431-FEDD687647FF}" type="sibTrans" cxnId="{4A69F85D-5C15-48FD-893A-B3050E1BADEB}">
      <dgm:prSet/>
      <dgm:spPr/>
      <dgm:t>
        <a:bodyPr/>
        <a:lstStyle/>
        <a:p>
          <a:pPr marL="182880" algn="l"/>
          <a:endParaRPr lang="en-US" sz="1800"/>
        </a:p>
      </dgm:t>
    </dgm:pt>
    <dgm:pt modelId="{FD9CA14A-483C-4869-B0C1-7C5FB7EEDBCC}">
      <dgm:prSet phldrT="[Text]" phldr="0" custT="1"/>
      <dgm:spPr/>
      <dgm:t>
        <a:bodyPr anchor="ctr"/>
        <a:lstStyle/>
        <a:p>
          <a:pPr marL="365760" algn="l">
            <a:lnSpc>
              <a:spcPct val="100000"/>
            </a:lnSpc>
            <a:spcAft>
              <a:spcPts val="0"/>
            </a:spcAft>
            <a:buNone/>
          </a:pPr>
          <a:r>
            <a:rPr lang="en-US" sz="1800" dirty="0"/>
            <a:t>User testing</a:t>
          </a:r>
        </a:p>
      </dgm:t>
    </dgm:pt>
    <dgm:pt modelId="{8182A92F-45BA-4CD1-8E43-0B0810A50FEB}" type="parTrans" cxnId="{5EDA943F-300F-408A-A52E-3D5140FD5C22}">
      <dgm:prSet/>
      <dgm:spPr/>
      <dgm:t>
        <a:bodyPr/>
        <a:lstStyle/>
        <a:p>
          <a:pPr marL="182880" algn="l"/>
          <a:endParaRPr lang="en-US" sz="1800"/>
        </a:p>
      </dgm:t>
    </dgm:pt>
    <dgm:pt modelId="{914BB93C-EA8A-4B5B-8F06-30DA7C7F4B7B}" type="sibTrans" cxnId="{5EDA943F-300F-408A-A52E-3D5140FD5C22}">
      <dgm:prSet/>
      <dgm:spPr/>
      <dgm:t>
        <a:bodyPr/>
        <a:lstStyle/>
        <a:p>
          <a:pPr marL="182880" algn="l"/>
          <a:endParaRPr lang="en-US" sz="1800"/>
        </a:p>
      </dgm:t>
    </dgm:pt>
    <dgm:pt modelId="{D2FE027B-4161-41E1-B4D4-02AECB2E3FA0}">
      <dgm:prSet phldrT="[Text]" phldr="0" custT="1"/>
      <dgm:spPr/>
      <dgm:t>
        <a:bodyPr anchor="ctr"/>
        <a:lstStyle/>
        <a:p>
          <a:pPr marL="182880" algn="l">
            <a:lnSpc>
              <a:spcPct val="100000"/>
            </a:lnSpc>
            <a:spcAft>
              <a:spcPts val="0"/>
            </a:spcAft>
            <a:buNone/>
          </a:pPr>
          <a:r>
            <a:rPr lang="en-US" sz="1800" b="1" dirty="0"/>
            <a:t>Q2</a:t>
          </a:r>
        </a:p>
      </dgm:t>
    </dgm:pt>
    <dgm:pt modelId="{88680CFE-3CE0-4842-B3D3-716D3B671238}" type="parTrans" cxnId="{4F4F82A2-02F1-492B-96C1-46C070BEFCE3}">
      <dgm:prSet/>
      <dgm:spPr/>
      <dgm:t>
        <a:bodyPr/>
        <a:lstStyle/>
        <a:p>
          <a:pPr marL="182880" algn="l"/>
          <a:endParaRPr lang="en-US" sz="1800"/>
        </a:p>
      </dgm:t>
    </dgm:pt>
    <dgm:pt modelId="{4D59E06B-629C-40B5-96D3-423B7A56C945}" type="sibTrans" cxnId="{4F4F82A2-02F1-492B-96C1-46C070BEFCE3}">
      <dgm:prSet/>
      <dgm:spPr/>
      <dgm:t>
        <a:bodyPr/>
        <a:lstStyle/>
        <a:p>
          <a:pPr marL="182880" algn="l"/>
          <a:endParaRPr lang="en-US" sz="1800"/>
        </a:p>
      </dgm:t>
    </dgm:pt>
    <dgm:pt modelId="{2BE415B7-7185-4956-8487-237B40BC0EE5}">
      <dgm:prSet phldrT="[Text]" phldr="0" custT="1"/>
      <dgm:spPr/>
      <dgm:t>
        <a:bodyPr anchor="ctr"/>
        <a:lstStyle/>
        <a:p>
          <a:pPr marL="365760" algn="l">
            <a:lnSpc>
              <a:spcPct val="100000"/>
            </a:lnSpc>
            <a:spcAft>
              <a:spcPts val="0"/>
            </a:spcAft>
            <a:buNone/>
          </a:pPr>
          <a:r>
            <a:rPr lang="en-US" sz="1800" dirty="0"/>
            <a:t>Product launch</a:t>
          </a:r>
        </a:p>
      </dgm:t>
    </dgm:pt>
    <dgm:pt modelId="{A38E847E-0D1D-4F40-9A71-4D5999ADE08B}" type="parTrans" cxnId="{CB32A309-9CA9-4554-941D-519A91A9E733}">
      <dgm:prSet/>
      <dgm:spPr/>
      <dgm:t>
        <a:bodyPr/>
        <a:lstStyle/>
        <a:p>
          <a:pPr marL="182880" algn="l"/>
          <a:endParaRPr lang="en-US" sz="1800"/>
        </a:p>
      </dgm:t>
    </dgm:pt>
    <dgm:pt modelId="{F0D1C61C-E3F2-49BA-A2D8-C04A81308E5D}" type="sibTrans" cxnId="{CB32A309-9CA9-4554-941D-519A91A9E733}">
      <dgm:prSet/>
      <dgm:spPr/>
      <dgm:t>
        <a:bodyPr/>
        <a:lstStyle/>
        <a:p>
          <a:pPr marL="182880" algn="l"/>
          <a:endParaRPr lang="en-US" sz="1800"/>
        </a:p>
      </dgm:t>
    </dgm:pt>
    <dgm:pt modelId="{E201FBA7-5BD6-47E9-9F80-8967D9C39815}" type="pres">
      <dgm:prSet presAssocID="{A66480AC-C0DE-4E5E-9ECD-9AE37E3FCB79}" presName="linear" presStyleCnt="0">
        <dgm:presLayoutVars>
          <dgm:dir/>
          <dgm:resizeHandles val="exact"/>
        </dgm:presLayoutVars>
      </dgm:prSet>
      <dgm:spPr/>
    </dgm:pt>
    <dgm:pt modelId="{11700981-9418-422E-A942-8550B3E88068}" type="pres">
      <dgm:prSet presAssocID="{A8C03FBB-4A75-4460-AEA6-DEAEB9C61496}" presName="comp" presStyleCnt="0"/>
      <dgm:spPr/>
    </dgm:pt>
    <dgm:pt modelId="{EE474AD8-49FF-4B0F-BCCA-865F0A19D3A4}" type="pres">
      <dgm:prSet presAssocID="{A8C03FBB-4A75-4460-AEA6-DEAEB9C61496}" presName="box" presStyleLbl="node1" presStyleIdx="0" presStyleCnt="4"/>
      <dgm:spPr/>
    </dgm:pt>
    <dgm:pt modelId="{1DD2D934-3D7E-4F0F-B775-48EBC3C84A50}" type="pres">
      <dgm:prSet presAssocID="{A8C03FBB-4A75-4460-AEA6-DEAEB9C61496}" presName="img" presStyleLbl="fgImgPlace1" presStyleIdx="0" presStyleCnt="4"/>
      <dgm:spPr>
        <a:blipFill>
          <a:blip xmlns:r="http://schemas.openxmlformats.org/officeDocument/2006/relationships" r:embed="rId1"/>
          <a:srcRect/>
          <a:stretch>
            <a:fillRect t="-4000" b="-4000"/>
          </a:stretch>
        </a:blipFill>
      </dgm:spPr>
    </dgm:pt>
    <dgm:pt modelId="{5FBA1F4A-2817-4DA0-9374-B5AAB9E91509}" type="pres">
      <dgm:prSet presAssocID="{A8C03FBB-4A75-4460-AEA6-DEAEB9C61496}" presName="text" presStyleLbl="node1" presStyleIdx="0" presStyleCnt="4">
        <dgm:presLayoutVars>
          <dgm:bulletEnabled val="1"/>
        </dgm:presLayoutVars>
      </dgm:prSet>
      <dgm:spPr/>
    </dgm:pt>
    <dgm:pt modelId="{DC721721-7CA8-4C11-BA06-D34C434AB709}" type="pres">
      <dgm:prSet presAssocID="{67361508-930A-4A23-8CFC-BB56DA645C3C}" presName="spacer" presStyleCnt="0"/>
      <dgm:spPr/>
    </dgm:pt>
    <dgm:pt modelId="{723C1D35-8AA4-4DF2-9D47-37FF79B42315}" type="pres">
      <dgm:prSet presAssocID="{91969DED-4CB8-4A14-A50B-3F7B848E46B5}" presName="comp" presStyleCnt="0"/>
      <dgm:spPr/>
    </dgm:pt>
    <dgm:pt modelId="{CE5635DD-D119-4AA5-B28A-34922D81C24B}" type="pres">
      <dgm:prSet presAssocID="{91969DED-4CB8-4A14-A50B-3F7B848E46B5}" presName="box" presStyleLbl="node1" presStyleIdx="1" presStyleCnt="4"/>
      <dgm:spPr/>
    </dgm:pt>
    <dgm:pt modelId="{21F0F92F-6DDC-49BD-88C5-E8EBBBD51DAD}" type="pres">
      <dgm:prSet presAssocID="{91969DED-4CB8-4A14-A50B-3F7B848E46B5}" presName="img" presStyleLbl="fgImgPlace1" presStyleIdx="1" presStyleCnt="4"/>
      <dgm:spPr>
        <a:blipFill>
          <a:blip xmlns:r="http://schemas.openxmlformats.org/officeDocument/2006/relationships" r:embed="rId2"/>
          <a:srcRect/>
          <a:stretch>
            <a:fillRect t="-5000" b="-5000"/>
          </a:stretch>
        </a:blipFill>
      </dgm:spPr>
    </dgm:pt>
    <dgm:pt modelId="{05346790-952D-49AF-9B3A-5AC441C674D5}" type="pres">
      <dgm:prSet presAssocID="{91969DED-4CB8-4A14-A50B-3F7B848E46B5}" presName="text" presStyleLbl="node1" presStyleIdx="1" presStyleCnt="4">
        <dgm:presLayoutVars>
          <dgm:bulletEnabled val="1"/>
        </dgm:presLayoutVars>
      </dgm:prSet>
      <dgm:spPr/>
    </dgm:pt>
    <dgm:pt modelId="{9732FF6B-015B-4815-8F84-D36D6B9CA20F}" type="pres">
      <dgm:prSet presAssocID="{81CA8AA2-C0C3-4381-BA8B-413EDD578B83}" presName="spacer" presStyleCnt="0"/>
      <dgm:spPr/>
    </dgm:pt>
    <dgm:pt modelId="{F7EB6B55-13E7-45E5-9CE9-B697E996621E}" type="pres">
      <dgm:prSet presAssocID="{3CC73758-10C1-47F8-AFA7-1A986D4DDD60}" presName="comp" presStyleCnt="0"/>
      <dgm:spPr/>
    </dgm:pt>
    <dgm:pt modelId="{07D2D384-D31B-4DE7-AB22-0F2906CCA953}" type="pres">
      <dgm:prSet presAssocID="{3CC73758-10C1-47F8-AFA7-1A986D4DDD60}" presName="box" presStyleLbl="node1" presStyleIdx="2" presStyleCnt="4"/>
      <dgm:spPr/>
    </dgm:pt>
    <dgm:pt modelId="{BB177B60-739F-4070-8EFC-33146C1A5496}" type="pres">
      <dgm:prSet presAssocID="{3CC73758-10C1-47F8-AFA7-1A986D4DDD60}" presName="img" presStyleLbl="fgImgPlace1" presStyleIdx="2" presStyleCnt="4"/>
      <dgm:spPr>
        <a:blipFill>
          <a:blip xmlns:r="http://schemas.openxmlformats.org/officeDocument/2006/relationships" r:embed="rId3"/>
          <a:srcRect/>
          <a:stretch>
            <a:fillRect t="-5000" b="-5000"/>
          </a:stretch>
        </a:blipFill>
      </dgm:spPr>
    </dgm:pt>
    <dgm:pt modelId="{457D4F21-C288-46F9-985D-CBC147454713}" type="pres">
      <dgm:prSet presAssocID="{3CC73758-10C1-47F8-AFA7-1A986D4DDD60}" presName="text" presStyleLbl="node1" presStyleIdx="2" presStyleCnt="4">
        <dgm:presLayoutVars>
          <dgm:bulletEnabled val="1"/>
        </dgm:presLayoutVars>
      </dgm:prSet>
      <dgm:spPr/>
    </dgm:pt>
    <dgm:pt modelId="{17E54E1A-24A9-4BAC-BEE0-6DA22CCEB64E}" type="pres">
      <dgm:prSet presAssocID="{D8170BBA-6035-4773-8431-FEDD687647FF}" presName="spacer" presStyleCnt="0"/>
      <dgm:spPr/>
    </dgm:pt>
    <dgm:pt modelId="{7C23E3AA-A292-4355-BA06-E1C0C03719E1}" type="pres">
      <dgm:prSet presAssocID="{D2FE027B-4161-41E1-B4D4-02AECB2E3FA0}" presName="comp" presStyleCnt="0"/>
      <dgm:spPr/>
    </dgm:pt>
    <dgm:pt modelId="{46744611-8797-4049-AF72-D705D4F257C6}" type="pres">
      <dgm:prSet presAssocID="{D2FE027B-4161-41E1-B4D4-02AECB2E3FA0}" presName="box" presStyleLbl="node1" presStyleIdx="3" presStyleCnt="4"/>
      <dgm:spPr/>
    </dgm:pt>
    <dgm:pt modelId="{670411D1-436D-42ED-8630-3E2D3F8573CC}" type="pres">
      <dgm:prSet presAssocID="{D2FE027B-4161-41E1-B4D4-02AECB2E3FA0}" presName="img" presStyleLbl="fgImgPlace1" presStyleIdx="3" presStyleCnt="4"/>
      <dgm:spPr>
        <a:blipFill>
          <a:blip xmlns:r="http://schemas.openxmlformats.org/officeDocument/2006/relationships" r:embed="rId4"/>
          <a:srcRect/>
          <a:stretch>
            <a:fillRect t="-5000" b="-5000"/>
          </a:stretch>
        </a:blipFill>
      </dgm:spPr>
    </dgm:pt>
    <dgm:pt modelId="{0166276F-EF4B-4273-8C5F-2E23B4A0948F}" type="pres">
      <dgm:prSet presAssocID="{D2FE027B-4161-41E1-B4D4-02AECB2E3FA0}" presName="text" presStyleLbl="node1" presStyleIdx="3" presStyleCnt="4">
        <dgm:presLayoutVars>
          <dgm:bulletEnabled val="1"/>
        </dgm:presLayoutVars>
      </dgm:prSet>
      <dgm:spPr/>
    </dgm:pt>
  </dgm:ptLst>
  <dgm:cxnLst>
    <dgm:cxn modelId="{DD7C3A06-52F4-48E4-8419-BB3000255B0A}" type="presOf" srcId="{A8C03FBB-4A75-4460-AEA6-DEAEB9C61496}" destId="{EE474AD8-49FF-4B0F-BCCA-865F0A19D3A4}" srcOrd="0" destOrd="0" presId="urn:microsoft.com/office/officeart/2005/8/layout/vList4"/>
    <dgm:cxn modelId="{CB32A309-9CA9-4554-941D-519A91A9E733}" srcId="{D2FE027B-4161-41E1-B4D4-02AECB2E3FA0}" destId="{2BE415B7-7185-4956-8487-237B40BC0EE5}" srcOrd="0" destOrd="0" parTransId="{A38E847E-0D1D-4F40-9A71-4D5999ADE08B}" sibTransId="{F0D1C61C-E3F2-49BA-A2D8-C04A81308E5D}"/>
    <dgm:cxn modelId="{EB72660C-1F95-4FAD-90AF-C68F7B76C478}" type="presOf" srcId="{2BE415B7-7185-4956-8487-237B40BC0EE5}" destId="{0166276F-EF4B-4273-8C5F-2E23B4A0948F}" srcOrd="1" destOrd="1" presId="urn:microsoft.com/office/officeart/2005/8/layout/vList4"/>
    <dgm:cxn modelId="{F6195517-782A-466B-9ED4-815C374159B2}" type="presOf" srcId="{8A04F340-E8E1-4146-9905-E7ADCAEAABD7}" destId="{05346790-952D-49AF-9B3A-5AC441C674D5}" srcOrd="1" destOrd="1" presId="urn:microsoft.com/office/officeart/2005/8/layout/vList4"/>
    <dgm:cxn modelId="{03033629-33E1-4746-B0AE-AAF125C06849}" type="presOf" srcId="{2BE415B7-7185-4956-8487-237B40BC0EE5}" destId="{46744611-8797-4049-AF72-D705D4F257C6}" srcOrd="0" destOrd="1" presId="urn:microsoft.com/office/officeart/2005/8/layout/vList4"/>
    <dgm:cxn modelId="{C7BF852C-9566-4AA6-AA12-46DA4A5C0295}" type="presOf" srcId="{A66480AC-C0DE-4E5E-9ECD-9AE37E3FCB79}" destId="{E201FBA7-5BD6-47E9-9F80-8967D9C39815}" srcOrd="0" destOrd="0" presId="urn:microsoft.com/office/officeart/2005/8/layout/vList4"/>
    <dgm:cxn modelId="{6DD70230-C43F-4FAA-B590-AB7DC23E6DD1}" type="presOf" srcId="{3CC73758-10C1-47F8-AFA7-1A986D4DDD60}" destId="{07D2D384-D31B-4DE7-AB22-0F2906CCA953}" srcOrd="0" destOrd="0" presId="urn:microsoft.com/office/officeart/2005/8/layout/vList4"/>
    <dgm:cxn modelId="{5EDA943F-300F-408A-A52E-3D5140FD5C22}" srcId="{3CC73758-10C1-47F8-AFA7-1A986D4DDD60}" destId="{FD9CA14A-483C-4869-B0C1-7C5FB7EEDBCC}" srcOrd="0" destOrd="0" parTransId="{8182A92F-45BA-4CD1-8E43-0B0810A50FEB}" sibTransId="{914BB93C-EA8A-4B5B-8F06-30DA7C7F4B7B}"/>
    <dgm:cxn modelId="{269BC85C-7231-4CBD-AA34-918827143E7C}" type="presOf" srcId="{FD9CA14A-483C-4869-B0C1-7C5FB7EEDBCC}" destId="{07D2D384-D31B-4DE7-AB22-0F2906CCA953}" srcOrd="0" destOrd="1" presId="urn:microsoft.com/office/officeart/2005/8/layout/vList4"/>
    <dgm:cxn modelId="{4A69F85D-5C15-48FD-893A-B3050E1BADEB}" srcId="{A66480AC-C0DE-4E5E-9ECD-9AE37E3FCB79}" destId="{3CC73758-10C1-47F8-AFA7-1A986D4DDD60}" srcOrd="2" destOrd="0" parTransId="{FF6AE4B6-4A2F-49EE-9316-9AF55E77838B}" sibTransId="{D8170BBA-6035-4773-8431-FEDD687647FF}"/>
    <dgm:cxn modelId="{F51B8364-6B86-4479-84A8-9B6238F16A96}" type="presOf" srcId="{91969DED-4CB8-4A14-A50B-3F7B848E46B5}" destId="{CE5635DD-D119-4AA5-B28A-34922D81C24B}" srcOrd="0" destOrd="0" presId="urn:microsoft.com/office/officeart/2005/8/layout/vList4"/>
    <dgm:cxn modelId="{D3D81948-D963-4D1E-AE16-9705EAF510FC}" srcId="{A66480AC-C0DE-4E5E-9ECD-9AE37E3FCB79}" destId="{A8C03FBB-4A75-4460-AEA6-DEAEB9C61496}" srcOrd="0" destOrd="0" parTransId="{4E972F7F-4B1B-47AA-A25B-1FFC561F1C76}" sibTransId="{67361508-930A-4A23-8CFC-BB56DA645C3C}"/>
    <dgm:cxn modelId="{1B96D34A-12A8-4D77-9973-8D034BAD747D}" type="presOf" srcId="{8A04F340-E8E1-4146-9905-E7ADCAEAABD7}" destId="{CE5635DD-D119-4AA5-B28A-34922D81C24B}" srcOrd="0" destOrd="1" presId="urn:microsoft.com/office/officeart/2005/8/layout/vList4"/>
    <dgm:cxn modelId="{8601C36B-AB01-4697-92DF-33A7E7F2D822}" type="presOf" srcId="{FD9CA14A-483C-4869-B0C1-7C5FB7EEDBCC}" destId="{457D4F21-C288-46F9-985D-CBC147454713}" srcOrd="1" destOrd="1" presId="urn:microsoft.com/office/officeart/2005/8/layout/vList4"/>
    <dgm:cxn modelId="{8E16D47A-BAAF-4803-B816-3B90D837CAED}" type="presOf" srcId="{A8C03FBB-4A75-4460-AEA6-DEAEB9C61496}" destId="{5FBA1F4A-2817-4DA0-9374-B5AAB9E91509}" srcOrd="1" destOrd="0" presId="urn:microsoft.com/office/officeart/2005/8/layout/vList4"/>
    <dgm:cxn modelId="{951C7197-4021-4D8B-A8A4-B2718F92FA02}" type="presOf" srcId="{5E71F362-34DF-4EEC-92A3-0EFE450E05E4}" destId="{5FBA1F4A-2817-4DA0-9374-B5AAB9E91509}" srcOrd="1" destOrd="1" presId="urn:microsoft.com/office/officeart/2005/8/layout/vList4"/>
    <dgm:cxn modelId="{4F4F82A2-02F1-492B-96C1-46C070BEFCE3}" srcId="{A66480AC-C0DE-4E5E-9ECD-9AE37E3FCB79}" destId="{D2FE027B-4161-41E1-B4D4-02AECB2E3FA0}" srcOrd="3" destOrd="0" parTransId="{88680CFE-3CE0-4842-B3D3-716D3B671238}" sibTransId="{4D59E06B-629C-40B5-96D3-423B7A56C945}"/>
    <dgm:cxn modelId="{FBE6C3A5-B4E0-47F5-9B9A-F9DD5AF8295A}" type="presOf" srcId="{3CC73758-10C1-47F8-AFA7-1A986D4DDD60}" destId="{457D4F21-C288-46F9-985D-CBC147454713}" srcOrd="1" destOrd="0" presId="urn:microsoft.com/office/officeart/2005/8/layout/vList4"/>
    <dgm:cxn modelId="{F56164B4-11E5-48F5-B2F9-33073E70362A}" type="presOf" srcId="{91969DED-4CB8-4A14-A50B-3F7B848E46B5}" destId="{05346790-952D-49AF-9B3A-5AC441C674D5}" srcOrd="1" destOrd="0" presId="urn:microsoft.com/office/officeart/2005/8/layout/vList4"/>
    <dgm:cxn modelId="{B99CA6C9-28D1-4DDB-B8EC-AED73AD115CA}" srcId="{A8C03FBB-4A75-4460-AEA6-DEAEB9C61496}" destId="{5E71F362-34DF-4EEC-92A3-0EFE450E05E4}" srcOrd="0" destOrd="0" parTransId="{8E5EE4D1-908E-455C-B8B3-281AD42DEC9A}" sibTransId="{B208B24A-E9FD-40A9-B764-FB7C2B7ED8B9}"/>
    <dgm:cxn modelId="{DDCC89CE-4489-4F5E-B7F4-198C6547C208}" type="presOf" srcId="{D2FE027B-4161-41E1-B4D4-02AECB2E3FA0}" destId="{0166276F-EF4B-4273-8C5F-2E23B4A0948F}" srcOrd="1" destOrd="0" presId="urn:microsoft.com/office/officeart/2005/8/layout/vList4"/>
    <dgm:cxn modelId="{537F2ED0-8BD0-4AD5-B60D-89B660EDA1AC}" srcId="{A66480AC-C0DE-4E5E-9ECD-9AE37E3FCB79}" destId="{91969DED-4CB8-4A14-A50B-3F7B848E46B5}" srcOrd="1" destOrd="0" parTransId="{441CD73D-85E1-42A6-BCF8-362A3247E2F3}" sibTransId="{81CA8AA2-C0C3-4381-BA8B-413EDD578B83}"/>
    <dgm:cxn modelId="{2EA497D5-587C-4B05-B1B3-1B374167A1DE}" type="presOf" srcId="{D2FE027B-4161-41E1-B4D4-02AECB2E3FA0}" destId="{46744611-8797-4049-AF72-D705D4F257C6}" srcOrd="0" destOrd="0" presId="urn:microsoft.com/office/officeart/2005/8/layout/vList4"/>
    <dgm:cxn modelId="{0638B7F3-4AE9-402E-B11F-8765D49DC270}" type="presOf" srcId="{5E71F362-34DF-4EEC-92A3-0EFE450E05E4}" destId="{EE474AD8-49FF-4B0F-BCCA-865F0A19D3A4}" srcOrd="0" destOrd="1" presId="urn:microsoft.com/office/officeart/2005/8/layout/vList4"/>
    <dgm:cxn modelId="{E636BFFB-0404-4D4B-B3F0-C64FDFD9DDEF}" srcId="{91969DED-4CB8-4A14-A50B-3F7B848E46B5}" destId="{8A04F340-E8E1-4146-9905-E7ADCAEAABD7}" srcOrd="0" destOrd="0" parTransId="{4EBD5EC2-45ED-4ED6-8376-97D155A911AE}" sibTransId="{F9CD2A04-6A34-4104-A971-391788B88F55}"/>
    <dgm:cxn modelId="{24CA2BEA-8DDA-45E4-BF28-30ADF0F71E7C}" type="presParOf" srcId="{E201FBA7-5BD6-47E9-9F80-8967D9C39815}" destId="{11700981-9418-422E-A942-8550B3E88068}" srcOrd="0" destOrd="0" presId="urn:microsoft.com/office/officeart/2005/8/layout/vList4"/>
    <dgm:cxn modelId="{EEFAD805-A727-48ED-B998-38FB853A59C3}" type="presParOf" srcId="{11700981-9418-422E-A942-8550B3E88068}" destId="{EE474AD8-49FF-4B0F-BCCA-865F0A19D3A4}" srcOrd="0" destOrd="0" presId="urn:microsoft.com/office/officeart/2005/8/layout/vList4"/>
    <dgm:cxn modelId="{9ADF47F1-1D00-4687-A16C-67F55C0B73B3}" type="presParOf" srcId="{11700981-9418-422E-A942-8550B3E88068}" destId="{1DD2D934-3D7E-4F0F-B775-48EBC3C84A50}" srcOrd="1" destOrd="0" presId="urn:microsoft.com/office/officeart/2005/8/layout/vList4"/>
    <dgm:cxn modelId="{73AA1A72-16D5-40B1-84A8-378EEEAB6A52}" type="presParOf" srcId="{11700981-9418-422E-A942-8550B3E88068}" destId="{5FBA1F4A-2817-4DA0-9374-B5AAB9E91509}" srcOrd="2" destOrd="0" presId="urn:microsoft.com/office/officeart/2005/8/layout/vList4"/>
    <dgm:cxn modelId="{3E942E7D-31B2-4318-BE02-E9C5C60D1687}" type="presParOf" srcId="{E201FBA7-5BD6-47E9-9F80-8967D9C39815}" destId="{DC721721-7CA8-4C11-BA06-D34C434AB709}" srcOrd="1" destOrd="0" presId="urn:microsoft.com/office/officeart/2005/8/layout/vList4"/>
    <dgm:cxn modelId="{7B9B3B3C-40BF-44C4-8035-F51AFC89B0F1}" type="presParOf" srcId="{E201FBA7-5BD6-47E9-9F80-8967D9C39815}" destId="{723C1D35-8AA4-4DF2-9D47-37FF79B42315}" srcOrd="2" destOrd="0" presId="urn:microsoft.com/office/officeart/2005/8/layout/vList4"/>
    <dgm:cxn modelId="{FF947ED9-732F-432C-A2DF-AA9C9BAE147D}" type="presParOf" srcId="{723C1D35-8AA4-4DF2-9D47-37FF79B42315}" destId="{CE5635DD-D119-4AA5-B28A-34922D81C24B}" srcOrd="0" destOrd="0" presId="urn:microsoft.com/office/officeart/2005/8/layout/vList4"/>
    <dgm:cxn modelId="{7FCD4895-3C9E-4EF5-8F0D-375B458D9F59}" type="presParOf" srcId="{723C1D35-8AA4-4DF2-9D47-37FF79B42315}" destId="{21F0F92F-6DDC-49BD-88C5-E8EBBBD51DAD}" srcOrd="1" destOrd="0" presId="urn:microsoft.com/office/officeart/2005/8/layout/vList4"/>
    <dgm:cxn modelId="{D8447A68-E28E-47E1-842B-2915FF836722}" type="presParOf" srcId="{723C1D35-8AA4-4DF2-9D47-37FF79B42315}" destId="{05346790-952D-49AF-9B3A-5AC441C674D5}" srcOrd="2" destOrd="0" presId="urn:microsoft.com/office/officeart/2005/8/layout/vList4"/>
    <dgm:cxn modelId="{6821336A-CAA3-4897-8A43-2A8CB0401F67}" type="presParOf" srcId="{E201FBA7-5BD6-47E9-9F80-8967D9C39815}" destId="{9732FF6B-015B-4815-8F84-D36D6B9CA20F}" srcOrd="3" destOrd="0" presId="urn:microsoft.com/office/officeart/2005/8/layout/vList4"/>
    <dgm:cxn modelId="{C49519F5-B6C9-4B78-A9BE-04F5F43751DE}" type="presParOf" srcId="{E201FBA7-5BD6-47E9-9F80-8967D9C39815}" destId="{F7EB6B55-13E7-45E5-9CE9-B697E996621E}" srcOrd="4" destOrd="0" presId="urn:microsoft.com/office/officeart/2005/8/layout/vList4"/>
    <dgm:cxn modelId="{52DD83DF-5466-432C-A3A5-F08E6A66EB49}" type="presParOf" srcId="{F7EB6B55-13E7-45E5-9CE9-B697E996621E}" destId="{07D2D384-D31B-4DE7-AB22-0F2906CCA953}" srcOrd="0" destOrd="0" presId="urn:microsoft.com/office/officeart/2005/8/layout/vList4"/>
    <dgm:cxn modelId="{33DF0B92-7717-4141-8BF6-14630F772C97}" type="presParOf" srcId="{F7EB6B55-13E7-45E5-9CE9-B697E996621E}" destId="{BB177B60-739F-4070-8EFC-33146C1A5496}" srcOrd="1" destOrd="0" presId="urn:microsoft.com/office/officeart/2005/8/layout/vList4"/>
    <dgm:cxn modelId="{0A8BA9E8-D139-465F-AC26-A4E316E06EAB}" type="presParOf" srcId="{F7EB6B55-13E7-45E5-9CE9-B697E996621E}" destId="{457D4F21-C288-46F9-985D-CBC147454713}" srcOrd="2" destOrd="0" presId="urn:microsoft.com/office/officeart/2005/8/layout/vList4"/>
    <dgm:cxn modelId="{D0AAE905-7B8D-4E19-A8EA-1FBEFF861C28}" type="presParOf" srcId="{E201FBA7-5BD6-47E9-9F80-8967D9C39815}" destId="{17E54E1A-24A9-4BAC-BEE0-6DA22CCEB64E}" srcOrd="5" destOrd="0" presId="urn:microsoft.com/office/officeart/2005/8/layout/vList4"/>
    <dgm:cxn modelId="{C274CA92-57D8-4D54-A870-57B2C2C790D5}" type="presParOf" srcId="{E201FBA7-5BD6-47E9-9F80-8967D9C39815}" destId="{7C23E3AA-A292-4355-BA06-E1C0C03719E1}" srcOrd="6" destOrd="0" presId="urn:microsoft.com/office/officeart/2005/8/layout/vList4"/>
    <dgm:cxn modelId="{673DA00E-49AF-4635-B213-8E928166C0F2}" type="presParOf" srcId="{7C23E3AA-A292-4355-BA06-E1C0C03719E1}" destId="{46744611-8797-4049-AF72-D705D4F257C6}" srcOrd="0" destOrd="0" presId="urn:microsoft.com/office/officeart/2005/8/layout/vList4"/>
    <dgm:cxn modelId="{2D6E1B38-BE7D-4C97-882E-B8FEC3193770}" type="presParOf" srcId="{7C23E3AA-A292-4355-BA06-E1C0C03719E1}" destId="{670411D1-436D-42ED-8630-3E2D3F8573CC}" srcOrd="1" destOrd="0" presId="urn:microsoft.com/office/officeart/2005/8/layout/vList4"/>
    <dgm:cxn modelId="{4D24D510-F2C1-46E4-9AA0-640B2A4346B9}" type="presParOf" srcId="{7C23E3AA-A292-4355-BA06-E1C0C03719E1}" destId="{0166276F-EF4B-4273-8C5F-2E23B4A0948F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6480AC-C0DE-4E5E-9ECD-9AE37E3FCB79}" type="doc">
      <dgm:prSet loTypeId="urn:microsoft.com/office/officeart/2005/8/layout/vList4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A8C03FBB-4A75-4460-AEA6-DEAEB9C61496}">
      <dgm:prSet phldrT="[Text]" phldr="0" custT="1"/>
      <dgm:spPr/>
      <dgm:t>
        <a:bodyPr anchor="ctr"/>
        <a:lstStyle/>
        <a:p>
          <a:pPr marL="182880" algn="l">
            <a:lnSpc>
              <a:spcPct val="100000"/>
            </a:lnSpc>
            <a:spcAft>
              <a:spcPts val="0"/>
            </a:spcAft>
            <a:buNone/>
          </a:pPr>
          <a:r>
            <a:rPr lang="en-US" sz="1800" b="1" dirty="0"/>
            <a:t>Q3</a:t>
          </a:r>
        </a:p>
      </dgm:t>
    </dgm:pt>
    <dgm:pt modelId="{4E972F7F-4B1B-47AA-A25B-1FFC561F1C76}" type="parTrans" cxnId="{D3D81948-D963-4D1E-AE16-9705EAF510FC}">
      <dgm:prSet/>
      <dgm:spPr/>
      <dgm:t>
        <a:bodyPr/>
        <a:lstStyle/>
        <a:p>
          <a:pPr marL="182880" algn="l"/>
          <a:endParaRPr lang="en-US" sz="1800"/>
        </a:p>
      </dgm:t>
    </dgm:pt>
    <dgm:pt modelId="{67361508-930A-4A23-8CFC-BB56DA645C3C}" type="sibTrans" cxnId="{D3D81948-D963-4D1E-AE16-9705EAF510FC}">
      <dgm:prSet/>
      <dgm:spPr/>
      <dgm:t>
        <a:bodyPr/>
        <a:lstStyle/>
        <a:p>
          <a:pPr marL="182880" algn="l"/>
          <a:endParaRPr lang="en-US" sz="1800"/>
        </a:p>
      </dgm:t>
    </dgm:pt>
    <dgm:pt modelId="{5E71F362-34DF-4EEC-92A3-0EFE450E05E4}">
      <dgm:prSet phldrT="[Text]" phldr="0" custT="1"/>
      <dgm:spPr/>
      <dgm:t>
        <a:bodyPr anchor="ctr"/>
        <a:lstStyle/>
        <a:p>
          <a:pPr marL="365760" algn="l">
            <a:lnSpc>
              <a:spcPct val="100000"/>
            </a:lnSpc>
            <a:spcAft>
              <a:spcPts val="0"/>
            </a:spcAft>
            <a:buNone/>
          </a:pPr>
          <a:r>
            <a:rPr lang="en-US" sz="1800" dirty="0"/>
            <a:t>Market research</a:t>
          </a:r>
        </a:p>
      </dgm:t>
    </dgm:pt>
    <dgm:pt modelId="{8E5EE4D1-908E-455C-B8B3-281AD42DEC9A}" type="parTrans" cxnId="{B99CA6C9-28D1-4DDB-B8EC-AED73AD115CA}">
      <dgm:prSet/>
      <dgm:spPr/>
      <dgm:t>
        <a:bodyPr/>
        <a:lstStyle/>
        <a:p>
          <a:pPr marL="182880" algn="l"/>
          <a:endParaRPr lang="en-US" sz="1800"/>
        </a:p>
      </dgm:t>
    </dgm:pt>
    <dgm:pt modelId="{B208B24A-E9FD-40A9-B764-FB7C2B7ED8B9}" type="sibTrans" cxnId="{B99CA6C9-28D1-4DDB-B8EC-AED73AD115CA}">
      <dgm:prSet/>
      <dgm:spPr/>
      <dgm:t>
        <a:bodyPr/>
        <a:lstStyle/>
        <a:p>
          <a:pPr marL="182880" algn="l"/>
          <a:endParaRPr lang="en-US" sz="1800"/>
        </a:p>
      </dgm:t>
    </dgm:pt>
    <dgm:pt modelId="{91969DED-4CB8-4A14-A50B-3F7B848E46B5}">
      <dgm:prSet phldrT="[Text]" phldr="0" custT="1"/>
      <dgm:spPr/>
      <dgm:t>
        <a:bodyPr anchor="ctr"/>
        <a:lstStyle/>
        <a:p>
          <a:pPr marL="182880" algn="l">
            <a:lnSpc>
              <a:spcPct val="100000"/>
            </a:lnSpc>
            <a:spcAft>
              <a:spcPts val="0"/>
            </a:spcAft>
            <a:buNone/>
          </a:pPr>
          <a:r>
            <a:rPr lang="en-US" sz="1800" b="1" dirty="0"/>
            <a:t>Q4</a:t>
          </a:r>
        </a:p>
      </dgm:t>
    </dgm:pt>
    <dgm:pt modelId="{441CD73D-85E1-42A6-BCF8-362A3247E2F3}" type="parTrans" cxnId="{537F2ED0-8BD0-4AD5-B60D-89B660EDA1AC}">
      <dgm:prSet/>
      <dgm:spPr/>
      <dgm:t>
        <a:bodyPr/>
        <a:lstStyle/>
        <a:p>
          <a:pPr marL="182880" algn="l"/>
          <a:endParaRPr lang="en-US" sz="1800"/>
        </a:p>
      </dgm:t>
    </dgm:pt>
    <dgm:pt modelId="{81CA8AA2-C0C3-4381-BA8B-413EDD578B83}" type="sibTrans" cxnId="{537F2ED0-8BD0-4AD5-B60D-89B660EDA1AC}">
      <dgm:prSet/>
      <dgm:spPr/>
      <dgm:t>
        <a:bodyPr/>
        <a:lstStyle/>
        <a:p>
          <a:pPr marL="182880" algn="l"/>
          <a:endParaRPr lang="en-US" sz="1800"/>
        </a:p>
      </dgm:t>
    </dgm:pt>
    <dgm:pt modelId="{8A04F340-E8E1-4146-9905-E7ADCAEAABD7}">
      <dgm:prSet phldrT="[Text]" phldr="0" custT="1"/>
      <dgm:spPr/>
      <dgm:t>
        <a:bodyPr anchor="ctr"/>
        <a:lstStyle/>
        <a:p>
          <a:pPr marL="365760" algn="l">
            <a:lnSpc>
              <a:spcPct val="100000"/>
            </a:lnSpc>
            <a:spcAft>
              <a:spcPts val="0"/>
            </a:spcAft>
            <a:buNone/>
          </a:pPr>
          <a:r>
            <a:rPr lang="en-US" sz="1800" dirty="0"/>
            <a:t>Product development</a:t>
          </a:r>
        </a:p>
      </dgm:t>
    </dgm:pt>
    <dgm:pt modelId="{4EBD5EC2-45ED-4ED6-8376-97D155A911AE}" type="parTrans" cxnId="{E636BFFB-0404-4D4B-B3F0-C64FDFD9DDEF}">
      <dgm:prSet/>
      <dgm:spPr/>
      <dgm:t>
        <a:bodyPr/>
        <a:lstStyle/>
        <a:p>
          <a:pPr marL="182880" algn="l"/>
          <a:endParaRPr lang="en-US" sz="1800"/>
        </a:p>
      </dgm:t>
    </dgm:pt>
    <dgm:pt modelId="{F9CD2A04-6A34-4104-A971-391788B88F55}" type="sibTrans" cxnId="{E636BFFB-0404-4D4B-B3F0-C64FDFD9DDEF}">
      <dgm:prSet/>
      <dgm:spPr/>
      <dgm:t>
        <a:bodyPr/>
        <a:lstStyle/>
        <a:p>
          <a:pPr marL="182880" algn="l"/>
          <a:endParaRPr lang="en-US" sz="1800"/>
        </a:p>
      </dgm:t>
    </dgm:pt>
    <dgm:pt modelId="{3CC73758-10C1-47F8-AFA7-1A986D4DDD60}">
      <dgm:prSet phldrT="[Text]" phldr="0" custT="1"/>
      <dgm:spPr/>
      <dgm:t>
        <a:bodyPr anchor="ctr"/>
        <a:lstStyle/>
        <a:p>
          <a:pPr marL="182880" algn="l">
            <a:lnSpc>
              <a:spcPct val="100000"/>
            </a:lnSpc>
            <a:spcAft>
              <a:spcPts val="0"/>
            </a:spcAft>
            <a:buNone/>
          </a:pPr>
          <a:r>
            <a:rPr lang="en-US" sz="1800" b="1" dirty="0"/>
            <a:t>Q1</a:t>
          </a:r>
        </a:p>
      </dgm:t>
    </dgm:pt>
    <dgm:pt modelId="{FF6AE4B6-4A2F-49EE-9316-9AF55E77838B}" type="parTrans" cxnId="{4A69F85D-5C15-48FD-893A-B3050E1BADEB}">
      <dgm:prSet/>
      <dgm:spPr/>
      <dgm:t>
        <a:bodyPr/>
        <a:lstStyle/>
        <a:p>
          <a:pPr marL="182880" algn="l"/>
          <a:endParaRPr lang="en-US" sz="1800"/>
        </a:p>
      </dgm:t>
    </dgm:pt>
    <dgm:pt modelId="{D8170BBA-6035-4773-8431-FEDD687647FF}" type="sibTrans" cxnId="{4A69F85D-5C15-48FD-893A-B3050E1BADEB}">
      <dgm:prSet/>
      <dgm:spPr/>
      <dgm:t>
        <a:bodyPr/>
        <a:lstStyle/>
        <a:p>
          <a:pPr marL="182880" algn="l"/>
          <a:endParaRPr lang="en-US" sz="1800"/>
        </a:p>
      </dgm:t>
    </dgm:pt>
    <dgm:pt modelId="{FD9CA14A-483C-4869-B0C1-7C5FB7EEDBCC}">
      <dgm:prSet phldrT="[Text]" phldr="0" custT="1"/>
      <dgm:spPr/>
      <dgm:t>
        <a:bodyPr anchor="ctr"/>
        <a:lstStyle/>
        <a:p>
          <a:pPr marL="365760" algn="l">
            <a:lnSpc>
              <a:spcPct val="100000"/>
            </a:lnSpc>
            <a:spcAft>
              <a:spcPts val="0"/>
            </a:spcAft>
            <a:buNone/>
          </a:pPr>
          <a:r>
            <a:rPr lang="en-US" sz="1800" dirty="0"/>
            <a:t>User testing</a:t>
          </a:r>
        </a:p>
      </dgm:t>
    </dgm:pt>
    <dgm:pt modelId="{8182A92F-45BA-4CD1-8E43-0B0810A50FEB}" type="parTrans" cxnId="{5EDA943F-300F-408A-A52E-3D5140FD5C22}">
      <dgm:prSet/>
      <dgm:spPr/>
      <dgm:t>
        <a:bodyPr/>
        <a:lstStyle/>
        <a:p>
          <a:pPr marL="182880" algn="l"/>
          <a:endParaRPr lang="en-US" sz="1800"/>
        </a:p>
      </dgm:t>
    </dgm:pt>
    <dgm:pt modelId="{914BB93C-EA8A-4B5B-8F06-30DA7C7F4B7B}" type="sibTrans" cxnId="{5EDA943F-300F-408A-A52E-3D5140FD5C22}">
      <dgm:prSet/>
      <dgm:spPr/>
      <dgm:t>
        <a:bodyPr/>
        <a:lstStyle/>
        <a:p>
          <a:pPr marL="182880" algn="l"/>
          <a:endParaRPr lang="en-US" sz="1800"/>
        </a:p>
      </dgm:t>
    </dgm:pt>
    <dgm:pt modelId="{D2FE027B-4161-41E1-B4D4-02AECB2E3FA0}">
      <dgm:prSet phldrT="[Text]" phldr="0" custT="1"/>
      <dgm:spPr/>
      <dgm:t>
        <a:bodyPr anchor="ctr"/>
        <a:lstStyle/>
        <a:p>
          <a:pPr marL="182880" algn="l">
            <a:lnSpc>
              <a:spcPct val="100000"/>
            </a:lnSpc>
            <a:spcAft>
              <a:spcPts val="0"/>
            </a:spcAft>
            <a:buNone/>
          </a:pPr>
          <a:r>
            <a:rPr lang="en-US" sz="1800" b="1" dirty="0"/>
            <a:t>Q2</a:t>
          </a:r>
        </a:p>
      </dgm:t>
    </dgm:pt>
    <dgm:pt modelId="{88680CFE-3CE0-4842-B3D3-716D3B671238}" type="parTrans" cxnId="{4F4F82A2-02F1-492B-96C1-46C070BEFCE3}">
      <dgm:prSet/>
      <dgm:spPr/>
      <dgm:t>
        <a:bodyPr/>
        <a:lstStyle/>
        <a:p>
          <a:pPr marL="182880" algn="l"/>
          <a:endParaRPr lang="en-US" sz="1800"/>
        </a:p>
      </dgm:t>
    </dgm:pt>
    <dgm:pt modelId="{4D59E06B-629C-40B5-96D3-423B7A56C945}" type="sibTrans" cxnId="{4F4F82A2-02F1-492B-96C1-46C070BEFCE3}">
      <dgm:prSet/>
      <dgm:spPr/>
      <dgm:t>
        <a:bodyPr/>
        <a:lstStyle/>
        <a:p>
          <a:pPr marL="182880" algn="l"/>
          <a:endParaRPr lang="en-US" sz="1800"/>
        </a:p>
      </dgm:t>
    </dgm:pt>
    <dgm:pt modelId="{2BE415B7-7185-4956-8487-237B40BC0EE5}">
      <dgm:prSet phldrT="[Text]" phldr="0" custT="1"/>
      <dgm:spPr/>
      <dgm:t>
        <a:bodyPr anchor="ctr"/>
        <a:lstStyle/>
        <a:p>
          <a:pPr marL="365760" algn="l">
            <a:lnSpc>
              <a:spcPct val="100000"/>
            </a:lnSpc>
            <a:spcAft>
              <a:spcPts val="0"/>
            </a:spcAft>
            <a:buNone/>
          </a:pPr>
          <a:r>
            <a:rPr lang="en-US" sz="1800" dirty="0"/>
            <a:t>Product launch</a:t>
          </a:r>
        </a:p>
      </dgm:t>
    </dgm:pt>
    <dgm:pt modelId="{A38E847E-0D1D-4F40-9A71-4D5999ADE08B}" type="parTrans" cxnId="{CB32A309-9CA9-4554-941D-519A91A9E733}">
      <dgm:prSet/>
      <dgm:spPr/>
      <dgm:t>
        <a:bodyPr/>
        <a:lstStyle/>
        <a:p>
          <a:pPr marL="182880" algn="l"/>
          <a:endParaRPr lang="en-US" sz="1800"/>
        </a:p>
      </dgm:t>
    </dgm:pt>
    <dgm:pt modelId="{F0D1C61C-E3F2-49BA-A2D8-C04A81308E5D}" type="sibTrans" cxnId="{CB32A309-9CA9-4554-941D-519A91A9E733}">
      <dgm:prSet/>
      <dgm:spPr/>
      <dgm:t>
        <a:bodyPr/>
        <a:lstStyle/>
        <a:p>
          <a:pPr marL="182880" algn="l"/>
          <a:endParaRPr lang="en-US" sz="1800"/>
        </a:p>
      </dgm:t>
    </dgm:pt>
    <dgm:pt modelId="{E201FBA7-5BD6-47E9-9F80-8967D9C39815}" type="pres">
      <dgm:prSet presAssocID="{A66480AC-C0DE-4E5E-9ECD-9AE37E3FCB79}" presName="linear" presStyleCnt="0">
        <dgm:presLayoutVars>
          <dgm:dir/>
          <dgm:resizeHandles val="exact"/>
        </dgm:presLayoutVars>
      </dgm:prSet>
      <dgm:spPr/>
    </dgm:pt>
    <dgm:pt modelId="{11700981-9418-422E-A942-8550B3E88068}" type="pres">
      <dgm:prSet presAssocID="{A8C03FBB-4A75-4460-AEA6-DEAEB9C61496}" presName="comp" presStyleCnt="0"/>
      <dgm:spPr/>
    </dgm:pt>
    <dgm:pt modelId="{EE474AD8-49FF-4B0F-BCCA-865F0A19D3A4}" type="pres">
      <dgm:prSet presAssocID="{A8C03FBB-4A75-4460-AEA6-DEAEB9C61496}" presName="box" presStyleLbl="node1" presStyleIdx="0" presStyleCnt="4"/>
      <dgm:spPr/>
    </dgm:pt>
    <dgm:pt modelId="{1DD2D934-3D7E-4F0F-B775-48EBC3C84A50}" type="pres">
      <dgm:prSet presAssocID="{A8C03FBB-4A75-4460-AEA6-DEAEB9C61496}" presName="img" presStyleLbl="fgImgPlace1" presStyleIdx="0" presStyleCnt="4"/>
      <dgm:spPr>
        <a:blipFill>
          <a:blip xmlns:r="http://schemas.openxmlformats.org/officeDocument/2006/relationships" r:embed="rId1"/>
          <a:srcRect/>
          <a:stretch>
            <a:fillRect t="-4000" b="-4000"/>
          </a:stretch>
        </a:blipFill>
      </dgm:spPr>
    </dgm:pt>
    <dgm:pt modelId="{5FBA1F4A-2817-4DA0-9374-B5AAB9E91509}" type="pres">
      <dgm:prSet presAssocID="{A8C03FBB-4A75-4460-AEA6-DEAEB9C61496}" presName="text" presStyleLbl="node1" presStyleIdx="0" presStyleCnt="4">
        <dgm:presLayoutVars>
          <dgm:bulletEnabled val="1"/>
        </dgm:presLayoutVars>
      </dgm:prSet>
      <dgm:spPr/>
    </dgm:pt>
    <dgm:pt modelId="{DC721721-7CA8-4C11-BA06-D34C434AB709}" type="pres">
      <dgm:prSet presAssocID="{67361508-930A-4A23-8CFC-BB56DA645C3C}" presName="spacer" presStyleCnt="0"/>
      <dgm:spPr/>
    </dgm:pt>
    <dgm:pt modelId="{723C1D35-8AA4-4DF2-9D47-37FF79B42315}" type="pres">
      <dgm:prSet presAssocID="{91969DED-4CB8-4A14-A50B-3F7B848E46B5}" presName="comp" presStyleCnt="0"/>
      <dgm:spPr/>
    </dgm:pt>
    <dgm:pt modelId="{CE5635DD-D119-4AA5-B28A-34922D81C24B}" type="pres">
      <dgm:prSet presAssocID="{91969DED-4CB8-4A14-A50B-3F7B848E46B5}" presName="box" presStyleLbl="node1" presStyleIdx="1" presStyleCnt="4"/>
      <dgm:spPr/>
    </dgm:pt>
    <dgm:pt modelId="{21F0F92F-6DDC-49BD-88C5-E8EBBBD51DAD}" type="pres">
      <dgm:prSet presAssocID="{91969DED-4CB8-4A14-A50B-3F7B848E46B5}" presName="img" presStyleLbl="fgImgPlace1" presStyleIdx="1" presStyleCnt="4"/>
      <dgm:spPr>
        <a:blipFill>
          <a:blip xmlns:r="http://schemas.openxmlformats.org/officeDocument/2006/relationships" r:embed="rId2"/>
          <a:srcRect/>
          <a:stretch>
            <a:fillRect t="-5000" b="-5000"/>
          </a:stretch>
        </a:blipFill>
      </dgm:spPr>
    </dgm:pt>
    <dgm:pt modelId="{05346790-952D-49AF-9B3A-5AC441C674D5}" type="pres">
      <dgm:prSet presAssocID="{91969DED-4CB8-4A14-A50B-3F7B848E46B5}" presName="text" presStyleLbl="node1" presStyleIdx="1" presStyleCnt="4">
        <dgm:presLayoutVars>
          <dgm:bulletEnabled val="1"/>
        </dgm:presLayoutVars>
      </dgm:prSet>
      <dgm:spPr/>
    </dgm:pt>
    <dgm:pt modelId="{9732FF6B-015B-4815-8F84-D36D6B9CA20F}" type="pres">
      <dgm:prSet presAssocID="{81CA8AA2-C0C3-4381-BA8B-413EDD578B83}" presName="spacer" presStyleCnt="0"/>
      <dgm:spPr/>
    </dgm:pt>
    <dgm:pt modelId="{F7EB6B55-13E7-45E5-9CE9-B697E996621E}" type="pres">
      <dgm:prSet presAssocID="{3CC73758-10C1-47F8-AFA7-1A986D4DDD60}" presName="comp" presStyleCnt="0"/>
      <dgm:spPr/>
    </dgm:pt>
    <dgm:pt modelId="{07D2D384-D31B-4DE7-AB22-0F2906CCA953}" type="pres">
      <dgm:prSet presAssocID="{3CC73758-10C1-47F8-AFA7-1A986D4DDD60}" presName="box" presStyleLbl="node1" presStyleIdx="2" presStyleCnt="4"/>
      <dgm:spPr/>
    </dgm:pt>
    <dgm:pt modelId="{BB177B60-739F-4070-8EFC-33146C1A5496}" type="pres">
      <dgm:prSet presAssocID="{3CC73758-10C1-47F8-AFA7-1A986D4DDD60}" presName="img" presStyleLbl="fgImgPlace1" presStyleIdx="2" presStyleCnt="4"/>
      <dgm:spPr>
        <a:blipFill>
          <a:blip xmlns:r="http://schemas.openxmlformats.org/officeDocument/2006/relationships" r:embed="rId3"/>
          <a:srcRect/>
          <a:stretch>
            <a:fillRect t="-5000" b="-5000"/>
          </a:stretch>
        </a:blipFill>
      </dgm:spPr>
    </dgm:pt>
    <dgm:pt modelId="{457D4F21-C288-46F9-985D-CBC147454713}" type="pres">
      <dgm:prSet presAssocID="{3CC73758-10C1-47F8-AFA7-1A986D4DDD60}" presName="text" presStyleLbl="node1" presStyleIdx="2" presStyleCnt="4">
        <dgm:presLayoutVars>
          <dgm:bulletEnabled val="1"/>
        </dgm:presLayoutVars>
      </dgm:prSet>
      <dgm:spPr/>
    </dgm:pt>
    <dgm:pt modelId="{17E54E1A-24A9-4BAC-BEE0-6DA22CCEB64E}" type="pres">
      <dgm:prSet presAssocID="{D8170BBA-6035-4773-8431-FEDD687647FF}" presName="spacer" presStyleCnt="0"/>
      <dgm:spPr/>
    </dgm:pt>
    <dgm:pt modelId="{7C23E3AA-A292-4355-BA06-E1C0C03719E1}" type="pres">
      <dgm:prSet presAssocID="{D2FE027B-4161-41E1-B4D4-02AECB2E3FA0}" presName="comp" presStyleCnt="0"/>
      <dgm:spPr/>
    </dgm:pt>
    <dgm:pt modelId="{46744611-8797-4049-AF72-D705D4F257C6}" type="pres">
      <dgm:prSet presAssocID="{D2FE027B-4161-41E1-B4D4-02AECB2E3FA0}" presName="box" presStyleLbl="node1" presStyleIdx="3" presStyleCnt="4"/>
      <dgm:spPr/>
    </dgm:pt>
    <dgm:pt modelId="{670411D1-436D-42ED-8630-3E2D3F8573CC}" type="pres">
      <dgm:prSet presAssocID="{D2FE027B-4161-41E1-B4D4-02AECB2E3FA0}" presName="img" presStyleLbl="fgImgPlace1" presStyleIdx="3" presStyleCnt="4"/>
      <dgm:spPr>
        <a:blipFill>
          <a:blip xmlns:r="http://schemas.openxmlformats.org/officeDocument/2006/relationships" r:embed="rId4"/>
          <a:srcRect/>
          <a:stretch>
            <a:fillRect t="-5000" b="-5000"/>
          </a:stretch>
        </a:blipFill>
      </dgm:spPr>
    </dgm:pt>
    <dgm:pt modelId="{0166276F-EF4B-4273-8C5F-2E23B4A0948F}" type="pres">
      <dgm:prSet presAssocID="{D2FE027B-4161-41E1-B4D4-02AECB2E3FA0}" presName="text" presStyleLbl="node1" presStyleIdx="3" presStyleCnt="4">
        <dgm:presLayoutVars>
          <dgm:bulletEnabled val="1"/>
        </dgm:presLayoutVars>
      </dgm:prSet>
      <dgm:spPr/>
    </dgm:pt>
  </dgm:ptLst>
  <dgm:cxnLst>
    <dgm:cxn modelId="{DD7C3A06-52F4-48E4-8419-BB3000255B0A}" type="presOf" srcId="{A8C03FBB-4A75-4460-AEA6-DEAEB9C61496}" destId="{EE474AD8-49FF-4B0F-BCCA-865F0A19D3A4}" srcOrd="0" destOrd="0" presId="urn:microsoft.com/office/officeart/2005/8/layout/vList4"/>
    <dgm:cxn modelId="{CB32A309-9CA9-4554-941D-519A91A9E733}" srcId="{D2FE027B-4161-41E1-B4D4-02AECB2E3FA0}" destId="{2BE415B7-7185-4956-8487-237B40BC0EE5}" srcOrd="0" destOrd="0" parTransId="{A38E847E-0D1D-4F40-9A71-4D5999ADE08B}" sibTransId="{F0D1C61C-E3F2-49BA-A2D8-C04A81308E5D}"/>
    <dgm:cxn modelId="{EB72660C-1F95-4FAD-90AF-C68F7B76C478}" type="presOf" srcId="{2BE415B7-7185-4956-8487-237B40BC0EE5}" destId="{0166276F-EF4B-4273-8C5F-2E23B4A0948F}" srcOrd="1" destOrd="1" presId="urn:microsoft.com/office/officeart/2005/8/layout/vList4"/>
    <dgm:cxn modelId="{F6195517-782A-466B-9ED4-815C374159B2}" type="presOf" srcId="{8A04F340-E8E1-4146-9905-E7ADCAEAABD7}" destId="{05346790-952D-49AF-9B3A-5AC441C674D5}" srcOrd="1" destOrd="1" presId="urn:microsoft.com/office/officeart/2005/8/layout/vList4"/>
    <dgm:cxn modelId="{03033629-33E1-4746-B0AE-AAF125C06849}" type="presOf" srcId="{2BE415B7-7185-4956-8487-237B40BC0EE5}" destId="{46744611-8797-4049-AF72-D705D4F257C6}" srcOrd="0" destOrd="1" presId="urn:microsoft.com/office/officeart/2005/8/layout/vList4"/>
    <dgm:cxn modelId="{C7BF852C-9566-4AA6-AA12-46DA4A5C0295}" type="presOf" srcId="{A66480AC-C0DE-4E5E-9ECD-9AE37E3FCB79}" destId="{E201FBA7-5BD6-47E9-9F80-8967D9C39815}" srcOrd="0" destOrd="0" presId="urn:microsoft.com/office/officeart/2005/8/layout/vList4"/>
    <dgm:cxn modelId="{6DD70230-C43F-4FAA-B590-AB7DC23E6DD1}" type="presOf" srcId="{3CC73758-10C1-47F8-AFA7-1A986D4DDD60}" destId="{07D2D384-D31B-4DE7-AB22-0F2906CCA953}" srcOrd="0" destOrd="0" presId="urn:microsoft.com/office/officeart/2005/8/layout/vList4"/>
    <dgm:cxn modelId="{5EDA943F-300F-408A-A52E-3D5140FD5C22}" srcId="{3CC73758-10C1-47F8-AFA7-1A986D4DDD60}" destId="{FD9CA14A-483C-4869-B0C1-7C5FB7EEDBCC}" srcOrd="0" destOrd="0" parTransId="{8182A92F-45BA-4CD1-8E43-0B0810A50FEB}" sibTransId="{914BB93C-EA8A-4B5B-8F06-30DA7C7F4B7B}"/>
    <dgm:cxn modelId="{269BC85C-7231-4CBD-AA34-918827143E7C}" type="presOf" srcId="{FD9CA14A-483C-4869-B0C1-7C5FB7EEDBCC}" destId="{07D2D384-D31B-4DE7-AB22-0F2906CCA953}" srcOrd="0" destOrd="1" presId="urn:microsoft.com/office/officeart/2005/8/layout/vList4"/>
    <dgm:cxn modelId="{4A69F85D-5C15-48FD-893A-B3050E1BADEB}" srcId="{A66480AC-C0DE-4E5E-9ECD-9AE37E3FCB79}" destId="{3CC73758-10C1-47F8-AFA7-1A986D4DDD60}" srcOrd="2" destOrd="0" parTransId="{FF6AE4B6-4A2F-49EE-9316-9AF55E77838B}" sibTransId="{D8170BBA-6035-4773-8431-FEDD687647FF}"/>
    <dgm:cxn modelId="{F51B8364-6B86-4479-84A8-9B6238F16A96}" type="presOf" srcId="{91969DED-4CB8-4A14-A50B-3F7B848E46B5}" destId="{CE5635DD-D119-4AA5-B28A-34922D81C24B}" srcOrd="0" destOrd="0" presId="urn:microsoft.com/office/officeart/2005/8/layout/vList4"/>
    <dgm:cxn modelId="{D3D81948-D963-4D1E-AE16-9705EAF510FC}" srcId="{A66480AC-C0DE-4E5E-9ECD-9AE37E3FCB79}" destId="{A8C03FBB-4A75-4460-AEA6-DEAEB9C61496}" srcOrd="0" destOrd="0" parTransId="{4E972F7F-4B1B-47AA-A25B-1FFC561F1C76}" sibTransId="{67361508-930A-4A23-8CFC-BB56DA645C3C}"/>
    <dgm:cxn modelId="{1B96D34A-12A8-4D77-9973-8D034BAD747D}" type="presOf" srcId="{8A04F340-E8E1-4146-9905-E7ADCAEAABD7}" destId="{CE5635DD-D119-4AA5-B28A-34922D81C24B}" srcOrd="0" destOrd="1" presId="urn:microsoft.com/office/officeart/2005/8/layout/vList4"/>
    <dgm:cxn modelId="{8601C36B-AB01-4697-92DF-33A7E7F2D822}" type="presOf" srcId="{FD9CA14A-483C-4869-B0C1-7C5FB7EEDBCC}" destId="{457D4F21-C288-46F9-985D-CBC147454713}" srcOrd="1" destOrd="1" presId="urn:microsoft.com/office/officeart/2005/8/layout/vList4"/>
    <dgm:cxn modelId="{8E16D47A-BAAF-4803-B816-3B90D837CAED}" type="presOf" srcId="{A8C03FBB-4A75-4460-AEA6-DEAEB9C61496}" destId="{5FBA1F4A-2817-4DA0-9374-B5AAB9E91509}" srcOrd="1" destOrd="0" presId="urn:microsoft.com/office/officeart/2005/8/layout/vList4"/>
    <dgm:cxn modelId="{951C7197-4021-4D8B-A8A4-B2718F92FA02}" type="presOf" srcId="{5E71F362-34DF-4EEC-92A3-0EFE450E05E4}" destId="{5FBA1F4A-2817-4DA0-9374-B5AAB9E91509}" srcOrd="1" destOrd="1" presId="urn:microsoft.com/office/officeart/2005/8/layout/vList4"/>
    <dgm:cxn modelId="{4F4F82A2-02F1-492B-96C1-46C070BEFCE3}" srcId="{A66480AC-C0DE-4E5E-9ECD-9AE37E3FCB79}" destId="{D2FE027B-4161-41E1-B4D4-02AECB2E3FA0}" srcOrd="3" destOrd="0" parTransId="{88680CFE-3CE0-4842-B3D3-716D3B671238}" sibTransId="{4D59E06B-629C-40B5-96D3-423B7A56C945}"/>
    <dgm:cxn modelId="{FBE6C3A5-B4E0-47F5-9B9A-F9DD5AF8295A}" type="presOf" srcId="{3CC73758-10C1-47F8-AFA7-1A986D4DDD60}" destId="{457D4F21-C288-46F9-985D-CBC147454713}" srcOrd="1" destOrd="0" presId="urn:microsoft.com/office/officeart/2005/8/layout/vList4"/>
    <dgm:cxn modelId="{F56164B4-11E5-48F5-B2F9-33073E70362A}" type="presOf" srcId="{91969DED-4CB8-4A14-A50B-3F7B848E46B5}" destId="{05346790-952D-49AF-9B3A-5AC441C674D5}" srcOrd="1" destOrd="0" presId="urn:microsoft.com/office/officeart/2005/8/layout/vList4"/>
    <dgm:cxn modelId="{B99CA6C9-28D1-4DDB-B8EC-AED73AD115CA}" srcId="{A8C03FBB-4A75-4460-AEA6-DEAEB9C61496}" destId="{5E71F362-34DF-4EEC-92A3-0EFE450E05E4}" srcOrd="0" destOrd="0" parTransId="{8E5EE4D1-908E-455C-B8B3-281AD42DEC9A}" sibTransId="{B208B24A-E9FD-40A9-B764-FB7C2B7ED8B9}"/>
    <dgm:cxn modelId="{DDCC89CE-4489-4F5E-B7F4-198C6547C208}" type="presOf" srcId="{D2FE027B-4161-41E1-B4D4-02AECB2E3FA0}" destId="{0166276F-EF4B-4273-8C5F-2E23B4A0948F}" srcOrd="1" destOrd="0" presId="urn:microsoft.com/office/officeart/2005/8/layout/vList4"/>
    <dgm:cxn modelId="{537F2ED0-8BD0-4AD5-B60D-89B660EDA1AC}" srcId="{A66480AC-C0DE-4E5E-9ECD-9AE37E3FCB79}" destId="{91969DED-4CB8-4A14-A50B-3F7B848E46B5}" srcOrd="1" destOrd="0" parTransId="{441CD73D-85E1-42A6-BCF8-362A3247E2F3}" sibTransId="{81CA8AA2-C0C3-4381-BA8B-413EDD578B83}"/>
    <dgm:cxn modelId="{2EA497D5-587C-4B05-B1B3-1B374167A1DE}" type="presOf" srcId="{D2FE027B-4161-41E1-B4D4-02AECB2E3FA0}" destId="{46744611-8797-4049-AF72-D705D4F257C6}" srcOrd="0" destOrd="0" presId="urn:microsoft.com/office/officeart/2005/8/layout/vList4"/>
    <dgm:cxn modelId="{0638B7F3-4AE9-402E-B11F-8765D49DC270}" type="presOf" srcId="{5E71F362-34DF-4EEC-92A3-0EFE450E05E4}" destId="{EE474AD8-49FF-4B0F-BCCA-865F0A19D3A4}" srcOrd="0" destOrd="1" presId="urn:microsoft.com/office/officeart/2005/8/layout/vList4"/>
    <dgm:cxn modelId="{E636BFFB-0404-4D4B-B3F0-C64FDFD9DDEF}" srcId="{91969DED-4CB8-4A14-A50B-3F7B848E46B5}" destId="{8A04F340-E8E1-4146-9905-E7ADCAEAABD7}" srcOrd="0" destOrd="0" parTransId="{4EBD5EC2-45ED-4ED6-8376-97D155A911AE}" sibTransId="{F9CD2A04-6A34-4104-A971-391788B88F55}"/>
    <dgm:cxn modelId="{24CA2BEA-8DDA-45E4-BF28-30ADF0F71E7C}" type="presParOf" srcId="{E201FBA7-5BD6-47E9-9F80-8967D9C39815}" destId="{11700981-9418-422E-A942-8550B3E88068}" srcOrd="0" destOrd="0" presId="urn:microsoft.com/office/officeart/2005/8/layout/vList4"/>
    <dgm:cxn modelId="{EEFAD805-A727-48ED-B998-38FB853A59C3}" type="presParOf" srcId="{11700981-9418-422E-A942-8550B3E88068}" destId="{EE474AD8-49FF-4B0F-BCCA-865F0A19D3A4}" srcOrd="0" destOrd="0" presId="urn:microsoft.com/office/officeart/2005/8/layout/vList4"/>
    <dgm:cxn modelId="{9ADF47F1-1D00-4687-A16C-67F55C0B73B3}" type="presParOf" srcId="{11700981-9418-422E-A942-8550B3E88068}" destId="{1DD2D934-3D7E-4F0F-B775-48EBC3C84A50}" srcOrd="1" destOrd="0" presId="urn:microsoft.com/office/officeart/2005/8/layout/vList4"/>
    <dgm:cxn modelId="{73AA1A72-16D5-40B1-84A8-378EEEAB6A52}" type="presParOf" srcId="{11700981-9418-422E-A942-8550B3E88068}" destId="{5FBA1F4A-2817-4DA0-9374-B5AAB9E91509}" srcOrd="2" destOrd="0" presId="urn:microsoft.com/office/officeart/2005/8/layout/vList4"/>
    <dgm:cxn modelId="{3E942E7D-31B2-4318-BE02-E9C5C60D1687}" type="presParOf" srcId="{E201FBA7-5BD6-47E9-9F80-8967D9C39815}" destId="{DC721721-7CA8-4C11-BA06-D34C434AB709}" srcOrd="1" destOrd="0" presId="urn:microsoft.com/office/officeart/2005/8/layout/vList4"/>
    <dgm:cxn modelId="{7B9B3B3C-40BF-44C4-8035-F51AFC89B0F1}" type="presParOf" srcId="{E201FBA7-5BD6-47E9-9F80-8967D9C39815}" destId="{723C1D35-8AA4-4DF2-9D47-37FF79B42315}" srcOrd="2" destOrd="0" presId="urn:microsoft.com/office/officeart/2005/8/layout/vList4"/>
    <dgm:cxn modelId="{FF947ED9-732F-432C-A2DF-AA9C9BAE147D}" type="presParOf" srcId="{723C1D35-8AA4-4DF2-9D47-37FF79B42315}" destId="{CE5635DD-D119-4AA5-B28A-34922D81C24B}" srcOrd="0" destOrd="0" presId="urn:microsoft.com/office/officeart/2005/8/layout/vList4"/>
    <dgm:cxn modelId="{7FCD4895-3C9E-4EF5-8F0D-375B458D9F59}" type="presParOf" srcId="{723C1D35-8AA4-4DF2-9D47-37FF79B42315}" destId="{21F0F92F-6DDC-49BD-88C5-E8EBBBD51DAD}" srcOrd="1" destOrd="0" presId="urn:microsoft.com/office/officeart/2005/8/layout/vList4"/>
    <dgm:cxn modelId="{D8447A68-E28E-47E1-842B-2915FF836722}" type="presParOf" srcId="{723C1D35-8AA4-4DF2-9D47-37FF79B42315}" destId="{05346790-952D-49AF-9B3A-5AC441C674D5}" srcOrd="2" destOrd="0" presId="urn:microsoft.com/office/officeart/2005/8/layout/vList4"/>
    <dgm:cxn modelId="{6821336A-CAA3-4897-8A43-2A8CB0401F67}" type="presParOf" srcId="{E201FBA7-5BD6-47E9-9F80-8967D9C39815}" destId="{9732FF6B-015B-4815-8F84-D36D6B9CA20F}" srcOrd="3" destOrd="0" presId="urn:microsoft.com/office/officeart/2005/8/layout/vList4"/>
    <dgm:cxn modelId="{C49519F5-B6C9-4B78-A9BE-04F5F43751DE}" type="presParOf" srcId="{E201FBA7-5BD6-47E9-9F80-8967D9C39815}" destId="{F7EB6B55-13E7-45E5-9CE9-B697E996621E}" srcOrd="4" destOrd="0" presId="urn:microsoft.com/office/officeart/2005/8/layout/vList4"/>
    <dgm:cxn modelId="{52DD83DF-5466-432C-A3A5-F08E6A66EB49}" type="presParOf" srcId="{F7EB6B55-13E7-45E5-9CE9-B697E996621E}" destId="{07D2D384-D31B-4DE7-AB22-0F2906CCA953}" srcOrd="0" destOrd="0" presId="urn:microsoft.com/office/officeart/2005/8/layout/vList4"/>
    <dgm:cxn modelId="{33DF0B92-7717-4141-8BF6-14630F772C97}" type="presParOf" srcId="{F7EB6B55-13E7-45E5-9CE9-B697E996621E}" destId="{BB177B60-739F-4070-8EFC-33146C1A5496}" srcOrd="1" destOrd="0" presId="urn:microsoft.com/office/officeart/2005/8/layout/vList4"/>
    <dgm:cxn modelId="{0A8BA9E8-D139-465F-AC26-A4E316E06EAB}" type="presParOf" srcId="{F7EB6B55-13E7-45E5-9CE9-B697E996621E}" destId="{457D4F21-C288-46F9-985D-CBC147454713}" srcOrd="2" destOrd="0" presId="urn:microsoft.com/office/officeart/2005/8/layout/vList4"/>
    <dgm:cxn modelId="{D0AAE905-7B8D-4E19-A8EA-1FBEFF861C28}" type="presParOf" srcId="{E201FBA7-5BD6-47E9-9F80-8967D9C39815}" destId="{17E54E1A-24A9-4BAC-BEE0-6DA22CCEB64E}" srcOrd="5" destOrd="0" presId="urn:microsoft.com/office/officeart/2005/8/layout/vList4"/>
    <dgm:cxn modelId="{C274CA92-57D8-4D54-A870-57B2C2C790D5}" type="presParOf" srcId="{E201FBA7-5BD6-47E9-9F80-8967D9C39815}" destId="{7C23E3AA-A292-4355-BA06-E1C0C03719E1}" srcOrd="6" destOrd="0" presId="urn:microsoft.com/office/officeart/2005/8/layout/vList4"/>
    <dgm:cxn modelId="{673DA00E-49AF-4635-B213-8E928166C0F2}" type="presParOf" srcId="{7C23E3AA-A292-4355-BA06-E1C0C03719E1}" destId="{46744611-8797-4049-AF72-D705D4F257C6}" srcOrd="0" destOrd="0" presId="urn:microsoft.com/office/officeart/2005/8/layout/vList4"/>
    <dgm:cxn modelId="{2D6E1B38-BE7D-4C97-882E-B8FEC3193770}" type="presParOf" srcId="{7C23E3AA-A292-4355-BA06-E1C0C03719E1}" destId="{670411D1-436D-42ED-8630-3E2D3F8573CC}" srcOrd="1" destOrd="0" presId="urn:microsoft.com/office/officeart/2005/8/layout/vList4"/>
    <dgm:cxn modelId="{4D24D510-F2C1-46E4-9AA0-640B2A4346B9}" type="presParOf" srcId="{7C23E3AA-A292-4355-BA06-E1C0C03719E1}" destId="{0166276F-EF4B-4273-8C5F-2E23B4A0948F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6480AC-C0DE-4E5E-9ECD-9AE37E3FCB79}" type="doc">
      <dgm:prSet loTypeId="urn:microsoft.com/office/officeart/2005/8/layout/vList4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A8C03FBB-4A75-4460-AEA6-DEAEB9C61496}">
      <dgm:prSet phldrT="[Text]" phldr="0" custT="1"/>
      <dgm:spPr/>
      <dgm:t>
        <a:bodyPr anchor="ctr"/>
        <a:lstStyle/>
        <a:p>
          <a:pPr marL="182880" algn="l">
            <a:lnSpc>
              <a:spcPct val="100000"/>
            </a:lnSpc>
            <a:spcAft>
              <a:spcPts val="0"/>
            </a:spcAft>
            <a:buNone/>
          </a:pPr>
          <a:r>
            <a:rPr lang="en-US" sz="1800" b="1" dirty="0"/>
            <a:t>Q3</a:t>
          </a:r>
        </a:p>
      </dgm:t>
    </dgm:pt>
    <dgm:pt modelId="{4E972F7F-4B1B-47AA-A25B-1FFC561F1C76}" type="parTrans" cxnId="{D3D81948-D963-4D1E-AE16-9705EAF510FC}">
      <dgm:prSet/>
      <dgm:spPr/>
      <dgm:t>
        <a:bodyPr/>
        <a:lstStyle/>
        <a:p>
          <a:pPr marL="182880" algn="l"/>
          <a:endParaRPr lang="en-US" sz="1800"/>
        </a:p>
      </dgm:t>
    </dgm:pt>
    <dgm:pt modelId="{67361508-930A-4A23-8CFC-BB56DA645C3C}" type="sibTrans" cxnId="{D3D81948-D963-4D1E-AE16-9705EAF510FC}">
      <dgm:prSet/>
      <dgm:spPr/>
      <dgm:t>
        <a:bodyPr/>
        <a:lstStyle/>
        <a:p>
          <a:pPr marL="182880" algn="l"/>
          <a:endParaRPr lang="en-US" sz="1800"/>
        </a:p>
      </dgm:t>
    </dgm:pt>
    <dgm:pt modelId="{5E71F362-34DF-4EEC-92A3-0EFE450E05E4}">
      <dgm:prSet phldrT="[Text]" phldr="0" custT="1"/>
      <dgm:spPr/>
      <dgm:t>
        <a:bodyPr anchor="ctr"/>
        <a:lstStyle/>
        <a:p>
          <a:pPr marL="365760" algn="l">
            <a:lnSpc>
              <a:spcPct val="100000"/>
            </a:lnSpc>
            <a:spcAft>
              <a:spcPts val="0"/>
            </a:spcAft>
            <a:buNone/>
          </a:pPr>
          <a:r>
            <a:rPr lang="en-US" sz="1800" dirty="0"/>
            <a:t>Market research</a:t>
          </a:r>
        </a:p>
      </dgm:t>
    </dgm:pt>
    <dgm:pt modelId="{8E5EE4D1-908E-455C-B8B3-281AD42DEC9A}" type="parTrans" cxnId="{B99CA6C9-28D1-4DDB-B8EC-AED73AD115CA}">
      <dgm:prSet/>
      <dgm:spPr/>
      <dgm:t>
        <a:bodyPr/>
        <a:lstStyle/>
        <a:p>
          <a:pPr marL="182880" algn="l"/>
          <a:endParaRPr lang="en-US" sz="1800"/>
        </a:p>
      </dgm:t>
    </dgm:pt>
    <dgm:pt modelId="{B208B24A-E9FD-40A9-B764-FB7C2B7ED8B9}" type="sibTrans" cxnId="{B99CA6C9-28D1-4DDB-B8EC-AED73AD115CA}">
      <dgm:prSet/>
      <dgm:spPr/>
      <dgm:t>
        <a:bodyPr/>
        <a:lstStyle/>
        <a:p>
          <a:pPr marL="182880" algn="l"/>
          <a:endParaRPr lang="en-US" sz="1800"/>
        </a:p>
      </dgm:t>
    </dgm:pt>
    <dgm:pt modelId="{91969DED-4CB8-4A14-A50B-3F7B848E46B5}">
      <dgm:prSet phldrT="[Text]" phldr="0" custT="1"/>
      <dgm:spPr/>
      <dgm:t>
        <a:bodyPr anchor="ctr"/>
        <a:lstStyle/>
        <a:p>
          <a:pPr marL="182880" algn="l">
            <a:lnSpc>
              <a:spcPct val="100000"/>
            </a:lnSpc>
            <a:spcAft>
              <a:spcPts val="0"/>
            </a:spcAft>
            <a:buNone/>
          </a:pPr>
          <a:r>
            <a:rPr lang="en-US" sz="1800" b="1" dirty="0"/>
            <a:t>Q4</a:t>
          </a:r>
        </a:p>
      </dgm:t>
    </dgm:pt>
    <dgm:pt modelId="{441CD73D-85E1-42A6-BCF8-362A3247E2F3}" type="parTrans" cxnId="{537F2ED0-8BD0-4AD5-B60D-89B660EDA1AC}">
      <dgm:prSet/>
      <dgm:spPr/>
      <dgm:t>
        <a:bodyPr/>
        <a:lstStyle/>
        <a:p>
          <a:pPr marL="182880" algn="l"/>
          <a:endParaRPr lang="en-US" sz="1800"/>
        </a:p>
      </dgm:t>
    </dgm:pt>
    <dgm:pt modelId="{81CA8AA2-C0C3-4381-BA8B-413EDD578B83}" type="sibTrans" cxnId="{537F2ED0-8BD0-4AD5-B60D-89B660EDA1AC}">
      <dgm:prSet/>
      <dgm:spPr/>
      <dgm:t>
        <a:bodyPr/>
        <a:lstStyle/>
        <a:p>
          <a:pPr marL="182880" algn="l"/>
          <a:endParaRPr lang="en-US" sz="1800"/>
        </a:p>
      </dgm:t>
    </dgm:pt>
    <dgm:pt modelId="{8A04F340-E8E1-4146-9905-E7ADCAEAABD7}">
      <dgm:prSet phldrT="[Text]" phldr="0" custT="1"/>
      <dgm:spPr/>
      <dgm:t>
        <a:bodyPr anchor="ctr"/>
        <a:lstStyle/>
        <a:p>
          <a:pPr marL="365760" algn="l">
            <a:lnSpc>
              <a:spcPct val="100000"/>
            </a:lnSpc>
            <a:spcAft>
              <a:spcPts val="0"/>
            </a:spcAft>
            <a:buNone/>
          </a:pPr>
          <a:r>
            <a:rPr lang="en-US" sz="1800" dirty="0"/>
            <a:t>Product development</a:t>
          </a:r>
        </a:p>
      </dgm:t>
    </dgm:pt>
    <dgm:pt modelId="{4EBD5EC2-45ED-4ED6-8376-97D155A911AE}" type="parTrans" cxnId="{E636BFFB-0404-4D4B-B3F0-C64FDFD9DDEF}">
      <dgm:prSet/>
      <dgm:spPr/>
      <dgm:t>
        <a:bodyPr/>
        <a:lstStyle/>
        <a:p>
          <a:pPr marL="182880" algn="l"/>
          <a:endParaRPr lang="en-US" sz="1800"/>
        </a:p>
      </dgm:t>
    </dgm:pt>
    <dgm:pt modelId="{F9CD2A04-6A34-4104-A971-391788B88F55}" type="sibTrans" cxnId="{E636BFFB-0404-4D4B-B3F0-C64FDFD9DDEF}">
      <dgm:prSet/>
      <dgm:spPr/>
      <dgm:t>
        <a:bodyPr/>
        <a:lstStyle/>
        <a:p>
          <a:pPr marL="182880" algn="l"/>
          <a:endParaRPr lang="en-US" sz="1800"/>
        </a:p>
      </dgm:t>
    </dgm:pt>
    <dgm:pt modelId="{3CC73758-10C1-47F8-AFA7-1A986D4DDD60}">
      <dgm:prSet phldrT="[Text]" phldr="0" custT="1"/>
      <dgm:spPr/>
      <dgm:t>
        <a:bodyPr anchor="ctr"/>
        <a:lstStyle/>
        <a:p>
          <a:pPr marL="182880" algn="l">
            <a:lnSpc>
              <a:spcPct val="100000"/>
            </a:lnSpc>
            <a:spcAft>
              <a:spcPts val="0"/>
            </a:spcAft>
            <a:buNone/>
          </a:pPr>
          <a:r>
            <a:rPr lang="en-US" sz="1800" b="1" dirty="0"/>
            <a:t>Q1</a:t>
          </a:r>
        </a:p>
      </dgm:t>
    </dgm:pt>
    <dgm:pt modelId="{FF6AE4B6-4A2F-49EE-9316-9AF55E77838B}" type="parTrans" cxnId="{4A69F85D-5C15-48FD-893A-B3050E1BADEB}">
      <dgm:prSet/>
      <dgm:spPr/>
      <dgm:t>
        <a:bodyPr/>
        <a:lstStyle/>
        <a:p>
          <a:pPr marL="182880" algn="l"/>
          <a:endParaRPr lang="en-US" sz="1800"/>
        </a:p>
      </dgm:t>
    </dgm:pt>
    <dgm:pt modelId="{D8170BBA-6035-4773-8431-FEDD687647FF}" type="sibTrans" cxnId="{4A69F85D-5C15-48FD-893A-B3050E1BADEB}">
      <dgm:prSet/>
      <dgm:spPr/>
      <dgm:t>
        <a:bodyPr/>
        <a:lstStyle/>
        <a:p>
          <a:pPr marL="182880" algn="l"/>
          <a:endParaRPr lang="en-US" sz="1800"/>
        </a:p>
      </dgm:t>
    </dgm:pt>
    <dgm:pt modelId="{FD9CA14A-483C-4869-B0C1-7C5FB7EEDBCC}">
      <dgm:prSet phldrT="[Text]" phldr="0" custT="1"/>
      <dgm:spPr/>
      <dgm:t>
        <a:bodyPr anchor="ctr"/>
        <a:lstStyle/>
        <a:p>
          <a:pPr marL="365760" algn="l">
            <a:lnSpc>
              <a:spcPct val="100000"/>
            </a:lnSpc>
            <a:spcAft>
              <a:spcPts val="0"/>
            </a:spcAft>
            <a:buNone/>
          </a:pPr>
          <a:r>
            <a:rPr lang="en-US" sz="1800" dirty="0"/>
            <a:t>User testing</a:t>
          </a:r>
        </a:p>
      </dgm:t>
    </dgm:pt>
    <dgm:pt modelId="{8182A92F-45BA-4CD1-8E43-0B0810A50FEB}" type="parTrans" cxnId="{5EDA943F-300F-408A-A52E-3D5140FD5C22}">
      <dgm:prSet/>
      <dgm:spPr/>
      <dgm:t>
        <a:bodyPr/>
        <a:lstStyle/>
        <a:p>
          <a:pPr marL="182880" algn="l"/>
          <a:endParaRPr lang="en-US" sz="1800"/>
        </a:p>
      </dgm:t>
    </dgm:pt>
    <dgm:pt modelId="{914BB93C-EA8A-4B5B-8F06-30DA7C7F4B7B}" type="sibTrans" cxnId="{5EDA943F-300F-408A-A52E-3D5140FD5C22}">
      <dgm:prSet/>
      <dgm:spPr/>
      <dgm:t>
        <a:bodyPr/>
        <a:lstStyle/>
        <a:p>
          <a:pPr marL="182880" algn="l"/>
          <a:endParaRPr lang="en-US" sz="1800"/>
        </a:p>
      </dgm:t>
    </dgm:pt>
    <dgm:pt modelId="{D2FE027B-4161-41E1-B4D4-02AECB2E3FA0}">
      <dgm:prSet phldrT="[Text]" phldr="0" custT="1"/>
      <dgm:spPr/>
      <dgm:t>
        <a:bodyPr anchor="ctr"/>
        <a:lstStyle/>
        <a:p>
          <a:pPr marL="182880" algn="l">
            <a:lnSpc>
              <a:spcPct val="100000"/>
            </a:lnSpc>
            <a:spcAft>
              <a:spcPts val="0"/>
            </a:spcAft>
            <a:buNone/>
          </a:pPr>
          <a:r>
            <a:rPr lang="en-US" sz="1800" b="1" dirty="0"/>
            <a:t>Q2</a:t>
          </a:r>
        </a:p>
      </dgm:t>
    </dgm:pt>
    <dgm:pt modelId="{88680CFE-3CE0-4842-B3D3-716D3B671238}" type="parTrans" cxnId="{4F4F82A2-02F1-492B-96C1-46C070BEFCE3}">
      <dgm:prSet/>
      <dgm:spPr/>
      <dgm:t>
        <a:bodyPr/>
        <a:lstStyle/>
        <a:p>
          <a:pPr marL="182880" algn="l"/>
          <a:endParaRPr lang="en-US" sz="1800"/>
        </a:p>
      </dgm:t>
    </dgm:pt>
    <dgm:pt modelId="{4D59E06B-629C-40B5-96D3-423B7A56C945}" type="sibTrans" cxnId="{4F4F82A2-02F1-492B-96C1-46C070BEFCE3}">
      <dgm:prSet/>
      <dgm:spPr/>
      <dgm:t>
        <a:bodyPr/>
        <a:lstStyle/>
        <a:p>
          <a:pPr marL="182880" algn="l"/>
          <a:endParaRPr lang="en-US" sz="1800"/>
        </a:p>
      </dgm:t>
    </dgm:pt>
    <dgm:pt modelId="{2BE415B7-7185-4956-8487-237B40BC0EE5}">
      <dgm:prSet phldrT="[Text]" phldr="0" custT="1"/>
      <dgm:spPr/>
      <dgm:t>
        <a:bodyPr anchor="ctr"/>
        <a:lstStyle/>
        <a:p>
          <a:pPr marL="365760" algn="l">
            <a:lnSpc>
              <a:spcPct val="100000"/>
            </a:lnSpc>
            <a:spcAft>
              <a:spcPts val="0"/>
            </a:spcAft>
            <a:buNone/>
          </a:pPr>
          <a:r>
            <a:rPr lang="en-US" sz="1800" dirty="0"/>
            <a:t>Product launch</a:t>
          </a:r>
        </a:p>
      </dgm:t>
    </dgm:pt>
    <dgm:pt modelId="{A38E847E-0D1D-4F40-9A71-4D5999ADE08B}" type="parTrans" cxnId="{CB32A309-9CA9-4554-941D-519A91A9E733}">
      <dgm:prSet/>
      <dgm:spPr/>
      <dgm:t>
        <a:bodyPr/>
        <a:lstStyle/>
        <a:p>
          <a:pPr marL="182880" algn="l"/>
          <a:endParaRPr lang="en-US" sz="1800"/>
        </a:p>
      </dgm:t>
    </dgm:pt>
    <dgm:pt modelId="{F0D1C61C-E3F2-49BA-A2D8-C04A81308E5D}" type="sibTrans" cxnId="{CB32A309-9CA9-4554-941D-519A91A9E733}">
      <dgm:prSet/>
      <dgm:spPr/>
      <dgm:t>
        <a:bodyPr/>
        <a:lstStyle/>
        <a:p>
          <a:pPr marL="182880" algn="l"/>
          <a:endParaRPr lang="en-US" sz="1800"/>
        </a:p>
      </dgm:t>
    </dgm:pt>
    <dgm:pt modelId="{E201FBA7-5BD6-47E9-9F80-8967D9C39815}" type="pres">
      <dgm:prSet presAssocID="{A66480AC-C0DE-4E5E-9ECD-9AE37E3FCB79}" presName="linear" presStyleCnt="0">
        <dgm:presLayoutVars>
          <dgm:dir/>
          <dgm:resizeHandles val="exact"/>
        </dgm:presLayoutVars>
      </dgm:prSet>
      <dgm:spPr/>
    </dgm:pt>
    <dgm:pt modelId="{11700981-9418-422E-A942-8550B3E88068}" type="pres">
      <dgm:prSet presAssocID="{A8C03FBB-4A75-4460-AEA6-DEAEB9C61496}" presName="comp" presStyleCnt="0"/>
      <dgm:spPr/>
    </dgm:pt>
    <dgm:pt modelId="{EE474AD8-49FF-4B0F-BCCA-865F0A19D3A4}" type="pres">
      <dgm:prSet presAssocID="{A8C03FBB-4A75-4460-AEA6-DEAEB9C61496}" presName="box" presStyleLbl="node1" presStyleIdx="0" presStyleCnt="4"/>
      <dgm:spPr/>
    </dgm:pt>
    <dgm:pt modelId="{1DD2D934-3D7E-4F0F-B775-48EBC3C84A50}" type="pres">
      <dgm:prSet presAssocID="{A8C03FBB-4A75-4460-AEA6-DEAEB9C61496}" presName="img" presStyleLbl="fgImgPlace1" presStyleIdx="0" presStyleCnt="4"/>
      <dgm:spPr>
        <a:blipFill>
          <a:blip xmlns:r="http://schemas.openxmlformats.org/officeDocument/2006/relationships" r:embed="rId1"/>
          <a:srcRect/>
          <a:stretch>
            <a:fillRect t="-4000" b="-4000"/>
          </a:stretch>
        </a:blipFill>
      </dgm:spPr>
    </dgm:pt>
    <dgm:pt modelId="{5FBA1F4A-2817-4DA0-9374-B5AAB9E91509}" type="pres">
      <dgm:prSet presAssocID="{A8C03FBB-4A75-4460-AEA6-DEAEB9C61496}" presName="text" presStyleLbl="node1" presStyleIdx="0" presStyleCnt="4">
        <dgm:presLayoutVars>
          <dgm:bulletEnabled val="1"/>
        </dgm:presLayoutVars>
      </dgm:prSet>
      <dgm:spPr/>
    </dgm:pt>
    <dgm:pt modelId="{DC721721-7CA8-4C11-BA06-D34C434AB709}" type="pres">
      <dgm:prSet presAssocID="{67361508-930A-4A23-8CFC-BB56DA645C3C}" presName="spacer" presStyleCnt="0"/>
      <dgm:spPr/>
    </dgm:pt>
    <dgm:pt modelId="{723C1D35-8AA4-4DF2-9D47-37FF79B42315}" type="pres">
      <dgm:prSet presAssocID="{91969DED-4CB8-4A14-A50B-3F7B848E46B5}" presName="comp" presStyleCnt="0"/>
      <dgm:spPr/>
    </dgm:pt>
    <dgm:pt modelId="{CE5635DD-D119-4AA5-B28A-34922D81C24B}" type="pres">
      <dgm:prSet presAssocID="{91969DED-4CB8-4A14-A50B-3F7B848E46B5}" presName="box" presStyleLbl="node1" presStyleIdx="1" presStyleCnt="4"/>
      <dgm:spPr/>
    </dgm:pt>
    <dgm:pt modelId="{21F0F92F-6DDC-49BD-88C5-E8EBBBD51DAD}" type="pres">
      <dgm:prSet presAssocID="{91969DED-4CB8-4A14-A50B-3F7B848E46B5}" presName="img" presStyleLbl="fgImgPlace1" presStyleIdx="1" presStyleCnt="4"/>
      <dgm:spPr>
        <a:blipFill>
          <a:blip xmlns:r="http://schemas.openxmlformats.org/officeDocument/2006/relationships" r:embed="rId2"/>
          <a:srcRect/>
          <a:stretch>
            <a:fillRect t="-5000" b="-5000"/>
          </a:stretch>
        </a:blipFill>
      </dgm:spPr>
    </dgm:pt>
    <dgm:pt modelId="{05346790-952D-49AF-9B3A-5AC441C674D5}" type="pres">
      <dgm:prSet presAssocID="{91969DED-4CB8-4A14-A50B-3F7B848E46B5}" presName="text" presStyleLbl="node1" presStyleIdx="1" presStyleCnt="4">
        <dgm:presLayoutVars>
          <dgm:bulletEnabled val="1"/>
        </dgm:presLayoutVars>
      </dgm:prSet>
      <dgm:spPr/>
    </dgm:pt>
    <dgm:pt modelId="{9732FF6B-015B-4815-8F84-D36D6B9CA20F}" type="pres">
      <dgm:prSet presAssocID="{81CA8AA2-C0C3-4381-BA8B-413EDD578B83}" presName="spacer" presStyleCnt="0"/>
      <dgm:spPr/>
    </dgm:pt>
    <dgm:pt modelId="{F7EB6B55-13E7-45E5-9CE9-B697E996621E}" type="pres">
      <dgm:prSet presAssocID="{3CC73758-10C1-47F8-AFA7-1A986D4DDD60}" presName="comp" presStyleCnt="0"/>
      <dgm:spPr/>
    </dgm:pt>
    <dgm:pt modelId="{07D2D384-D31B-4DE7-AB22-0F2906CCA953}" type="pres">
      <dgm:prSet presAssocID="{3CC73758-10C1-47F8-AFA7-1A986D4DDD60}" presName="box" presStyleLbl="node1" presStyleIdx="2" presStyleCnt="4"/>
      <dgm:spPr/>
    </dgm:pt>
    <dgm:pt modelId="{BB177B60-739F-4070-8EFC-33146C1A5496}" type="pres">
      <dgm:prSet presAssocID="{3CC73758-10C1-47F8-AFA7-1A986D4DDD60}" presName="img" presStyleLbl="fgImgPlace1" presStyleIdx="2" presStyleCnt="4"/>
      <dgm:spPr>
        <a:blipFill>
          <a:blip xmlns:r="http://schemas.openxmlformats.org/officeDocument/2006/relationships" r:embed="rId3"/>
          <a:srcRect/>
          <a:stretch>
            <a:fillRect t="-5000" b="-5000"/>
          </a:stretch>
        </a:blipFill>
      </dgm:spPr>
    </dgm:pt>
    <dgm:pt modelId="{457D4F21-C288-46F9-985D-CBC147454713}" type="pres">
      <dgm:prSet presAssocID="{3CC73758-10C1-47F8-AFA7-1A986D4DDD60}" presName="text" presStyleLbl="node1" presStyleIdx="2" presStyleCnt="4">
        <dgm:presLayoutVars>
          <dgm:bulletEnabled val="1"/>
        </dgm:presLayoutVars>
      </dgm:prSet>
      <dgm:spPr/>
    </dgm:pt>
    <dgm:pt modelId="{17E54E1A-24A9-4BAC-BEE0-6DA22CCEB64E}" type="pres">
      <dgm:prSet presAssocID="{D8170BBA-6035-4773-8431-FEDD687647FF}" presName="spacer" presStyleCnt="0"/>
      <dgm:spPr/>
    </dgm:pt>
    <dgm:pt modelId="{7C23E3AA-A292-4355-BA06-E1C0C03719E1}" type="pres">
      <dgm:prSet presAssocID="{D2FE027B-4161-41E1-B4D4-02AECB2E3FA0}" presName="comp" presStyleCnt="0"/>
      <dgm:spPr/>
    </dgm:pt>
    <dgm:pt modelId="{46744611-8797-4049-AF72-D705D4F257C6}" type="pres">
      <dgm:prSet presAssocID="{D2FE027B-4161-41E1-B4D4-02AECB2E3FA0}" presName="box" presStyleLbl="node1" presStyleIdx="3" presStyleCnt="4"/>
      <dgm:spPr/>
    </dgm:pt>
    <dgm:pt modelId="{670411D1-436D-42ED-8630-3E2D3F8573CC}" type="pres">
      <dgm:prSet presAssocID="{D2FE027B-4161-41E1-B4D4-02AECB2E3FA0}" presName="img" presStyleLbl="fgImgPlace1" presStyleIdx="3" presStyleCnt="4"/>
      <dgm:spPr>
        <a:blipFill>
          <a:blip xmlns:r="http://schemas.openxmlformats.org/officeDocument/2006/relationships" r:embed="rId4"/>
          <a:srcRect/>
          <a:stretch>
            <a:fillRect t="-5000" b="-5000"/>
          </a:stretch>
        </a:blipFill>
      </dgm:spPr>
    </dgm:pt>
    <dgm:pt modelId="{0166276F-EF4B-4273-8C5F-2E23B4A0948F}" type="pres">
      <dgm:prSet presAssocID="{D2FE027B-4161-41E1-B4D4-02AECB2E3FA0}" presName="text" presStyleLbl="node1" presStyleIdx="3" presStyleCnt="4">
        <dgm:presLayoutVars>
          <dgm:bulletEnabled val="1"/>
        </dgm:presLayoutVars>
      </dgm:prSet>
      <dgm:spPr/>
    </dgm:pt>
  </dgm:ptLst>
  <dgm:cxnLst>
    <dgm:cxn modelId="{DD7C3A06-52F4-48E4-8419-BB3000255B0A}" type="presOf" srcId="{A8C03FBB-4A75-4460-AEA6-DEAEB9C61496}" destId="{EE474AD8-49FF-4B0F-BCCA-865F0A19D3A4}" srcOrd="0" destOrd="0" presId="urn:microsoft.com/office/officeart/2005/8/layout/vList4"/>
    <dgm:cxn modelId="{CB32A309-9CA9-4554-941D-519A91A9E733}" srcId="{D2FE027B-4161-41E1-B4D4-02AECB2E3FA0}" destId="{2BE415B7-7185-4956-8487-237B40BC0EE5}" srcOrd="0" destOrd="0" parTransId="{A38E847E-0D1D-4F40-9A71-4D5999ADE08B}" sibTransId="{F0D1C61C-E3F2-49BA-A2D8-C04A81308E5D}"/>
    <dgm:cxn modelId="{EB72660C-1F95-4FAD-90AF-C68F7B76C478}" type="presOf" srcId="{2BE415B7-7185-4956-8487-237B40BC0EE5}" destId="{0166276F-EF4B-4273-8C5F-2E23B4A0948F}" srcOrd="1" destOrd="1" presId="urn:microsoft.com/office/officeart/2005/8/layout/vList4"/>
    <dgm:cxn modelId="{F6195517-782A-466B-9ED4-815C374159B2}" type="presOf" srcId="{8A04F340-E8E1-4146-9905-E7ADCAEAABD7}" destId="{05346790-952D-49AF-9B3A-5AC441C674D5}" srcOrd="1" destOrd="1" presId="urn:microsoft.com/office/officeart/2005/8/layout/vList4"/>
    <dgm:cxn modelId="{03033629-33E1-4746-B0AE-AAF125C06849}" type="presOf" srcId="{2BE415B7-7185-4956-8487-237B40BC0EE5}" destId="{46744611-8797-4049-AF72-D705D4F257C6}" srcOrd="0" destOrd="1" presId="urn:microsoft.com/office/officeart/2005/8/layout/vList4"/>
    <dgm:cxn modelId="{C7BF852C-9566-4AA6-AA12-46DA4A5C0295}" type="presOf" srcId="{A66480AC-C0DE-4E5E-9ECD-9AE37E3FCB79}" destId="{E201FBA7-5BD6-47E9-9F80-8967D9C39815}" srcOrd="0" destOrd="0" presId="urn:microsoft.com/office/officeart/2005/8/layout/vList4"/>
    <dgm:cxn modelId="{6DD70230-C43F-4FAA-B590-AB7DC23E6DD1}" type="presOf" srcId="{3CC73758-10C1-47F8-AFA7-1A986D4DDD60}" destId="{07D2D384-D31B-4DE7-AB22-0F2906CCA953}" srcOrd="0" destOrd="0" presId="urn:microsoft.com/office/officeart/2005/8/layout/vList4"/>
    <dgm:cxn modelId="{5EDA943F-300F-408A-A52E-3D5140FD5C22}" srcId="{3CC73758-10C1-47F8-AFA7-1A986D4DDD60}" destId="{FD9CA14A-483C-4869-B0C1-7C5FB7EEDBCC}" srcOrd="0" destOrd="0" parTransId="{8182A92F-45BA-4CD1-8E43-0B0810A50FEB}" sibTransId="{914BB93C-EA8A-4B5B-8F06-30DA7C7F4B7B}"/>
    <dgm:cxn modelId="{269BC85C-7231-4CBD-AA34-918827143E7C}" type="presOf" srcId="{FD9CA14A-483C-4869-B0C1-7C5FB7EEDBCC}" destId="{07D2D384-D31B-4DE7-AB22-0F2906CCA953}" srcOrd="0" destOrd="1" presId="urn:microsoft.com/office/officeart/2005/8/layout/vList4"/>
    <dgm:cxn modelId="{4A69F85D-5C15-48FD-893A-B3050E1BADEB}" srcId="{A66480AC-C0DE-4E5E-9ECD-9AE37E3FCB79}" destId="{3CC73758-10C1-47F8-AFA7-1A986D4DDD60}" srcOrd="2" destOrd="0" parTransId="{FF6AE4B6-4A2F-49EE-9316-9AF55E77838B}" sibTransId="{D8170BBA-6035-4773-8431-FEDD687647FF}"/>
    <dgm:cxn modelId="{F51B8364-6B86-4479-84A8-9B6238F16A96}" type="presOf" srcId="{91969DED-4CB8-4A14-A50B-3F7B848E46B5}" destId="{CE5635DD-D119-4AA5-B28A-34922D81C24B}" srcOrd="0" destOrd="0" presId="urn:microsoft.com/office/officeart/2005/8/layout/vList4"/>
    <dgm:cxn modelId="{D3D81948-D963-4D1E-AE16-9705EAF510FC}" srcId="{A66480AC-C0DE-4E5E-9ECD-9AE37E3FCB79}" destId="{A8C03FBB-4A75-4460-AEA6-DEAEB9C61496}" srcOrd="0" destOrd="0" parTransId="{4E972F7F-4B1B-47AA-A25B-1FFC561F1C76}" sibTransId="{67361508-930A-4A23-8CFC-BB56DA645C3C}"/>
    <dgm:cxn modelId="{1B96D34A-12A8-4D77-9973-8D034BAD747D}" type="presOf" srcId="{8A04F340-E8E1-4146-9905-E7ADCAEAABD7}" destId="{CE5635DD-D119-4AA5-B28A-34922D81C24B}" srcOrd="0" destOrd="1" presId="urn:microsoft.com/office/officeart/2005/8/layout/vList4"/>
    <dgm:cxn modelId="{8601C36B-AB01-4697-92DF-33A7E7F2D822}" type="presOf" srcId="{FD9CA14A-483C-4869-B0C1-7C5FB7EEDBCC}" destId="{457D4F21-C288-46F9-985D-CBC147454713}" srcOrd="1" destOrd="1" presId="urn:microsoft.com/office/officeart/2005/8/layout/vList4"/>
    <dgm:cxn modelId="{8E16D47A-BAAF-4803-B816-3B90D837CAED}" type="presOf" srcId="{A8C03FBB-4A75-4460-AEA6-DEAEB9C61496}" destId="{5FBA1F4A-2817-4DA0-9374-B5AAB9E91509}" srcOrd="1" destOrd="0" presId="urn:microsoft.com/office/officeart/2005/8/layout/vList4"/>
    <dgm:cxn modelId="{951C7197-4021-4D8B-A8A4-B2718F92FA02}" type="presOf" srcId="{5E71F362-34DF-4EEC-92A3-0EFE450E05E4}" destId="{5FBA1F4A-2817-4DA0-9374-B5AAB9E91509}" srcOrd="1" destOrd="1" presId="urn:microsoft.com/office/officeart/2005/8/layout/vList4"/>
    <dgm:cxn modelId="{4F4F82A2-02F1-492B-96C1-46C070BEFCE3}" srcId="{A66480AC-C0DE-4E5E-9ECD-9AE37E3FCB79}" destId="{D2FE027B-4161-41E1-B4D4-02AECB2E3FA0}" srcOrd="3" destOrd="0" parTransId="{88680CFE-3CE0-4842-B3D3-716D3B671238}" sibTransId="{4D59E06B-629C-40B5-96D3-423B7A56C945}"/>
    <dgm:cxn modelId="{FBE6C3A5-B4E0-47F5-9B9A-F9DD5AF8295A}" type="presOf" srcId="{3CC73758-10C1-47F8-AFA7-1A986D4DDD60}" destId="{457D4F21-C288-46F9-985D-CBC147454713}" srcOrd="1" destOrd="0" presId="urn:microsoft.com/office/officeart/2005/8/layout/vList4"/>
    <dgm:cxn modelId="{F56164B4-11E5-48F5-B2F9-33073E70362A}" type="presOf" srcId="{91969DED-4CB8-4A14-A50B-3F7B848E46B5}" destId="{05346790-952D-49AF-9B3A-5AC441C674D5}" srcOrd="1" destOrd="0" presId="urn:microsoft.com/office/officeart/2005/8/layout/vList4"/>
    <dgm:cxn modelId="{B99CA6C9-28D1-4DDB-B8EC-AED73AD115CA}" srcId="{A8C03FBB-4A75-4460-AEA6-DEAEB9C61496}" destId="{5E71F362-34DF-4EEC-92A3-0EFE450E05E4}" srcOrd="0" destOrd="0" parTransId="{8E5EE4D1-908E-455C-B8B3-281AD42DEC9A}" sibTransId="{B208B24A-E9FD-40A9-B764-FB7C2B7ED8B9}"/>
    <dgm:cxn modelId="{DDCC89CE-4489-4F5E-B7F4-198C6547C208}" type="presOf" srcId="{D2FE027B-4161-41E1-B4D4-02AECB2E3FA0}" destId="{0166276F-EF4B-4273-8C5F-2E23B4A0948F}" srcOrd="1" destOrd="0" presId="urn:microsoft.com/office/officeart/2005/8/layout/vList4"/>
    <dgm:cxn modelId="{537F2ED0-8BD0-4AD5-B60D-89B660EDA1AC}" srcId="{A66480AC-C0DE-4E5E-9ECD-9AE37E3FCB79}" destId="{91969DED-4CB8-4A14-A50B-3F7B848E46B5}" srcOrd="1" destOrd="0" parTransId="{441CD73D-85E1-42A6-BCF8-362A3247E2F3}" sibTransId="{81CA8AA2-C0C3-4381-BA8B-413EDD578B83}"/>
    <dgm:cxn modelId="{2EA497D5-587C-4B05-B1B3-1B374167A1DE}" type="presOf" srcId="{D2FE027B-4161-41E1-B4D4-02AECB2E3FA0}" destId="{46744611-8797-4049-AF72-D705D4F257C6}" srcOrd="0" destOrd="0" presId="urn:microsoft.com/office/officeart/2005/8/layout/vList4"/>
    <dgm:cxn modelId="{0638B7F3-4AE9-402E-B11F-8765D49DC270}" type="presOf" srcId="{5E71F362-34DF-4EEC-92A3-0EFE450E05E4}" destId="{EE474AD8-49FF-4B0F-BCCA-865F0A19D3A4}" srcOrd="0" destOrd="1" presId="urn:microsoft.com/office/officeart/2005/8/layout/vList4"/>
    <dgm:cxn modelId="{E636BFFB-0404-4D4B-B3F0-C64FDFD9DDEF}" srcId="{91969DED-4CB8-4A14-A50B-3F7B848E46B5}" destId="{8A04F340-E8E1-4146-9905-E7ADCAEAABD7}" srcOrd="0" destOrd="0" parTransId="{4EBD5EC2-45ED-4ED6-8376-97D155A911AE}" sibTransId="{F9CD2A04-6A34-4104-A971-391788B88F55}"/>
    <dgm:cxn modelId="{24CA2BEA-8DDA-45E4-BF28-30ADF0F71E7C}" type="presParOf" srcId="{E201FBA7-5BD6-47E9-9F80-8967D9C39815}" destId="{11700981-9418-422E-A942-8550B3E88068}" srcOrd="0" destOrd="0" presId="urn:microsoft.com/office/officeart/2005/8/layout/vList4"/>
    <dgm:cxn modelId="{EEFAD805-A727-48ED-B998-38FB853A59C3}" type="presParOf" srcId="{11700981-9418-422E-A942-8550B3E88068}" destId="{EE474AD8-49FF-4B0F-BCCA-865F0A19D3A4}" srcOrd="0" destOrd="0" presId="urn:microsoft.com/office/officeart/2005/8/layout/vList4"/>
    <dgm:cxn modelId="{9ADF47F1-1D00-4687-A16C-67F55C0B73B3}" type="presParOf" srcId="{11700981-9418-422E-A942-8550B3E88068}" destId="{1DD2D934-3D7E-4F0F-B775-48EBC3C84A50}" srcOrd="1" destOrd="0" presId="urn:microsoft.com/office/officeart/2005/8/layout/vList4"/>
    <dgm:cxn modelId="{73AA1A72-16D5-40B1-84A8-378EEEAB6A52}" type="presParOf" srcId="{11700981-9418-422E-A942-8550B3E88068}" destId="{5FBA1F4A-2817-4DA0-9374-B5AAB9E91509}" srcOrd="2" destOrd="0" presId="urn:microsoft.com/office/officeart/2005/8/layout/vList4"/>
    <dgm:cxn modelId="{3E942E7D-31B2-4318-BE02-E9C5C60D1687}" type="presParOf" srcId="{E201FBA7-5BD6-47E9-9F80-8967D9C39815}" destId="{DC721721-7CA8-4C11-BA06-D34C434AB709}" srcOrd="1" destOrd="0" presId="urn:microsoft.com/office/officeart/2005/8/layout/vList4"/>
    <dgm:cxn modelId="{7B9B3B3C-40BF-44C4-8035-F51AFC89B0F1}" type="presParOf" srcId="{E201FBA7-5BD6-47E9-9F80-8967D9C39815}" destId="{723C1D35-8AA4-4DF2-9D47-37FF79B42315}" srcOrd="2" destOrd="0" presId="urn:microsoft.com/office/officeart/2005/8/layout/vList4"/>
    <dgm:cxn modelId="{FF947ED9-732F-432C-A2DF-AA9C9BAE147D}" type="presParOf" srcId="{723C1D35-8AA4-4DF2-9D47-37FF79B42315}" destId="{CE5635DD-D119-4AA5-B28A-34922D81C24B}" srcOrd="0" destOrd="0" presId="urn:microsoft.com/office/officeart/2005/8/layout/vList4"/>
    <dgm:cxn modelId="{7FCD4895-3C9E-4EF5-8F0D-375B458D9F59}" type="presParOf" srcId="{723C1D35-8AA4-4DF2-9D47-37FF79B42315}" destId="{21F0F92F-6DDC-49BD-88C5-E8EBBBD51DAD}" srcOrd="1" destOrd="0" presId="urn:microsoft.com/office/officeart/2005/8/layout/vList4"/>
    <dgm:cxn modelId="{D8447A68-E28E-47E1-842B-2915FF836722}" type="presParOf" srcId="{723C1D35-8AA4-4DF2-9D47-37FF79B42315}" destId="{05346790-952D-49AF-9B3A-5AC441C674D5}" srcOrd="2" destOrd="0" presId="urn:microsoft.com/office/officeart/2005/8/layout/vList4"/>
    <dgm:cxn modelId="{6821336A-CAA3-4897-8A43-2A8CB0401F67}" type="presParOf" srcId="{E201FBA7-5BD6-47E9-9F80-8967D9C39815}" destId="{9732FF6B-015B-4815-8F84-D36D6B9CA20F}" srcOrd="3" destOrd="0" presId="urn:microsoft.com/office/officeart/2005/8/layout/vList4"/>
    <dgm:cxn modelId="{C49519F5-B6C9-4B78-A9BE-04F5F43751DE}" type="presParOf" srcId="{E201FBA7-5BD6-47E9-9F80-8967D9C39815}" destId="{F7EB6B55-13E7-45E5-9CE9-B697E996621E}" srcOrd="4" destOrd="0" presId="urn:microsoft.com/office/officeart/2005/8/layout/vList4"/>
    <dgm:cxn modelId="{52DD83DF-5466-432C-A3A5-F08E6A66EB49}" type="presParOf" srcId="{F7EB6B55-13E7-45E5-9CE9-B697E996621E}" destId="{07D2D384-D31B-4DE7-AB22-0F2906CCA953}" srcOrd="0" destOrd="0" presId="urn:microsoft.com/office/officeart/2005/8/layout/vList4"/>
    <dgm:cxn modelId="{33DF0B92-7717-4141-8BF6-14630F772C97}" type="presParOf" srcId="{F7EB6B55-13E7-45E5-9CE9-B697E996621E}" destId="{BB177B60-739F-4070-8EFC-33146C1A5496}" srcOrd="1" destOrd="0" presId="urn:microsoft.com/office/officeart/2005/8/layout/vList4"/>
    <dgm:cxn modelId="{0A8BA9E8-D139-465F-AC26-A4E316E06EAB}" type="presParOf" srcId="{F7EB6B55-13E7-45E5-9CE9-B697E996621E}" destId="{457D4F21-C288-46F9-985D-CBC147454713}" srcOrd="2" destOrd="0" presId="urn:microsoft.com/office/officeart/2005/8/layout/vList4"/>
    <dgm:cxn modelId="{D0AAE905-7B8D-4E19-A8EA-1FBEFF861C28}" type="presParOf" srcId="{E201FBA7-5BD6-47E9-9F80-8967D9C39815}" destId="{17E54E1A-24A9-4BAC-BEE0-6DA22CCEB64E}" srcOrd="5" destOrd="0" presId="urn:microsoft.com/office/officeart/2005/8/layout/vList4"/>
    <dgm:cxn modelId="{C274CA92-57D8-4D54-A870-57B2C2C790D5}" type="presParOf" srcId="{E201FBA7-5BD6-47E9-9F80-8967D9C39815}" destId="{7C23E3AA-A292-4355-BA06-E1C0C03719E1}" srcOrd="6" destOrd="0" presId="urn:microsoft.com/office/officeart/2005/8/layout/vList4"/>
    <dgm:cxn modelId="{673DA00E-49AF-4635-B213-8E928166C0F2}" type="presParOf" srcId="{7C23E3AA-A292-4355-BA06-E1C0C03719E1}" destId="{46744611-8797-4049-AF72-D705D4F257C6}" srcOrd="0" destOrd="0" presId="urn:microsoft.com/office/officeart/2005/8/layout/vList4"/>
    <dgm:cxn modelId="{2D6E1B38-BE7D-4C97-882E-B8FEC3193770}" type="presParOf" srcId="{7C23E3AA-A292-4355-BA06-E1C0C03719E1}" destId="{670411D1-436D-42ED-8630-3E2D3F8573CC}" srcOrd="1" destOrd="0" presId="urn:microsoft.com/office/officeart/2005/8/layout/vList4"/>
    <dgm:cxn modelId="{4D24D510-F2C1-46E4-9AA0-640B2A4346B9}" type="presParOf" srcId="{7C23E3AA-A292-4355-BA06-E1C0C03719E1}" destId="{0166276F-EF4B-4273-8C5F-2E23B4A0948F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474AD8-49FF-4B0F-BCCA-865F0A19D3A4}">
      <dsp:nvSpPr>
        <dsp:cNvPr id="0" name=""/>
        <dsp:cNvSpPr/>
      </dsp:nvSpPr>
      <dsp:spPr>
        <a:xfrm>
          <a:off x="0" y="0"/>
          <a:ext cx="4892675" cy="8095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8288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1" kern="1200" dirty="0"/>
            <a:t>Q3</a:t>
          </a:r>
        </a:p>
        <a:p>
          <a:pPr marL="365760" lvl="1" indent="-17145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Market research</a:t>
          </a:r>
        </a:p>
      </dsp:txBody>
      <dsp:txXfrm>
        <a:off x="1059486" y="0"/>
        <a:ext cx="3833188" cy="809519"/>
      </dsp:txXfrm>
    </dsp:sp>
    <dsp:sp modelId="{1DD2D934-3D7E-4F0F-B775-48EBC3C84A50}">
      <dsp:nvSpPr>
        <dsp:cNvPr id="0" name=""/>
        <dsp:cNvSpPr/>
      </dsp:nvSpPr>
      <dsp:spPr>
        <a:xfrm>
          <a:off x="80951" y="80951"/>
          <a:ext cx="978535" cy="64761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4000" b="-4000"/>
          </a:stretch>
        </a:blip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5635DD-D119-4AA5-B28A-34922D81C24B}">
      <dsp:nvSpPr>
        <dsp:cNvPr id="0" name=""/>
        <dsp:cNvSpPr/>
      </dsp:nvSpPr>
      <dsp:spPr>
        <a:xfrm>
          <a:off x="0" y="890471"/>
          <a:ext cx="4892675" cy="8095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8288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1" kern="1200" dirty="0"/>
            <a:t>Q4</a:t>
          </a:r>
        </a:p>
        <a:p>
          <a:pPr marL="365760" lvl="1" indent="-17145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Product development</a:t>
          </a:r>
        </a:p>
      </dsp:txBody>
      <dsp:txXfrm>
        <a:off x="1059486" y="890471"/>
        <a:ext cx="3833188" cy="809519"/>
      </dsp:txXfrm>
    </dsp:sp>
    <dsp:sp modelId="{21F0F92F-6DDC-49BD-88C5-E8EBBBD51DAD}">
      <dsp:nvSpPr>
        <dsp:cNvPr id="0" name=""/>
        <dsp:cNvSpPr/>
      </dsp:nvSpPr>
      <dsp:spPr>
        <a:xfrm>
          <a:off x="80951" y="971423"/>
          <a:ext cx="978535" cy="64761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5000" b="-5000"/>
          </a:stretch>
        </a:blip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D2D384-D31B-4DE7-AB22-0F2906CCA953}">
      <dsp:nvSpPr>
        <dsp:cNvPr id="0" name=""/>
        <dsp:cNvSpPr/>
      </dsp:nvSpPr>
      <dsp:spPr>
        <a:xfrm>
          <a:off x="0" y="1780943"/>
          <a:ext cx="4892675" cy="8095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8288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1" kern="1200" dirty="0"/>
            <a:t>Q1</a:t>
          </a:r>
        </a:p>
        <a:p>
          <a:pPr marL="365760" lvl="1" indent="-17145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User testing</a:t>
          </a:r>
        </a:p>
      </dsp:txBody>
      <dsp:txXfrm>
        <a:off x="1059486" y="1780943"/>
        <a:ext cx="3833188" cy="809519"/>
      </dsp:txXfrm>
    </dsp:sp>
    <dsp:sp modelId="{BB177B60-739F-4070-8EFC-33146C1A5496}">
      <dsp:nvSpPr>
        <dsp:cNvPr id="0" name=""/>
        <dsp:cNvSpPr/>
      </dsp:nvSpPr>
      <dsp:spPr>
        <a:xfrm>
          <a:off x="80951" y="1861895"/>
          <a:ext cx="978535" cy="64761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5000" b="-5000"/>
          </a:stretch>
        </a:blip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744611-8797-4049-AF72-D705D4F257C6}">
      <dsp:nvSpPr>
        <dsp:cNvPr id="0" name=""/>
        <dsp:cNvSpPr/>
      </dsp:nvSpPr>
      <dsp:spPr>
        <a:xfrm>
          <a:off x="0" y="2671414"/>
          <a:ext cx="4892675" cy="8095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8288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1" kern="1200" dirty="0"/>
            <a:t>Q2</a:t>
          </a:r>
        </a:p>
        <a:p>
          <a:pPr marL="365760" lvl="1" indent="-17145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Product launch</a:t>
          </a:r>
        </a:p>
      </dsp:txBody>
      <dsp:txXfrm>
        <a:off x="1059486" y="2671414"/>
        <a:ext cx="3833188" cy="809519"/>
      </dsp:txXfrm>
    </dsp:sp>
    <dsp:sp modelId="{670411D1-436D-42ED-8630-3E2D3F8573CC}">
      <dsp:nvSpPr>
        <dsp:cNvPr id="0" name=""/>
        <dsp:cNvSpPr/>
      </dsp:nvSpPr>
      <dsp:spPr>
        <a:xfrm>
          <a:off x="80951" y="2752366"/>
          <a:ext cx="978535" cy="64761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 t="-5000" b="-5000"/>
          </a:stretch>
        </a:blip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474AD8-49FF-4B0F-BCCA-865F0A19D3A4}">
      <dsp:nvSpPr>
        <dsp:cNvPr id="0" name=""/>
        <dsp:cNvSpPr/>
      </dsp:nvSpPr>
      <dsp:spPr>
        <a:xfrm>
          <a:off x="0" y="0"/>
          <a:ext cx="4892675" cy="8095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8288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1" kern="1200" dirty="0"/>
            <a:t>Q3</a:t>
          </a:r>
        </a:p>
        <a:p>
          <a:pPr marL="365760" lvl="1" indent="-17145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Market research</a:t>
          </a:r>
        </a:p>
      </dsp:txBody>
      <dsp:txXfrm>
        <a:off x="1059486" y="0"/>
        <a:ext cx="3833188" cy="809519"/>
      </dsp:txXfrm>
    </dsp:sp>
    <dsp:sp modelId="{1DD2D934-3D7E-4F0F-B775-48EBC3C84A50}">
      <dsp:nvSpPr>
        <dsp:cNvPr id="0" name=""/>
        <dsp:cNvSpPr/>
      </dsp:nvSpPr>
      <dsp:spPr>
        <a:xfrm>
          <a:off x="80951" y="80951"/>
          <a:ext cx="978535" cy="64761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4000" b="-4000"/>
          </a:stretch>
        </a:blip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5635DD-D119-4AA5-B28A-34922D81C24B}">
      <dsp:nvSpPr>
        <dsp:cNvPr id="0" name=""/>
        <dsp:cNvSpPr/>
      </dsp:nvSpPr>
      <dsp:spPr>
        <a:xfrm>
          <a:off x="0" y="890471"/>
          <a:ext cx="4892675" cy="8095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8288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1" kern="1200" dirty="0"/>
            <a:t>Q4</a:t>
          </a:r>
        </a:p>
        <a:p>
          <a:pPr marL="365760" lvl="1" indent="-17145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Product development</a:t>
          </a:r>
        </a:p>
      </dsp:txBody>
      <dsp:txXfrm>
        <a:off x="1059486" y="890471"/>
        <a:ext cx="3833188" cy="809519"/>
      </dsp:txXfrm>
    </dsp:sp>
    <dsp:sp modelId="{21F0F92F-6DDC-49BD-88C5-E8EBBBD51DAD}">
      <dsp:nvSpPr>
        <dsp:cNvPr id="0" name=""/>
        <dsp:cNvSpPr/>
      </dsp:nvSpPr>
      <dsp:spPr>
        <a:xfrm>
          <a:off x="80951" y="971423"/>
          <a:ext cx="978535" cy="64761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5000" b="-5000"/>
          </a:stretch>
        </a:blip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D2D384-D31B-4DE7-AB22-0F2906CCA953}">
      <dsp:nvSpPr>
        <dsp:cNvPr id="0" name=""/>
        <dsp:cNvSpPr/>
      </dsp:nvSpPr>
      <dsp:spPr>
        <a:xfrm>
          <a:off x="0" y="1780943"/>
          <a:ext cx="4892675" cy="8095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8288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1" kern="1200" dirty="0"/>
            <a:t>Q1</a:t>
          </a:r>
        </a:p>
        <a:p>
          <a:pPr marL="365760" lvl="1" indent="-17145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User testing</a:t>
          </a:r>
        </a:p>
      </dsp:txBody>
      <dsp:txXfrm>
        <a:off x="1059486" y="1780943"/>
        <a:ext cx="3833188" cy="809519"/>
      </dsp:txXfrm>
    </dsp:sp>
    <dsp:sp modelId="{BB177B60-739F-4070-8EFC-33146C1A5496}">
      <dsp:nvSpPr>
        <dsp:cNvPr id="0" name=""/>
        <dsp:cNvSpPr/>
      </dsp:nvSpPr>
      <dsp:spPr>
        <a:xfrm>
          <a:off x="80951" y="1861895"/>
          <a:ext cx="978535" cy="64761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5000" b="-5000"/>
          </a:stretch>
        </a:blip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744611-8797-4049-AF72-D705D4F257C6}">
      <dsp:nvSpPr>
        <dsp:cNvPr id="0" name=""/>
        <dsp:cNvSpPr/>
      </dsp:nvSpPr>
      <dsp:spPr>
        <a:xfrm>
          <a:off x="0" y="2671414"/>
          <a:ext cx="4892675" cy="8095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8288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1" kern="1200" dirty="0"/>
            <a:t>Q2</a:t>
          </a:r>
        </a:p>
        <a:p>
          <a:pPr marL="365760" lvl="1" indent="-17145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Product launch</a:t>
          </a:r>
        </a:p>
      </dsp:txBody>
      <dsp:txXfrm>
        <a:off x="1059486" y="2671414"/>
        <a:ext cx="3833188" cy="809519"/>
      </dsp:txXfrm>
    </dsp:sp>
    <dsp:sp modelId="{670411D1-436D-42ED-8630-3E2D3F8573CC}">
      <dsp:nvSpPr>
        <dsp:cNvPr id="0" name=""/>
        <dsp:cNvSpPr/>
      </dsp:nvSpPr>
      <dsp:spPr>
        <a:xfrm>
          <a:off x="80951" y="2752366"/>
          <a:ext cx="978535" cy="64761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 t="-5000" b="-5000"/>
          </a:stretch>
        </a:blip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474AD8-49FF-4B0F-BCCA-865F0A19D3A4}">
      <dsp:nvSpPr>
        <dsp:cNvPr id="0" name=""/>
        <dsp:cNvSpPr/>
      </dsp:nvSpPr>
      <dsp:spPr>
        <a:xfrm>
          <a:off x="0" y="0"/>
          <a:ext cx="4892675" cy="8095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8288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1" kern="1200" dirty="0"/>
            <a:t>Q3</a:t>
          </a:r>
        </a:p>
        <a:p>
          <a:pPr marL="365760" lvl="1" indent="-17145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Market research</a:t>
          </a:r>
        </a:p>
      </dsp:txBody>
      <dsp:txXfrm>
        <a:off x="1059486" y="0"/>
        <a:ext cx="3833188" cy="809519"/>
      </dsp:txXfrm>
    </dsp:sp>
    <dsp:sp modelId="{1DD2D934-3D7E-4F0F-B775-48EBC3C84A50}">
      <dsp:nvSpPr>
        <dsp:cNvPr id="0" name=""/>
        <dsp:cNvSpPr/>
      </dsp:nvSpPr>
      <dsp:spPr>
        <a:xfrm>
          <a:off x="80951" y="80951"/>
          <a:ext cx="978535" cy="64761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4000" b="-4000"/>
          </a:stretch>
        </a:blip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5635DD-D119-4AA5-B28A-34922D81C24B}">
      <dsp:nvSpPr>
        <dsp:cNvPr id="0" name=""/>
        <dsp:cNvSpPr/>
      </dsp:nvSpPr>
      <dsp:spPr>
        <a:xfrm>
          <a:off x="0" y="890471"/>
          <a:ext cx="4892675" cy="8095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8288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1" kern="1200" dirty="0"/>
            <a:t>Q4</a:t>
          </a:r>
        </a:p>
        <a:p>
          <a:pPr marL="365760" lvl="1" indent="-17145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Product development</a:t>
          </a:r>
        </a:p>
      </dsp:txBody>
      <dsp:txXfrm>
        <a:off x="1059486" y="890471"/>
        <a:ext cx="3833188" cy="809519"/>
      </dsp:txXfrm>
    </dsp:sp>
    <dsp:sp modelId="{21F0F92F-6DDC-49BD-88C5-E8EBBBD51DAD}">
      <dsp:nvSpPr>
        <dsp:cNvPr id="0" name=""/>
        <dsp:cNvSpPr/>
      </dsp:nvSpPr>
      <dsp:spPr>
        <a:xfrm>
          <a:off x="80951" y="971423"/>
          <a:ext cx="978535" cy="64761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5000" b="-5000"/>
          </a:stretch>
        </a:blip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D2D384-D31B-4DE7-AB22-0F2906CCA953}">
      <dsp:nvSpPr>
        <dsp:cNvPr id="0" name=""/>
        <dsp:cNvSpPr/>
      </dsp:nvSpPr>
      <dsp:spPr>
        <a:xfrm>
          <a:off x="0" y="1780943"/>
          <a:ext cx="4892675" cy="8095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8288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1" kern="1200" dirty="0"/>
            <a:t>Q1</a:t>
          </a:r>
        </a:p>
        <a:p>
          <a:pPr marL="365760" lvl="1" indent="-17145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User testing</a:t>
          </a:r>
        </a:p>
      </dsp:txBody>
      <dsp:txXfrm>
        <a:off x="1059486" y="1780943"/>
        <a:ext cx="3833188" cy="809519"/>
      </dsp:txXfrm>
    </dsp:sp>
    <dsp:sp modelId="{BB177B60-739F-4070-8EFC-33146C1A5496}">
      <dsp:nvSpPr>
        <dsp:cNvPr id="0" name=""/>
        <dsp:cNvSpPr/>
      </dsp:nvSpPr>
      <dsp:spPr>
        <a:xfrm>
          <a:off x="80951" y="1861895"/>
          <a:ext cx="978535" cy="64761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5000" b="-5000"/>
          </a:stretch>
        </a:blip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744611-8797-4049-AF72-D705D4F257C6}">
      <dsp:nvSpPr>
        <dsp:cNvPr id="0" name=""/>
        <dsp:cNvSpPr/>
      </dsp:nvSpPr>
      <dsp:spPr>
        <a:xfrm>
          <a:off x="0" y="2671414"/>
          <a:ext cx="4892675" cy="8095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8288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1" kern="1200" dirty="0"/>
            <a:t>Q2</a:t>
          </a:r>
        </a:p>
        <a:p>
          <a:pPr marL="365760" lvl="1" indent="-17145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Product launch</a:t>
          </a:r>
        </a:p>
      </dsp:txBody>
      <dsp:txXfrm>
        <a:off x="1059486" y="2671414"/>
        <a:ext cx="3833188" cy="809519"/>
      </dsp:txXfrm>
    </dsp:sp>
    <dsp:sp modelId="{670411D1-436D-42ED-8630-3E2D3F8573CC}">
      <dsp:nvSpPr>
        <dsp:cNvPr id="0" name=""/>
        <dsp:cNvSpPr/>
      </dsp:nvSpPr>
      <dsp:spPr>
        <a:xfrm>
          <a:off x="80951" y="2752366"/>
          <a:ext cx="978535" cy="64761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 t="-5000" b="-5000"/>
          </a:stretch>
        </a:blip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7C6B4B7-5B04-9AD8-5D6A-8846B9A2BA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0FBE4B-FBF7-BD1A-139F-83C286BC84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00BAC-FB81-492E-97B7-A02B7B36BE0F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19583-E7E7-5714-7287-DE2308D2A6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49DF6-D32F-D283-FFE9-E677A74D18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67EC48-817D-441E-A589-E61E6F198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6577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0A0D5-8F98-4CC1-A28E-021F0B6B475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3C52C-5E29-41AF-BAA3-8217E886D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61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289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159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973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BF63F-D7E1-5B66-A35A-A15AAFD7E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19C04-03E9-10F0-993D-805BD0F73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7141E-8F94-3EF2-97B0-4EDE44796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BC62F-0F69-C176-1A65-4749B6E6B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449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4C02-A582-1101-521E-880A77E74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5B78F-1EF8-AFC5-1438-ABB8F6079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468880-7E3F-581B-B9B4-2A3ADF324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9BDEE-DD6F-3E49-AEC6-EA2CCD79C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0442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442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4797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860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EE861-5327-EC73-B29D-94CA9E298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29D56-0D1D-ED1F-E1D9-864D8E4A7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27EF0-4DD0-A10B-4B7E-D4529A902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82169-35C1-5EC1-B3D1-69299315C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187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8088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B4C81-F173-AB79-65E1-6C4662DAB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C8C5DB-DAF2-E165-7467-086067DA0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839341-6A7C-F4C0-9E8E-B104135CD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12C2D-0741-E78B-A15C-DB797BA0A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008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6774A-1F56-76A2-BFB6-D241FDBC0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64FE4-C3A7-ED29-6A3A-56760DF87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B2764-9E00-2336-7C75-06D50EC4F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B023F-252E-F530-AB00-6BB215165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0891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291B5-22FD-E08E-87CF-1E397D969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D62BA-3BD6-DC9A-2027-34C383582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35348-A709-BEB4-D5FE-1DCE019F2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A427D-977B-4B99-E3F9-0752FB7D4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2621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70A3C-2DF8-2218-914B-E52B4F3B7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88FA49-697B-869A-96F4-C96EE3D95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D5B51-9970-5410-FE69-3D1AB4065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1B081-78E9-4E64-A263-B12B4F85E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4167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2A01C-5E94-59D7-D70B-3F663B2F0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CC219-9330-34BB-7E7C-21160E967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6D745F-F616-2BEF-B25D-CE7601198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EAE6E-8435-19F9-8900-10AD6EADE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5372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F875F-2C0D-3A2F-30A1-FBEA71C5B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816CE8-BF52-2752-26DF-138C64849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2CC1D1-3698-68DD-C414-47FA6839D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C4CED-3C0A-2AAE-D077-E7FB381E8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2233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BF45E-8CC2-4EE8-5D23-6EA0CCEF8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24545C-3F21-019D-4F84-85F643509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901391-E0A5-0C52-545F-72E9C1A32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F344F-3E5E-904D-A92C-F06255183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7615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A6BE8-46D2-94EC-9810-AF1161471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3A2330-4F28-3013-3890-F7F1F08D4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24E82-0D2A-E033-C9AE-7A25456A4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C1767-3478-7A7A-3461-ACA478CE9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1142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F315A-55E6-6D63-A050-90023207F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B8364-3A0E-0A33-185A-35F02A492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1CF0D-7639-3E34-59C2-69F819C5A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D3062-1539-571B-6A79-08DA58480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6516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1C1ED-88CF-D11E-E957-74FC2F8AA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5CF59-B38A-D24E-B2FF-E83CEA65D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1A521-B6F7-506A-B824-814818DBB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8B53D-4F2D-3EDB-8AF0-D49EFB154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5419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B425E-C177-CF23-F08D-340EF2784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ED8A0-8226-9466-224D-1223D2EA5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6AE43F-B305-26D9-4144-F37E6BED7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A78B6-54EB-7F8C-083A-7F984714D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2304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A50D1-81DB-3C61-A5DB-ECDA58481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F6E26-C815-AFC4-FE69-A44B72743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D2948-AB11-3680-C08E-A554995D4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4FCD1-627E-1F40-E067-113F540DD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3265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1EB80-CF66-609F-E7C6-A623B58A4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30921-78B9-18F1-1E64-93CFB0D4B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1E0FE0-3911-19F5-11E6-093ABD2BB0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95951-A25D-1EE8-42FB-22365D3FF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7532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C5537-C643-E540-698D-4FAF1F8D1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3429B-7138-7158-4F45-F0C1CF3E6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D61E0-1E20-773E-E3D9-C6E6C7756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171C6-8B99-B3A0-AEAB-303CD47D0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5683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729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3D69E3-FFC8-340B-E0C7-BAB5168FEF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69" y="3864"/>
            <a:ext cx="12178261" cy="68502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02792" y="0"/>
            <a:ext cx="10186416" cy="6858000"/>
          </a:xfrm>
        </p:spPr>
        <p:txBody>
          <a:bodyPr tIns="91440" anchor="ctr">
            <a:noAutofit/>
          </a:bodyPr>
          <a:lstStyle>
            <a:lvl1pPr algn="ctr">
              <a:defRPr sz="72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1712284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411DD4-DAC6-3F0A-375C-8734155CED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208" y="4054"/>
            <a:ext cx="12177584" cy="684989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1816" y="451406"/>
            <a:ext cx="594360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01211" y="1182614"/>
            <a:ext cx="4832430" cy="82296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605066B-CAE4-A78C-2A64-12177259717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01213" y="2372810"/>
            <a:ext cx="4832428" cy="3819646"/>
          </a:xfrm>
        </p:spPr>
        <p:txBody>
          <a:bodyPr tIns="182880">
            <a:norm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accent6">
                    <a:lumMod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D46A0E-C4E1-C08D-1AFA-FC41F2BDC2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741" y="1542"/>
            <a:ext cx="12186518" cy="68549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300" y="612648"/>
            <a:ext cx="11201400" cy="3566160"/>
          </a:xfrm>
        </p:spPr>
        <p:txBody>
          <a:bodyPr bIns="0" anchor="b">
            <a:noAutofit/>
          </a:bodyPr>
          <a:lstStyle>
            <a:lvl1pPr algn="ctr">
              <a:defRPr sz="7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50088" y="4688450"/>
            <a:ext cx="4832431" cy="941832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76130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D07426-496A-EEDB-DB53-15DA6D9537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45" y="2894"/>
            <a:ext cx="12181710" cy="68522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81154" y="451406"/>
            <a:ext cx="914211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81516" y="1193716"/>
            <a:ext cx="7964903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9921446-DF3F-3352-E38A-4ADECA56C50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65475" y="2556387"/>
            <a:ext cx="8237726" cy="351421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  <a:lvl2pPr marL="283464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2pPr>
            <a:lvl3pPr marL="12001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3pPr>
            <a:lvl4pPr marL="16573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4pPr>
            <a:lvl5pPr marL="21145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29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BB1BAA-0BBA-094D-36BB-52209C5744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3775" y="-7257"/>
            <a:ext cx="12169463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00280" y="532435"/>
            <a:ext cx="5924874" cy="58683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106E5D-F0FF-0F55-C4FF-7DD177C58C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20654" y="960120"/>
            <a:ext cx="4621593" cy="3145536"/>
          </a:xfrm>
        </p:spPr>
        <p:txBody>
          <a:bodyPr/>
          <a:lstStyle>
            <a:lvl1pPr algn="ctr">
              <a:defRPr sz="54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6AF09F6-0A31-C3AA-DF3A-7E062458EA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20654" y="4768520"/>
            <a:ext cx="4621593" cy="729206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9E30A96-253C-806E-DA56-9C892971C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1499" y="-8626"/>
            <a:ext cx="4227271" cy="688975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5840" y="5803095"/>
            <a:ext cx="1969178" cy="131558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336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1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81E90A88-865C-F9ED-C2BB-25421BBEA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15060"/>
            <a:ext cx="10149840" cy="91440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BA3B1C17-899D-2FE2-0B01-60643853FB4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78721" y="2301069"/>
            <a:ext cx="4892675" cy="3482792"/>
          </a:xfrm>
        </p:spPr>
        <p:txBody>
          <a:bodyPr>
            <a:normAutofit/>
          </a:bodyPr>
          <a:lstStyle>
            <a:lvl1pPr marL="283464" indent="-283464">
              <a:defRPr sz="1800"/>
            </a:lvl1pPr>
            <a:lvl2pPr indent="-283464">
              <a:defRPr sz="1600"/>
            </a:lvl2pPr>
            <a:lvl3pPr indent="-283464">
              <a:defRPr sz="1400"/>
            </a:lvl3pPr>
            <a:lvl4pPr indent="-283464">
              <a:defRPr sz="1200"/>
            </a:lvl4pPr>
            <a:lvl5pPr indent="-283464"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C79FDB-6789-ED7D-E246-96F9F6DC068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7288" y="2301069"/>
            <a:ext cx="4892675" cy="3482792"/>
          </a:xfrm>
        </p:spPr>
        <p:txBody>
          <a:bodyPr>
            <a:normAutofit/>
          </a:bodyPr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lvl1pPr>
            <a:lvl2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400"/>
            </a:lvl3pPr>
            <a:lvl4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4pPr>
            <a:lvl5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750559"/>
            <a:ext cx="1745658" cy="136812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3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1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728253-E3DA-6D81-345D-04C29F7193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45" y="2894"/>
            <a:ext cx="12181710" cy="68522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81154" y="451406"/>
            <a:ext cx="914211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81516" y="1193716"/>
            <a:ext cx="7964903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696E5A-37E4-7844-655B-462912CE36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123" y="-899"/>
            <a:ext cx="1657350" cy="68580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58E6485-C17B-2771-87BA-0398E09E183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165475" y="2555875"/>
            <a:ext cx="8237538" cy="362063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1400"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755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EE5B0F-FC85-2832-52DD-74B32C94F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2700" y="0"/>
            <a:ext cx="12166599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61439" y="451406"/>
            <a:ext cx="10354906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09997" y="1100989"/>
            <a:ext cx="9464150" cy="921683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algn="ctr"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D558C2-5388-26DA-C2BE-AC226426CD2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796158" y="2286688"/>
            <a:ext cx="4160699" cy="4003675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/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2D1E30A-3770-4825-553A-18C9DD79385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13448" y="2286688"/>
            <a:ext cx="4160699" cy="4003675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/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710" y="5811519"/>
            <a:ext cx="1742307" cy="13071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07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Content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7A6BBBB3-641A-CFC0-516F-63B74C40F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15060"/>
            <a:ext cx="10149840" cy="91440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A4C64D22-E188-73F4-E0FE-F09DDC5CB30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979488" y="2311400"/>
            <a:ext cx="7091362" cy="347186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C79FDB-6789-ED7D-E246-96F9F6DC068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445190" y="2301069"/>
            <a:ext cx="2684773" cy="3482792"/>
          </a:xfrm>
        </p:spPr>
        <p:txBody>
          <a:bodyPr>
            <a:normAutofit/>
          </a:bodyPr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lvl1pPr>
            <a:lvl2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400"/>
            </a:lvl3pPr>
            <a:lvl4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4pPr>
            <a:lvl5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882640"/>
            <a:ext cx="1745658" cy="123604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84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3F6EF2A-D737-1D2B-9BD8-C4AFD0408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15060"/>
            <a:ext cx="10149840" cy="91440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A4C64D22-E188-73F4-E0FE-F09DDC5CB30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979488" y="2311400"/>
            <a:ext cx="10149840" cy="34718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882640"/>
            <a:ext cx="1745658" cy="123604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331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807E53-1889-5FED-84AB-36B4B655BF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741" y="1542"/>
            <a:ext cx="12186518" cy="68549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60090" y="1"/>
            <a:ext cx="7626710" cy="6857046"/>
          </a:xfrm>
        </p:spPr>
        <p:txBody>
          <a:bodyPr bIns="0" anchor="ctr">
            <a:noAutofit/>
          </a:bodyPr>
          <a:lstStyle>
            <a:lvl1pPr algn="l">
              <a:defRPr sz="72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64A964A-4098-65AF-D012-2925365FB9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10588" y="-953"/>
            <a:ext cx="3200400" cy="68580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310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3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5DC7EA-10AE-1A0E-D197-CAB9FBAC93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5389" y="0"/>
            <a:ext cx="12166599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5B76D1-7BAB-95CC-D082-E5857BA27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061" y="451406"/>
            <a:ext cx="914211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352415-529E-A5FD-DC37-5D14118B5B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4423" y="1193716"/>
            <a:ext cx="7964903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EF759D5-1499-DEC7-BEAE-9ADBC4D3525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46163" y="2304733"/>
            <a:ext cx="2713037" cy="3760787"/>
          </a:xfrm>
        </p:spPr>
        <p:txBody>
          <a:bodyPr>
            <a:normAutofit/>
          </a:bodyPr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1pPr>
            <a:lvl2pPr marL="50292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2pPr>
            <a:lvl3pPr marL="68580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3pPr>
            <a:lvl4pPr marL="86868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4pPr>
            <a:lvl5pPr marL="105156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4152CA30-831A-8375-BB30-3BC996DB9AE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066468" y="2304733"/>
            <a:ext cx="4972858" cy="3760788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1pPr>
            <a:lvl2pPr marL="7452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2pPr>
            <a:lvl3pPr marL="12024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3pPr>
            <a:lvl4pPr marL="16596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4pPr>
            <a:lvl5pPr marL="21168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5362880-674E-FD38-9934-5A4AAEB49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063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E556C0-01A0-755F-2117-1A2AE6158E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6470"/>
            <a:ext cx="12192000" cy="68450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19" y="70439"/>
            <a:ext cx="12178162" cy="3533581"/>
          </a:xfrm>
        </p:spPr>
        <p:txBody>
          <a:bodyPr anchor="b">
            <a:noAutofit/>
          </a:bodyPr>
          <a:lstStyle>
            <a:lvl1pPr algn="ctr">
              <a:defRPr sz="7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7512F2E-49BF-E18A-D886-72AEA30E1D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1879" y="3645514"/>
            <a:ext cx="8009681" cy="731838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rmAutofit/>
          </a:bodyPr>
          <a:lstStyle>
            <a:lvl1pPr marL="0" indent="0" algn="ctr">
              <a:buNone/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r>
              <a:rPr lang="en-US" dirty="0"/>
              <a:t>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9AB62AB-B562-C5FF-87CB-C3F72C70AE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09750" y="4826000"/>
            <a:ext cx="4001770" cy="590174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F0E5B37-CF3B-656F-77B2-E3393E9576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7560" y="4826000"/>
            <a:ext cx="4001770" cy="590174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92334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8">
            <a:extLst>
              <a:ext uri="{FF2B5EF4-FFF2-40B4-BE49-F238E27FC236}">
                <a16:creationId xmlns:a16="http://schemas.microsoft.com/office/drawing/2014/main" id="{07BDF2BC-0745-E548-2C4E-C6BA53E36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93716"/>
            <a:ext cx="10149840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0CFB7E-7B45-8CA9-6B42-9FE063623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474562" cy="3155372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A21F3B-AA5B-C4FE-C298-92D1BDABA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23264" y="47289"/>
            <a:ext cx="461817" cy="6826102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750559"/>
            <a:ext cx="1745658" cy="136812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393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8">
            <a:extLst>
              <a:ext uri="{FF2B5EF4-FFF2-40B4-BE49-F238E27FC236}">
                <a16:creationId xmlns:a16="http://schemas.microsoft.com/office/drawing/2014/main" id="{07BDF2BC-0745-E548-2C4E-C6BA53E36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0CFB7E-7B45-8CA9-6B42-9FE063623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474562" cy="3155372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A21F3B-AA5B-C4FE-C298-92D1BDABA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23264" y="47289"/>
            <a:ext cx="461817" cy="6826102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750559"/>
            <a:ext cx="1745658" cy="136812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084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763867"/>
            <a:ext cx="10820400" cy="129302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853FA9-5039-030A-0DE6-246C9F50A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21818" y="5571597"/>
            <a:ext cx="2743200" cy="154708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79" r:id="rId3"/>
    <p:sldLayoutId id="2147483653" r:id="rId4"/>
    <p:sldLayoutId id="2147483657" r:id="rId5"/>
    <p:sldLayoutId id="2147483681" r:id="rId6"/>
    <p:sldLayoutId id="2147483680" r:id="rId7"/>
    <p:sldLayoutId id="2147483662" r:id="rId8"/>
    <p:sldLayoutId id="2147483683" r:id="rId9"/>
    <p:sldLayoutId id="2147483684" r:id="rId10"/>
    <p:sldLayoutId id="2147483654" r:id="rId11"/>
    <p:sldLayoutId id="2147483667" r:id="rId12"/>
    <p:sldLayoutId id="2147483665" r:id="rId13"/>
    <p:sldLayoutId id="2147483685" r:id="rId14"/>
    <p:sldLayoutId id="2147483686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accent6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microsoft.com/office/2007/relationships/hdphoto" Target="../media/hdphoto2.wdp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watch?v=T3D_3khAngw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watch?v=T3D_3khAngw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watch?v=T3D_3khAngw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youtube.com/watch?v=T3D_3khAngw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microsoft.com/office/2007/relationships/hdphoto" Target="../media/hdphoto2.wdp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26165F-7820-1D40-988A-76F18A38F7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3600" b="1" dirty="0"/>
              <a:t>Describe the design and operational characteristics of a PLC system</a:t>
            </a:r>
          </a:p>
        </p:txBody>
      </p:sp>
    </p:spTree>
    <p:extLst>
      <p:ext uri="{BB962C8B-B14F-4D97-AF65-F5344CB8AC3E}">
        <p14:creationId xmlns:p14="http://schemas.microsoft.com/office/powerpoint/2010/main" val="2352708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98107D1-B408-CF41-D098-F18F30FB8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1211" y="1182614"/>
            <a:ext cx="4832430" cy="822960"/>
          </a:xfrm>
        </p:spPr>
        <p:txBody>
          <a:bodyPr tIns="0" bIns="0"/>
          <a:lstStyle/>
          <a:p>
            <a:r>
              <a:rPr lang="en-GB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57046-1292-17B2-062A-EE2A2AE820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01213" y="2372810"/>
            <a:ext cx="4832428" cy="3819646"/>
          </a:xfrm>
        </p:spPr>
        <p:txBody>
          <a:bodyPr tIns="91440" bIns="91440" anchor="t">
            <a:normAutofit/>
          </a:bodyPr>
          <a:lstStyle/>
          <a:p>
            <a:r>
              <a:rPr lang="en-GB" dirty="0"/>
              <a:t>unit title</a:t>
            </a:r>
          </a:p>
          <a:p>
            <a:r>
              <a:rPr lang="en-GB" dirty="0"/>
              <a:t>assignment title</a:t>
            </a:r>
          </a:p>
          <a:p>
            <a:r>
              <a:rPr lang="en-GB" dirty="0"/>
              <a:t>your name</a:t>
            </a:r>
          </a:p>
          <a:p>
            <a:r>
              <a:rPr lang="en-GB" dirty="0"/>
              <a:t>student ID</a:t>
            </a:r>
          </a:p>
          <a:p>
            <a:r>
              <a:rPr lang="en-GB" dirty="0"/>
              <a:t>assessor name</a:t>
            </a:r>
          </a:p>
          <a:p>
            <a:r>
              <a:rPr lang="en-GB" dirty="0"/>
              <a:t>date</a:t>
            </a: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24CE9DC1-A2DD-1D43-E9E8-622D407D8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488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57E1B-0DBC-06C1-F223-A30C91DC7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612648"/>
            <a:ext cx="11201400" cy="3566160"/>
          </a:xfrm>
        </p:spPr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C759E-CFF8-FDF1-6D2A-8693D7E3F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0088" y="4688450"/>
            <a:ext cx="4832431" cy="941832"/>
          </a:xfrm>
        </p:spPr>
        <p:txBody>
          <a:bodyPr/>
          <a:lstStyle/>
          <a:p>
            <a:r>
              <a:rPr lang="en-US" dirty="0"/>
              <a:t>CAPTION</a:t>
            </a:r>
          </a:p>
        </p:txBody>
      </p:sp>
    </p:spTree>
    <p:extLst>
      <p:ext uri="{BB962C8B-B14F-4D97-AF65-F5344CB8AC3E}">
        <p14:creationId xmlns:p14="http://schemas.microsoft.com/office/powerpoint/2010/main" val="271200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B7E9F-66A3-E732-9882-019223003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CAD8753-B2FF-7A09-5A9C-053D3E93D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516" y="1193716"/>
            <a:ext cx="7964903" cy="738784"/>
          </a:xfrm>
        </p:spPr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F39BB8-5D79-A2B6-F185-1FDB1B1598C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165475" y="2240583"/>
            <a:ext cx="8237726" cy="3830017"/>
          </a:xfrm>
        </p:spPr>
        <p:txBody>
          <a:bodyPr tIns="91440" bIns="91440">
            <a:noAutofit/>
          </a:bodyPr>
          <a:lstStyle/>
          <a:p>
            <a:r>
              <a:rPr lang="en-GB" sz="1400" b="0" dirty="0"/>
              <a:t>Write 3 to 5 lines explaining:</a:t>
            </a:r>
          </a:p>
          <a:p>
            <a:r>
              <a:rPr lang="en-GB" sz="1400" b="0" dirty="0"/>
              <a:t>what system is being studied</a:t>
            </a:r>
          </a:p>
          <a:p>
            <a:r>
              <a:rPr lang="en-GB" sz="1400" b="0" dirty="0"/>
              <a:t>what the PLC controls</a:t>
            </a:r>
          </a:p>
          <a:p>
            <a:r>
              <a:rPr lang="en-GB" sz="1400" b="0" dirty="0"/>
              <a:t>what the presentation will cover</a:t>
            </a:r>
          </a:p>
          <a:p>
            <a:r>
              <a:rPr lang="en-GB" sz="1400" b="0" dirty="0"/>
              <a:t>Suggested sentence starters:</a:t>
            </a:r>
          </a:p>
          <a:p>
            <a:r>
              <a:rPr lang="en-GB" sz="1400" b="0" dirty="0"/>
              <a:t>This presentation describes the design and operational characteristics of a PLC system used in an automated manufacturing line.</a:t>
            </a:r>
          </a:p>
          <a:p>
            <a:r>
              <a:rPr lang="en-GB" sz="1400" b="0" dirty="0"/>
              <a:t>It focuses on PLC types, input and output devices, communication links, programming languages and internal architecture.</a:t>
            </a:r>
          </a:p>
          <a:p>
            <a:r>
              <a:rPr lang="en-GB" sz="1400" b="0" dirty="0"/>
              <a:t>Insert a system overview image or block diagram.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98CBC11D-6840-21B9-CA4B-E2D630DE9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109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93A09-8EE1-0589-6584-5A80C8CBA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A8314A1D-E8CE-C7A5-477D-AC8301088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654" y="960120"/>
            <a:ext cx="4621593" cy="3145536"/>
          </a:xfrm>
        </p:spPr>
        <p:txBody>
          <a:bodyPr anchor="b"/>
          <a:lstStyle/>
          <a:p>
            <a:r>
              <a:rPr lang="en-GB" dirty="0"/>
              <a:t>Industrial Application Overview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5B7E444-9CC1-2E0C-CD13-D46AE7269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654" y="4768520"/>
            <a:ext cx="4621593" cy="729206"/>
          </a:xfrm>
        </p:spPr>
        <p:txBody>
          <a:bodyPr/>
          <a:lstStyle/>
          <a:p>
            <a:r>
              <a:rPr lang="en-US" dirty="0"/>
              <a:t>UNLOCKING NEW HORIZONS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08D0CEA6-AF38-AE14-6270-D7ACE6E8FE4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991499" y="-8626"/>
            <a:ext cx="4227271" cy="6889750"/>
          </a:xfrm>
        </p:spPr>
      </p:pic>
      <p:sp>
        <p:nvSpPr>
          <p:cNvPr id="23" name="Slide Number Placeholder 9">
            <a:extLst>
              <a:ext uri="{FF2B5EF4-FFF2-40B4-BE49-F238E27FC236}">
                <a16:creationId xmlns:a16="http://schemas.microsoft.com/office/drawing/2014/main" id="{A5817512-F496-86DB-FF1C-124524152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5840" y="5803095"/>
            <a:ext cx="1969178" cy="1315587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086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DFD3F5-1FD8-D8E9-A339-2E0AD4362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0789" y="1115060"/>
            <a:ext cx="10149840" cy="914400"/>
          </a:xfrm>
        </p:spPr>
        <p:txBody>
          <a:bodyPr/>
          <a:lstStyle/>
          <a:p>
            <a:r>
              <a:rPr lang="en-GB" dirty="0"/>
              <a:t>Industrial Application Overview</a:t>
            </a:r>
          </a:p>
        </p:txBody>
      </p:sp>
      <p:graphicFrame>
        <p:nvGraphicFramePr>
          <p:cNvPr id="8" name="Content Placeholder 7" descr="A timeline of the product launch">
            <a:extLst>
              <a:ext uri="{FF2B5EF4-FFF2-40B4-BE49-F238E27FC236}">
                <a16:creationId xmlns:a16="http://schemas.microsoft.com/office/drawing/2014/main" id="{EC2509DB-BE59-ED99-D6E3-32F087DBEB97}"/>
              </a:ext>
            </a:extLst>
          </p:cNvPr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1271626274"/>
              </p:ext>
            </p:extLst>
          </p:nvPr>
        </p:nvGraphicFramePr>
        <p:xfrm>
          <a:off x="979488" y="2300288"/>
          <a:ext cx="4892675" cy="3482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11D5AE8-6921-39C1-E418-851889C6A11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7288" y="2301069"/>
            <a:ext cx="4892675" cy="3482792"/>
          </a:xfrm>
        </p:spPr>
        <p:txBody>
          <a:bodyPr>
            <a:normAutofit lnSpcReduction="10000"/>
          </a:bodyPr>
          <a:lstStyle/>
          <a:p>
            <a:r>
              <a:rPr lang="en-GB" sz="1400" dirty="0"/>
              <a:t>Explain:</a:t>
            </a:r>
          </a:p>
          <a:p>
            <a:r>
              <a:rPr lang="en-GB" sz="1400" dirty="0"/>
              <a:t>the production line or automated process</a:t>
            </a:r>
          </a:p>
          <a:p>
            <a:r>
              <a:rPr lang="en-GB" sz="1400" dirty="0"/>
              <a:t>the role of the PLC in the system</a:t>
            </a:r>
          </a:p>
          <a:p>
            <a:r>
              <a:rPr lang="en-GB" sz="1400" dirty="0"/>
              <a:t>why PLC control is used in this application</a:t>
            </a:r>
          </a:p>
          <a:p>
            <a:r>
              <a:rPr lang="en-GB" sz="1400" dirty="0"/>
              <a:t>Include:</a:t>
            </a:r>
          </a:p>
          <a:p>
            <a:r>
              <a:rPr lang="en-GB" sz="1400" dirty="0"/>
              <a:t>sensors</a:t>
            </a:r>
          </a:p>
          <a:p>
            <a:r>
              <a:rPr lang="en-GB" sz="1400" dirty="0"/>
              <a:t>actuators</a:t>
            </a:r>
          </a:p>
          <a:p>
            <a:r>
              <a:rPr lang="en-GB" sz="1400" dirty="0"/>
              <a:t>conveyor</a:t>
            </a:r>
          </a:p>
          <a:p>
            <a:r>
              <a:rPr lang="en-GB" sz="1400" dirty="0"/>
              <a:t>robot or machine interface</a:t>
            </a:r>
          </a:p>
          <a:p>
            <a:r>
              <a:rPr lang="en-GB" sz="1400" dirty="0"/>
              <a:t>operator controls</a:t>
            </a:r>
          </a:p>
          <a:p>
            <a:r>
              <a:rPr lang="en-GB" sz="1400" dirty="0"/>
              <a:t>Insert a labelled process diagram.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86C9473-DCBE-5AC0-BD76-5F5BBD9EF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750559"/>
            <a:ext cx="1745658" cy="136812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72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05465-1429-D275-D49E-7909CB0F0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516" y="1193716"/>
            <a:ext cx="7964903" cy="738784"/>
          </a:xfrm>
        </p:spPr>
        <p:txBody>
          <a:bodyPr/>
          <a:lstStyle/>
          <a:p>
            <a:r>
              <a:rPr lang="en-GB" dirty="0"/>
              <a:t>PLC Types and Configurations</a:t>
            </a:r>
          </a:p>
        </p:txBody>
      </p:sp>
      <p:pic>
        <p:nvPicPr>
          <p:cNvPr id="7" name="Picture Placeholder 6" descr="A palm tree with orange and yellow sky">
            <a:extLst>
              <a:ext uri="{FF2B5EF4-FFF2-40B4-BE49-F238E27FC236}">
                <a16:creationId xmlns:a16="http://schemas.microsoft.com/office/drawing/2014/main" id="{5D9F4C5F-82A5-4F7A-2AC4-3B5A562C6F7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/>
          <a:srcRect t="11" b="11"/>
          <a:stretch/>
        </p:blipFill>
        <p:spPr>
          <a:xfrm>
            <a:off x="443123" y="-899"/>
            <a:ext cx="1657350" cy="685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1C860-DBA7-1E7E-0DAB-AA0FB426A9F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165475" y="2555875"/>
            <a:ext cx="8237538" cy="3620638"/>
          </a:xfrm>
        </p:spPr>
        <p:txBody>
          <a:bodyPr numCol="2">
            <a:normAutofit/>
          </a:bodyPr>
          <a:lstStyle/>
          <a:p>
            <a:r>
              <a:rPr lang="en-GB" dirty="0"/>
              <a:t>Describe the key differences of:</a:t>
            </a:r>
          </a:p>
          <a:p>
            <a:r>
              <a:rPr lang="en-GB" dirty="0"/>
              <a:t>unitary PLCs</a:t>
            </a:r>
          </a:p>
          <a:p>
            <a:r>
              <a:rPr lang="en-GB" dirty="0"/>
              <a:t>modular PLCs</a:t>
            </a:r>
          </a:p>
          <a:p>
            <a:r>
              <a:rPr lang="en-GB" dirty="0"/>
              <a:t>rack-mounted PLCs</a:t>
            </a:r>
          </a:p>
          <a:p>
            <a:r>
              <a:rPr lang="en-GB" dirty="0"/>
              <a:t>For each type, include:</a:t>
            </a:r>
          </a:p>
          <a:p>
            <a:r>
              <a:rPr lang="en-GB" dirty="0"/>
              <a:t>basic description</a:t>
            </a:r>
          </a:p>
          <a:p>
            <a:r>
              <a:rPr lang="en-GB" dirty="0"/>
              <a:t>typical application</a:t>
            </a:r>
          </a:p>
          <a:p>
            <a:r>
              <a:rPr lang="en-GB" dirty="0"/>
              <a:t>advantage</a:t>
            </a:r>
          </a:p>
          <a:p>
            <a:r>
              <a:rPr lang="en-GB" dirty="0"/>
              <a:t>limitation</a:t>
            </a:r>
          </a:p>
          <a:p>
            <a:r>
              <a:rPr lang="en-GB" dirty="0"/>
              <a:t>Suggested comparison points:</a:t>
            </a:r>
          </a:p>
          <a:p>
            <a:r>
              <a:rPr lang="en-GB" dirty="0"/>
              <a:t>scale</a:t>
            </a:r>
          </a:p>
          <a:p>
            <a:r>
              <a:rPr lang="en-GB" dirty="0"/>
              <a:t>flexibility</a:t>
            </a:r>
          </a:p>
          <a:p>
            <a:r>
              <a:rPr lang="en-GB" dirty="0"/>
              <a:t>cost</a:t>
            </a:r>
          </a:p>
          <a:p>
            <a:r>
              <a:rPr lang="en-GB" dirty="0"/>
              <a:t>maintenance</a:t>
            </a:r>
          </a:p>
          <a:p>
            <a:r>
              <a:rPr lang="en-GB" dirty="0"/>
              <a:t>expansion capability</a:t>
            </a:r>
          </a:p>
          <a:p>
            <a:r>
              <a:rPr lang="en-GB" dirty="0"/>
              <a:t>Insert comparison images or a small table.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59D4463-318E-3270-28E4-84BE78874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868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310A25-DF0E-E2D9-DB16-151A5C8E2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0789" y="1115060"/>
            <a:ext cx="10149840" cy="914400"/>
          </a:xfrm>
        </p:spPr>
        <p:txBody>
          <a:bodyPr/>
          <a:lstStyle/>
          <a:p>
            <a:r>
              <a:rPr lang="en-US" dirty="0"/>
              <a:t>USE THIS TABLE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64C1C7E2-03A6-7EE9-F1B3-19DB0877ED78}"/>
              </a:ext>
            </a:extLst>
          </p:cNvPr>
          <p:cNvGraphicFramePr>
            <a:graphicFrameLocks noGrp="1"/>
          </p:cNvGraphicFramePr>
          <p:nvPr>
            <p:ph type="tbl" sz="quarter" idx="17"/>
            <p:extLst>
              <p:ext uri="{D42A27DB-BD31-4B8C-83A1-F6EECF244321}">
                <p14:modId xmlns:p14="http://schemas.microsoft.com/office/powerpoint/2010/main" val="2157693524"/>
              </p:ext>
            </p:extLst>
          </p:nvPr>
        </p:nvGraphicFramePr>
        <p:xfrm>
          <a:off x="979488" y="2311400"/>
          <a:ext cx="7091364" cy="347257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772841">
                  <a:extLst>
                    <a:ext uri="{9D8B030D-6E8A-4147-A177-3AD203B41FA5}">
                      <a16:colId xmlns:a16="http://schemas.microsoft.com/office/drawing/2014/main" val="30750867"/>
                    </a:ext>
                  </a:extLst>
                </a:gridCol>
                <a:gridCol w="1772841">
                  <a:extLst>
                    <a:ext uri="{9D8B030D-6E8A-4147-A177-3AD203B41FA5}">
                      <a16:colId xmlns:a16="http://schemas.microsoft.com/office/drawing/2014/main" val="1038941322"/>
                    </a:ext>
                  </a:extLst>
                </a:gridCol>
                <a:gridCol w="1772841">
                  <a:extLst>
                    <a:ext uri="{9D8B030D-6E8A-4147-A177-3AD203B41FA5}">
                      <a16:colId xmlns:a16="http://schemas.microsoft.com/office/drawing/2014/main" val="529645500"/>
                    </a:ext>
                  </a:extLst>
                </a:gridCol>
                <a:gridCol w="1772841">
                  <a:extLst>
                    <a:ext uri="{9D8B030D-6E8A-4147-A177-3AD203B41FA5}">
                      <a16:colId xmlns:a16="http://schemas.microsoft.com/office/drawing/2014/main" val="3469610457"/>
                    </a:ext>
                  </a:extLst>
                </a:gridCol>
              </a:tblGrid>
              <a:tr h="6945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432886"/>
                  </a:ext>
                </a:extLst>
              </a:tr>
              <a:tr h="6945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40625"/>
                  </a:ext>
                </a:extLst>
              </a:tr>
              <a:tr h="6945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393470"/>
                  </a:ext>
                </a:extLst>
              </a:tr>
              <a:tr h="6945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364400"/>
                  </a:ext>
                </a:extLst>
              </a:tr>
              <a:tr h="6945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263980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EB7C0-CEAD-070D-440B-E72D2B1A78D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45190" y="2301069"/>
            <a:ext cx="2684773" cy="3482792"/>
          </a:xfrm>
        </p:spPr>
        <p:txBody>
          <a:bodyPr/>
          <a:lstStyle/>
          <a:p>
            <a:pPr lvl="0"/>
            <a:r>
              <a:rPr lang="en-US" noProof="0" dirty="0"/>
              <a:t>Lorem Ipsum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3145F-C768-2BFB-0397-EA7813AC3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882640"/>
            <a:ext cx="1745658" cy="123604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931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95B70-2478-5E74-1C58-F992FCF89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FDE90FA-B2D6-271E-E3BA-DFD547323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058" t="20998" r="58163" b="4541"/>
          <a:stretch/>
        </p:blipFill>
        <p:spPr>
          <a:xfrm rot="10800000" flipH="1">
            <a:off x="8014009" y="-9201"/>
            <a:ext cx="3696438" cy="68671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BDD10D-46FC-8F66-E49E-27168CEDB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14009" y="-9773"/>
            <a:ext cx="3696437" cy="68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AA059BC-A537-86B8-67D8-E1DE10B2F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090" y="1"/>
            <a:ext cx="7626710" cy="6857046"/>
          </a:xfrm>
        </p:spPr>
        <p:txBody>
          <a:bodyPr/>
          <a:lstStyle/>
          <a:p>
            <a:r>
              <a:rPr lang="en-GB" b="1" dirty="0"/>
              <a:t>Typical </a:t>
            </a:r>
            <a:r>
              <a:rPr lang="en-GB" dirty="0"/>
              <a:t>Applications of PLC Types</a:t>
            </a:r>
          </a:p>
        </p:txBody>
      </p:sp>
      <p:pic>
        <p:nvPicPr>
          <p:cNvPr id="17" name="Picture Placeholder 16" descr="Palm trees in the sun">
            <a:extLst>
              <a:ext uri="{FF2B5EF4-FFF2-40B4-BE49-F238E27FC236}">
                <a16:creationId xmlns:a16="http://schemas.microsoft.com/office/drawing/2014/main" id="{20F1E8CE-AF10-3828-3604-0C9B3CEF72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6"/>
          <a:srcRect t="135" b="135"/>
          <a:stretch/>
        </p:blipFill>
        <p:spPr>
          <a:xfrm>
            <a:off x="8510588" y="-953"/>
            <a:ext cx="3200400" cy="6858000"/>
          </a:xfrm>
        </p:spPr>
      </p:pic>
    </p:spTree>
    <p:extLst>
      <p:ext uri="{BB962C8B-B14F-4D97-AF65-F5344CB8AC3E}">
        <p14:creationId xmlns:p14="http://schemas.microsoft.com/office/powerpoint/2010/main" val="3983751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>
            <a:extLst>
              <a:ext uri="{FF2B5EF4-FFF2-40B4-BE49-F238E27FC236}">
                <a16:creationId xmlns:a16="http://schemas.microsoft.com/office/drawing/2014/main" id="{74950847-1B0D-80D6-BC57-8B2805A34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4423" y="1193716"/>
            <a:ext cx="7964903" cy="738784"/>
          </a:xfrm>
        </p:spPr>
        <p:txBody>
          <a:bodyPr/>
          <a:lstStyle/>
          <a:p>
            <a:r>
              <a:rPr lang="en-GB" dirty="0"/>
              <a:t>Typical Applications of PLC Types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F8BCA836-79AE-2F05-96FD-2646EFE34FB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46163" y="2304733"/>
            <a:ext cx="2713037" cy="3760787"/>
          </a:xfrm>
        </p:spPr>
        <p:txBody>
          <a:bodyPr tIns="91440" bIns="91440">
            <a:normAutofit/>
          </a:bodyPr>
          <a:lstStyle/>
          <a:p>
            <a:r>
              <a:rPr lang="en-US" dirty="0"/>
              <a:t>Green supply chain</a:t>
            </a:r>
          </a:p>
          <a:p>
            <a:r>
              <a:rPr lang="en-US" dirty="0"/>
              <a:t>Reduced carbon footprint</a:t>
            </a:r>
          </a:p>
          <a:p>
            <a:r>
              <a:rPr lang="en-US" dirty="0"/>
              <a:t>Waste reduction</a:t>
            </a:r>
          </a:p>
          <a:p>
            <a:r>
              <a:rPr lang="en-US" dirty="0"/>
              <a:t>Water conservation</a:t>
            </a:r>
          </a:p>
          <a:p>
            <a:r>
              <a:rPr lang="en-US" dirty="0"/>
              <a:t>SUSTAINABILITYYYY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905DB8B-9E83-6EAC-3E60-64AA6F338FA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66468" y="2304733"/>
            <a:ext cx="4972858" cy="376078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Give examples of where each PLC type is commonly used:</a:t>
            </a:r>
          </a:p>
          <a:p>
            <a:r>
              <a:rPr lang="en-GB" dirty="0"/>
              <a:t>simple standalone machine</a:t>
            </a:r>
          </a:p>
          <a:p>
            <a:r>
              <a:rPr lang="en-GB" dirty="0"/>
              <a:t>medium automation cell</a:t>
            </a:r>
          </a:p>
          <a:p>
            <a:r>
              <a:rPr lang="en-GB" dirty="0"/>
              <a:t>large integrated plant system</a:t>
            </a:r>
          </a:p>
          <a:p>
            <a:r>
              <a:rPr lang="en-GB" dirty="0"/>
              <a:t>Suggested sentence starters:</a:t>
            </a:r>
          </a:p>
          <a:p>
            <a:r>
              <a:rPr lang="en-GB" dirty="0"/>
              <a:t>Unitary PLCs are typically used for...</a:t>
            </a:r>
          </a:p>
          <a:p>
            <a:r>
              <a:rPr lang="en-GB" dirty="0"/>
              <a:t>Modular PLCs are suitable for...</a:t>
            </a:r>
          </a:p>
          <a:p>
            <a:r>
              <a:rPr lang="en-GB" dirty="0"/>
              <a:t>Rack-mounted PLCs are commonly used where...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96582B-479F-BDEB-BD49-B079CDED1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413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7BF7B-5365-878A-080E-408D2945A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>
            <a:extLst>
              <a:ext uri="{FF2B5EF4-FFF2-40B4-BE49-F238E27FC236}">
                <a16:creationId xmlns:a16="http://schemas.microsoft.com/office/drawing/2014/main" id="{63A15162-4ADB-9A22-8AFE-76643BAED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4423" y="1193716"/>
            <a:ext cx="7964903" cy="738784"/>
          </a:xfrm>
        </p:spPr>
        <p:txBody>
          <a:bodyPr/>
          <a:lstStyle/>
          <a:p>
            <a:r>
              <a:rPr lang="en-GB" dirty="0"/>
              <a:t>Typical Applications of PLC Types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B6AC1442-3869-7F0F-873D-511520A1D7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46163" y="2304733"/>
            <a:ext cx="2713037" cy="3760787"/>
          </a:xfrm>
        </p:spPr>
        <p:txBody>
          <a:bodyPr tIns="91440" bIns="91440">
            <a:normAutofit/>
          </a:bodyPr>
          <a:lstStyle/>
          <a:p>
            <a:r>
              <a:rPr lang="en-US" dirty="0"/>
              <a:t>Green supply chain</a:t>
            </a:r>
          </a:p>
          <a:p>
            <a:r>
              <a:rPr lang="en-US" dirty="0"/>
              <a:t>Reduced carbon footprint</a:t>
            </a:r>
          </a:p>
          <a:p>
            <a:r>
              <a:rPr lang="en-US" dirty="0"/>
              <a:t>Waste reduction</a:t>
            </a:r>
          </a:p>
          <a:p>
            <a:r>
              <a:rPr lang="en-US" dirty="0"/>
              <a:t>Water conservation</a:t>
            </a:r>
          </a:p>
          <a:p>
            <a:r>
              <a:rPr lang="en-US" dirty="0"/>
              <a:t>SUSTAINABILITYYYY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162ADF0-50F9-2180-F52A-557EE3C0366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66468" y="2304733"/>
            <a:ext cx="4972858" cy="376078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Give examples of where each PLC type is commonly used:</a:t>
            </a:r>
          </a:p>
          <a:p>
            <a:r>
              <a:rPr lang="en-GB" dirty="0"/>
              <a:t>simple standalone machine</a:t>
            </a:r>
          </a:p>
          <a:p>
            <a:r>
              <a:rPr lang="en-GB" dirty="0"/>
              <a:t>medium automation cell</a:t>
            </a:r>
          </a:p>
          <a:p>
            <a:r>
              <a:rPr lang="en-GB" dirty="0"/>
              <a:t>large integrated plant system</a:t>
            </a:r>
          </a:p>
          <a:p>
            <a:r>
              <a:rPr lang="en-GB" dirty="0"/>
              <a:t>Suggested sentence starters:</a:t>
            </a:r>
          </a:p>
          <a:p>
            <a:r>
              <a:rPr lang="en-GB" dirty="0"/>
              <a:t>Unitary PLCs are typically used for...</a:t>
            </a:r>
          </a:p>
          <a:p>
            <a:r>
              <a:rPr lang="en-GB" dirty="0"/>
              <a:t>Modular PLCs are suitable for...</a:t>
            </a:r>
          </a:p>
          <a:p>
            <a:r>
              <a:rPr lang="en-GB" dirty="0"/>
              <a:t>Rack-mounted PLCs are commonly used where...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50DA1-4E51-50E7-1A93-E2FBF27D5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503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6A54D-1059-500D-69F4-A22D9BF11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73984D2-3A49-E564-EEC5-F04094618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-333" t="17676" r="19956" b="4450"/>
          <a:stretch>
            <a:fillRect/>
          </a:stretch>
        </p:blipFill>
        <p:spPr>
          <a:xfrm>
            <a:off x="557784" y="469391"/>
            <a:ext cx="11076431" cy="603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401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2DA12-5834-79BE-E5C9-B930E1DAE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619402-9E9C-860D-AC8E-027912B58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0789" y="1115060"/>
            <a:ext cx="10149840" cy="914400"/>
          </a:xfrm>
        </p:spPr>
        <p:txBody>
          <a:bodyPr/>
          <a:lstStyle/>
          <a:p>
            <a:r>
              <a:rPr lang="en-GB" dirty="0"/>
              <a:t>PLC Output Devices</a:t>
            </a:r>
          </a:p>
        </p:txBody>
      </p:sp>
      <p:graphicFrame>
        <p:nvGraphicFramePr>
          <p:cNvPr id="8" name="Content Placeholder 7" descr="A timeline of the product launch">
            <a:extLst>
              <a:ext uri="{FF2B5EF4-FFF2-40B4-BE49-F238E27FC236}">
                <a16:creationId xmlns:a16="http://schemas.microsoft.com/office/drawing/2014/main" id="{139A9B7E-A290-7B09-F396-DDE3F854CC58}"/>
              </a:ext>
            </a:extLst>
          </p:cNvPr>
          <p:cNvGraphicFramePr>
            <a:graphicFrameLocks noGrp="1"/>
          </p:cNvGraphicFramePr>
          <p:nvPr>
            <p:ph sz="quarter" idx="17"/>
          </p:nvPr>
        </p:nvGraphicFramePr>
        <p:xfrm>
          <a:off x="979488" y="2300288"/>
          <a:ext cx="4892675" cy="3482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6268B08-ED17-C8AD-A325-E15C0F5284C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7288" y="2301069"/>
            <a:ext cx="4892675" cy="3482792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GB" sz="1400" dirty="0"/>
              <a:t>Determine the PLC output devices available.</a:t>
            </a:r>
          </a:p>
          <a:p>
            <a:pPr marL="0" indent="0">
              <a:buNone/>
            </a:pPr>
            <a:r>
              <a:rPr lang="en-GB" sz="1400" dirty="0"/>
              <a:t>Cover:</a:t>
            </a:r>
          </a:p>
          <a:p>
            <a:r>
              <a:rPr lang="en-GB" sz="1400" dirty="0"/>
              <a:t>digital outputs</a:t>
            </a:r>
          </a:p>
          <a:p>
            <a:r>
              <a:rPr lang="en-GB" sz="1400" dirty="0"/>
              <a:t>analogue outputs</a:t>
            </a:r>
          </a:p>
          <a:p>
            <a:r>
              <a:rPr lang="en-GB" sz="1400" dirty="0"/>
              <a:t>common loads driven by outputs</a:t>
            </a:r>
          </a:p>
          <a:p>
            <a:pPr marL="0" indent="0">
              <a:buNone/>
            </a:pPr>
            <a:r>
              <a:rPr lang="en-GB" sz="1400" dirty="0"/>
              <a:t>Examples:</a:t>
            </a:r>
          </a:p>
          <a:p>
            <a:r>
              <a:rPr lang="en-GB" sz="1400" dirty="0"/>
              <a:t>relays</a:t>
            </a:r>
          </a:p>
          <a:p>
            <a:r>
              <a:rPr lang="en-GB" sz="1400" dirty="0"/>
              <a:t>contactors</a:t>
            </a:r>
          </a:p>
          <a:p>
            <a:r>
              <a:rPr lang="en-GB" sz="1400" dirty="0"/>
              <a:t>solenoid valves</a:t>
            </a:r>
          </a:p>
          <a:p>
            <a:r>
              <a:rPr lang="en-GB" sz="1400" dirty="0"/>
              <a:t>buzzers</a:t>
            </a:r>
          </a:p>
          <a:p>
            <a:r>
              <a:rPr lang="en-GB" sz="1400" dirty="0"/>
              <a:t>stack lights</a:t>
            </a:r>
          </a:p>
          <a:p>
            <a:r>
              <a:rPr lang="en-GB" sz="1400" dirty="0"/>
              <a:t>motor starters</a:t>
            </a:r>
          </a:p>
          <a:p>
            <a:r>
              <a:rPr lang="en-GB" sz="1400" dirty="0"/>
              <a:t>variable speed drive references</a:t>
            </a:r>
          </a:p>
          <a:p>
            <a:pPr marL="0" indent="0">
              <a:buNone/>
            </a:pPr>
            <a:r>
              <a:rPr lang="en-GB" sz="1400" dirty="0"/>
              <a:t>Include:</a:t>
            </a:r>
          </a:p>
          <a:p>
            <a:r>
              <a:rPr lang="en-GB" sz="1400" dirty="0"/>
              <a:t>switching type</a:t>
            </a:r>
          </a:p>
          <a:p>
            <a:r>
              <a:rPr lang="en-GB" sz="1400" dirty="0"/>
              <a:t>practical use</a:t>
            </a:r>
          </a:p>
          <a:p>
            <a:r>
              <a:rPr lang="en-GB" sz="1400" dirty="0"/>
              <a:t>typical load type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D1C568F-0D6A-F8B2-2A0D-803BC7C08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750559"/>
            <a:ext cx="1745658" cy="136812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034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93166-FA0F-8ADD-B24F-69AFEF53A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685967-98BF-3F23-C162-CC95092748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-333" t="17676" r="19956" b="4450"/>
          <a:stretch>
            <a:fillRect/>
          </a:stretch>
        </p:blipFill>
        <p:spPr>
          <a:xfrm>
            <a:off x="557784" y="469391"/>
            <a:ext cx="11076431" cy="603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49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260E3-0CFD-E9EB-3FD6-780D741B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2BBCC-032B-C033-579D-E37899841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0789" y="1115060"/>
            <a:ext cx="10149840" cy="914400"/>
          </a:xfrm>
        </p:spPr>
        <p:txBody>
          <a:bodyPr/>
          <a:lstStyle/>
          <a:p>
            <a:r>
              <a:rPr lang="en-GB" dirty="0"/>
              <a:t>PLC Communication Links</a:t>
            </a:r>
          </a:p>
        </p:txBody>
      </p:sp>
      <p:graphicFrame>
        <p:nvGraphicFramePr>
          <p:cNvPr id="8" name="Content Placeholder 7" descr="A timeline of the product launch">
            <a:extLst>
              <a:ext uri="{FF2B5EF4-FFF2-40B4-BE49-F238E27FC236}">
                <a16:creationId xmlns:a16="http://schemas.microsoft.com/office/drawing/2014/main" id="{46C0CD16-742E-5ECD-FE93-4D34B53917AA}"/>
              </a:ext>
            </a:extLst>
          </p:cNvPr>
          <p:cNvGraphicFramePr>
            <a:graphicFrameLocks noGrp="1"/>
          </p:cNvGraphicFramePr>
          <p:nvPr>
            <p:ph sz="quarter" idx="17"/>
          </p:nvPr>
        </p:nvGraphicFramePr>
        <p:xfrm>
          <a:off x="979488" y="2300288"/>
          <a:ext cx="4892675" cy="3482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689BBB9-1FCD-7DC5-1445-BEE275B75C3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7288" y="2301068"/>
            <a:ext cx="4892675" cy="3557187"/>
          </a:xfrm>
        </p:spPr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en-GB" sz="1400" dirty="0"/>
              <a:t>Describe the different types of communication links used with PLCs.</a:t>
            </a:r>
          </a:p>
          <a:p>
            <a:pPr marL="0" indent="0">
              <a:buNone/>
            </a:pPr>
            <a:r>
              <a:rPr lang="en-GB" sz="1400" dirty="0"/>
              <a:t>Include:</a:t>
            </a:r>
          </a:p>
          <a:p>
            <a:r>
              <a:rPr lang="en-GB" sz="1400" dirty="0"/>
              <a:t>RS-232</a:t>
            </a:r>
          </a:p>
          <a:p>
            <a:r>
              <a:rPr lang="en-GB" sz="1400" dirty="0"/>
              <a:t>RS-422</a:t>
            </a:r>
          </a:p>
          <a:p>
            <a:r>
              <a:rPr lang="en-GB" sz="1400" dirty="0"/>
              <a:t>RS-485</a:t>
            </a:r>
          </a:p>
          <a:p>
            <a:r>
              <a:rPr lang="en-GB" sz="1400" dirty="0"/>
              <a:t>Ethernet</a:t>
            </a:r>
          </a:p>
          <a:p>
            <a:pPr marL="0" indent="0">
              <a:buNone/>
            </a:pPr>
            <a:r>
              <a:rPr lang="en-GB" sz="1400" dirty="0"/>
              <a:t>field and cell networks such as PROFINET, PROFIBUS, AS-Interface or </a:t>
            </a:r>
            <a:r>
              <a:rPr lang="en-GB" sz="1400" dirty="0" err="1"/>
              <a:t>EtherNet</a:t>
            </a:r>
            <a:r>
              <a:rPr lang="en-GB" sz="1400" dirty="0"/>
              <a:t>/IP</a:t>
            </a:r>
          </a:p>
          <a:p>
            <a:pPr marL="0" indent="0">
              <a:buNone/>
            </a:pPr>
            <a:r>
              <a:rPr lang="en-GB" sz="1400" dirty="0"/>
              <a:t>For each one, explain:</a:t>
            </a:r>
          </a:p>
          <a:p>
            <a:r>
              <a:rPr lang="en-GB" sz="1400" dirty="0"/>
              <a:t>what it is</a:t>
            </a:r>
          </a:p>
          <a:p>
            <a:r>
              <a:rPr lang="en-GB" sz="1400" dirty="0"/>
              <a:t>where it is used</a:t>
            </a:r>
          </a:p>
          <a:p>
            <a:r>
              <a:rPr lang="en-GB" sz="1400" dirty="0"/>
              <a:t>key advantage</a:t>
            </a:r>
          </a:p>
          <a:p>
            <a:r>
              <a:rPr lang="en-GB" sz="1400" dirty="0"/>
              <a:t>any limitation</a:t>
            </a:r>
          </a:p>
          <a:p>
            <a:pPr marL="0" indent="0">
              <a:buNone/>
            </a:pPr>
            <a:r>
              <a:rPr lang="en-GB" sz="1400" dirty="0"/>
              <a:t>Insert a communication hierarchy diagram:</a:t>
            </a:r>
          </a:p>
          <a:p>
            <a:r>
              <a:rPr lang="en-GB" sz="1400" dirty="0"/>
              <a:t>supervisory level</a:t>
            </a:r>
          </a:p>
          <a:p>
            <a:r>
              <a:rPr lang="en-GB" sz="1400" dirty="0"/>
              <a:t>cell level</a:t>
            </a:r>
          </a:p>
          <a:p>
            <a:r>
              <a:rPr lang="en-GB" sz="1400" dirty="0"/>
              <a:t>field level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8F2EBA1-EA94-A32D-0609-3F135B653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750559"/>
            <a:ext cx="1745658" cy="136812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71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6C2DB-1DAA-362B-DBEF-3677D949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BD6216-7136-B837-D0E2-6F33AB8FED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-333" t="17676" r="19956" b="4450"/>
          <a:stretch>
            <a:fillRect/>
          </a:stretch>
        </p:blipFill>
        <p:spPr>
          <a:xfrm>
            <a:off x="557784" y="469391"/>
            <a:ext cx="11076431" cy="603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1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2FC2C-811D-385D-F9AA-DDE0CF40D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F4BAF6-BF78-9AB9-4F2D-F402F7BC9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9997" y="1100989"/>
            <a:ext cx="9464150" cy="921683"/>
          </a:xfrm>
        </p:spPr>
        <p:txBody>
          <a:bodyPr/>
          <a:lstStyle/>
          <a:p>
            <a:r>
              <a:rPr lang="en-GB" dirty="0"/>
              <a:t>PLC Programming Languages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13CF75B-63D8-3048-922F-8BCCB0C60EB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796158" y="2286688"/>
            <a:ext cx="4160699" cy="4003675"/>
          </a:xfrm>
        </p:spPr>
        <p:txBody>
          <a:bodyPr tIns="91440" bIns="91440">
            <a:normAutofit/>
          </a:bodyPr>
          <a:lstStyle/>
          <a:p>
            <a:r>
              <a:rPr lang="en-GB" dirty="0"/>
              <a:t>Explain the different types of PLC programming languages available under IEC 61131-3.</a:t>
            </a:r>
          </a:p>
          <a:p>
            <a:r>
              <a:rPr lang="en-GB" dirty="0"/>
              <a:t>Include:</a:t>
            </a:r>
          </a:p>
          <a:p>
            <a:r>
              <a:rPr lang="en-GB" dirty="0"/>
              <a:t>ladder diagram</a:t>
            </a:r>
          </a:p>
          <a:p>
            <a:r>
              <a:rPr lang="en-GB" dirty="0"/>
              <a:t>function block diagram</a:t>
            </a:r>
          </a:p>
          <a:p>
            <a:r>
              <a:rPr lang="en-GB" dirty="0"/>
              <a:t>structured text</a:t>
            </a:r>
          </a:p>
          <a:p>
            <a:r>
              <a:rPr lang="en-GB" dirty="0"/>
              <a:t>instruction list if discussed historically</a:t>
            </a:r>
          </a:p>
          <a:p>
            <a:r>
              <a:rPr lang="en-GB" dirty="0"/>
              <a:t>sequential function chart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55CB735-735B-2572-51AA-DEEBF25C16A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113448" y="2286688"/>
            <a:ext cx="4160699" cy="4003675"/>
          </a:xfrm>
        </p:spPr>
        <p:txBody>
          <a:bodyPr/>
          <a:lstStyle/>
          <a:p>
            <a:r>
              <a:rPr lang="en-GB" dirty="0"/>
              <a:t>For each language, explain:</a:t>
            </a:r>
          </a:p>
          <a:p>
            <a:r>
              <a:rPr lang="en-GB" dirty="0"/>
              <a:t>what it looks like</a:t>
            </a:r>
          </a:p>
          <a:p>
            <a:r>
              <a:rPr lang="en-GB" dirty="0"/>
              <a:t>where it is useful</a:t>
            </a:r>
          </a:p>
          <a:p>
            <a:r>
              <a:rPr lang="en-GB" dirty="0"/>
              <a:t>one strength</a:t>
            </a:r>
          </a:p>
          <a:p>
            <a:r>
              <a:rPr lang="en-GB" dirty="0"/>
              <a:t>Suggested sentence starters:</a:t>
            </a:r>
          </a:p>
          <a:p>
            <a:r>
              <a:rPr lang="en-GB" dirty="0"/>
              <a:t>Ladder diagram is widely used because...</a:t>
            </a:r>
          </a:p>
          <a:p>
            <a:r>
              <a:rPr lang="en-GB" dirty="0"/>
              <a:t>Function block diagram is suitable for...</a:t>
            </a:r>
          </a:p>
          <a:p>
            <a:r>
              <a:rPr lang="en-GB" dirty="0"/>
              <a:t>Structured text is useful when...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EF559B-5A0D-B6FB-262F-979614523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710" y="5811519"/>
            <a:ext cx="1742307" cy="130716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676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5B2BC-365B-E1AE-B57C-F0EB555C1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>
            <a:extLst>
              <a:ext uri="{FF2B5EF4-FFF2-40B4-BE49-F238E27FC236}">
                <a16:creationId xmlns:a16="http://schemas.microsoft.com/office/drawing/2014/main" id="{BC19681E-87E0-4AAC-A277-A13B85EE5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4423" y="1193716"/>
            <a:ext cx="7964903" cy="738784"/>
          </a:xfrm>
        </p:spPr>
        <p:txBody>
          <a:bodyPr/>
          <a:lstStyle/>
          <a:p>
            <a:r>
              <a:rPr lang="en-GB" dirty="0"/>
              <a:t>Internal Architecture of a Typical PLC</a:t>
            </a:r>
            <a:br>
              <a:rPr lang="en-GB" dirty="0"/>
            </a:b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896797-2FB0-8AC2-E0FD-7CB436D832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9B7975-DE96-C198-6D5C-8C4E7C7EA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-333" t="17676" r="19956" b="4450"/>
          <a:stretch>
            <a:fillRect/>
          </a:stretch>
        </p:blipFill>
        <p:spPr>
          <a:xfrm>
            <a:off x="1352030" y="2071463"/>
            <a:ext cx="7409687" cy="403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223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22A2C-1AA3-D840-E24F-24B38E83D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>
            <a:extLst>
              <a:ext uri="{FF2B5EF4-FFF2-40B4-BE49-F238E27FC236}">
                <a16:creationId xmlns:a16="http://schemas.microsoft.com/office/drawing/2014/main" id="{4DA499B2-30EE-6609-C054-FDC45F15D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4423" y="1193716"/>
            <a:ext cx="7964903" cy="738784"/>
          </a:xfrm>
        </p:spPr>
        <p:txBody>
          <a:bodyPr/>
          <a:lstStyle/>
          <a:p>
            <a:r>
              <a:rPr lang="en-GB" dirty="0"/>
              <a:t>Internal Architecture of a Typical PLC</a:t>
            </a:r>
            <a:br>
              <a:rPr lang="en-GB" dirty="0"/>
            </a:b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E4AC15-C76D-31C9-0639-2B5632501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02777574-154C-9FE9-B398-3A38B3323A0B}"/>
              </a:ext>
            </a:extLst>
          </p:cNvPr>
          <p:cNvSpPr txBox="1">
            <a:spLocks/>
          </p:cNvSpPr>
          <p:nvPr/>
        </p:nvSpPr>
        <p:spPr>
          <a:xfrm>
            <a:off x="1203325" y="2264492"/>
            <a:ext cx="7964903" cy="3557187"/>
          </a:xfrm>
          <a:prstGeom prst="rect">
            <a:avLst/>
          </a:prstGeom>
        </p:spPr>
        <p:txBody>
          <a:bodyPr numCol="2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Analyse the internal architecture of a typical PLC.</a:t>
            </a:r>
          </a:p>
          <a:p>
            <a:r>
              <a:rPr lang="en-GB" sz="1800" dirty="0"/>
              <a:t>Include:</a:t>
            </a:r>
          </a:p>
          <a:p>
            <a:r>
              <a:rPr lang="en-GB" sz="1800" dirty="0"/>
              <a:t>CPU</a:t>
            </a:r>
          </a:p>
          <a:p>
            <a:r>
              <a:rPr lang="en-GB" sz="1800" dirty="0"/>
              <a:t>memory</a:t>
            </a:r>
          </a:p>
          <a:p>
            <a:r>
              <a:rPr lang="en-GB" sz="1800" dirty="0"/>
              <a:t>power supply</a:t>
            </a:r>
          </a:p>
          <a:p>
            <a:r>
              <a:rPr lang="en-GB" sz="1800" dirty="0"/>
              <a:t>input modules</a:t>
            </a:r>
          </a:p>
          <a:p>
            <a:r>
              <a:rPr lang="en-GB" sz="1800" dirty="0"/>
              <a:t>output modules</a:t>
            </a:r>
          </a:p>
          <a:p>
            <a:r>
              <a:rPr lang="en-GB" sz="1800" dirty="0"/>
              <a:t>communication ports</a:t>
            </a:r>
          </a:p>
          <a:p>
            <a:r>
              <a:rPr lang="en-GB" sz="1800" dirty="0"/>
              <a:t>backplane or internal bus</a:t>
            </a:r>
          </a:p>
          <a:p>
            <a:r>
              <a:rPr lang="en-GB" sz="1800" dirty="0"/>
              <a:t>scan cycle</a:t>
            </a:r>
          </a:p>
          <a:p>
            <a:r>
              <a:rPr lang="en-GB" sz="1800" dirty="0"/>
              <a:t>Explain:</a:t>
            </a:r>
          </a:p>
          <a:p>
            <a:r>
              <a:rPr lang="en-GB" sz="1800" dirty="0"/>
              <a:t>how signals enter</a:t>
            </a:r>
          </a:p>
          <a:p>
            <a:r>
              <a:rPr lang="en-GB" sz="1800" dirty="0"/>
              <a:t>how the PLC processes logic</a:t>
            </a:r>
          </a:p>
          <a:p>
            <a:r>
              <a:rPr lang="en-GB" sz="1800" dirty="0"/>
              <a:t>how outputs are updated</a:t>
            </a:r>
          </a:p>
          <a:p>
            <a:r>
              <a:rPr lang="en-GB" sz="1800" dirty="0"/>
              <a:t>Insert a labelled PLC architecture diagram.</a:t>
            </a:r>
          </a:p>
        </p:txBody>
      </p:sp>
    </p:spTree>
    <p:extLst>
      <p:ext uri="{BB962C8B-B14F-4D97-AF65-F5344CB8AC3E}">
        <p14:creationId xmlns:p14="http://schemas.microsoft.com/office/powerpoint/2010/main" val="898612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78BD6-8B8F-5C6C-56BA-2364EED13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83D3-22A8-EBF2-3272-25F16DA98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516" y="1193716"/>
            <a:ext cx="7964903" cy="738784"/>
          </a:xfrm>
        </p:spPr>
        <p:txBody>
          <a:bodyPr/>
          <a:lstStyle/>
          <a:p>
            <a:r>
              <a:rPr lang="en-GB" dirty="0"/>
              <a:t>PLC Scan Cycle and Operational Application</a:t>
            </a:r>
          </a:p>
        </p:txBody>
      </p:sp>
      <p:pic>
        <p:nvPicPr>
          <p:cNvPr id="7" name="Picture Placeholder 6" descr="A palm tree with orange and yellow sky">
            <a:extLst>
              <a:ext uri="{FF2B5EF4-FFF2-40B4-BE49-F238E27FC236}">
                <a16:creationId xmlns:a16="http://schemas.microsoft.com/office/drawing/2014/main" id="{6B1A8425-545E-0FCB-C8E6-296C525A8B9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/>
          <a:srcRect t="11" b="11"/>
          <a:stretch/>
        </p:blipFill>
        <p:spPr>
          <a:xfrm>
            <a:off x="443123" y="-899"/>
            <a:ext cx="1657350" cy="685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F729B-102B-A8FE-49DF-4B4A3DB3431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165475" y="2555875"/>
            <a:ext cx="8237538" cy="3620638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GB" dirty="0"/>
              <a:t>Explain the scan sequence:</a:t>
            </a:r>
          </a:p>
          <a:p>
            <a:r>
              <a:rPr lang="en-GB" dirty="0"/>
              <a:t>input scan</a:t>
            </a:r>
          </a:p>
          <a:p>
            <a:r>
              <a:rPr lang="en-GB" dirty="0"/>
              <a:t>program execution</a:t>
            </a:r>
          </a:p>
          <a:p>
            <a:r>
              <a:rPr lang="en-GB" dirty="0"/>
              <a:t>diagnostics and communication</a:t>
            </a:r>
          </a:p>
          <a:p>
            <a:r>
              <a:rPr lang="en-GB" dirty="0"/>
              <a:t>output update</a:t>
            </a:r>
          </a:p>
          <a:p>
            <a:pPr marL="0" indent="0">
              <a:buNone/>
            </a:pPr>
            <a:r>
              <a:rPr lang="en-GB" dirty="0"/>
              <a:t>Then analyse why this matters in real operation:</a:t>
            </a:r>
          </a:p>
          <a:p>
            <a:r>
              <a:rPr lang="en-GB" dirty="0"/>
              <a:t>response time</a:t>
            </a:r>
          </a:p>
          <a:p>
            <a:r>
              <a:rPr lang="en-GB" dirty="0"/>
              <a:t>reliability</a:t>
            </a:r>
          </a:p>
          <a:p>
            <a:r>
              <a:rPr lang="en-GB" dirty="0"/>
              <a:t>timing</a:t>
            </a:r>
          </a:p>
          <a:p>
            <a:r>
              <a:rPr lang="en-GB" dirty="0"/>
              <a:t>fault handling</a:t>
            </a:r>
          </a:p>
          <a:p>
            <a:r>
              <a:rPr lang="en-GB" dirty="0"/>
              <a:t>deterministic control</a:t>
            </a:r>
          </a:p>
          <a:p>
            <a:pPr marL="0" indent="0">
              <a:buNone/>
            </a:pPr>
            <a:r>
              <a:rPr lang="en-GB" dirty="0"/>
              <a:t>Suggested sentence starters:</a:t>
            </a:r>
          </a:p>
          <a:p>
            <a:r>
              <a:rPr lang="en-GB" dirty="0"/>
              <a:t>The scan cycle affects system operation because...</a:t>
            </a:r>
          </a:p>
          <a:p>
            <a:r>
              <a:rPr lang="en-GB" dirty="0"/>
              <a:t>In fast production environments...</a:t>
            </a:r>
          </a:p>
          <a:p>
            <a:r>
              <a:rPr lang="en-GB" dirty="0"/>
              <a:t>This makes PLCs suitable for...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1E76EE4-EE1A-015C-CF54-89BEE5F7E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059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99621-028E-9430-E751-5599CE3A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97C017D-CAC7-BA3A-022D-744DAD650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058" t="20998" r="58163" b="4541"/>
          <a:stretch/>
        </p:blipFill>
        <p:spPr>
          <a:xfrm rot="10800000" flipH="1">
            <a:off x="8014009" y="-9201"/>
            <a:ext cx="3696438" cy="68671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3AB905-BA0B-5651-2098-E70DC5BDD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14009" y="-9773"/>
            <a:ext cx="3696437" cy="68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24902C6-962B-514D-4D7D-8E40F8F8D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090" y="1"/>
            <a:ext cx="7626710" cy="6857046"/>
          </a:xfrm>
        </p:spPr>
        <p:txBody>
          <a:bodyPr/>
          <a:lstStyle/>
          <a:p>
            <a:r>
              <a:rPr lang="en-GB" b="1" dirty="0"/>
              <a:t>Summary </a:t>
            </a:r>
            <a:r>
              <a:rPr lang="en-GB" sz="4400" dirty="0"/>
              <a:t>Comparison Slide</a:t>
            </a:r>
            <a:endParaRPr lang="en-GB" dirty="0"/>
          </a:p>
        </p:txBody>
      </p:sp>
      <p:pic>
        <p:nvPicPr>
          <p:cNvPr id="17" name="Picture Placeholder 16" descr="Palm trees in the sun">
            <a:extLst>
              <a:ext uri="{FF2B5EF4-FFF2-40B4-BE49-F238E27FC236}">
                <a16:creationId xmlns:a16="http://schemas.microsoft.com/office/drawing/2014/main" id="{FB3831B3-3132-EEC9-93C8-51CB710F098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6"/>
          <a:srcRect t="135" b="135"/>
          <a:stretch/>
        </p:blipFill>
        <p:spPr>
          <a:xfrm>
            <a:off x="8510588" y="-953"/>
            <a:ext cx="3200400" cy="6858000"/>
          </a:xfrm>
        </p:spPr>
      </p:pic>
    </p:spTree>
    <p:extLst>
      <p:ext uri="{BB962C8B-B14F-4D97-AF65-F5344CB8AC3E}">
        <p14:creationId xmlns:p14="http://schemas.microsoft.com/office/powerpoint/2010/main" val="3252762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88AC5-06F8-6AE0-4BE0-F18950F36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CFF42D-F8B1-63BA-818F-F3CA56850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0789" y="1115060"/>
            <a:ext cx="10149840" cy="914400"/>
          </a:xfrm>
        </p:spPr>
        <p:txBody>
          <a:bodyPr/>
          <a:lstStyle/>
          <a:p>
            <a:r>
              <a:rPr lang="en-US" dirty="0"/>
              <a:t>USE THIS TABLE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A55B664E-1264-4B94-1E66-09389885B8B3}"/>
              </a:ext>
            </a:extLst>
          </p:cNvPr>
          <p:cNvGraphicFramePr>
            <a:graphicFrameLocks noGrp="1"/>
          </p:cNvGraphicFramePr>
          <p:nvPr>
            <p:ph type="tbl" sz="quarter" idx="17"/>
          </p:nvPr>
        </p:nvGraphicFramePr>
        <p:xfrm>
          <a:off x="979488" y="2311400"/>
          <a:ext cx="7091364" cy="347257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772841">
                  <a:extLst>
                    <a:ext uri="{9D8B030D-6E8A-4147-A177-3AD203B41FA5}">
                      <a16:colId xmlns:a16="http://schemas.microsoft.com/office/drawing/2014/main" val="30750867"/>
                    </a:ext>
                  </a:extLst>
                </a:gridCol>
                <a:gridCol w="1772841">
                  <a:extLst>
                    <a:ext uri="{9D8B030D-6E8A-4147-A177-3AD203B41FA5}">
                      <a16:colId xmlns:a16="http://schemas.microsoft.com/office/drawing/2014/main" val="1038941322"/>
                    </a:ext>
                  </a:extLst>
                </a:gridCol>
                <a:gridCol w="1772841">
                  <a:extLst>
                    <a:ext uri="{9D8B030D-6E8A-4147-A177-3AD203B41FA5}">
                      <a16:colId xmlns:a16="http://schemas.microsoft.com/office/drawing/2014/main" val="529645500"/>
                    </a:ext>
                  </a:extLst>
                </a:gridCol>
                <a:gridCol w="1772841">
                  <a:extLst>
                    <a:ext uri="{9D8B030D-6E8A-4147-A177-3AD203B41FA5}">
                      <a16:colId xmlns:a16="http://schemas.microsoft.com/office/drawing/2014/main" val="3469610457"/>
                    </a:ext>
                  </a:extLst>
                </a:gridCol>
              </a:tblGrid>
              <a:tr h="6945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432886"/>
                  </a:ext>
                </a:extLst>
              </a:tr>
              <a:tr h="6945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40625"/>
                  </a:ext>
                </a:extLst>
              </a:tr>
              <a:tr h="6945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393470"/>
                  </a:ext>
                </a:extLst>
              </a:tr>
              <a:tr h="6945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364400"/>
                  </a:ext>
                </a:extLst>
              </a:tr>
              <a:tr h="6945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263980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4077B-6208-E703-CB90-DE9FACFEB6C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45190" y="2301069"/>
            <a:ext cx="2684773" cy="3482792"/>
          </a:xfrm>
        </p:spPr>
        <p:txBody>
          <a:bodyPr>
            <a:normAutofit/>
          </a:bodyPr>
          <a:lstStyle/>
          <a:p>
            <a:r>
              <a:rPr lang="en-GB" sz="1400" dirty="0"/>
              <a:t>You can include:</a:t>
            </a:r>
          </a:p>
          <a:p>
            <a:r>
              <a:rPr lang="en-GB" sz="1400" dirty="0"/>
              <a:t>PLC types</a:t>
            </a:r>
          </a:p>
          <a:p>
            <a:r>
              <a:rPr lang="en-GB" sz="1400" dirty="0"/>
              <a:t>input and output devices</a:t>
            </a:r>
          </a:p>
          <a:p>
            <a:r>
              <a:rPr lang="en-GB" sz="1400" dirty="0"/>
              <a:t>communication links</a:t>
            </a:r>
          </a:p>
          <a:p>
            <a:r>
              <a:rPr lang="en-GB" sz="1400" dirty="0"/>
              <a:t>programming languages</a:t>
            </a:r>
          </a:p>
          <a:p>
            <a:r>
              <a:rPr lang="en-GB" sz="1400" dirty="0"/>
              <a:t>internal architecture</a:t>
            </a:r>
          </a:p>
          <a:p>
            <a:r>
              <a:rPr lang="en-GB" sz="1400" dirty="0"/>
              <a:t>This can be a comparison chart or mind map.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195101-6A1F-A9BA-B7B9-6629949E9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882640"/>
            <a:ext cx="1745658" cy="123604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83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0B3C9-232A-8419-40F6-840454CA9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7D72B47-9F5E-1884-2259-8162A1AE7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516" y="1193716"/>
            <a:ext cx="7964903" cy="738784"/>
          </a:xfrm>
        </p:spPr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A7760E-35E3-E80F-A36B-3304A0847AB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165475" y="2240583"/>
            <a:ext cx="8237726" cy="3830017"/>
          </a:xfrm>
        </p:spPr>
        <p:txBody>
          <a:bodyPr tIns="91440" bIns="91440">
            <a:noAutofit/>
          </a:bodyPr>
          <a:lstStyle/>
          <a:p>
            <a:r>
              <a:rPr lang="en-GB" sz="1400" b="0" dirty="0"/>
              <a:t>Write 3 to 5 lines summarising:</a:t>
            </a:r>
          </a:p>
          <a:p>
            <a:r>
              <a:rPr lang="en-GB" sz="1400" b="0" dirty="0"/>
              <a:t>the main PLC characteristics</a:t>
            </a:r>
          </a:p>
          <a:p>
            <a:r>
              <a:rPr lang="en-GB" sz="1400" b="0" dirty="0"/>
              <a:t>why PLC choice matters in automation</a:t>
            </a:r>
          </a:p>
          <a:p>
            <a:r>
              <a:rPr lang="en-GB" sz="1400" b="0" dirty="0"/>
              <a:t>how PLC structure and communication influence application performance</a:t>
            </a:r>
          </a:p>
          <a:p>
            <a:r>
              <a:rPr lang="en-GB" sz="1400" b="0" dirty="0"/>
              <a:t>Suggested sentence starters:</a:t>
            </a:r>
          </a:p>
          <a:p>
            <a:r>
              <a:rPr lang="en-GB" sz="1400" b="0" dirty="0"/>
              <a:t>In conclusion, PLC systems vary in configuration, capability and application.</a:t>
            </a:r>
          </a:p>
          <a:p>
            <a:r>
              <a:rPr lang="en-GB" sz="1400" b="0" dirty="0"/>
              <a:t>Understanding input and output devices, communication links and internal architecture is essential for selecting and applying PLCs correctly.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F04254E6-1303-4CE4-94F8-B67CF9165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798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F25B-4900-EBAE-FD33-D02F54C49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9D1E8-0CB0-22DF-5C3F-6637356E0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516" y="1193716"/>
            <a:ext cx="7964903" cy="738784"/>
          </a:xfrm>
        </p:spPr>
        <p:txBody>
          <a:bodyPr/>
          <a:lstStyle/>
          <a:p>
            <a:r>
              <a:rPr lang="en-GB" dirty="0"/>
              <a:t>References</a:t>
            </a:r>
          </a:p>
        </p:txBody>
      </p:sp>
      <p:pic>
        <p:nvPicPr>
          <p:cNvPr id="7" name="Picture Placeholder 6" descr="A palm tree with orange and yellow sky">
            <a:extLst>
              <a:ext uri="{FF2B5EF4-FFF2-40B4-BE49-F238E27FC236}">
                <a16:creationId xmlns:a16="http://schemas.microsoft.com/office/drawing/2014/main" id="{4F1F42CC-6B0F-2C89-2A8F-B30CDF20D511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/>
          <a:srcRect t="11" b="11"/>
          <a:stretch/>
        </p:blipFill>
        <p:spPr>
          <a:xfrm>
            <a:off x="443123" y="-899"/>
            <a:ext cx="1657350" cy="685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B877D-7A13-4863-ABA4-16A207CA478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165475" y="2555875"/>
            <a:ext cx="8237538" cy="3620638"/>
          </a:xfrm>
        </p:spPr>
        <p:txBody>
          <a:bodyPr numCol="2">
            <a:normAutofit/>
          </a:bodyPr>
          <a:lstStyle/>
          <a:p>
            <a:r>
              <a:rPr lang="en-GB" dirty="0"/>
              <a:t>List references in Harvard style.</a:t>
            </a:r>
          </a:p>
          <a:p>
            <a:r>
              <a:rPr lang="en-GB" dirty="0"/>
              <a:t>Include:</a:t>
            </a:r>
          </a:p>
          <a:p>
            <a:r>
              <a:rPr lang="en-GB" dirty="0"/>
              <a:t>Bolton</a:t>
            </a:r>
          </a:p>
          <a:p>
            <a:r>
              <a:rPr lang="en-GB" dirty="0" err="1"/>
              <a:t>Petruzella</a:t>
            </a:r>
            <a:endParaRPr lang="en-GB" dirty="0"/>
          </a:p>
          <a:p>
            <a:r>
              <a:rPr lang="en-GB" dirty="0"/>
              <a:t>Perez</a:t>
            </a:r>
          </a:p>
          <a:p>
            <a:r>
              <a:rPr lang="en-GB" dirty="0"/>
              <a:t>manufacturer sources</a:t>
            </a:r>
          </a:p>
          <a:p>
            <a:r>
              <a:rPr lang="en-GB" dirty="0"/>
              <a:t>automation network references where used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752EC84-23DB-1F9E-2B9C-46A9B1721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143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13DDD-5E35-46D0-0102-2C296FFD9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9" y="70439"/>
            <a:ext cx="12178162" cy="353358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C655E-4E07-A234-D449-E79AFF696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1879" y="3645514"/>
            <a:ext cx="8009681" cy="731838"/>
          </a:xfrm>
        </p:spPr>
        <p:txBody>
          <a:bodyPr/>
          <a:lstStyle/>
          <a:p>
            <a:pPr lvl="0"/>
            <a:r>
              <a:rPr lang="en-US" noProof="0" dirty="0"/>
              <a:t>Akbar </a:t>
            </a:r>
            <a:r>
              <a:rPr lang="en-US" noProof="0" dirty="0" err="1"/>
              <a:t>qamar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A1C9A-CBD4-DF94-E4C4-43F01C82D0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09750" y="4826000"/>
            <a:ext cx="4001770" cy="590174"/>
          </a:xfrm>
        </p:spPr>
        <p:txBody>
          <a:bodyPr/>
          <a:lstStyle/>
          <a:p>
            <a:pPr lvl="0"/>
            <a:r>
              <a:rPr lang="en-US" noProof="0" dirty="0"/>
              <a:t>akbar@akbarq.com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38B90-7BBC-6851-EEB1-12D13B138F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77560" y="4826000"/>
            <a:ext cx="4001770" cy="590174"/>
          </a:xfrm>
        </p:spPr>
        <p:txBody>
          <a:bodyPr/>
          <a:lstStyle/>
          <a:p>
            <a:pPr lvl="0"/>
            <a:r>
              <a:rPr lang="en-US" noProof="0"/>
              <a:t>www.akbarq.</a:t>
            </a:r>
            <a:r>
              <a:rPr lang="en-US" noProof="0" dirty="0"/>
              <a:t>com</a:t>
            </a:r>
          </a:p>
        </p:txBody>
      </p:sp>
    </p:spTree>
    <p:extLst>
      <p:ext uri="{BB962C8B-B14F-4D97-AF65-F5344CB8AC3E}">
        <p14:creationId xmlns:p14="http://schemas.microsoft.com/office/powerpoint/2010/main" val="213753273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7670762_wac_SD_V12" id="{7A12FC3B-6876-4B64-BD29-85411680474D}" vid="{FAF419BD-AB88-4BA8-B634-A11C4B16F0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C01411-FC44-465B-AE6A-48D4493414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A918A9-726B-4A91-8209-236B8401AF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Vapor Trail design</Template>
  <TotalTime>13</TotalTime>
  <Words>876</Words>
  <Application>Microsoft Office PowerPoint</Application>
  <PresentationFormat>Widescreen</PresentationFormat>
  <Paragraphs>300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Century Gothic</vt:lpstr>
      <vt:lpstr>Custom</vt:lpstr>
      <vt:lpstr>Describe the design and operational characteristics of a PLC system</vt:lpstr>
      <vt:lpstr>Title</vt:lpstr>
      <vt:lpstr>Introduction</vt:lpstr>
      <vt:lpstr>Introduction</vt:lpstr>
      <vt:lpstr>Industrial Application Overview</vt:lpstr>
      <vt:lpstr>Industrial Application Overview</vt:lpstr>
      <vt:lpstr>PLC Types and Configurations</vt:lpstr>
      <vt:lpstr>USE THIS TABLE</vt:lpstr>
      <vt:lpstr>Typical Applications of PLC Types</vt:lpstr>
      <vt:lpstr>Typical Applications of PLC Types</vt:lpstr>
      <vt:lpstr>Typical Applications of PLC Types</vt:lpstr>
      <vt:lpstr>PowerPoint Presentation</vt:lpstr>
      <vt:lpstr>PLC Output Devices</vt:lpstr>
      <vt:lpstr>PowerPoint Presentation</vt:lpstr>
      <vt:lpstr>PLC Communication Links</vt:lpstr>
      <vt:lpstr>PowerPoint Presentation</vt:lpstr>
      <vt:lpstr>PLC Programming Languages</vt:lpstr>
      <vt:lpstr>Internal Architecture of a Typical PLC </vt:lpstr>
      <vt:lpstr>Internal Architecture of a Typical PLC </vt:lpstr>
      <vt:lpstr>PLC Scan Cycle and Operational Application</vt:lpstr>
      <vt:lpstr>Summary Comparison Slide</vt:lpstr>
      <vt:lpstr>USE THIS TABLE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Akbar Qamar</dc:creator>
  <cp:lastModifiedBy>Akbar Qamar</cp:lastModifiedBy>
  <cp:revision>19</cp:revision>
  <dcterms:created xsi:type="dcterms:W3CDTF">2026-03-11T18:26:16Z</dcterms:created>
  <dcterms:modified xsi:type="dcterms:W3CDTF">2026-03-11T18:39:36Z</dcterms:modified>
</cp:coreProperties>
</file>