
<file path=[Content_Types].xml><?xml version="1.0" encoding="utf-8"?>
<Types xmlns="http://schemas.openxmlformats.org/package/2006/content-types">
  <Default Extension="jpeg" ContentType="image/jpeg"/>
  <Default Extension="jpeg&amp;f=1&amp;nofb=1&amp;ipt=0204c77ad73848c2d7ce417d53cc5d6898645d80c81c77aa3de6a1a671486283&amp;ipo=images" ContentType="image/jpeg"/>
  <Default Extension="jpg" ContentType="image/jpeg"/>
  <Default Extension="jpg&amp;f=1&amp;nofb=1&amp;ipt=6b618cbc2055e7540e9a23db702b020e6b7230c101f23bd0d9adca60c454aa09&amp;ipo=images" ContentType="image/jpeg"/>
  <Default Extension="jpg&amp;f=1&amp;nofb=1&amp;ipt=a7d8b63f91011d878c12110a5e59e6d09c03c0efbabf7bd9371def248e2d42e8&amp;ipo=images" ContentType="image/jpeg"/>
  <Default Extension="mp4" ContentType="video/mp4"/>
  <Default Extension="png" ContentType="image/png"/>
  <Default Extension="png&amp;f=1&amp;nofb=1&amp;ipt=369dee19a92623f4b40a5f12763a261cbfa732198c3a130c92aed8f11c609966&amp;ipo=images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4" r:id="rId9"/>
    <p:sldId id="275" r:id="rId10"/>
    <p:sldId id="263" r:id="rId11"/>
    <p:sldId id="276" r:id="rId12"/>
    <p:sldId id="278" r:id="rId13"/>
    <p:sldId id="277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144" autoAdjust="0"/>
  </p:normalViewPr>
  <p:slideViewPr>
    <p:cSldViewPr snapToGrid="0">
      <p:cViewPr>
        <p:scale>
          <a:sx n="100" d="100"/>
          <a:sy n="100" d="100"/>
        </p:scale>
        <p:origin x="1656" y="3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23.svg"/><Relationship Id="rId1" Type="http://schemas.openxmlformats.org/officeDocument/2006/relationships/image" Target="../media/image22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svg"/><Relationship Id="rId1" Type="http://schemas.openxmlformats.org/officeDocument/2006/relationships/image" Target="../media/image26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image" Target="../media/image29.svg"/><Relationship Id="rId4" Type="http://schemas.openxmlformats.org/officeDocument/2006/relationships/image" Target="../media/image3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23.svg"/><Relationship Id="rId1" Type="http://schemas.openxmlformats.org/officeDocument/2006/relationships/image" Target="../media/image22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svg"/><Relationship Id="rId1" Type="http://schemas.openxmlformats.org/officeDocument/2006/relationships/image" Target="../media/image26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image" Target="../media/image29.svg"/><Relationship Id="rId4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#1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1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29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#3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6ED153-3D20-419C-AC30-70E336F5B476}" type="doc">
      <dgm:prSet loTypeId="urn:microsoft.com/office/officeart/2005/8/layout/hierarchy1" loCatId="hierarchy" qsTypeId="urn:microsoft.com/office/officeart/2005/8/quickstyle/simple1#1" qsCatId="simple" csTypeId="urn:microsoft.com/office/officeart/2005/8/colors/accent0_3#1" csCatId="mainScheme"/>
      <dgm:spPr/>
      <dgm:t>
        <a:bodyPr/>
        <a:lstStyle/>
        <a:p>
          <a:endParaRPr lang="en-US"/>
        </a:p>
      </dgm:t>
    </dgm:pt>
    <dgm:pt modelId="{E1A2B991-678C-48B8-8C00-09AB33209415}">
      <dgm:prSet/>
      <dgm:spPr/>
      <dgm:t>
        <a:bodyPr/>
        <a:lstStyle/>
        <a:p>
          <a:r>
            <a:rPr lang="en-AE"/>
            <a:t>We will design, simulate, implement, test and explain a small environmental monitoring alarm.</a:t>
          </a:r>
          <a:endParaRPr lang="en-US"/>
        </a:p>
      </dgm:t>
    </dgm:pt>
    <dgm:pt modelId="{50A87337-0A7A-46DB-A732-92CC61812C89}" type="parTrans" cxnId="{9E763510-E18A-484B-9459-3A7ED45D877E}">
      <dgm:prSet/>
      <dgm:spPr/>
      <dgm:t>
        <a:bodyPr/>
        <a:lstStyle/>
        <a:p>
          <a:endParaRPr lang="en-US"/>
        </a:p>
      </dgm:t>
    </dgm:pt>
    <dgm:pt modelId="{1661A500-BCA9-4BFE-866F-902A840279F6}" type="sibTrans" cxnId="{9E763510-E18A-484B-9459-3A7ED45D877E}">
      <dgm:prSet/>
      <dgm:spPr/>
      <dgm:t>
        <a:bodyPr/>
        <a:lstStyle/>
        <a:p>
          <a:endParaRPr lang="en-US"/>
        </a:p>
      </dgm:t>
    </dgm:pt>
    <dgm:pt modelId="{D6775B36-FDAC-4CAC-BE26-EEC96D3F6551}">
      <dgm:prSet/>
      <dgm:spPr/>
      <dgm:t>
        <a:bodyPr/>
        <a:lstStyle/>
        <a:p>
          <a:r>
            <a:rPr lang="en-AE"/>
            <a:t>The final project is built one verified function at a time.</a:t>
          </a:r>
          <a:endParaRPr lang="en-US"/>
        </a:p>
      </dgm:t>
    </dgm:pt>
    <dgm:pt modelId="{FCBEF2E8-C2E9-4D71-AC85-3B924D0B4542}" type="parTrans" cxnId="{142F004C-C573-4FC2-B9B9-09E5AA5BB56E}">
      <dgm:prSet/>
      <dgm:spPr/>
      <dgm:t>
        <a:bodyPr/>
        <a:lstStyle/>
        <a:p>
          <a:endParaRPr lang="en-US"/>
        </a:p>
      </dgm:t>
    </dgm:pt>
    <dgm:pt modelId="{F3968F8D-25F0-4124-9D7C-F31F509A0B1B}" type="sibTrans" cxnId="{142F004C-C573-4FC2-B9B9-09E5AA5BB56E}">
      <dgm:prSet/>
      <dgm:spPr/>
      <dgm:t>
        <a:bodyPr/>
        <a:lstStyle/>
        <a:p>
          <a:endParaRPr lang="en-US"/>
        </a:p>
      </dgm:t>
    </dgm:pt>
    <dgm:pt modelId="{44A8D690-C00B-4422-9561-936504799019}">
      <dgm:prSet/>
      <dgm:spPr/>
      <dgm:t>
        <a:bodyPr/>
        <a:lstStyle/>
        <a:p>
          <a:r>
            <a:rPr lang="en-AE"/>
            <a:t>No prior programming knowledge is assumed at the start of this sequence.</a:t>
          </a:r>
          <a:endParaRPr lang="en-US"/>
        </a:p>
      </dgm:t>
    </dgm:pt>
    <dgm:pt modelId="{868FE80C-B8C3-4B31-AE0F-5DAC9D611E86}" type="parTrans" cxnId="{EE2C3349-20CF-446D-BFD0-088AA841001C}">
      <dgm:prSet/>
      <dgm:spPr/>
      <dgm:t>
        <a:bodyPr/>
        <a:lstStyle/>
        <a:p>
          <a:endParaRPr lang="en-US"/>
        </a:p>
      </dgm:t>
    </dgm:pt>
    <dgm:pt modelId="{59554AA3-B160-471C-A1C2-0E7A3069F210}" type="sibTrans" cxnId="{EE2C3349-20CF-446D-BFD0-088AA841001C}">
      <dgm:prSet/>
      <dgm:spPr/>
      <dgm:t>
        <a:bodyPr/>
        <a:lstStyle/>
        <a:p>
          <a:endParaRPr lang="en-US"/>
        </a:p>
      </dgm:t>
    </dgm:pt>
    <dgm:pt modelId="{288FF9F2-2546-428E-9684-F0756F91D99F}" type="pres">
      <dgm:prSet presAssocID="{D36ED153-3D20-419C-AC30-70E336F5B47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2EA0E1A-1AE2-4CC3-B687-A71F1C1F7F25}" type="pres">
      <dgm:prSet presAssocID="{E1A2B991-678C-48B8-8C00-09AB33209415}" presName="hierRoot1" presStyleCnt="0"/>
      <dgm:spPr/>
    </dgm:pt>
    <dgm:pt modelId="{DA857F1C-B014-43B1-B864-3C41B9C1E739}" type="pres">
      <dgm:prSet presAssocID="{E1A2B991-678C-48B8-8C00-09AB33209415}" presName="composite" presStyleCnt="0"/>
      <dgm:spPr/>
    </dgm:pt>
    <dgm:pt modelId="{EBB5A263-7EA4-41AF-B89C-AA19B8DB1648}" type="pres">
      <dgm:prSet presAssocID="{E1A2B991-678C-48B8-8C00-09AB33209415}" presName="background" presStyleLbl="node0" presStyleIdx="0" presStyleCnt="3"/>
      <dgm:spPr/>
    </dgm:pt>
    <dgm:pt modelId="{BCD8114F-F474-489B-8724-9BCBC3220432}" type="pres">
      <dgm:prSet presAssocID="{E1A2B991-678C-48B8-8C00-09AB33209415}" presName="text" presStyleLbl="fgAcc0" presStyleIdx="0" presStyleCnt="3">
        <dgm:presLayoutVars>
          <dgm:chPref val="3"/>
        </dgm:presLayoutVars>
      </dgm:prSet>
      <dgm:spPr/>
    </dgm:pt>
    <dgm:pt modelId="{06139B76-C41E-4365-B2E1-121C8ECACA08}" type="pres">
      <dgm:prSet presAssocID="{E1A2B991-678C-48B8-8C00-09AB33209415}" presName="hierChild2" presStyleCnt="0"/>
      <dgm:spPr/>
    </dgm:pt>
    <dgm:pt modelId="{7E23240C-11FC-49A1-9F54-654FE40F70D1}" type="pres">
      <dgm:prSet presAssocID="{D6775B36-FDAC-4CAC-BE26-EEC96D3F6551}" presName="hierRoot1" presStyleCnt="0"/>
      <dgm:spPr/>
    </dgm:pt>
    <dgm:pt modelId="{7511B0F5-3083-4349-B5A1-AB2BC07BFA10}" type="pres">
      <dgm:prSet presAssocID="{D6775B36-FDAC-4CAC-BE26-EEC96D3F6551}" presName="composite" presStyleCnt="0"/>
      <dgm:spPr/>
    </dgm:pt>
    <dgm:pt modelId="{0A4EBA30-B7E9-4AC2-BD06-A23AA4162FDC}" type="pres">
      <dgm:prSet presAssocID="{D6775B36-FDAC-4CAC-BE26-EEC96D3F6551}" presName="background" presStyleLbl="node0" presStyleIdx="1" presStyleCnt="3"/>
      <dgm:spPr/>
    </dgm:pt>
    <dgm:pt modelId="{6F682180-982E-4046-A620-D510F7908CD9}" type="pres">
      <dgm:prSet presAssocID="{D6775B36-FDAC-4CAC-BE26-EEC96D3F6551}" presName="text" presStyleLbl="fgAcc0" presStyleIdx="1" presStyleCnt="3">
        <dgm:presLayoutVars>
          <dgm:chPref val="3"/>
        </dgm:presLayoutVars>
      </dgm:prSet>
      <dgm:spPr/>
    </dgm:pt>
    <dgm:pt modelId="{3D2B404E-F73C-45FE-8DAE-B8FA5A0E6984}" type="pres">
      <dgm:prSet presAssocID="{D6775B36-FDAC-4CAC-BE26-EEC96D3F6551}" presName="hierChild2" presStyleCnt="0"/>
      <dgm:spPr/>
    </dgm:pt>
    <dgm:pt modelId="{F179A884-3F9A-48E0-B0EB-FB51688D4003}" type="pres">
      <dgm:prSet presAssocID="{44A8D690-C00B-4422-9561-936504799019}" presName="hierRoot1" presStyleCnt="0"/>
      <dgm:spPr/>
    </dgm:pt>
    <dgm:pt modelId="{534B3BBA-FEAC-4718-AA0B-3D6DE151A88C}" type="pres">
      <dgm:prSet presAssocID="{44A8D690-C00B-4422-9561-936504799019}" presName="composite" presStyleCnt="0"/>
      <dgm:spPr/>
    </dgm:pt>
    <dgm:pt modelId="{92F5861C-5497-41F5-8B1C-B036A14117FF}" type="pres">
      <dgm:prSet presAssocID="{44A8D690-C00B-4422-9561-936504799019}" presName="background" presStyleLbl="node0" presStyleIdx="2" presStyleCnt="3"/>
      <dgm:spPr/>
    </dgm:pt>
    <dgm:pt modelId="{F6991ECC-CF11-45DF-8AF8-2079F3E1771F}" type="pres">
      <dgm:prSet presAssocID="{44A8D690-C00B-4422-9561-936504799019}" presName="text" presStyleLbl="fgAcc0" presStyleIdx="2" presStyleCnt="3">
        <dgm:presLayoutVars>
          <dgm:chPref val="3"/>
        </dgm:presLayoutVars>
      </dgm:prSet>
      <dgm:spPr/>
    </dgm:pt>
    <dgm:pt modelId="{375AACB9-A10C-4C1E-85F7-D7E6A6424CC1}" type="pres">
      <dgm:prSet presAssocID="{44A8D690-C00B-4422-9561-936504799019}" presName="hierChild2" presStyleCnt="0"/>
      <dgm:spPr/>
    </dgm:pt>
  </dgm:ptLst>
  <dgm:cxnLst>
    <dgm:cxn modelId="{9F203305-62C7-49E7-A852-75746CF5FEF9}" type="presOf" srcId="{D6775B36-FDAC-4CAC-BE26-EEC96D3F6551}" destId="{6F682180-982E-4046-A620-D510F7908CD9}" srcOrd="0" destOrd="0" presId="urn:microsoft.com/office/officeart/2005/8/layout/hierarchy1"/>
    <dgm:cxn modelId="{9E763510-E18A-484B-9459-3A7ED45D877E}" srcId="{D36ED153-3D20-419C-AC30-70E336F5B476}" destId="{E1A2B991-678C-48B8-8C00-09AB33209415}" srcOrd="0" destOrd="0" parTransId="{50A87337-0A7A-46DB-A732-92CC61812C89}" sibTransId="{1661A500-BCA9-4BFE-866F-902A840279F6}"/>
    <dgm:cxn modelId="{EE2C3349-20CF-446D-BFD0-088AA841001C}" srcId="{D36ED153-3D20-419C-AC30-70E336F5B476}" destId="{44A8D690-C00B-4422-9561-936504799019}" srcOrd="2" destOrd="0" parTransId="{868FE80C-B8C3-4B31-AE0F-5DAC9D611E86}" sibTransId="{59554AA3-B160-471C-A1C2-0E7A3069F210}"/>
    <dgm:cxn modelId="{142F004C-C573-4FC2-B9B9-09E5AA5BB56E}" srcId="{D36ED153-3D20-419C-AC30-70E336F5B476}" destId="{D6775B36-FDAC-4CAC-BE26-EEC96D3F6551}" srcOrd="1" destOrd="0" parTransId="{FCBEF2E8-C2E9-4D71-AC85-3B924D0B4542}" sibTransId="{F3968F8D-25F0-4124-9D7C-F31F509A0B1B}"/>
    <dgm:cxn modelId="{95DF6A7A-9C63-4270-BADE-95E6DECAC83D}" type="presOf" srcId="{E1A2B991-678C-48B8-8C00-09AB33209415}" destId="{BCD8114F-F474-489B-8724-9BCBC3220432}" srcOrd="0" destOrd="0" presId="urn:microsoft.com/office/officeart/2005/8/layout/hierarchy1"/>
    <dgm:cxn modelId="{C31D5E7E-F473-419F-891A-A7A963B5BB28}" type="presOf" srcId="{D36ED153-3D20-419C-AC30-70E336F5B476}" destId="{288FF9F2-2546-428E-9684-F0756F91D99F}" srcOrd="0" destOrd="0" presId="urn:microsoft.com/office/officeart/2005/8/layout/hierarchy1"/>
    <dgm:cxn modelId="{09109980-4ADA-4E16-BFB7-23D1028358E8}" type="presOf" srcId="{44A8D690-C00B-4422-9561-936504799019}" destId="{F6991ECC-CF11-45DF-8AF8-2079F3E1771F}" srcOrd="0" destOrd="0" presId="urn:microsoft.com/office/officeart/2005/8/layout/hierarchy1"/>
    <dgm:cxn modelId="{89E09ED3-CC09-4BEF-921C-3ECA1637ACDD}" type="presParOf" srcId="{288FF9F2-2546-428E-9684-F0756F91D99F}" destId="{52EA0E1A-1AE2-4CC3-B687-A71F1C1F7F25}" srcOrd="0" destOrd="0" presId="urn:microsoft.com/office/officeart/2005/8/layout/hierarchy1"/>
    <dgm:cxn modelId="{6F718821-B39E-4DF3-84A9-FC63DA38257E}" type="presParOf" srcId="{52EA0E1A-1AE2-4CC3-B687-A71F1C1F7F25}" destId="{DA857F1C-B014-43B1-B864-3C41B9C1E739}" srcOrd="0" destOrd="0" presId="urn:microsoft.com/office/officeart/2005/8/layout/hierarchy1"/>
    <dgm:cxn modelId="{9A5ED997-470C-4179-9174-D074F47C5C95}" type="presParOf" srcId="{DA857F1C-B014-43B1-B864-3C41B9C1E739}" destId="{EBB5A263-7EA4-41AF-B89C-AA19B8DB1648}" srcOrd="0" destOrd="0" presId="urn:microsoft.com/office/officeart/2005/8/layout/hierarchy1"/>
    <dgm:cxn modelId="{1A6643A4-06A9-4DDA-96F0-13E02A4600C7}" type="presParOf" srcId="{DA857F1C-B014-43B1-B864-3C41B9C1E739}" destId="{BCD8114F-F474-489B-8724-9BCBC3220432}" srcOrd="1" destOrd="0" presId="urn:microsoft.com/office/officeart/2005/8/layout/hierarchy1"/>
    <dgm:cxn modelId="{9502FBED-6647-4AE3-8DFD-D121F345053E}" type="presParOf" srcId="{52EA0E1A-1AE2-4CC3-B687-A71F1C1F7F25}" destId="{06139B76-C41E-4365-B2E1-121C8ECACA08}" srcOrd="1" destOrd="0" presId="urn:microsoft.com/office/officeart/2005/8/layout/hierarchy1"/>
    <dgm:cxn modelId="{21514379-EB92-4B95-9D70-C0DB3DB659F0}" type="presParOf" srcId="{288FF9F2-2546-428E-9684-F0756F91D99F}" destId="{7E23240C-11FC-49A1-9F54-654FE40F70D1}" srcOrd="1" destOrd="0" presId="urn:microsoft.com/office/officeart/2005/8/layout/hierarchy1"/>
    <dgm:cxn modelId="{BD14EF90-E4BE-4590-AD72-898F8999FB15}" type="presParOf" srcId="{7E23240C-11FC-49A1-9F54-654FE40F70D1}" destId="{7511B0F5-3083-4349-B5A1-AB2BC07BFA10}" srcOrd="0" destOrd="0" presId="urn:microsoft.com/office/officeart/2005/8/layout/hierarchy1"/>
    <dgm:cxn modelId="{7B21D016-5ADF-4BC8-B11C-F6D80827F8C7}" type="presParOf" srcId="{7511B0F5-3083-4349-B5A1-AB2BC07BFA10}" destId="{0A4EBA30-B7E9-4AC2-BD06-A23AA4162FDC}" srcOrd="0" destOrd="0" presId="urn:microsoft.com/office/officeart/2005/8/layout/hierarchy1"/>
    <dgm:cxn modelId="{B95280D6-3B37-4F26-88D5-DA3F055B0F49}" type="presParOf" srcId="{7511B0F5-3083-4349-B5A1-AB2BC07BFA10}" destId="{6F682180-982E-4046-A620-D510F7908CD9}" srcOrd="1" destOrd="0" presId="urn:microsoft.com/office/officeart/2005/8/layout/hierarchy1"/>
    <dgm:cxn modelId="{9D4F39E4-B4F0-4A75-9D3D-FAB425A0797E}" type="presParOf" srcId="{7E23240C-11FC-49A1-9F54-654FE40F70D1}" destId="{3D2B404E-F73C-45FE-8DAE-B8FA5A0E6984}" srcOrd="1" destOrd="0" presId="urn:microsoft.com/office/officeart/2005/8/layout/hierarchy1"/>
    <dgm:cxn modelId="{190E9059-FC6B-4D9B-8823-20660E32A889}" type="presParOf" srcId="{288FF9F2-2546-428E-9684-F0756F91D99F}" destId="{F179A884-3F9A-48E0-B0EB-FB51688D4003}" srcOrd="2" destOrd="0" presId="urn:microsoft.com/office/officeart/2005/8/layout/hierarchy1"/>
    <dgm:cxn modelId="{6C7DBE66-A63E-4A27-98D5-1EEF211654F9}" type="presParOf" srcId="{F179A884-3F9A-48E0-B0EB-FB51688D4003}" destId="{534B3BBA-FEAC-4718-AA0B-3D6DE151A88C}" srcOrd="0" destOrd="0" presId="urn:microsoft.com/office/officeart/2005/8/layout/hierarchy1"/>
    <dgm:cxn modelId="{BEC37B04-256D-47A8-9920-3F679C71238C}" type="presParOf" srcId="{534B3BBA-FEAC-4718-AA0B-3D6DE151A88C}" destId="{92F5861C-5497-41F5-8B1C-B036A14117FF}" srcOrd="0" destOrd="0" presId="urn:microsoft.com/office/officeart/2005/8/layout/hierarchy1"/>
    <dgm:cxn modelId="{C67BF2B4-6A3A-4256-8711-CC92BC6317AC}" type="presParOf" srcId="{534B3BBA-FEAC-4718-AA0B-3D6DE151A88C}" destId="{F6991ECC-CF11-45DF-8AF8-2079F3E1771F}" srcOrd="1" destOrd="0" presId="urn:microsoft.com/office/officeart/2005/8/layout/hierarchy1"/>
    <dgm:cxn modelId="{A165B442-DD0F-4144-A90E-1A34342B99ED}" type="presParOf" srcId="{F179A884-3F9A-48E0-B0EB-FB51688D4003}" destId="{375AACB9-A10C-4C1E-85F7-D7E6A6424CC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588D7A3-67CF-4EA0-B2CA-3B68CF76D327}" type="doc">
      <dgm:prSet loTypeId="urn:microsoft.com/office/officeart/2018/2/layout/IconVerticalSolidList" loCatId="icon" qsTypeId="urn:microsoft.com/office/officeart/2005/8/quickstyle/simple1#22" qsCatId="simple" csTypeId="urn:microsoft.com/office/officeart/2005/8/colors/accent1_2#11" csCatId="accent1" phldr="1"/>
      <dgm:spPr/>
      <dgm:t>
        <a:bodyPr/>
        <a:lstStyle/>
        <a:p>
          <a:endParaRPr lang="en-US"/>
        </a:p>
      </dgm:t>
    </dgm:pt>
    <dgm:pt modelId="{254400E0-C71E-483E-BFCF-04F97AE5C54E}">
      <dgm:prSet/>
      <dgm:spPr/>
      <dgm:t>
        <a:bodyPr/>
        <a:lstStyle/>
        <a:p>
          <a:pPr>
            <a:lnSpc>
              <a:spcPct val="100000"/>
            </a:lnSpc>
          </a:pPr>
          <a:r>
            <a:rPr lang="en-AE"/>
            <a:t>A small computer built into a product to perform a dedicated job.</a:t>
          </a:r>
          <a:endParaRPr lang="en-US"/>
        </a:p>
      </dgm:t>
    </dgm:pt>
    <dgm:pt modelId="{2DD41FAF-299B-44C9-867A-D90EED14903C}" type="parTrans" cxnId="{1F81C1B4-CE57-4075-8ABB-73C65BB7F0ED}">
      <dgm:prSet/>
      <dgm:spPr/>
      <dgm:t>
        <a:bodyPr/>
        <a:lstStyle/>
        <a:p>
          <a:endParaRPr lang="en-US"/>
        </a:p>
      </dgm:t>
    </dgm:pt>
    <dgm:pt modelId="{514F59CC-6DEE-46EE-AD04-4EDF85BBD260}" type="sibTrans" cxnId="{1F81C1B4-CE57-4075-8ABB-73C65BB7F0ED}">
      <dgm:prSet/>
      <dgm:spPr/>
      <dgm:t>
        <a:bodyPr/>
        <a:lstStyle/>
        <a:p>
          <a:endParaRPr lang="en-US"/>
        </a:p>
      </dgm:t>
    </dgm:pt>
    <dgm:pt modelId="{40EF1324-EDBF-47DC-85CA-1580F76EF306}">
      <dgm:prSet/>
      <dgm:spPr/>
      <dgm:t>
        <a:bodyPr/>
        <a:lstStyle/>
        <a:p>
          <a:pPr>
            <a:lnSpc>
              <a:spcPct val="100000"/>
            </a:lnSpc>
          </a:pPr>
          <a:r>
            <a:rPr lang="en-AE"/>
            <a:t>It observes the world through inputs, processes information and controls outputs.</a:t>
          </a:r>
          <a:endParaRPr lang="en-US"/>
        </a:p>
      </dgm:t>
    </dgm:pt>
    <dgm:pt modelId="{0204159A-4BF7-4892-ABA4-0707ED0E13E3}" type="parTrans" cxnId="{B74917BE-60B0-48C8-9F83-DEAEA9141E9C}">
      <dgm:prSet/>
      <dgm:spPr/>
      <dgm:t>
        <a:bodyPr/>
        <a:lstStyle/>
        <a:p>
          <a:endParaRPr lang="en-US"/>
        </a:p>
      </dgm:t>
    </dgm:pt>
    <dgm:pt modelId="{76CB8DD7-EB47-4907-A378-2ABBDCE24D3E}" type="sibTrans" cxnId="{B74917BE-60B0-48C8-9F83-DEAEA9141E9C}">
      <dgm:prSet/>
      <dgm:spPr/>
      <dgm:t>
        <a:bodyPr/>
        <a:lstStyle/>
        <a:p>
          <a:endParaRPr lang="en-US"/>
        </a:p>
      </dgm:t>
    </dgm:pt>
    <dgm:pt modelId="{E06B8227-B879-4CAE-9F44-B5F2AC242172}">
      <dgm:prSet/>
      <dgm:spPr/>
      <dgm:t>
        <a:bodyPr/>
        <a:lstStyle/>
        <a:p>
          <a:pPr>
            <a:lnSpc>
              <a:spcPct val="100000"/>
            </a:lnSpc>
          </a:pPr>
          <a:r>
            <a:rPr lang="en-AE"/>
            <a:t>Examples: thermostat, washing machine, vehicle parking sensor, fire alarm and smart HVAC controller.</a:t>
          </a:r>
          <a:endParaRPr lang="en-US"/>
        </a:p>
      </dgm:t>
    </dgm:pt>
    <dgm:pt modelId="{7F3BDCB6-514E-4778-82EF-47F8624D7A24}" type="parTrans" cxnId="{2C213FDE-66EB-45B0-9F55-3CE40D3CEDB6}">
      <dgm:prSet/>
      <dgm:spPr/>
      <dgm:t>
        <a:bodyPr/>
        <a:lstStyle/>
        <a:p>
          <a:endParaRPr lang="en-US"/>
        </a:p>
      </dgm:t>
    </dgm:pt>
    <dgm:pt modelId="{AA18FFE0-D472-4505-AE46-66BA904DBE49}" type="sibTrans" cxnId="{2C213FDE-66EB-45B0-9F55-3CE40D3CEDB6}">
      <dgm:prSet/>
      <dgm:spPr/>
      <dgm:t>
        <a:bodyPr/>
        <a:lstStyle/>
        <a:p>
          <a:endParaRPr lang="en-US"/>
        </a:p>
      </dgm:t>
    </dgm:pt>
    <dgm:pt modelId="{29EF5955-492B-45D7-BB86-78AEB501E425}" type="pres">
      <dgm:prSet presAssocID="{C588D7A3-67CF-4EA0-B2CA-3B68CF76D327}" presName="root" presStyleCnt="0">
        <dgm:presLayoutVars>
          <dgm:dir/>
          <dgm:resizeHandles val="exact"/>
        </dgm:presLayoutVars>
      </dgm:prSet>
      <dgm:spPr/>
    </dgm:pt>
    <dgm:pt modelId="{31E04149-E121-4206-9AB5-22BC7D399A98}" type="pres">
      <dgm:prSet presAssocID="{254400E0-C71E-483E-BFCF-04F97AE5C54E}" presName="compNode" presStyleCnt="0"/>
      <dgm:spPr/>
    </dgm:pt>
    <dgm:pt modelId="{A6E9653E-76FC-45EB-ACA5-5BEBE29C5A9C}" type="pres">
      <dgm:prSet presAssocID="{254400E0-C71E-483E-BFCF-04F97AE5C54E}" presName="bgRect" presStyleLbl="bgShp" presStyleIdx="0" presStyleCnt="3"/>
      <dgm:spPr/>
    </dgm:pt>
    <dgm:pt modelId="{1A3F5405-E5B5-4D00-B213-05ACB010011B}" type="pres">
      <dgm:prSet presAssocID="{254400E0-C71E-483E-BFCF-04F97AE5C54E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276B8593-3D58-4823-93FF-A2086DCFE8CD}" type="pres">
      <dgm:prSet presAssocID="{254400E0-C71E-483E-BFCF-04F97AE5C54E}" presName="spaceRect" presStyleCnt="0"/>
      <dgm:spPr/>
    </dgm:pt>
    <dgm:pt modelId="{83729065-DC91-4BB8-AED6-8A0D65751F93}" type="pres">
      <dgm:prSet presAssocID="{254400E0-C71E-483E-BFCF-04F97AE5C54E}" presName="parTx" presStyleLbl="revTx" presStyleIdx="0" presStyleCnt="3">
        <dgm:presLayoutVars>
          <dgm:chMax val="0"/>
          <dgm:chPref val="0"/>
        </dgm:presLayoutVars>
      </dgm:prSet>
      <dgm:spPr/>
    </dgm:pt>
    <dgm:pt modelId="{0DC2AFFC-C385-4C6D-87A1-3BA58A7FDFF3}" type="pres">
      <dgm:prSet presAssocID="{514F59CC-6DEE-46EE-AD04-4EDF85BBD260}" presName="sibTrans" presStyleCnt="0"/>
      <dgm:spPr/>
    </dgm:pt>
    <dgm:pt modelId="{AAFFD2E4-BCAA-44D5-8C58-A8A01A55C39E}" type="pres">
      <dgm:prSet presAssocID="{40EF1324-EDBF-47DC-85CA-1580F76EF306}" presName="compNode" presStyleCnt="0"/>
      <dgm:spPr/>
    </dgm:pt>
    <dgm:pt modelId="{1A62F0E0-4C6F-437F-A21E-C30F73AC6521}" type="pres">
      <dgm:prSet presAssocID="{40EF1324-EDBF-47DC-85CA-1580F76EF306}" presName="bgRect" presStyleLbl="bgShp" presStyleIdx="1" presStyleCnt="3"/>
      <dgm:spPr/>
    </dgm:pt>
    <dgm:pt modelId="{7418D84C-3300-414B-96EF-5D39E74188EB}" type="pres">
      <dgm:prSet presAssocID="{40EF1324-EDBF-47DC-85CA-1580F76EF306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911A3C1B-11C0-4214-B2DC-087B42621734}" type="pres">
      <dgm:prSet presAssocID="{40EF1324-EDBF-47DC-85CA-1580F76EF306}" presName="spaceRect" presStyleCnt="0"/>
      <dgm:spPr/>
    </dgm:pt>
    <dgm:pt modelId="{67DC4A76-A614-45DE-AE2F-748867E5CE97}" type="pres">
      <dgm:prSet presAssocID="{40EF1324-EDBF-47DC-85CA-1580F76EF306}" presName="parTx" presStyleLbl="revTx" presStyleIdx="1" presStyleCnt="3">
        <dgm:presLayoutVars>
          <dgm:chMax val="0"/>
          <dgm:chPref val="0"/>
        </dgm:presLayoutVars>
      </dgm:prSet>
      <dgm:spPr/>
    </dgm:pt>
    <dgm:pt modelId="{98E92641-A853-4F0B-B1EF-103904F63DF3}" type="pres">
      <dgm:prSet presAssocID="{76CB8DD7-EB47-4907-A378-2ABBDCE24D3E}" presName="sibTrans" presStyleCnt="0"/>
      <dgm:spPr/>
    </dgm:pt>
    <dgm:pt modelId="{1BA48484-391D-4921-97C1-B4E2B375BD0E}" type="pres">
      <dgm:prSet presAssocID="{E06B8227-B879-4CAE-9F44-B5F2AC242172}" presName="compNode" presStyleCnt="0"/>
      <dgm:spPr/>
    </dgm:pt>
    <dgm:pt modelId="{FEBEC41D-9356-4606-9B65-E900EDF4A16F}" type="pres">
      <dgm:prSet presAssocID="{E06B8227-B879-4CAE-9F44-B5F2AC242172}" presName="bgRect" presStyleLbl="bgShp" presStyleIdx="2" presStyleCnt="3"/>
      <dgm:spPr/>
    </dgm:pt>
    <dgm:pt modelId="{42403BBC-209F-4DC0-A449-97DA3D52B273}" type="pres">
      <dgm:prSet presAssocID="{E06B8227-B879-4CAE-9F44-B5F2AC242172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refighter"/>
        </a:ext>
      </dgm:extLst>
    </dgm:pt>
    <dgm:pt modelId="{ED4F036A-0A87-4BE1-A93C-842E5E22BCD7}" type="pres">
      <dgm:prSet presAssocID="{E06B8227-B879-4CAE-9F44-B5F2AC242172}" presName="spaceRect" presStyleCnt="0"/>
      <dgm:spPr/>
    </dgm:pt>
    <dgm:pt modelId="{0B6FE2D4-98CF-468F-848C-DF5FFABD6D69}" type="pres">
      <dgm:prSet presAssocID="{E06B8227-B879-4CAE-9F44-B5F2AC24217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E24CD19-3874-4657-9B8E-BB70CCFA3340}" type="presOf" srcId="{E06B8227-B879-4CAE-9F44-B5F2AC242172}" destId="{0B6FE2D4-98CF-468F-848C-DF5FFABD6D69}" srcOrd="0" destOrd="0" presId="urn:microsoft.com/office/officeart/2018/2/layout/IconVerticalSolidList"/>
    <dgm:cxn modelId="{FF136521-91DA-4C03-A264-7A0970D53E99}" type="presOf" srcId="{C588D7A3-67CF-4EA0-B2CA-3B68CF76D327}" destId="{29EF5955-492B-45D7-BB86-78AEB501E425}" srcOrd="0" destOrd="0" presId="urn:microsoft.com/office/officeart/2018/2/layout/IconVerticalSolidList"/>
    <dgm:cxn modelId="{E5C21771-E79E-4F84-87A7-98D0EFB16C3F}" type="presOf" srcId="{40EF1324-EDBF-47DC-85CA-1580F76EF306}" destId="{67DC4A76-A614-45DE-AE2F-748867E5CE97}" srcOrd="0" destOrd="0" presId="urn:microsoft.com/office/officeart/2018/2/layout/IconVerticalSolidList"/>
    <dgm:cxn modelId="{1F81C1B4-CE57-4075-8ABB-73C65BB7F0ED}" srcId="{C588D7A3-67CF-4EA0-B2CA-3B68CF76D327}" destId="{254400E0-C71E-483E-BFCF-04F97AE5C54E}" srcOrd="0" destOrd="0" parTransId="{2DD41FAF-299B-44C9-867A-D90EED14903C}" sibTransId="{514F59CC-6DEE-46EE-AD04-4EDF85BBD260}"/>
    <dgm:cxn modelId="{B74917BE-60B0-48C8-9F83-DEAEA9141E9C}" srcId="{C588D7A3-67CF-4EA0-B2CA-3B68CF76D327}" destId="{40EF1324-EDBF-47DC-85CA-1580F76EF306}" srcOrd="1" destOrd="0" parTransId="{0204159A-4BF7-4892-ABA4-0707ED0E13E3}" sibTransId="{76CB8DD7-EB47-4907-A378-2ABBDCE24D3E}"/>
    <dgm:cxn modelId="{F6EFD9D5-18CD-4705-85E1-6B48E297E7BB}" type="presOf" srcId="{254400E0-C71E-483E-BFCF-04F97AE5C54E}" destId="{83729065-DC91-4BB8-AED6-8A0D65751F93}" srcOrd="0" destOrd="0" presId="urn:microsoft.com/office/officeart/2018/2/layout/IconVerticalSolidList"/>
    <dgm:cxn modelId="{2C213FDE-66EB-45B0-9F55-3CE40D3CEDB6}" srcId="{C588D7A3-67CF-4EA0-B2CA-3B68CF76D327}" destId="{E06B8227-B879-4CAE-9F44-B5F2AC242172}" srcOrd="2" destOrd="0" parTransId="{7F3BDCB6-514E-4778-82EF-47F8624D7A24}" sibTransId="{AA18FFE0-D472-4505-AE46-66BA904DBE49}"/>
    <dgm:cxn modelId="{A543BD65-70DF-4532-827A-10A772E1F860}" type="presParOf" srcId="{29EF5955-492B-45D7-BB86-78AEB501E425}" destId="{31E04149-E121-4206-9AB5-22BC7D399A98}" srcOrd="0" destOrd="0" presId="urn:microsoft.com/office/officeart/2018/2/layout/IconVerticalSolidList"/>
    <dgm:cxn modelId="{5F67F95E-82F9-49B7-B723-87C19A6ED78F}" type="presParOf" srcId="{31E04149-E121-4206-9AB5-22BC7D399A98}" destId="{A6E9653E-76FC-45EB-ACA5-5BEBE29C5A9C}" srcOrd="0" destOrd="0" presId="urn:microsoft.com/office/officeart/2018/2/layout/IconVerticalSolidList"/>
    <dgm:cxn modelId="{2E1CB67D-1E5A-40A9-9E5C-F2B017FC78DC}" type="presParOf" srcId="{31E04149-E121-4206-9AB5-22BC7D399A98}" destId="{1A3F5405-E5B5-4D00-B213-05ACB010011B}" srcOrd="1" destOrd="0" presId="urn:microsoft.com/office/officeart/2018/2/layout/IconVerticalSolidList"/>
    <dgm:cxn modelId="{D06E7796-664A-46F9-9E9F-DCB43F597174}" type="presParOf" srcId="{31E04149-E121-4206-9AB5-22BC7D399A98}" destId="{276B8593-3D58-4823-93FF-A2086DCFE8CD}" srcOrd="2" destOrd="0" presId="urn:microsoft.com/office/officeart/2018/2/layout/IconVerticalSolidList"/>
    <dgm:cxn modelId="{E6032140-A431-4119-B88A-B31F5536960E}" type="presParOf" srcId="{31E04149-E121-4206-9AB5-22BC7D399A98}" destId="{83729065-DC91-4BB8-AED6-8A0D65751F93}" srcOrd="3" destOrd="0" presId="urn:microsoft.com/office/officeart/2018/2/layout/IconVerticalSolidList"/>
    <dgm:cxn modelId="{937ABE92-57A3-40CF-ACFE-4CFF1A51F7B8}" type="presParOf" srcId="{29EF5955-492B-45D7-BB86-78AEB501E425}" destId="{0DC2AFFC-C385-4C6D-87A1-3BA58A7FDFF3}" srcOrd="1" destOrd="0" presId="urn:microsoft.com/office/officeart/2018/2/layout/IconVerticalSolidList"/>
    <dgm:cxn modelId="{7E44B250-4C84-432E-8D62-ABF4C3E6DA97}" type="presParOf" srcId="{29EF5955-492B-45D7-BB86-78AEB501E425}" destId="{AAFFD2E4-BCAA-44D5-8C58-A8A01A55C39E}" srcOrd="2" destOrd="0" presId="urn:microsoft.com/office/officeart/2018/2/layout/IconVerticalSolidList"/>
    <dgm:cxn modelId="{B60F01C2-199E-41B7-BE80-7FD324BD9D5B}" type="presParOf" srcId="{AAFFD2E4-BCAA-44D5-8C58-A8A01A55C39E}" destId="{1A62F0E0-4C6F-437F-A21E-C30F73AC6521}" srcOrd="0" destOrd="0" presId="urn:microsoft.com/office/officeart/2018/2/layout/IconVerticalSolidList"/>
    <dgm:cxn modelId="{1058B1A2-AE3F-40CE-860D-355894170739}" type="presParOf" srcId="{AAFFD2E4-BCAA-44D5-8C58-A8A01A55C39E}" destId="{7418D84C-3300-414B-96EF-5D39E74188EB}" srcOrd="1" destOrd="0" presId="urn:microsoft.com/office/officeart/2018/2/layout/IconVerticalSolidList"/>
    <dgm:cxn modelId="{67109214-C66E-4232-B14B-F2E297251374}" type="presParOf" srcId="{AAFFD2E4-BCAA-44D5-8C58-A8A01A55C39E}" destId="{911A3C1B-11C0-4214-B2DC-087B42621734}" srcOrd="2" destOrd="0" presId="urn:microsoft.com/office/officeart/2018/2/layout/IconVerticalSolidList"/>
    <dgm:cxn modelId="{C1A9EE08-D67E-4302-A890-FE58DB168366}" type="presParOf" srcId="{AAFFD2E4-BCAA-44D5-8C58-A8A01A55C39E}" destId="{67DC4A76-A614-45DE-AE2F-748867E5CE97}" srcOrd="3" destOrd="0" presId="urn:microsoft.com/office/officeart/2018/2/layout/IconVerticalSolidList"/>
    <dgm:cxn modelId="{A837FEF5-788D-439C-B8DC-B4578650D527}" type="presParOf" srcId="{29EF5955-492B-45D7-BB86-78AEB501E425}" destId="{98E92641-A853-4F0B-B1EF-103904F63DF3}" srcOrd="3" destOrd="0" presId="urn:microsoft.com/office/officeart/2018/2/layout/IconVerticalSolidList"/>
    <dgm:cxn modelId="{4669701F-3ED9-46C7-A52E-F839DDB50724}" type="presParOf" srcId="{29EF5955-492B-45D7-BB86-78AEB501E425}" destId="{1BA48484-391D-4921-97C1-B4E2B375BD0E}" srcOrd="4" destOrd="0" presId="urn:microsoft.com/office/officeart/2018/2/layout/IconVerticalSolidList"/>
    <dgm:cxn modelId="{35E22F1B-CF33-4650-898E-FC2C498EDC28}" type="presParOf" srcId="{1BA48484-391D-4921-97C1-B4E2B375BD0E}" destId="{FEBEC41D-9356-4606-9B65-E900EDF4A16F}" srcOrd="0" destOrd="0" presId="urn:microsoft.com/office/officeart/2018/2/layout/IconVerticalSolidList"/>
    <dgm:cxn modelId="{EB54A2C1-63F0-451C-AC76-1DC17FD8816D}" type="presParOf" srcId="{1BA48484-391D-4921-97C1-B4E2B375BD0E}" destId="{42403BBC-209F-4DC0-A449-97DA3D52B273}" srcOrd="1" destOrd="0" presId="urn:microsoft.com/office/officeart/2018/2/layout/IconVerticalSolidList"/>
    <dgm:cxn modelId="{54B9F1F6-23AD-4960-BE86-281AAF9C430D}" type="presParOf" srcId="{1BA48484-391D-4921-97C1-B4E2B375BD0E}" destId="{ED4F036A-0A87-4BE1-A93C-842E5E22BCD7}" srcOrd="2" destOrd="0" presId="urn:microsoft.com/office/officeart/2018/2/layout/IconVerticalSolidList"/>
    <dgm:cxn modelId="{5274832F-5616-4251-A3C0-0EAB10C73EDE}" type="presParOf" srcId="{1BA48484-391D-4921-97C1-B4E2B375BD0E}" destId="{0B6FE2D4-98CF-468F-848C-DF5FFABD6D6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A50A0D1-DA7E-427C-8A7E-4EEBB89ECE50}" type="doc">
      <dgm:prSet loTypeId="urn:microsoft.com/office/officeart/2018/2/layout/IconCircleList" loCatId="icon" qsTypeId="urn:microsoft.com/office/officeart/2005/8/quickstyle/simple1#47" qsCatId="simple" csTypeId="urn:microsoft.com/office/officeart/2005/8/colors/accent1_2#29" csCatId="accent1" phldr="1"/>
      <dgm:spPr/>
      <dgm:t>
        <a:bodyPr/>
        <a:lstStyle/>
        <a:p>
          <a:endParaRPr lang="en-US"/>
        </a:p>
      </dgm:t>
    </dgm:pt>
    <dgm:pt modelId="{0332EAB5-AEA1-44B2-9633-4C2E2660C37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AE" sz="1800" b="0" i="0"/>
            <a:t>Begin every lab in the stated simulator.</a:t>
          </a:r>
          <a:endParaRPr lang="en-US" sz="1800"/>
        </a:p>
      </dgm:t>
    </dgm:pt>
    <dgm:pt modelId="{8B0B7470-E94A-4935-920B-507BC2669CAA}" type="parTrans" cxnId="{CC31D11D-5343-40C8-8B32-50EC10F5F7BD}">
      <dgm:prSet/>
      <dgm:spPr/>
      <dgm:t>
        <a:bodyPr/>
        <a:lstStyle/>
        <a:p>
          <a:endParaRPr lang="en-US"/>
        </a:p>
      </dgm:t>
    </dgm:pt>
    <dgm:pt modelId="{83B51E31-531D-410D-B43D-779096683EDA}" type="sibTrans" cxnId="{CC31D11D-5343-40C8-8B32-50EC10F5F7B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9501A92-9242-4272-81F6-16267295DD5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AE" sz="1800" b="0" i="0"/>
            <a:t>Save a named copy and take one working screenshot.</a:t>
          </a:r>
          <a:endParaRPr lang="en-US" sz="1800"/>
        </a:p>
      </dgm:t>
    </dgm:pt>
    <dgm:pt modelId="{946C1CA7-166C-4425-9D35-81ABC4F42732}" type="parTrans" cxnId="{5A488E69-0E83-4C79-9C6A-D3D04BA13386}">
      <dgm:prSet/>
      <dgm:spPr/>
      <dgm:t>
        <a:bodyPr/>
        <a:lstStyle/>
        <a:p>
          <a:endParaRPr lang="en-US"/>
        </a:p>
      </dgm:t>
    </dgm:pt>
    <dgm:pt modelId="{D70CB78B-13B2-4A3B-AAC0-BDEFED2A3615}" type="sibTrans" cxnId="{5A488E69-0E83-4C79-9C6A-D3D04BA1338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B6AB210-1EA3-48A9-9092-74885CE861D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AE" sz="1800" b="0" i="0" dirty="0"/>
            <a:t>Simulation proves logic and wiring ideas; it does not replace real-hardware testing.</a:t>
          </a:r>
          <a:endParaRPr lang="en-US" sz="1800" dirty="0"/>
        </a:p>
      </dgm:t>
    </dgm:pt>
    <dgm:pt modelId="{138E45DD-5308-40C6-BFA2-F84BDC89C601}" type="parTrans" cxnId="{BC5F0266-269C-41D0-941B-B05CA9BEADE0}">
      <dgm:prSet/>
      <dgm:spPr/>
      <dgm:t>
        <a:bodyPr/>
        <a:lstStyle/>
        <a:p>
          <a:endParaRPr lang="en-US"/>
        </a:p>
      </dgm:t>
    </dgm:pt>
    <dgm:pt modelId="{F931F906-011A-4B7C-BE54-75D1FA251F4C}" type="sibTrans" cxnId="{BC5F0266-269C-41D0-941B-B05CA9BEADE0}">
      <dgm:prSet/>
      <dgm:spPr/>
      <dgm:t>
        <a:bodyPr/>
        <a:lstStyle/>
        <a:p>
          <a:endParaRPr lang="en-US"/>
        </a:p>
      </dgm:t>
    </dgm:pt>
    <dgm:pt modelId="{9DB12447-B3BD-4891-94D4-E29DA2FB386B}" type="pres">
      <dgm:prSet presAssocID="{FA50A0D1-DA7E-427C-8A7E-4EEBB89ECE50}" presName="root" presStyleCnt="0">
        <dgm:presLayoutVars>
          <dgm:dir/>
          <dgm:resizeHandles val="exact"/>
        </dgm:presLayoutVars>
      </dgm:prSet>
      <dgm:spPr/>
    </dgm:pt>
    <dgm:pt modelId="{5EF83AC1-DCBA-47C0-BD9F-78FBCEF3CDF0}" type="pres">
      <dgm:prSet presAssocID="{FA50A0D1-DA7E-427C-8A7E-4EEBB89ECE50}" presName="container" presStyleCnt="0">
        <dgm:presLayoutVars>
          <dgm:dir/>
          <dgm:resizeHandles val="exact"/>
        </dgm:presLayoutVars>
      </dgm:prSet>
      <dgm:spPr/>
    </dgm:pt>
    <dgm:pt modelId="{96DEF3FE-B71D-401B-81CA-3B782A3B823F}" type="pres">
      <dgm:prSet presAssocID="{0332EAB5-AEA1-44B2-9633-4C2E2660C37D}" presName="compNode" presStyleCnt="0"/>
      <dgm:spPr/>
    </dgm:pt>
    <dgm:pt modelId="{4CE291B8-7ED8-46C3-A79E-0788E615DA76}" type="pres">
      <dgm:prSet presAssocID="{0332EAB5-AEA1-44B2-9633-4C2E2660C37D}" presName="iconBgRect" presStyleLbl="bgShp" presStyleIdx="0" presStyleCnt="3"/>
      <dgm:spPr/>
    </dgm:pt>
    <dgm:pt modelId="{5D17CA77-6BF5-4599-B77D-94EC9728FC84}" type="pres">
      <dgm:prSet presAssocID="{0332EAB5-AEA1-44B2-9633-4C2E2660C37D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01642B0E-BB07-47E7-9441-67F1C11D8ADE}" type="pres">
      <dgm:prSet presAssocID="{0332EAB5-AEA1-44B2-9633-4C2E2660C37D}" presName="spaceRect" presStyleCnt="0"/>
      <dgm:spPr/>
    </dgm:pt>
    <dgm:pt modelId="{E05C08BD-CE6F-4703-AEB2-161625D7319C}" type="pres">
      <dgm:prSet presAssocID="{0332EAB5-AEA1-44B2-9633-4C2E2660C37D}" presName="textRect" presStyleLbl="revTx" presStyleIdx="0" presStyleCnt="3">
        <dgm:presLayoutVars>
          <dgm:chMax val="1"/>
          <dgm:chPref val="1"/>
        </dgm:presLayoutVars>
      </dgm:prSet>
      <dgm:spPr/>
    </dgm:pt>
    <dgm:pt modelId="{99FF8A76-89F3-4D60-A334-9A1195A14368}" type="pres">
      <dgm:prSet presAssocID="{83B51E31-531D-410D-B43D-779096683EDA}" presName="sibTrans" presStyleLbl="sibTrans2D1" presStyleIdx="0" presStyleCnt="0"/>
      <dgm:spPr/>
    </dgm:pt>
    <dgm:pt modelId="{11516EE2-66D2-4EC1-B165-DB6BB9E04D27}" type="pres">
      <dgm:prSet presAssocID="{19501A92-9242-4272-81F6-16267295DD53}" presName="compNode" presStyleCnt="0"/>
      <dgm:spPr/>
    </dgm:pt>
    <dgm:pt modelId="{9A854C6C-591D-492A-A135-D147784F9468}" type="pres">
      <dgm:prSet presAssocID="{19501A92-9242-4272-81F6-16267295DD53}" presName="iconBgRect" presStyleLbl="bgShp" presStyleIdx="1" presStyleCnt="3"/>
      <dgm:spPr/>
    </dgm:pt>
    <dgm:pt modelId="{870CC66C-2758-454E-B9FA-652C305A1892}" type="pres">
      <dgm:prSet presAssocID="{19501A92-9242-4272-81F6-16267295DD53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hotocopier"/>
        </a:ext>
      </dgm:extLst>
    </dgm:pt>
    <dgm:pt modelId="{F25C9D64-40C7-4153-92C2-590061762F55}" type="pres">
      <dgm:prSet presAssocID="{19501A92-9242-4272-81F6-16267295DD53}" presName="spaceRect" presStyleCnt="0"/>
      <dgm:spPr/>
    </dgm:pt>
    <dgm:pt modelId="{EFE9B181-4EA9-4A02-A46A-1DA16109A12B}" type="pres">
      <dgm:prSet presAssocID="{19501A92-9242-4272-81F6-16267295DD53}" presName="textRect" presStyleLbl="revTx" presStyleIdx="1" presStyleCnt="3">
        <dgm:presLayoutVars>
          <dgm:chMax val="1"/>
          <dgm:chPref val="1"/>
        </dgm:presLayoutVars>
      </dgm:prSet>
      <dgm:spPr/>
    </dgm:pt>
    <dgm:pt modelId="{16360FD2-1F5E-467F-9B44-014562E7B0E5}" type="pres">
      <dgm:prSet presAssocID="{D70CB78B-13B2-4A3B-AAC0-BDEFED2A3615}" presName="sibTrans" presStyleLbl="sibTrans2D1" presStyleIdx="0" presStyleCnt="0"/>
      <dgm:spPr/>
    </dgm:pt>
    <dgm:pt modelId="{6068C9A4-0ED4-452C-AD07-05F94411A991}" type="pres">
      <dgm:prSet presAssocID="{7B6AB210-1EA3-48A9-9092-74885CE861D6}" presName="compNode" presStyleCnt="0"/>
      <dgm:spPr/>
    </dgm:pt>
    <dgm:pt modelId="{E1B51CAA-6354-432D-8B54-2387107B1F05}" type="pres">
      <dgm:prSet presAssocID="{7B6AB210-1EA3-48A9-9092-74885CE861D6}" presName="iconBgRect" presStyleLbl="bgShp" presStyleIdx="2" presStyleCnt="3"/>
      <dgm:spPr/>
    </dgm:pt>
    <dgm:pt modelId="{5BFF107C-AC7F-4C00-9070-8C3DECE6B664}" type="pres">
      <dgm:prSet presAssocID="{7B6AB210-1EA3-48A9-9092-74885CE861D6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2E924C3-4B86-4266-B70C-EBBD6B43AA7E}" type="pres">
      <dgm:prSet presAssocID="{7B6AB210-1EA3-48A9-9092-74885CE861D6}" presName="spaceRect" presStyleCnt="0"/>
      <dgm:spPr/>
    </dgm:pt>
    <dgm:pt modelId="{B1818A1F-A52A-4978-87F6-EF8E4FDB5B42}" type="pres">
      <dgm:prSet presAssocID="{7B6AB210-1EA3-48A9-9092-74885CE861D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C21DF16-EC54-4890-95F4-8E84406E2BAD}" type="presOf" srcId="{83B51E31-531D-410D-B43D-779096683EDA}" destId="{99FF8A76-89F3-4D60-A334-9A1195A14368}" srcOrd="0" destOrd="0" presId="urn:microsoft.com/office/officeart/2018/2/layout/IconCircleList"/>
    <dgm:cxn modelId="{CC31D11D-5343-40C8-8B32-50EC10F5F7BD}" srcId="{FA50A0D1-DA7E-427C-8A7E-4EEBB89ECE50}" destId="{0332EAB5-AEA1-44B2-9633-4C2E2660C37D}" srcOrd="0" destOrd="0" parTransId="{8B0B7470-E94A-4935-920B-507BC2669CAA}" sibTransId="{83B51E31-531D-410D-B43D-779096683EDA}"/>
    <dgm:cxn modelId="{1A2E021E-1DFD-4777-9940-53677E73F2EE}" type="presOf" srcId="{19501A92-9242-4272-81F6-16267295DD53}" destId="{EFE9B181-4EA9-4A02-A46A-1DA16109A12B}" srcOrd="0" destOrd="0" presId="urn:microsoft.com/office/officeart/2018/2/layout/IconCircleList"/>
    <dgm:cxn modelId="{BC5F0266-269C-41D0-941B-B05CA9BEADE0}" srcId="{FA50A0D1-DA7E-427C-8A7E-4EEBB89ECE50}" destId="{7B6AB210-1EA3-48A9-9092-74885CE861D6}" srcOrd="2" destOrd="0" parTransId="{138E45DD-5308-40C6-BFA2-F84BDC89C601}" sibTransId="{F931F906-011A-4B7C-BE54-75D1FA251F4C}"/>
    <dgm:cxn modelId="{5A488E69-0E83-4C79-9C6A-D3D04BA13386}" srcId="{FA50A0D1-DA7E-427C-8A7E-4EEBB89ECE50}" destId="{19501A92-9242-4272-81F6-16267295DD53}" srcOrd="1" destOrd="0" parTransId="{946C1CA7-166C-4425-9D35-81ABC4F42732}" sibTransId="{D70CB78B-13B2-4A3B-AAC0-BDEFED2A3615}"/>
    <dgm:cxn modelId="{C8A1504B-692A-494D-B2C7-5CBA1B1D66F4}" type="presOf" srcId="{D70CB78B-13B2-4A3B-AAC0-BDEFED2A3615}" destId="{16360FD2-1F5E-467F-9B44-014562E7B0E5}" srcOrd="0" destOrd="0" presId="urn:microsoft.com/office/officeart/2018/2/layout/IconCircleList"/>
    <dgm:cxn modelId="{7F2AC49D-DCDB-474B-8E48-F67F7F879464}" type="presOf" srcId="{7B6AB210-1EA3-48A9-9092-74885CE861D6}" destId="{B1818A1F-A52A-4978-87F6-EF8E4FDB5B42}" srcOrd="0" destOrd="0" presId="urn:microsoft.com/office/officeart/2018/2/layout/IconCircleList"/>
    <dgm:cxn modelId="{B25A34DA-54D8-4754-A8F0-05DB5329B1F9}" type="presOf" srcId="{FA50A0D1-DA7E-427C-8A7E-4EEBB89ECE50}" destId="{9DB12447-B3BD-4891-94D4-E29DA2FB386B}" srcOrd="0" destOrd="0" presId="urn:microsoft.com/office/officeart/2018/2/layout/IconCircleList"/>
    <dgm:cxn modelId="{BED100F2-C64D-4BF2-B144-9FB9B1D380AD}" type="presOf" srcId="{0332EAB5-AEA1-44B2-9633-4C2E2660C37D}" destId="{E05C08BD-CE6F-4703-AEB2-161625D7319C}" srcOrd="0" destOrd="0" presId="urn:microsoft.com/office/officeart/2018/2/layout/IconCircleList"/>
    <dgm:cxn modelId="{00B91C78-D820-4166-BC5A-9EAC29D31B11}" type="presParOf" srcId="{9DB12447-B3BD-4891-94D4-E29DA2FB386B}" destId="{5EF83AC1-DCBA-47C0-BD9F-78FBCEF3CDF0}" srcOrd="0" destOrd="0" presId="urn:microsoft.com/office/officeart/2018/2/layout/IconCircleList"/>
    <dgm:cxn modelId="{4DBB6083-E0F2-46F9-931A-ACD231BED1FE}" type="presParOf" srcId="{5EF83AC1-DCBA-47C0-BD9F-78FBCEF3CDF0}" destId="{96DEF3FE-B71D-401B-81CA-3B782A3B823F}" srcOrd="0" destOrd="0" presId="urn:microsoft.com/office/officeart/2018/2/layout/IconCircleList"/>
    <dgm:cxn modelId="{76B6F816-E0B2-406D-9128-DD1884E0857F}" type="presParOf" srcId="{96DEF3FE-B71D-401B-81CA-3B782A3B823F}" destId="{4CE291B8-7ED8-46C3-A79E-0788E615DA76}" srcOrd="0" destOrd="0" presId="urn:microsoft.com/office/officeart/2018/2/layout/IconCircleList"/>
    <dgm:cxn modelId="{8917B3DB-FA98-4402-B022-B5083FC9A77E}" type="presParOf" srcId="{96DEF3FE-B71D-401B-81CA-3B782A3B823F}" destId="{5D17CA77-6BF5-4599-B77D-94EC9728FC84}" srcOrd="1" destOrd="0" presId="urn:microsoft.com/office/officeart/2018/2/layout/IconCircleList"/>
    <dgm:cxn modelId="{F0696268-1028-45CF-A7B3-A6CDF98737C3}" type="presParOf" srcId="{96DEF3FE-B71D-401B-81CA-3B782A3B823F}" destId="{01642B0E-BB07-47E7-9441-67F1C11D8ADE}" srcOrd="2" destOrd="0" presId="urn:microsoft.com/office/officeart/2018/2/layout/IconCircleList"/>
    <dgm:cxn modelId="{17A4D450-A39A-4F18-90D2-0307AA557A82}" type="presParOf" srcId="{96DEF3FE-B71D-401B-81CA-3B782A3B823F}" destId="{E05C08BD-CE6F-4703-AEB2-161625D7319C}" srcOrd="3" destOrd="0" presId="urn:microsoft.com/office/officeart/2018/2/layout/IconCircleList"/>
    <dgm:cxn modelId="{C6E4E0B1-90C4-469B-98B6-57F03624F39E}" type="presParOf" srcId="{5EF83AC1-DCBA-47C0-BD9F-78FBCEF3CDF0}" destId="{99FF8A76-89F3-4D60-A334-9A1195A14368}" srcOrd="1" destOrd="0" presId="urn:microsoft.com/office/officeart/2018/2/layout/IconCircleList"/>
    <dgm:cxn modelId="{76DE814E-0CF1-4C8D-AB5F-4BF415D3A641}" type="presParOf" srcId="{5EF83AC1-DCBA-47C0-BD9F-78FBCEF3CDF0}" destId="{11516EE2-66D2-4EC1-B165-DB6BB9E04D27}" srcOrd="2" destOrd="0" presId="urn:microsoft.com/office/officeart/2018/2/layout/IconCircleList"/>
    <dgm:cxn modelId="{F2FD8FE5-6D9A-40EF-985A-A2FE594D9C2B}" type="presParOf" srcId="{11516EE2-66D2-4EC1-B165-DB6BB9E04D27}" destId="{9A854C6C-591D-492A-A135-D147784F9468}" srcOrd="0" destOrd="0" presId="urn:microsoft.com/office/officeart/2018/2/layout/IconCircleList"/>
    <dgm:cxn modelId="{51971842-1916-4491-BEC5-DB3B95EDCF70}" type="presParOf" srcId="{11516EE2-66D2-4EC1-B165-DB6BB9E04D27}" destId="{870CC66C-2758-454E-B9FA-652C305A1892}" srcOrd="1" destOrd="0" presId="urn:microsoft.com/office/officeart/2018/2/layout/IconCircleList"/>
    <dgm:cxn modelId="{2EBDE0BC-B929-4140-9D0C-6B644174D8B5}" type="presParOf" srcId="{11516EE2-66D2-4EC1-B165-DB6BB9E04D27}" destId="{F25C9D64-40C7-4153-92C2-590061762F55}" srcOrd="2" destOrd="0" presId="urn:microsoft.com/office/officeart/2018/2/layout/IconCircleList"/>
    <dgm:cxn modelId="{132E9824-5E38-4E49-8A45-4EF29195180C}" type="presParOf" srcId="{11516EE2-66D2-4EC1-B165-DB6BB9E04D27}" destId="{EFE9B181-4EA9-4A02-A46A-1DA16109A12B}" srcOrd="3" destOrd="0" presId="urn:microsoft.com/office/officeart/2018/2/layout/IconCircleList"/>
    <dgm:cxn modelId="{EDE0E18C-0189-47A0-8AB9-C3270591F455}" type="presParOf" srcId="{5EF83AC1-DCBA-47C0-BD9F-78FBCEF3CDF0}" destId="{16360FD2-1F5E-467F-9B44-014562E7B0E5}" srcOrd="3" destOrd="0" presId="urn:microsoft.com/office/officeart/2018/2/layout/IconCircleList"/>
    <dgm:cxn modelId="{BF5ACFB1-4CD3-49E4-AB88-D30B65B90B2D}" type="presParOf" srcId="{5EF83AC1-DCBA-47C0-BD9F-78FBCEF3CDF0}" destId="{6068C9A4-0ED4-452C-AD07-05F94411A991}" srcOrd="4" destOrd="0" presId="urn:microsoft.com/office/officeart/2018/2/layout/IconCircleList"/>
    <dgm:cxn modelId="{BCC58768-4A94-49CF-88BB-879F4303F8C0}" type="presParOf" srcId="{6068C9A4-0ED4-452C-AD07-05F94411A991}" destId="{E1B51CAA-6354-432D-8B54-2387107B1F05}" srcOrd="0" destOrd="0" presId="urn:microsoft.com/office/officeart/2018/2/layout/IconCircleList"/>
    <dgm:cxn modelId="{6406496F-76F1-426D-B8C7-E54D09482261}" type="presParOf" srcId="{6068C9A4-0ED4-452C-AD07-05F94411A991}" destId="{5BFF107C-AC7F-4C00-9070-8C3DECE6B664}" srcOrd="1" destOrd="0" presId="urn:microsoft.com/office/officeart/2018/2/layout/IconCircleList"/>
    <dgm:cxn modelId="{7BFFA268-25B5-4270-94CE-9FDDB90DDA48}" type="presParOf" srcId="{6068C9A4-0ED4-452C-AD07-05F94411A991}" destId="{02E924C3-4B86-4266-B70C-EBBD6B43AA7E}" srcOrd="2" destOrd="0" presId="urn:microsoft.com/office/officeart/2018/2/layout/IconCircleList"/>
    <dgm:cxn modelId="{B73EDF4B-F71F-4EB5-B548-43C10B94A36D}" type="presParOf" srcId="{6068C9A4-0ED4-452C-AD07-05F94411A991}" destId="{B1818A1F-A52A-4978-87F6-EF8E4FDB5B4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1D801D3-759B-42F9-A88A-DF4642523BD2}" type="doc">
      <dgm:prSet loTypeId="urn:microsoft.com/office/officeart/2018/2/layout/IconCircleList" loCatId="icon" qsTypeId="urn:microsoft.com/office/officeart/2005/8/quickstyle/simple1#57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B8AE7E3D-DCD2-48D6-91F3-31BB865CA7AE}">
      <dgm:prSet custT="1"/>
      <dgm:spPr/>
      <dgm:t>
        <a:bodyPr/>
        <a:lstStyle/>
        <a:p>
          <a:r>
            <a:rPr lang="en-AE" sz="1800"/>
            <a:t>HIGH supplies a logic-on output state.</a:t>
          </a:r>
          <a:endParaRPr lang="en-US" sz="1800"/>
        </a:p>
      </dgm:t>
    </dgm:pt>
    <dgm:pt modelId="{DC3E450A-329B-43AB-83E5-AA0EF998B707}" type="parTrans" cxnId="{F6019287-C6DE-4879-AF8A-32EF221264DF}">
      <dgm:prSet/>
      <dgm:spPr/>
      <dgm:t>
        <a:bodyPr/>
        <a:lstStyle/>
        <a:p>
          <a:endParaRPr lang="en-US"/>
        </a:p>
      </dgm:t>
    </dgm:pt>
    <dgm:pt modelId="{31027AEF-6D56-4B0F-B7E1-2A5E76C81879}" type="sibTrans" cxnId="{F6019287-C6DE-4879-AF8A-32EF221264DF}">
      <dgm:prSet/>
      <dgm:spPr/>
      <dgm:t>
        <a:bodyPr/>
        <a:lstStyle/>
        <a:p>
          <a:endParaRPr lang="en-US"/>
        </a:p>
      </dgm:t>
    </dgm:pt>
    <dgm:pt modelId="{B2DB616F-C644-405B-9078-829EF92DF13B}">
      <dgm:prSet custT="1"/>
      <dgm:spPr/>
      <dgm:t>
        <a:bodyPr/>
        <a:lstStyle/>
        <a:p>
          <a:r>
            <a:rPr lang="en-AE" sz="1800"/>
            <a:t>LOW supplies a logic-off output state.</a:t>
          </a:r>
          <a:endParaRPr lang="en-US" sz="1800"/>
        </a:p>
      </dgm:t>
    </dgm:pt>
    <dgm:pt modelId="{16D893FB-6555-4CF9-9C51-37F524A49525}" type="parTrans" cxnId="{EC2875E5-FA38-4E99-8AA1-A9D782CC759C}">
      <dgm:prSet/>
      <dgm:spPr/>
      <dgm:t>
        <a:bodyPr/>
        <a:lstStyle/>
        <a:p>
          <a:endParaRPr lang="en-US"/>
        </a:p>
      </dgm:t>
    </dgm:pt>
    <dgm:pt modelId="{FD701486-3207-4C90-A560-7E64D938CCA8}" type="sibTrans" cxnId="{EC2875E5-FA38-4E99-8AA1-A9D782CC759C}">
      <dgm:prSet/>
      <dgm:spPr/>
      <dgm:t>
        <a:bodyPr/>
        <a:lstStyle/>
        <a:p>
          <a:endParaRPr lang="en-US"/>
        </a:p>
      </dgm:t>
    </dgm:pt>
    <dgm:pt modelId="{496ACC6C-3873-484A-96BC-BB2AF7D9D77D}">
      <dgm:prSet custT="1"/>
      <dgm:spPr/>
      <dgm:t>
        <a:bodyPr/>
        <a:lstStyle/>
        <a:p>
          <a:r>
            <a:rPr lang="en-AE" sz="1800"/>
            <a:t>pinMode(pin, OUTPUT) configures an output pin.</a:t>
          </a:r>
          <a:endParaRPr lang="en-US" sz="1800"/>
        </a:p>
      </dgm:t>
    </dgm:pt>
    <dgm:pt modelId="{854A0C38-0251-4581-9709-FF0BA98EEBAF}" type="parTrans" cxnId="{17E296C3-C1EB-4BE4-BC56-C61262604403}">
      <dgm:prSet/>
      <dgm:spPr/>
      <dgm:t>
        <a:bodyPr/>
        <a:lstStyle/>
        <a:p>
          <a:endParaRPr lang="en-US"/>
        </a:p>
      </dgm:t>
    </dgm:pt>
    <dgm:pt modelId="{4720C470-A933-4B63-A339-C31E56DFCAEC}" type="sibTrans" cxnId="{17E296C3-C1EB-4BE4-BC56-C61262604403}">
      <dgm:prSet/>
      <dgm:spPr/>
      <dgm:t>
        <a:bodyPr/>
        <a:lstStyle/>
        <a:p>
          <a:endParaRPr lang="en-US"/>
        </a:p>
      </dgm:t>
    </dgm:pt>
    <dgm:pt modelId="{1C3A79D6-5E49-474B-99DC-5B7020950FF9}">
      <dgm:prSet custT="1"/>
      <dgm:spPr/>
      <dgm:t>
        <a:bodyPr/>
        <a:lstStyle/>
        <a:p>
          <a:r>
            <a:rPr lang="en-AE" sz="1800"/>
            <a:t>digitalWrite(pin, HIGH) commands the output on.</a:t>
          </a:r>
          <a:endParaRPr lang="en-US" sz="1800"/>
        </a:p>
      </dgm:t>
    </dgm:pt>
    <dgm:pt modelId="{8690FE83-2366-478F-BD4D-B8E9CEE31505}" type="parTrans" cxnId="{A147123F-CFF5-4A0B-9CB3-F1F7D9EB12F8}">
      <dgm:prSet/>
      <dgm:spPr/>
      <dgm:t>
        <a:bodyPr/>
        <a:lstStyle/>
        <a:p>
          <a:endParaRPr lang="en-US"/>
        </a:p>
      </dgm:t>
    </dgm:pt>
    <dgm:pt modelId="{B3116263-E309-473A-B08F-2CCFD3DF78DA}" type="sibTrans" cxnId="{A147123F-CFF5-4A0B-9CB3-F1F7D9EB12F8}">
      <dgm:prSet/>
      <dgm:spPr/>
      <dgm:t>
        <a:bodyPr/>
        <a:lstStyle/>
        <a:p>
          <a:endParaRPr lang="en-US"/>
        </a:p>
      </dgm:t>
    </dgm:pt>
    <dgm:pt modelId="{F28E5842-BB20-4A0A-A3C6-FF6F91DD94CC}">
      <dgm:prSet custT="1"/>
      <dgm:spPr/>
      <dgm:t>
        <a:bodyPr/>
        <a:lstStyle/>
        <a:p>
          <a:r>
            <a:rPr lang="en-AE" sz="1800" dirty="0"/>
            <a:t>Safety note: use a resistor with an LED. Never use a microcontroller pin to power a motor, relay or high-current load directly.</a:t>
          </a:r>
          <a:endParaRPr lang="en-US" sz="1800" dirty="0"/>
        </a:p>
      </dgm:t>
    </dgm:pt>
    <dgm:pt modelId="{1F90BB82-CD95-496E-A83B-7D947DA42FF3}" type="parTrans" cxnId="{0409A5CF-22D7-4642-8391-7DBFEC5D0696}">
      <dgm:prSet/>
      <dgm:spPr/>
      <dgm:t>
        <a:bodyPr/>
        <a:lstStyle/>
        <a:p>
          <a:endParaRPr lang="en-US"/>
        </a:p>
      </dgm:t>
    </dgm:pt>
    <dgm:pt modelId="{F8C9B07A-B985-4FD1-BDA9-186DA7A0C17C}" type="sibTrans" cxnId="{0409A5CF-22D7-4642-8391-7DBFEC5D0696}">
      <dgm:prSet/>
      <dgm:spPr/>
      <dgm:t>
        <a:bodyPr/>
        <a:lstStyle/>
        <a:p>
          <a:endParaRPr lang="en-US"/>
        </a:p>
      </dgm:t>
    </dgm:pt>
    <dgm:pt modelId="{227B84FA-F822-4287-9E7C-30EB6955CC4E}" type="pres">
      <dgm:prSet presAssocID="{81D801D3-759B-42F9-A88A-DF4642523BD2}" presName="root" presStyleCnt="0">
        <dgm:presLayoutVars>
          <dgm:dir/>
          <dgm:resizeHandles val="exact"/>
        </dgm:presLayoutVars>
      </dgm:prSet>
      <dgm:spPr/>
    </dgm:pt>
    <dgm:pt modelId="{13B4A027-1E56-49F5-B6B7-8F6727213878}" type="pres">
      <dgm:prSet presAssocID="{81D801D3-759B-42F9-A88A-DF4642523BD2}" presName="container" presStyleCnt="0">
        <dgm:presLayoutVars>
          <dgm:dir/>
          <dgm:resizeHandles val="exact"/>
        </dgm:presLayoutVars>
      </dgm:prSet>
      <dgm:spPr/>
    </dgm:pt>
    <dgm:pt modelId="{E2251763-5B4C-468C-8385-76A2D916F64F}" type="pres">
      <dgm:prSet presAssocID="{B8AE7E3D-DCD2-48D6-91F3-31BB865CA7AE}" presName="compNode" presStyleCnt="0"/>
      <dgm:spPr/>
    </dgm:pt>
    <dgm:pt modelId="{C368A845-12C9-4D81-BF45-FA4D2D661EEA}" type="pres">
      <dgm:prSet presAssocID="{B8AE7E3D-DCD2-48D6-91F3-31BB865CA7AE}" presName="iconBgRect" presStyleLbl="bgShp" presStyleIdx="0" presStyleCnt="5"/>
      <dgm:spPr/>
    </dgm:pt>
    <dgm:pt modelId="{269CD985-4E5E-4F3B-BA21-7F97626DCEC1}" type="pres">
      <dgm:prSet presAssocID="{B8AE7E3D-DCD2-48D6-91F3-31BB865CA7AE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773D6905-982D-4FC3-BA5F-EE18FFC5957F}" type="pres">
      <dgm:prSet presAssocID="{B8AE7E3D-DCD2-48D6-91F3-31BB865CA7AE}" presName="spaceRect" presStyleCnt="0"/>
      <dgm:spPr/>
    </dgm:pt>
    <dgm:pt modelId="{8423F991-F5BB-4F8E-8C19-BC8A9F8774A6}" type="pres">
      <dgm:prSet presAssocID="{B8AE7E3D-DCD2-48D6-91F3-31BB865CA7AE}" presName="textRect" presStyleLbl="revTx" presStyleIdx="0" presStyleCnt="5">
        <dgm:presLayoutVars>
          <dgm:chMax val="1"/>
          <dgm:chPref val="1"/>
        </dgm:presLayoutVars>
      </dgm:prSet>
      <dgm:spPr/>
    </dgm:pt>
    <dgm:pt modelId="{9AD9C77A-9D73-4D53-9113-28D4CD36DAA1}" type="pres">
      <dgm:prSet presAssocID="{31027AEF-6D56-4B0F-B7E1-2A5E76C81879}" presName="sibTrans" presStyleLbl="sibTrans2D1" presStyleIdx="0" presStyleCnt="0"/>
      <dgm:spPr/>
    </dgm:pt>
    <dgm:pt modelId="{CE3AF72C-E567-4115-B73A-3C6DD920EEC2}" type="pres">
      <dgm:prSet presAssocID="{B2DB616F-C644-405B-9078-829EF92DF13B}" presName="compNode" presStyleCnt="0"/>
      <dgm:spPr/>
    </dgm:pt>
    <dgm:pt modelId="{1FCFAA0B-A7D2-4D92-B911-487F7CB2E4E7}" type="pres">
      <dgm:prSet presAssocID="{B2DB616F-C644-405B-9078-829EF92DF13B}" presName="iconBgRect" presStyleLbl="bgShp" presStyleIdx="1" presStyleCnt="5"/>
      <dgm:spPr/>
    </dgm:pt>
    <dgm:pt modelId="{02DBC0EF-2D28-439E-B1A1-D1B7EB32A5DD}" type="pres">
      <dgm:prSet presAssocID="{B2DB616F-C644-405B-9078-829EF92DF13B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41235087-7F14-4EA7-BD8F-017DCF556F29}" type="pres">
      <dgm:prSet presAssocID="{B2DB616F-C644-405B-9078-829EF92DF13B}" presName="spaceRect" presStyleCnt="0"/>
      <dgm:spPr/>
    </dgm:pt>
    <dgm:pt modelId="{EA4C56BD-587F-4DEB-8B98-A30C52D7222C}" type="pres">
      <dgm:prSet presAssocID="{B2DB616F-C644-405B-9078-829EF92DF13B}" presName="textRect" presStyleLbl="revTx" presStyleIdx="1" presStyleCnt="5">
        <dgm:presLayoutVars>
          <dgm:chMax val="1"/>
          <dgm:chPref val="1"/>
        </dgm:presLayoutVars>
      </dgm:prSet>
      <dgm:spPr/>
    </dgm:pt>
    <dgm:pt modelId="{04E3421F-1CC0-4225-8442-48F59099C250}" type="pres">
      <dgm:prSet presAssocID="{FD701486-3207-4C90-A560-7E64D938CCA8}" presName="sibTrans" presStyleLbl="sibTrans2D1" presStyleIdx="0" presStyleCnt="0"/>
      <dgm:spPr/>
    </dgm:pt>
    <dgm:pt modelId="{BBC5AD7C-91CF-4FCE-A5A4-7255153A1CC7}" type="pres">
      <dgm:prSet presAssocID="{496ACC6C-3873-484A-96BC-BB2AF7D9D77D}" presName="compNode" presStyleCnt="0"/>
      <dgm:spPr/>
    </dgm:pt>
    <dgm:pt modelId="{6A1CBC53-7212-4C6E-A738-91B06425AFA7}" type="pres">
      <dgm:prSet presAssocID="{496ACC6C-3873-484A-96BC-BB2AF7D9D77D}" presName="iconBgRect" presStyleLbl="bgShp" presStyleIdx="2" presStyleCnt="5"/>
      <dgm:spPr/>
    </dgm:pt>
    <dgm:pt modelId="{7CD473F8-24BA-4408-BE51-630346D55DC9}" type="pres">
      <dgm:prSet presAssocID="{496ACC6C-3873-484A-96BC-BB2AF7D9D77D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n"/>
        </a:ext>
      </dgm:extLst>
    </dgm:pt>
    <dgm:pt modelId="{BAB6FCFE-43DA-4E8B-B471-16B180B11B56}" type="pres">
      <dgm:prSet presAssocID="{496ACC6C-3873-484A-96BC-BB2AF7D9D77D}" presName="spaceRect" presStyleCnt="0"/>
      <dgm:spPr/>
    </dgm:pt>
    <dgm:pt modelId="{6E979FDE-5E65-4017-8FD9-26FD2A677BB3}" type="pres">
      <dgm:prSet presAssocID="{496ACC6C-3873-484A-96BC-BB2AF7D9D77D}" presName="textRect" presStyleLbl="revTx" presStyleIdx="2" presStyleCnt="5">
        <dgm:presLayoutVars>
          <dgm:chMax val="1"/>
          <dgm:chPref val="1"/>
        </dgm:presLayoutVars>
      </dgm:prSet>
      <dgm:spPr/>
    </dgm:pt>
    <dgm:pt modelId="{7FA8DB23-8A16-46C1-B090-F8E37F779984}" type="pres">
      <dgm:prSet presAssocID="{4720C470-A933-4B63-A339-C31E56DFCAEC}" presName="sibTrans" presStyleLbl="sibTrans2D1" presStyleIdx="0" presStyleCnt="0"/>
      <dgm:spPr/>
    </dgm:pt>
    <dgm:pt modelId="{2E7BA8CF-B53B-4F16-8D04-158E0FA39124}" type="pres">
      <dgm:prSet presAssocID="{1C3A79D6-5E49-474B-99DC-5B7020950FF9}" presName="compNode" presStyleCnt="0"/>
      <dgm:spPr/>
    </dgm:pt>
    <dgm:pt modelId="{A1188210-4927-426C-A58F-9627A0FAA2C5}" type="pres">
      <dgm:prSet presAssocID="{1C3A79D6-5E49-474B-99DC-5B7020950FF9}" presName="iconBgRect" presStyleLbl="bgShp" presStyleIdx="3" presStyleCnt="5"/>
      <dgm:spPr/>
    </dgm:pt>
    <dgm:pt modelId="{8E836322-75D2-44B6-8ACA-D5306BADC85C}" type="pres">
      <dgm:prSet presAssocID="{1C3A79D6-5E49-474B-99DC-5B7020950FF9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otes"/>
        </a:ext>
      </dgm:extLst>
    </dgm:pt>
    <dgm:pt modelId="{DAB1EB29-56D5-4A4E-A01E-598FB7352DCF}" type="pres">
      <dgm:prSet presAssocID="{1C3A79D6-5E49-474B-99DC-5B7020950FF9}" presName="spaceRect" presStyleCnt="0"/>
      <dgm:spPr/>
    </dgm:pt>
    <dgm:pt modelId="{D9550FBE-4D3B-4378-8964-93A18121D1FC}" type="pres">
      <dgm:prSet presAssocID="{1C3A79D6-5E49-474B-99DC-5B7020950FF9}" presName="textRect" presStyleLbl="revTx" presStyleIdx="3" presStyleCnt="5">
        <dgm:presLayoutVars>
          <dgm:chMax val="1"/>
          <dgm:chPref val="1"/>
        </dgm:presLayoutVars>
      </dgm:prSet>
      <dgm:spPr/>
    </dgm:pt>
    <dgm:pt modelId="{765584E0-15CE-4759-98A6-102E302C1617}" type="pres">
      <dgm:prSet presAssocID="{B3116263-E309-473A-B08F-2CCFD3DF78DA}" presName="sibTrans" presStyleLbl="sibTrans2D1" presStyleIdx="0" presStyleCnt="0"/>
      <dgm:spPr/>
    </dgm:pt>
    <dgm:pt modelId="{914AFC6B-E250-448F-8E3E-B2A7D67E00A4}" type="pres">
      <dgm:prSet presAssocID="{F28E5842-BB20-4A0A-A3C6-FF6F91DD94CC}" presName="compNode" presStyleCnt="0"/>
      <dgm:spPr/>
    </dgm:pt>
    <dgm:pt modelId="{545C94EA-4167-4172-AC6C-76F6B7AFDCDD}" type="pres">
      <dgm:prSet presAssocID="{F28E5842-BB20-4A0A-A3C6-FF6F91DD94CC}" presName="iconBgRect" presStyleLbl="bgShp" presStyleIdx="4" presStyleCnt="5"/>
      <dgm:spPr/>
    </dgm:pt>
    <dgm:pt modelId="{A5A1A0B0-F4A7-4015-891E-0270323E7EF2}" type="pres">
      <dgm:prSet presAssocID="{F28E5842-BB20-4A0A-A3C6-FF6F91DD94CC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ooter"/>
        </a:ext>
      </dgm:extLst>
    </dgm:pt>
    <dgm:pt modelId="{601172B5-B3D0-4AC4-9B47-F57F081D13E4}" type="pres">
      <dgm:prSet presAssocID="{F28E5842-BB20-4A0A-A3C6-FF6F91DD94CC}" presName="spaceRect" presStyleCnt="0"/>
      <dgm:spPr/>
    </dgm:pt>
    <dgm:pt modelId="{CF2AD66C-CA70-4F83-BA03-474D02A1CC18}" type="pres">
      <dgm:prSet presAssocID="{F28E5842-BB20-4A0A-A3C6-FF6F91DD94C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1EA1C901-A9DB-41E7-85BB-E62F35FBDDB5}" type="presOf" srcId="{81D801D3-759B-42F9-A88A-DF4642523BD2}" destId="{227B84FA-F822-4287-9E7C-30EB6955CC4E}" srcOrd="0" destOrd="0" presId="urn:microsoft.com/office/officeart/2018/2/layout/IconCircleList"/>
    <dgm:cxn modelId="{25385808-2F98-480F-9E96-F12B08AA4DE8}" type="presOf" srcId="{F28E5842-BB20-4A0A-A3C6-FF6F91DD94CC}" destId="{CF2AD66C-CA70-4F83-BA03-474D02A1CC18}" srcOrd="0" destOrd="0" presId="urn:microsoft.com/office/officeart/2018/2/layout/IconCircleList"/>
    <dgm:cxn modelId="{B689F51B-4B86-49AE-B923-14FB3FF66ED6}" type="presOf" srcId="{1C3A79D6-5E49-474B-99DC-5B7020950FF9}" destId="{D9550FBE-4D3B-4378-8964-93A18121D1FC}" srcOrd="0" destOrd="0" presId="urn:microsoft.com/office/officeart/2018/2/layout/IconCircleList"/>
    <dgm:cxn modelId="{6BC3FD33-8899-49F1-9A7D-E72D9A39CE4A}" type="presOf" srcId="{FD701486-3207-4C90-A560-7E64D938CCA8}" destId="{04E3421F-1CC0-4225-8442-48F59099C250}" srcOrd="0" destOrd="0" presId="urn:microsoft.com/office/officeart/2018/2/layout/IconCircleList"/>
    <dgm:cxn modelId="{A147123F-CFF5-4A0B-9CB3-F1F7D9EB12F8}" srcId="{81D801D3-759B-42F9-A88A-DF4642523BD2}" destId="{1C3A79D6-5E49-474B-99DC-5B7020950FF9}" srcOrd="3" destOrd="0" parTransId="{8690FE83-2366-478F-BD4D-B8E9CEE31505}" sibTransId="{B3116263-E309-473A-B08F-2CCFD3DF78DA}"/>
    <dgm:cxn modelId="{6E1EE848-8149-47D9-B48F-FE493CDE2E8C}" type="presOf" srcId="{B8AE7E3D-DCD2-48D6-91F3-31BB865CA7AE}" destId="{8423F991-F5BB-4F8E-8C19-BC8A9F8774A6}" srcOrd="0" destOrd="0" presId="urn:microsoft.com/office/officeart/2018/2/layout/IconCircleList"/>
    <dgm:cxn modelId="{3F279051-5582-4CC6-ACAE-DACAF1304E6E}" type="presOf" srcId="{496ACC6C-3873-484A-96BC-BB2AF7D9D77D}" destId="{6E979FDE-5E65-4017-8FD9-26FD2A677BB3}" srcOrd="0" destOrd="0" presId="urn:microsoft.com/office/officeart/2018/2/layout/IconCircleList"/>
    <dgm:cxn modelId="{F6019287-C6DE-4879-AF8A-32EF221264DF}" srcId="{81D801D3-759B-42F9-A88A-DF4642523BD2}" destId="{B8AE7E3D-DCD2-48D6-91F3-31BB865CA7AE}" srcOrd="0" destOrd="0" parTransId="{DC3E450A-329B-43AB-83E5-AA0EF998B707}" sibTransId="{31027AEF-6D56-4B0F-B7E1-2A5E76C81879}"/>
    <dgm:cxn modelId="{983D0494-5C9F-49F1-A0F2-30CCD3442C21}" type="presOf" srcId="{B2DB616F-C644-405B-9078-829EF92DF13B}" destId="{EA4C56BD-587F-4DEB-8B98-A30C52D7222C}" srcOrd="0" destOrd="0" presId="urn:microsoft.com/office/officeart/2018/2/layout/IconCircleList"/>
    <dgm:cxn modelId="{7AA57898-1FBA-4C7D-B63F-7375DC30083F}" type="presOf" srcId="{4720C470-A933-4B63-A339-C31E56DFCAEC}" destId="{7FA8DB23-8A16-46C1-B090-F8E37F779984}" srcOrd="0" destOrd="0" presId="urn:microsoft.com/office/officeart/2018/2/layout/IconCircleList"/>
    <dgm:cxn modelId="{17E296C3-C1EB-4BE4-BC56-C61262604403}" srcId="{81D801D3-759B-42F9-A88A-DF4642523BD2}" destId="{496ACC6C-3873-484A-96BC-BB2AF7D9D77D}" srcOrd="2" destOrd="0" parTransId="{854A0C38-0251-4581-9709-FF0BA98EEBAF}" sibTransId="{4720C470-A933-4B63-A339-C31E56DFCAEC}"/>
    <dgm:cxn modelId="{6EA667C9-5F4E-4598-81CE-055BD120D9B9}" type="presOf" srcId="{31027AEF-6D56-4B0F-B7E1-2A5E76C81879}" destId="{9AD9C77A-9D73-4D53-9113-28D4CD36DAA1}" srcOrd="0" destOrd="0" presId="urn:microsoft.com/office/officeart/2018/2/layout/IconCircleList"/>
    <dgm:cxn modelId="{0409A5CF-22D7-4642-8391-7DBFEC5D0696}" srcId="{81D801D3-759B-42F9-A88A-DF4642523BD2}" destId="{F28E5842-BB20-4A0A-A3C6-FF6F91DD94CC}" srcOrd="4" destOrd="0" parTransId="{1F90BB82-CD95-496E-A83B-7D947DA42FF3}" sibTransId="{F8C9B07A-B985-4FD1-BDA9-186DA7A0C17C}"/>
    <dgm:cxn modelId="{46217BD6-0D51-42FD-A0C6-9F2D58DDE20D}" type="presOf" srcId="{B3116263-E309-473A-B08F-2CCFD3DF78DA}" destId="{765584E0-15CE-4759-98A6-102E302C1617}" srcOrd="0" destOrd="0" presId="urn:microsoft.com/office/officeart/2018/2/layout/IconCircleList"/>
    <dgm:cxn modelId="{EC2875E5-FA38-4E99-8AA1-A9D782CC759C}" srcId="{81D801D3-759B-42F9-A88A-DF4642523BD2}" destId="{B2DB616F-C644-405B-9078-829EF92DF13B}" srcOrd="1" destOrd="0" parTransId="{16D893FB-6555-4CF9-9C51-37F524A49525}" sibTransId="{FD701486-3207-4C90-A560-7E64D938CCA8}"/>
    <dgm:cxn modelId="{9CAFDFBB-7D0C-4A29-8C84-D66C56CBADC1}" type="presParOf" srcId="{227B84FA-F822-4287-9E7C-30EB6955CC4E}" destId="{13B4A027-1E56-49F5-B6B7-8F6727213878}" srcOrd="0" destOrd="0" presId="urn:microsoft.com/office/officeart/2018/2/layout/IconCircleList"/>
    <dgm:cxn modelId="{0FA2E3A4-7557-4FC3-9098-BBE82E40DD19}" type="presParOf" srcId="{13B4A027-1E56-49F5-B6B7-8F6727213878}" destId="{E2251763-5B4C-468C-8385-76A2D916F64F}" srcOrd="0" destOrd="0" presId="urn:microsoft.com/office/officeart/2018/2/layout/IconCircleList"/>
    <dgm:cxn modelId="{27C0CE59-630C-4CDE-9FB4-265975411111}" type="presParOf" srcId="{E2251763-5B4C-468C-8385-76A2D916F64F}" destId="{C368A845-12C9-4D81-BF45-FA4D2D661EEA}" srcOrd="0" destOrd="0" presId="urn:microsoft.com/office/officeart/2018/2/layout/IconCircleList"/>
    <dgm:cxn modelId="{623EE088-ACB2-413D-89E2-B68E30857C15}" type="presParOf" srcId="{E2251763-5B4C-468C-8385-76A2D916F64F}" destId="{269CD985-4E5E-4F3B-BA21-7F97626DCEC1}" srcOrd="1" destOrd="0" presId="urn:microsoft.com/office/officeart/2018/2/layout/IconCircleList"/>
    <dgm:cxn modelId="{14730DCC-6EC1-4BDC-8C7C-0F0763F6AE43}" type="presParOf" srcId="{E2251763-5B4C-468C-8385-76A2D916F64F}" destId="{773D6905-982D-4FC3-BA5F-EE18FFC5957F}" srcOrd="2" destOrd="0" presId="urn:microsoft.com/office/officeart/2018/2/layout/IconCircleList"/>
    <dgm:cxn modelId="{4D6E2F54-F07D-4C50-A934-9CB6EE205CF5}" type="presParOf" srcId="{E2251763-5B4C-468C-8385-76A2D916F64F}" destId="{8423F991-F5BB-4F8E-8C19-BC8A9F8774A6}" srcOrd="3" destOrd="0" presId="urn:microsoft.com/office/officeart/2018/2/layout/IconCircleList"/>
    <dgm:cxn modelId="{697F26D0-E783-42B6-B895-C2F324D77637}" type="presParOf" srcId="{13B4A027-1E56-49F5-B6B7-8F6727213878}" destId="{9AD9C77A-9D73-4D53-9113-28D4CD36DAA1}" srcOrd="1" destOrd="0" presId="urn:microsoft.com/office/officeart/2018/2/layout/IconCircleList"/>
    <dgm:cxn modelId="{011B6CB8-11F6-468E-8984-9AA69D7466AC}" type="presParOf" srcId="{13B4A027-1E56-49F5-B6B7-8F6727213878}" destId="{CE3AF72C-E567-4115-B73A-3C6DD920EEC2}" srcOrd="2" destOrd="0" presId="urn:microsoft.com/office/officeart/2018/2/layout/IconCircleList"/>
    <dgm:cxn modelId="{A17D469F-1A86-4BF0-9AD4-4A318844A031}" type="presParOf" srcId="{CE3AF72C-E567-4115-B73A-3C6DD920EEC2}" destId="{1FCFAA0B-A7D2-4D92-B911-487F7CB2E4E7}" srcOrd="0" destOrd="0" presId="urn:microsoft.com/office/officeart/2018/2/layout/IconCircleList"/>
    <dgm:cxn modelId="{BE164BDC-FADF-4786-8FCA-5C2073FA3DE2}" type="presParOf" srcId="{CE3AF72C-E567-4115-B73A-3C6DD920EEC2}" destId="{02DBC0EF-2D28-439E-B1A1-D1B7EB32A5DD}" srcOrd="1" destOrd="0" presId="urn:microsoft.com/office/officeart/2018/2/layout/IconCircleList"/>
    <dgm:cxn modelId="{5FB1D507-BAD8-4BF5-A71A-86738354E040}" type="presParOf" srcId="{CE3AF72C-E567-4115-B73A-3C6DD920EEC2}" destId="{41235087-7F14-4EA7-BD8F-017DCF556F29}" srcOrd="2" destOrd="0" presId="urn:microsoft.com/office/officeart/2018/2/layout/IconCircleList"/>
    <dgm:cxn modelId="{4B5EB3F2-0885-4E16-A71A-EE08B3B01B14}" type="presParOf" srcId="{CE3AF72C-E567-4115-B73A-3C6DD920EEC2}" destId="{EA4C56BD-587F-4DEB-8B98-A30C52D7222C}" srcOrd="3" destOrd="0" presId="urn:microsoft.com/office/officeart/2018/2/layout/IconCircleList"/>
    <dgm:cxn modelId="{02F190F4-8027-4B30-A81F-F5BC4A6C02C6}" type="presParOf" srcId="{13B4A027-1E56-49F5-B6B7-8F6727213878}" destId="{04E3421F-1CC0-4225-8442-48F59099C250}" srcOrd="3" destOrd="0" presId="urn:microsoft.com/office/officeart/2018/2/layout/IconCircleList"/>
    <dgm:cxn modelId="{F7F3D2A6-A1C0-4956-9936-10580E346DD7}" type="presParOf" srcId="{13B4A027-1E56-49F5-B6B7-8F6727213878}" destId="{BBC5AD7C-91CF-4FCE-A5A4-7255153A1CC7}" srcOrd="4" destOrd="0" presId="urn:microsoft.com/office/officeart/2018/2/layout/IconCircleList"/>
    <dgm:cxn modelId="{E33C2F13-331E-4EDD-9BE4-9F3F4F23F9BA}" type="presParOf" srcId="{BBC5AD7C-91CF-4FCE-A5A4-7255153A1CC7}" destId="{6A1CBC53-7212-4C6E-A738-91B06425AFA7}" srcOrd="0" destOrd="0" presId="urn:microsoft.com/office/officeart/2018/2/layout/IconCircleList"/>
    <dgm:cxn modelId="{A649D1AE-0E5A-45B0-BCDA-6C0E60254781}" type="presParOf" srcId="{BBC5AD7C-91CF-4FCE-A5A4-7255153A1CC7}" destId="{7CD473F8-24BA-4408-BE51-630346D55DC9}" srcOrd="1" destOrd="0" presId="urn:microsoft.com/office/officeart/2018/2/layout/IconCircleList"/>
    <dgm:cxn modelId="{4C7321E4-A7E6-4400-9E7D-41DD4C1D868D}" type="presParOf" srcId="{BBC5AD7C-91CF-4FCE-A5A4-7255153A1CC7}" destId="{BAB6FCFE-43DA-4E8B-B471-16B180B11B56}" srcOrd="2" destOrd="0" presId="urn:microsoft.com/office/officeart/2018/2/layout/IconCircleList"/>
    <dgm:cxn modelId="{0D137C1F-2212-4C99-B5E6-027571BC68D5}" type="presParOf" srcId="{BBC5AD7C-91CF-4FCE-A5A4-7255153A1CC7}" destId="{6E979FDE-5E65-4017-8FD9-26FD2A677BB3}" srcOrd="3" destOrd="0" presId="urn:microsoft.com/office/officeart/2018/2/layout/IconCircleList"/>
    <dgm:cxn modelId="{7641D336-9145-4535-B20B-E124C3291306}" type="presParOf" srcId="{13B4A027-1E56-49F5-B6B7-8F6727213878}" destId="{7FA8DB23-8A16-46C1-B090-F8E37F779984}" srcOrd="5" destOrd="0" presId="urn:microsoft.com/office/officeart/2018/2/layout/IconCircleList"/>
    <dgm:cxn modelId="{FB538C98-1C72-4616-A7CD-E4CD08AD356E}" type="presParOf" srcId="{13B4A027-1E56-49F5-B6B7-8F6727213878}" destId="{2E7BA8CF-B53B-4F16-8D04-158E0FA39124}" srcOrd="6" destOrd="0" presId="urn:microsoft.com/office/officeart/2018/2/layout/IconCircleList"/>
    <dgm:cxn modelId="{F6584DEA-5795-45F3-8CD2-481E863CA26D}" type="presParOf" srcId="{2E7BA8CF-B53B-4F16-8D04-158E0FA39124}" destId="{A1188210-4927-426C-A58F-9627A0FAA2C5}" srcOrd="0" destOrd="0" presId="urn:microsoft.com/office/officeart/2018/2/layout/IconCircleList"/>
    <dgm:cxn modelId="{E6BBD9B1-3D2C-4E22-9BA3-7316A02422AD}" type="presParOf" srcId="{2E7BA8CF-B53B-4F16-8D04-158E0FA39124}" destId="{8E836322-75D2-44B6-8ACA-D5306BADC85C}" srcOrd="1" destOrd="0" presId="urn:microsoft.com/office/officeart/2018/2/layout/IconCircleList"/>
    <dgm:cxn modelId="{4B3B6490-165F-487C-9049-0504E0176FB4}" type="presParOf" srcId="{2E7BA8CF-B53B-4F16-8D04-158E0FA39124}" destId="{DAB1EB29-56D5-4A4E-A01E-598FB7352DCF}" srcOrd="2" destOrd="0" presId="urn:microsoft.com/office/officeart/2018/2/layout/IconCircleList"/>
    <dgm:cxn modelId="{D27CEDD4-20EF-49E8-99CF-FCA26B01F1EC}" type="presParOf" srcId="{2E7BA8CF-B53B-4F16-8D04-158E0FA39124}" destId="{D9550FBE-4D3B-4378-8964-93A18121D1FC}" srcOrd="3" destOrd="0" presId="urn:microsoft.com/office/officeart/2018/2/layout/IconCircleList"/>
    <dgm:cxn modelId="{CB8E29CD-869F-40AF-8177-E8E1EDAB68C3}" type="presParOf" srcId="{13B4A027-1E56-49F5-B6B7-8F6727213878}" destId="{765584E0-15CE-4759-98A6-102E302C1617}" srcOrd="7" destOrd="0" presId="urn:microsoft.com/office/officeart/2018/2/layout/IconCircleList"/>
    <dgm:cxn modelId="{53B3CF56-1979-4730-B01B-156C3D349417}" type="presParOf" srcId="{13B4A027-1E56-49F5-B6B7-8F6727213878}" destId="{914AFC6B-E250-448F-8E3E-B2A7D67E00A4}" srcOrd="8" destOrd="0" presId="urn:microsoft.com/office/officeart/2018/2/layout/IconCircleList"/>
    <dgm:cxn modelId="{BA67F31D-C368-4DD3-9B13-B68C4F7D822F}" type="presParOf" srcId="{914AFC6B-E250-448F-8E3E-B2A7D67E00A4}" destId="{545C94EA-4167-4172-AC6C-76F6B7AFDCDD}" srcOrd="0" destOrd="0" presId="urn:microsoft.com/office/officeart/2018/2/layout/IconCircleList"/>
    <dgm:cxn modelId="{D78D46AA-D441-4A19-8A2E-326E65870606}" type="presParOf" srcId="{914AFC6B-E250-448F-8E3E-B2A7D67E00A4}" destId="{A5A1A0B0-F4A7-4015-891E-0270323E7EF2}" srcOrd="1" destOrd="0" presId="urn:microsoft.com/office/officeart/2018/2/layout/IconCircleList"/>
    <dgm:cxn modelId="{D130C38B-5B14-45F7-8D93-27EBF45669F9}" type="presParOf" srcId="{914AFC6B-E250-448F-8E3E-B2A7D67E00A4}" destId="{601172B5-B3D0-4AC4-9B47-F57F081D13E4}" srcOrd="2" destOrd="0" presId="urn:microsoft.com/office/officeart/2018/2/layout/IconCircleList"/>
    <dgm:cxn modelId="{D050FF25-F343-4759-8096-F829206BFDA7}" type="presParOf" srcId="{914AFC6B-E250-448F-8E3E-B2A7D67E00A4}" destId="{CF2AD66C-CA70-4F83-BA03-474D02A1CC1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42EC63F-3482-43B1-9DFF-617DB7FF08B5}" type="doc">
      <dgm:prSet loTypeId="urn:microsoft.com/office/officeart/2005/8/layout/vList2" loCatId="list" qsTypeId="urn:microsoft.com/office/officeart/2005/8/quickstyle/simple1#65" qsCatId="simple" csTypeId="urn:microsoft.com/office/officeart/2005/8/colors/colorful5#3" csCatId="colorful"/>
      <dgm:spPr/>
      <dgm:t>
        <a:bodyPr/>
        <a:lstStyle/>
        <a:p>
          <a:endParaRPr lang="en-US"/>
        </a:p>
      </dgm:t>
    </dgm:pt>
    <dgm:pt modelId="{00771B1F-F786-4EFE-8163-29F56CFD3B4E}">
      <dgm:prSet/>
      <dgm:spPr/>
      <dgm:t>
        <a:bodyPr/>
        <a:lstStyle/>
        <a:p>
          <a:r>
            <a:rPr lang="en-AE"/>
            <a:t>A variable stores a value that may change while the program runs.</a:t>
          </a:r>
          <a:endParaRPr lang="en-US"/>
        </a:p>
      </dgm:t>
    </dgm:pt>
    <dgm:pt modelId="{87B2C3EE-B9C0-455E-82E8-185FA964C52B}" type="parTrans" cxnId="{4261A2EA-365D-45CC-9952-8E5B41A93794}">
      <dgm:prSet/>
      <dgm:spPr/>
      <dgm:t>
        <a:bodyPr/>
        <a:lstStyle/>
        <a:p>
          <a:endParaRPr lang="en-US"/>
        </a:p>
      </dgm:t>
    </dgm:pt>
    <dgm:pt modelId="{15D408CD-231E-4CD3-BC49-BB7F841C6531}" type="sibTrans" cxnId="{4261A2EA-365D-45CC-9952-8E5B41A93794}">
      <dgm:prSet/>
      <dgm:spPr/>
      <dgm:t>
        <a:bodyPr/>
        <a:lstStyle/>
        <a:p>
          <a:endParaRPr lang="en-US"/>
        </a:p>
      </dgm:t>
    </dgm:pt>
    <dgm:pt modelId="{F6EA35D7-DAF9-4791-B543-956BED1699FF}">
      <dgm:prSet/>
      <dgm:spPr/>
      <dgm:t>
        <a:bodyPr/>
        <a:lstStyle/>
        <a:p>
          <a:r>
            <a:rPr lang="en-AE"/>
            <a:t>A named constant makes a fixed value readable and avoids unexplained numbers.</a:t>
          </a:r>
          <a:endParaRPr lang="en-US"/>
        </a:p>
      </dgm:t>
    </dgm:pt>
    <dgm:pt modelId="{A8A1D9C3-4524-4E31-857A-0296D358111A}" type="parTrans" cxnId="{7E9688DA-5B46-403E-9B9C-E9AA74DF767D}">
      <dgm:prSet/>
      <dgm:spPr/>
      <dgm:t>
        <a:bodyPr/>
        <a:lstStyle/>
        <a:p>
          <a:endParaRPr lang="en-US"/>
        </a:p>
      </dgm:t>
    </dgm:pt>
    <dgm:pt modelId="{A34E5BF5-37A5-45FF-9961-1326F5849E9A}" type="sibTrans" cxnId="{7E9688DA-5B46-403E-9B9C-E9AA74DF767D}">
      <dgm:prSet/>
      <dgm:spPr/>
      <dgm:t>
        <a:bodyPr/>
        <a:lstStyle/>
        <a:p>
          <a:endParaRPr lang="en-US"/>
        </a:p>
      </dgm:t>
    </dgm:pt>
    <dgm:pt modelId="{6984582E-CBD0-4F74-A81B-BAB724F011E8}">
      <dgm:prSet/>
      <dgm:spPr/>
      <dgm:t>
        <a:bodyPr/>
        <a:lstStyle/>
        <a:p>
          <a:r>
            <a:rPr lang="en-AE"/>
            <a:t>const int redPin = 13;</a:t>
          </a:r>
          <a:endParaRPr lang="en-US"/>
        </a:p>
      </dgm:t>
    </dgm:pt>
    <dgm:pt modelId="{E27D68CC-4736-4AB0-826C-ED1BEC9D955B}" type="parTrans" cxnId="{124E7BCD-1D91-4F89-BB44-0A811488C0D6}">
      <dgm:prSet/>
      <dgm:spPr/>
      <dgm:t>
        <a:bodyPr/>
        <a:lstStyle/>
        <a:p>
          <a:endParaRPr lang="en-US"/>
        </a:p>
      </dgm:t>
    </dgm:pt>
    <dgm:pt modelId="{4F031F7D-5C51-45B4-9941-B5F5B039039F}" type="sibTrans" cxnId="{124E7BCD-1D91-4F89-BB44-0A811488C0D6}">
      <dgm:prSet/>
      <dgm:spPr/>
      <dgm:t>
        <a:bodyPr/>
        <a:lstStyle/>
        <a:p>
          <a:endParaRPr lang="en-US"/>
        </a:p>
      </dgm:t>
    </dgm:pt>
    <dgm:pt modelId="{0FA6AC4D-FAD0-4B07-8806-75FF018F15CE}">
      <dgm:prSet/>
      <dgm:spPr/>
      <dgm:t>
        <a:bodyPr/>
        <a:lstStyle/>
        <a:p>
          <a:r>
            <a:rPr lang="en-AE"/>
            <a:t>const int delayMs = 500;</a:t>
          </a:r>
          <a:endParaRPr lang="en-US"/>
        </a:p>
      </dgm:t>
    </dgm:pt>
    <dgm:pt modelId="{6BE85021-A65B-4E1A-BE0B-2F8D518B5B2E}" type="parTrans" cxnId="{39373342-44F1-4775-B2D3-412990D5F636}">
      <dgm:prSet/>
      <dgm:spPr/>
      <dgm:t>
        <a:bodyPr/>
        <a:lstStyle/>
        <a:p>
          <a:endParaRPr lang="en-US"/>
        </a:p>
      </dgm:t>
    </dgm:pt>
    <dgm:pt modelId="{7E626ABD-1881-4D71-9A4B-DDECF36ADCA3}" type="sibTrans" cxnId="{39373342-44F1-4775-B2D3-412990D5F636}">
      <dgm:prSet/>
      <dgm:spPr/>
      <dgm:t>
        <a:bodyPr/>
        <a:lstStyle/>
        <a:p>
          <a:endParaRPr lang="en-US"/>
        </a:p>
      </dgm:t>
    </dgm:pt>
    <dgm:pt modelId="{D18CCA77-256C-42FB-8CAE-7F197A6261A8}">
      <dgm:prSet/>
      <dgm:spPr/>
      <dgm:t>
        <a:bodyPr/>
        <a:lstStyle/>
        <a:p>
          <a:r>
            <a:rPr lang="en-AE"/>
            <a:t>Use meaningful names: ledPin, lightValue, threshold.</a:t>
          </a:r>
          <a:endParaRPr lang="en-US"/>
        </a:p>
      </dgm:t>
    </dgm:pt>
    <dgm:pt modelId="{1B433522-FCDF-4BD0-88B4-8F930F53A8C2}" type="parTrans" cxnId="{73DB95B2-A46D-4FB8-A66A-F14B19C6CB44}">
      <dgm:prSet/>
      <dgm:spPr/>
      <dgm:t>
        <a:bodyPr/>
        <a:lstStyle/>
        <a:p>
          <a:endParaRPr lang="en-US"/>
        </a:p>
      </dgm:t>
    </dgm:pt>
    <dgm:pt modelId="{0C8C5F99-9120-4A64-95C4-45567A608292}" type="sibTrans" cxnId="{73DB95B2-A46D-4FB8-A66A-F14B19C6CB44}">
      <dgm:prSet/>
      <dgm:spPr/>
      <dgm:t>
        <a:bodyPr/>
        <a:lstStyle/>
        <a:p>
          <a:endParaRPr lang="en-US"/>
        </a:p>
      </dgm:t>
    </dgm:pt>
    <dgm:pt modelId="{923A7F4A-E497-47A9-B0F7-A011A6073B24}">
      <dgm:prSet/>
      <dgm:spPr/>
      <dgm:t>
        <a:bodyPr/>
        <a:lstStyle/>
        <a:p>
          <a:r>
            <a:rPr lang="en-AE"/>
            <a:t>Avoid unclear names such as x, a1 or thing.</a:t>
          </a:r>
          <a:endParaRPr lang="en-US"/>
        </a:p>
      </dgm:t>
    </dgm:pt>
    <dgm:pt modelId="{1FB1B2C0-7778-4F07-9052-8B610BDE8DD3}" type="parTrans" cxnId="{24368905-0DDA-4807-86FA-1E40F132818D}">
      <dgm:prSet/>
      <dgm:spPr/>
      <dgm:t>
        <a:bodyPr/>
        <a:lstStyle/>
        <a:p>
          <a:endParaRPr lang="en-US"/>
        </a:p>
      </dgm:t>
    </dgm:pt>
    <dgm:pt modelId="{5D7062E5-1E34-41F5-988A-73CF8D389C61}" type="sibTrans" cxnId="{24368905-0DDA-4807-86FA-1E40F132818D}">
      <dgm:prSet/>
      <dgm:spPr/>
      <dgm:t>
        <a:bodyPr/>
        <a:lstStyle/>
        <a:p>
          <a:endParaRPr lang="en-US"/>
        </a:p>
      </dgm:t>
    </dgm:pt>
    <dgm:pt modelId="{5D78E2E8-1325-4AB9-B6DE-6286B5128FC7}" type="pres">
      <dgm:prSet presAssocID="{942EC63F-3482-43B1-9DFF-617DB7FF08B5}" presName="linear" presStyleCnt="0">
        <dgm:presLayoutVars>
          <dgm:animLvl val="lvl"/>
          <dgm:resizeHandles val="exact"/>
        </dgm:presLayoutVars>
      </dgm:prSet>
      <dgm:spPr/>
    </dgm:pt>
    <dgm:pt modelId="{0E23EC3B-3414-4BDC-A1A2-6FCA86270DCB}" type="pres">
      <dgm:prSet presAssocID="{00771B1F-F786-4EFE-8163-29F56CFD3B4E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49BC4485-8F1D-4771-B2F7-4A6C382F5114}" type="pres">
      <dgm:prSet presAssocID="{15D408CD-231E-4CD3-BC49-BB7F841C6531}" presName="spacer" presStyleCnt="0"/>
      <dgm:spPr/>
    </dgm:pt>
    <dgm:pt modelId="{DA2C4FF0-934A-494E-B225-504924C76D36}" type="pres">
      <dgm:prSet presAssocID="{F6EA35D7-DAF9-4791-B543-956BED1699FF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1C67CFCA-2ECD-406F-B3BC-3B97638A5B8D}" type="pres">
      <dgm:prSet presAssocID="{A34E5BF5-37A5-45FF-9961-1326F5849E9A}" presName="spacer" presStyleCnt="0"/>
      <dgm:spPr/>
    </dgm:pt>
    <dgm:pt modelId="{E40B1D67-D5C5-4F69-828F-A1120DBFFB23}" type="pres">
      <dgm:prSet presAssocID="{6984582E-CBD0-4F74-A81B-BAB724F011E8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DD46F482-9FF6-4D64-A4C2-35368FB81394}" type="pres">
      <dgm:prSet presAssocID="{4F031F7D-5C51-45B4-9941-B5F5B039039F}" presName="spacer" presStyleCnt="0"/>
      <dgm:spPr/>
    </dgm:pt>
    <dgm:pt modelId="{6B74405B-F111-471C-B0B6-9D9D3167C9D9}" type="pres">
      <dgm:prSet presAssocID="{0FA6AC4D-FAD0-4B07-8806-75FF018F15CE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A6E7F94F-7433-4224-BACF-7BD4C8CA3F3C}" type="pres">
      <dgm:prSet presAssocID="{7E626ABD-1881-4D71-9A4B-DDECF36ADCA3}" presName="spacer" presStyleCnt="0"/>
      <dgm:spPr/>
    </dgm:pt>
    <dgm:pt modelId="{B6793E24-212B-4B50-A68F-9E741775B0AE}" type="pres">
      <dgm:prSet presAssocID="{D18CCA77-256C-42FB-8CAE-7F197A6261A8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969368A9-6C56-44C6-9884-9BE0354149D0}" type="pres">
      <dgm:prSet presAssocID="{0C8C5F99-9120-4A64-95C4-45567A608292}" presName="spacer" presStyleCnt="0"/>
      <dgm:spPr/>
    </dgm:pt>
    <dgm:pt modelId="{711D78E2-95B1-49A9-8B29-0504F900992D}" type="pres">
      <dgm:prSet presAssocID="{923A7F4A-E497-47A9-B0F7-A011A6073B24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24368905-0DDA-4807-86FA-1E40F132818D}" srcId="{942EC63F-3482-43B1-9DFF-617DB7FF08B5}" destId="{923A7F4A-E497-47A9-B0F7-A011A6073B24}" srcOrd="5" destOrd="0" parTransId="{1FB1B2C0-7778-4F07-9052-8B610BDE8DD3}" sibTransId="{5D7062E5-1E34-41F5-988A-73CF8D389C61}"/>
    <dgm:cxn modelId="{5116521F-F6B1-455E-A6B7-F548251D4D8E}" type="presOf" srcId="{6984582E-CBD0-4F74-A81B-BAB724F011E8}" destId="{E40B1D67-D5C5-4F69-828F-A1120DBFFB23}" srcOrd="0" destOrd="0" presId="urn:microsoft.com/office/officeart/2005/8/layout/vList2"/>
    <dgm:cxn modelId="{93AC1C32-82C0-4E2F-8A47-D09C6FA0AE18}" type="presOf" srcId="{D18CCA77-256C-42FB-8CAE-7F197A6261A8}" destId="{B6793E24-212B-4B50-A68F-9E741775B0AE}" srcOrd="0" destOrd="0" presId="urn:microsoft.com/office/officeart/2005/8/layout/vList2"/>
    <dgm:cxn modelId="{2DC90A41-851F-498D-8A99-6553954BCA86}" type="presOf" srcId="{0FA6AC4D-FAD0-4B07-8806-75FF018F15CE}" destId="{6B74405B-F111-471C-B0B6-9D9D3167C9D9}" srcOrd="0" destOrd="0" presId="urn:microsoft.com/office/officeart/2005/8/layout/vList2"/>
    <dgm:cxn modelId="{39373342-44F1-4775-B2D3-412990D5F636}" srcId="{942EC63F-3482-43B1-9DFF-617DB7FF08B5}" destId="{0FA6AC4D-FAD0-4B07-8806-75FF018F15CE}" srcOrd="3" destOrd="0" parTransId="{6BE85021-A65B-4E1A-BE0B-2F8D518B5B2E}" sibTransId="{7E626ABD-1881-4D71-9A4B-DDECF36ADCA3}"/>
    <dgm:cxn modelId="{0FB4A542-F92C-4C59-9F9A-86A29956CBD6}" type="presOf" srcId="{00771B1F-F786-4EFE-8163-29F56CFD3B4E}" destId="{0E23EC3B-3414-4BDC-A1A2-6FCA86270DCB}" srcOrd="0" destOrd="0" presId="urn:microsoft.com/office/officeart/2005/8/layout/vList2"/>
    <dgm:cxn modelId="{CEAF0048-DF2F-48DF-BFB1-89AB82441EDD}" type="presOf" srcId="{F6EA35D7-DAF9-4791-B543-956BED1699FF}" destId="{DA2C4FF0-934A-494E-B225-504924C76D36}" srcOrd="0" destOrd="0" presId="urn:microsoft.com/office/officeart/2005/8/layout/vList2"/>
    <dgm:cxn modelId="{7036E168-BF79-4C89-A217-FCB89E77FC71}" type="presOf" srcId="{942EC63F-3482-43B1-9DFF-617DB7FF08B5}" destId="{5D78E2E8-1325-4AB9-B6DE-6286B5128FC7}" srcOrd="0" destOrd="0" presId="urn:microsoft.com/office/officeart/2005/8/layout/vList2"/>
    <dgm:cxn modelId="{73DB95B2-A46D-4FB8-A66A-F14B19C6CB44}" srcId="{942EC63F-3482-43B1-9DFF-617DB7FF08B5}" destId="{D18CCA77-256C-42FB-8CAE-7F197A6261A8}" srcOrd="4" destOrd="0" parTransId="{1B433522-FCDF-4BD0-88B4-8F930F53A8C2}" sibTransId="{0C8C5F99-9120-4A64-95C4-45567A608292}"/>
    <dgm:cxn modelId="{124E7BCD-1D91-4F89-BB44-0A811488C0D6}" srcId="{942EC63F-3482-43B1-9DFF-617DB7FF08B5}" destId="{6984582E-CBD0-4F74-A81B-BAB724F011E8}" srcOrd="2" destOrd="0" parTransId="{E27D68CC-4736-4AB0-826C-ED1BEC9D955B}" sibTransId="{4F031F7D-5C51-45B4-9941-B5F5B039039F}"/>
    <dgm:cxn modelId="{8C34ACCF-5033-4EFB-826F-801ECA57108D}" type="presOf" srcId="{923A7F4A-E497-47A9-B0F7-A011A6073B24}" destId="{711D78E2-95B1-49A9-8B29-0504F900992D}" srcOrd="0" destOrd="0" presId="urn:microsoft.com/office/officeart/2005/8/layout/vList2"/>
    <dgm:cxn modelId="{7E9688DA-5B46-403E-9B9C-E9AA74DF767D}" srcId="{942EC63F-3482-43B1-9DFF-617DB7FF08B5}" destId="{F6EA35D7-DAF9-4791-B543-956BED1699FF}" srcOrd="1" destOrd="0" parTransId="{A8A1D9C3-4524-4E31-857A-0296D358111A}" sibTransId="{A34E5BF5-37A5-45FF-9961-1326F5849E9A}"/>
    <dgm:cxn modelId="{4261A2EA-365D-45CC-9952-8E5B41A93794}" srcId="{942EC63F-3482-43B1-9DFF-617DB7FF08B5}" destId="{00771B1F-F786-4EFE-8163-29F56CFD3B4E}" srcOrd="0" destOrd="0" parTransId="{87B2C3EE-B9C0-455E-82E8-185FA964C52B}" sibTransId="{15D408CD-231E-4CD3-BC49-BB7F841C6531}"/>
    <dgm:cxn modelId="{7D618EB7-01A2-48D8-8B7F-1C95D92D5E48}" type="presParOf" srcId="{5D78E2E8-1325-4AB9-B6DE-6286B5128FC7}" destId="{0E23EC3B-3414-4BDC-A1A2-6FCA86270DCB}" srcOrd="0" destOrd="0" presId="urn:microsoft.com/office/officeart/2005/8/layout/vList2"/>
    <dgm:cxn modelId="{CC746771-9FB5-464F-9E7B-BF0D87B1B9DE}" type="presParOf" srcId="{5D78E2E8-1325-4AB9-B6DE-6286B5128FC7}" destId="{49BC4485-8F1D-4771-B2F7-4A6C382F5114}" srcOrd="1" destOrd="0" presId="urn:microsoft.com/office/officeart/2005/8/layout/vList2"/>
    <dgm:cxn modelId="{E1350D29-BE9B-4B6E-B234-22D585D5A57E}" type="presParOf" srcId="{5D78E2E8-1325-4AB9-B6DE-6286B5128FC7}" destId="{DA2C4FF0-934A-494E-B225-504924C76D36}" srcOrd="2" destOrd="0" presId="urn:microsoft.com/office/officeart/2005/8/layout/vList2"/>
    <dgm:cxn modelId="{6FB0DE84-8013-420B-B01F-74FA0D621436}" type="presParOf" srcId="{5D78E2E8-1325-4AB9-B6DE-6286B5128FC7}" destId="{1C67CFCA-2ECD-406F-B3BC-3B97638A5B8D}" srcOrd="3" destOrd="0" presId="urn:microsoft.com/office/officeart/2005/8/layout/vList2"/>
    <dgm:cxn modelId="{23F6A51B-AFB3-40BD-9443-4E0059DDD32B}" type="presParOf" srcId="{5D78E2E8-1325-4AB9-B6DE-6286B5128FC7}" destId="{E40B1D67-D5C5-4F69-828F-A1120DBFFB23}" srcOrd="4" destOrd="0" presId="urn:microsoft.com/office/officeart/2005/8/layout/vList2"/>
    <dgm:cxn modelId="{4FCF4B4A-FA3D-4690-B1DD-276E966DD696}" type="presParOf" srcId="{5D78E2E8-1325-4AB9-B6DE-6286B5128FC7}" destId="{DD46F482-9FF6-4D64-A4C2-35368FB81394}" srcOrd="5" destOrd="0" presId="urn:microsoft.com/office/officeart/2005/8/layout/vList2"/>
    <dgm:cxn modelId="{0C6D81F6-FBF6-412E-A1B5-3C5263D879A7}" type="presParOf" srcId="{5D78E2E8-1325-4AB9-B6DE-6286B5128FC7}" destId="{6B74405B-F111-471C-B0B6-9D9D3167C9D9}" srcOrd="6" destOrd="0" presId="urn:microsoft.com/office/officeart/2005/8/layout/vList2"/>
    <dgm:cxn modelId="{83ADBC66-EE03-4738-B3CC-660E04AC8888}" type="presParOf" srcId="{5D78E2E8-1325-4AB9-B6DE-6286B5128FC7}" destId="{A6E7F94F-7433-4224-BACF-7BD4C8CA3F3C}" srcOrd="7" destOrd="0" presId="urn:microsoft.com/office/officeart/2005/8/layout/vList2"/>
    <dgm:cxn modelId="{DBACECCB-9AD5-4F58-81D3-8836D6690B2E}" type="presParOf" srcId="{5D78E2E8-1325-4AB9-B6DE-6286B5128FC7}" destId="{B6793E24-212B-4B50-A68F-9E741775B0AE}" srcOrd="8" destOrd="0" presId="urn:microsoft.com/office/officeart/2005/8/layout/vList2"/>
    <dgm:cxn modelId="{EA9B0046-03E3-449A-8AB0-D208DD7C4A8E}" type="presParOf" srcId="{5D78E2E8-1325-4AB9-B6DE-6286B5128FC7}" destId="{969368A9-6C56-44C6-9884-9BE0354149D0}" srcOrd="9" destOrd="0" presId="urn:microsoft.com/office/officeart/2005/8/layout/vList2"/>
    <dgm:cxn modelId="{FF624B4C-2583-4F47-A1E5-DA3AF1A830AF}" type="presParOf" srcId="{5D78E2E8-1325-4AB9-B6DE-6286B5128FC7}" destId="{711D78E2-95B1-49A9-8B29-0504F900992D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151B3C1-0DB5-4AE2-AFD1-038BEB93211C}" type="doc">
      <dgm:prSet loTypeId="urn:microsoft.com/office/officeart/2018/2/layout/IconCircleList" loCatId="icon" qsTypeId="urn:microsoft.com/office/officeart/2005/8/quickstyle/simple1#73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982104C-F4C5-49F4-978A-8B995AEBE298}">
      <dgm:prSet/>
      <dgm:spPr/>
      <dgm:t>
        <a:bodyPr/>
        <a:lstStyle/>
        <a:p>
          <a:r>
            <a:rPr lang="en-AE"/>
            <a:t>Is the circuit powered and grounded correctly?</a:t>
          </a:r>
          <a:endParaRPr lang="en-US"/>
        </a:p>
      </dgm:t>
    </dgm:pt>
    <dgm:pt modelId="{2CD7813B-FD8E-4028-A1E7-4727F64CFC6D}" type="parTrans" cxnId="{75298312-4399-4C80-A18D-A67E98E14614}">
      <dgm:prSet/>
      <dgm:spPr/>
      <dgm:t>
        <a:bodyPr/>
        <a:lstStyle/>
        <a:p>
          <a:endParaRPr lang="en-US"/>
        </a:p>
      </dgm:t>
    </dgm:pt>
    <dgm:pt modelId="{2A699EF3-9D04-4608-905F-0BF6929C1791}" type="sibTrans" cxnId="{75298312-4399-4C80-A18D-A67E98E14614}">
      <dgm:prSet/>
      <dgm:spPr/>
      <dgm:t>
        <a:bodyPr/>
        <a:lstStyle/>
        <a:p>
          <a:endParaRPr lang="en-US"/>
        </a:p>
      </dgm:t>
    </dgm:pt>
    <dgm:pt modelId="{F2CB4126-0769-4B38-A7E8-58DE7AFC606A}">
      <dgm:prSet/>
      <dgm:spPr/>
      <dgm:t>
        <a:bodyPr/>
        <a:lstStyle/>
        <a:p>
          <a:r>
            <a:rPr lang="en-AE"/>
            <a:t>Does the code use the pin actually wired?</a:t>
          </a:r>
          <a:endParaRPr lang="en-US"/>
        </a:p>
      </dgm:t>
    </dgm:pt>
    <dgm:pt modelId="{A3D6F10D-6058-472F-9DB0-A942359DEEBF}" type="parTrans" cxnId="{004BDBFE-ADE8-470D-B53B-E6969951CCDA}">
      <dgm:prSet/>
      <dgm:spPr/>
      <dgm:t>
        <a:bodyPr/>
        <a:lstStyle/>
        <a:p>
          <a:endParaRPr lang="en-US"/>
        </a:p>
      </dgm:t>
    </dgm:pt>
    <dgm:pt modelId="{0E892A21-6865-44CC-923F-F596F646EE5C}" type="sibTrans" cxnId="{004BDBFE-ADE8-470D-B53B-E6969951CCDA}">
      <dgm:prSet/>
      <dgm:spPr/>
      <dgm:t>
        <a:bodyPr/>
        <a:lstStyle/>
        <a:p>
          <a:endParaRPr lang="en-US"/>
        </a:p>
      </dgm:t>
    </dgm:pt>
    <dgm:pt modelId="{590C9E49-941C-4998-8B47-27434BBE7280}">
      <dgm:prSet/>
      <dgm:spPr/>
      <dgm:t>
        <a:bodyPr/>
        <a:lstStyle/>
        <a:p>
          <a:r>
            <a:rPr lang="en-AE"/>
            <a:t>Is the pin configured as OUTPUT?</a:t>
          </a:r>
          <a:endParaRPr lang="en-US"/>
        </a:p>
      </dgm:t>
    </dgm:pt>
    <dgm:pt modelId="{8EB852DD-D3C2-45FA-936A-8AA5155D1863}" type="parTrans" cxnId="{6381FB97-0CC9-434D-9D55-4B9242756B32}">
      <dgm:prSet/>
      <dgm:spPr/>
      <dgm:t>
        <a:bodyPr/>
        <a:lstStyle/>
        <a:p>
          <a:endParaRPr lang="en-US"/>
        </a:p>
      </dgm:t>
    </dgm:pt>
    <dgm:pt modelId="{468B260B-810D-4BD5-A7E0-9EECBBE37D9E}" type="sibTrans" cxnId="{6381FB97-0CC9-434D-9D55-4B9242756B32}">
      <dgm:prSet/>
      <dgm:spPr/>
      <dgm:t>
        <a:bodyPr/>
        <a:lstStyle/>
        <a:p>
          <a:endParaRPr lang="en-US"/>
        </a:p>
      </dgm:t>
    </dgm:pt>
    <dgm:pt modelId="{BD1A91CD-E1A8-4AC9-9472-179173290F76}">
      <dgm:prSet/>
      <dgm:spPr/>
      <dgm:t>
        <a:bodyPr/>
        <a:lstStyle/>
        <a:p>
          <a:r>
            <a:rPr lang="en-AE"/>
            <a:t>Is the LED direction and resistor correct?</a:t>
          </a:r>
          <a:endParaRPr lang="en-US"/>
        </a:p>
      </dgm:t>
    </dgm:pt>
    <dgm:pt modelId="{0B58070E-5F82-4802-A804-02B80733CBA5}" type="parTrans" cxnId="{5A45685E-E738-4764-AD5E-C18F3774B1A1}">
      <dgm:prSet/>
      <dgm:spPr/>
      <dgm:t>
        <a:bodyPr/>
        <a:lstStyle/>
        <a:p>
          <a:endParaRPr lang="en-US"/>
        </a:p>
      </dgm:t>
    </dgm:pt>
    <dgm:pt modelId="{8A7BADED-D74E-4AFD-BBFA-9AD26A76A158}" type="sibTrans" cxnId="{5A45685E-E738-4764-AD5E-C18F3774B1A1}">
      <dgm:prSet/>
      <dgm:spPr/>
      <dgm:t>
        <a:bodyPr/>
        <a:lstStyle/>
        <a:p>
          <a:endParaRPr lang="en-US"/>
        </a:p>
      </dgm:t>
    </dgm:pt>
    <dgm:pt modelId="{45EB8419-76DE-4FB8-BDEB-110B515C0C1A}">
      <dgm:prSet/>
      <dgm:spPr/>
      <dgm:t>
        <a:bodyPr/>
        <a:lstStyle/>
        <a:p>
          <a:r>
            <a:rPr lang="en-AE"/>
            <a:t>Can a simpler one-LED sketch work first?</a:t>
          </a:r>
          <a:endParaRPr lang="en-US"/>
        </a:p>
      </dgm:t>
    </dgm:pt>
    <dgm:pt modelId="{9AD76966-2C5A-42E9-9025-D54535B823AA}" type="parTrans" cxnId="{C3920F4E-8D54-49FC-B954-A48CF78B05EF}">
      <dgm:prSet/>
      <dgm:spPr/>
      <dgm:t>
        <a:bodyPr/>
        <a:lstStyle/>
        <a:p>
          <a:endParaRPr lang="en-US"/>
        </a:p>
      </dgm:t>
    </dgm:pt>
    <dgm:pt modelId="{A86F0904-E199-4183-8E30-C27A42E0441D}" type="sibTrans" cxnId="{C3920F4E-8D54-49FC-B954-A48CF78B05EF}">
      <dgm:prSet/>
      <dgm:spPr/>
      <dgm:t>
        <a:bodyPr/>
        <a:lstStyle/>
        <a:p>
          <a:endParaRPr lang="en-US"/>
        </a:p>
      </dgm:t>
    </dgm:pt>
    <dgm:pt modelId="{0E7AF799-D704-4A1F-88B5-30F4E6803550}" type="pres">
      <dgm:prSet presAssocID="{9151B3C1-0DB5-4AE2-AFD1-038BEB93211C}" presName="root" presStyleCnt="0">
        <dgm:presLayoutVars>
          <dgm:dir/>
          <dgm:resizeHandles val="exact"/>
        </dgm:presLayoutVars>
      </dgm:prSet>
      <dgm:spPr/>
    </dgm:pt>
    <dgm:pt modelId="{0426895F-8F0A-45A3-A221-ED614CCF0638}" type="pres">
      <dgm:prSet presAssocID="{9151B3C1-0DB5-4AE2-AFD1-038BEB93211C}" presName="container" presStyleCnt="0">
        <dgm:presLayoutVars>
          <dgm:dir/>
          <dgm:resizeHandles val="exact"/>
        </dgm:presLayoutVars>
      </dgm:prSet>
      <dgm:spPr/>
    </dgm:pt>
    <dgm:pt modelId="{489B76E2-E558-44FF-A5A9-BA902368315C}" type="pres">
      <dgm:prSet presAssocID="{B982104C-F4C5-49F4-978A-8B995AEBE298}" presName="compNode" presStyleCnt="0"/>
      <dgm:spPr/>
    </dgm:pt>
    <dgm:pt modelId="{64CB4485-C9B0-4385-AAD5-8F7D3CCEB0A0}" type="pres">
      <dgm:prSet presAssocID="{B982104C-F4C5-49F4-978A-8B995AEBE298}" presName="iconBgRect" presStyleLbl="bgShp" presStyleIdx="0" presStyleCnt="5"/>
      <dgm:spPr/>
    </dgm:pt>
    <dgm:pt modelId="{5EF5E944-9671-4309-A948-C6D8FEB2C231}" type="pres">
      <dgm:prSet presAssocID="{B982104C-F4C5-49F4-978A-8B995AEBE298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29BA4341-B875-45C2-B963-F1EF48B5416F}" type="pres">
      <dgm:prSet presAssocID="{B982104C-F4C5-49F4-978A-8B995AEBE298}" presName="spaceRect" presStyleCnt="0"/>
      <dgm:spPr/>
    </dgm:pt>
    <dgm:pt modelId="{98E61BF0-5CC1-4C00-90B5-75445C0DA5BB}" type="pres">
      <dgm:prSet presAssocID="{B982104C-F4C5-49F4-978A-8B995AEBE298}" presName="textRect" presStyleLbl="revTx" presStyleIdx="0" presStyleCnt="5">
        <dgm:presLayoutVars>
          <dgm:chMax val="1"/>
          <dgm:chPref val="1"/>
        </dgm:presLayoutVars>
      </dgm:prSet>
      <dgm:spPr/>
    </dgm:pt>
    <dgm:pt modelId="{4195535E-8334-4EAA-86C3-942E7D7692AC}" type="pres">
      <dgm:prSet presAssocID="{2A699EF3-9D04-4608-905F-0BF6929C1791}" presName="sibTrans" presStyleLbl="sibTrans2D1" presStyleIdx="0" presStyleCnt="0"/>
      <dgm:spPr/>
    </dgm:pt>
    <dgm:pt modelId="{1AB79966-979B-457A-81B1-791520C0E17F}" type="pres">
      <dgm:prSet presAssocID="{F2CB4126-0769-4B38-A7E8-58DE7AFC606A}" presName="compNode" presStyleCnt="0"/>
      <dgm:spPr/>
    </dgm:pt>
    <dgm:pt modelId="{7A237153-F4F0-42D5-A245-ADC59C008FCB}" type="pres">
      <dgm:prSet presAssocID="{F2CB4126-0769-4B38-A7E8-58DE7AFC606A}" presName="iconBgRect" presStyleLbl="bgShp" presStyleIdx="1" presStyleCnt="5"/>
      <dgm:spPr/>
    </dgm:pt>
    <dgm:pt modelId="{DC9BC22F-30DA-4082-A2CB-06179C9A5DB7}" type="pres">
      <dgm:prSet presAssocID="{F2CB4126-0769-4B38-A7E8-58DE7AFC606A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09CEB309-B224-4ED6-8369-AAAFE8628BA2}" type="pres">
      <dgm:prSet presAssocID="{F2CB4126-0769-4B38-A7E8-58DE7AFC606A}" presName="spaceRect" presStyleCnt="0"/>
      <dgm:spPr/>
    </dgm:pt>
    <dgm:pt modelId="{3DBB7AA0-84A7-4763-BBC3-DF8ED0AF3658}" type="pres">
      <dgm:prSet presAssocID="{F2CB4126-0769-4B38-A7E8-58DE7AFC606A}" presName="textRect" presStyleLbl="revTx" presStyleIdx="1" presStyleCnt="5">
        <dgm:presLayoutVars>
          <dgm:chMax val="1"/>
          <dgm:chPref val="1"/>
        </dgm:presLayoutVars>
      </dgm:prSet>
      <dgm:spPr/>
    </dgm:pt>
    <dgm:pt modelId="{2A1303A6-62CB-4BA7-A26D-4B93FE39BA8D}" type="pres">
      <dgm:prSet presAssocID="{0E892A21-6865-44CC-923F-F596F646EE5C}" presName="sibTrans" presStyleLbl="sibTrans2D1" presStyleIdx="0" presStyleCnt="0"/>
      <dgm:spPr/>
    </dgm:pt>
    <dgm:pt modelId="{2D21F7E4-5E4B-4B6C-83BF-DF31A7D78CA3}" type="pres">
      <dgm:prSet presAssocID="{590C9E49-941C-4998-8B47-27434BBE7280}" presName="compNode" presStyleCnt="0"/>
      <dgm:spPr/>
    </dgm:pt>
    <dgm:pt modelId="{60B67677-57E3-42F3-BE39-2E31A1FD4CB5}" type="pres">
      <dgm:prSet presAssocID="{590C9E49-941C-4998-8B47-27434BBE7280}" presName="iconBgRect" presStyleLbl="bgShp" presStyleIdx="2" presStyleCnt="5"/>
      <dgm:spPr/>
    </dgm:pt>
    <dgm:pt modelId="{68DEA6E4-44BF-4EA2-9067-7EBA6906DD7A}" type="pres">
      <dgm:prSet presAssocID="{590C9E49-941C-4998-8B47-27434BBE7280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n"/>
        </a:ext>
      </dgm:extLst>
    </dgm:pt>
    <dgm:pt modelId="{D1D4375C-9FF5-450A-86E6-A10967962DAD}" type="pres">
      <dgm:prSet presAssocID="{590C9E49-941C-4998-8B47-27434BBE7280}" presName="spaceRect" presStyleCnt="0"/>
      <dgm:spPr/>
    </dgm:pt>
    <dgm:pt modelId="{01BC1536-55C8-4A85-87B1-9FBDA229D068}" type="pres">
      <dgm:prSet presAssocID="{590C9E49-941C-4998-8B47-27434BBE7280}" presName="textRect" presStyleLbl="revTx" presStyleIdx="2" presStyleCnt="5">
        <dgm:presLayoutVars>
          <dgm:chMax val="1"/>
          <dgm:chPref val="1"/>
        </dgm:presLayoutVars>
      </dgm:prSet>
      <dgm:spPr/>
    </dgm:pt>
    <dgm:pt modelId="{08AEF6DC-5551-4D68-8B70-C870058A118E}" type="pres">
      <dgm:prSet presAssocID="{468B260B-810D-4BD5-A7E0-9EECBBE37D9E}" presName="sibTrans" presStyleLbl="sibTrans2D1" presStyleIdx="0" presStyleCnt="0"/>
      <dgm:spPr/>
    </dgm:pt>
    <dgm:pt modelId="{8D8E341B-5421-4A6F-AA8E-F56D36A59BB8}" type="pres">
      <dgm:prSet presAssocID="{BD1A91CD-E1A8-4AC9-9472-179173290F76}" presName="compNode" presStyleCnt="0"/>
      <dgm:spPr/>
    </dgm:pt>
    <dgm:pt modelId="{3899E97C-8D9C-4EFB-853A-B6FAFADDC444}" type="pres">
      <dgm:prSet presAssocID="{BD1A91CD-E1A8-4AC9-9472-179173290F76}" presName="iconBgRect" presStyleLbl="bgShp" presStyleIdx="3" presStyleCnt="5"/>
      <dgm:spPr/>
    </dgm:pt>
    <dgm:pt modelId="{DD4D7778-6508-4978-8228-1E28F98299C0}" type="pres">
      <dgm:prSet presAssocID="{BD1A91CD-E1A8-4AC9-9472-179173290F76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jector"/>
        </a:ext>
      </dgm:extLst>
    </dgm:pt>
    <dgm:pt modelId="{1F330F82-2FE5-43ED-8AD5-F2F766AF9870}" type="pres">
      <dgm:prSet presAssocID="{BD1A91CD-E1A8-4AC9-9472-179173290F76}" presName="spaceRect" presStyleCnt="0"/>
      <dgm:spPr/>
    </dgm:pt>
    <dgm:pt modelId="{B1DEEC66-EB90-4A06-8C16-C6CB5A2D3D76}" type="pres">
      <dgm:prSet presAssocID="{BD1A91CD-E1A8-4AC9-9472-179173290F76}" presName="textRect" presStyleLbl="revTx" presStyleIdx="3" presStyleCnt="5">
        <dgm:presLayoutVars>
          <dgm:chMax val="1"/>
          <dgm:chPref val="1"/>
        </dgm:presLayoutVars>
      </dgm:prSet>
      <dgm:spPr/>
    </dgm:pt>
    <dgm:pt modelId="{DCDACFE2-B7DE-4D11-B877-4ED81F19F497}" type="pres">
      <dgm:prSet presAssocID="{8A7BADED-D74E-4AFD-BBFA-9AD26A76A158}" presName="sibTrans" presStyleLbl="sibTrans2D1" presStyleIdx="0" presStyleCnt="0"/>
      <dgm:spPr/>
    </dgm:pt>
    <dgm:pt modelId="{B08F1F2A-F1A9-4728-A62E-23AAFE50849F}" type="pres">
      <dgm:prSet presAssocID="{45EB8419-76DE-4FB8-BDEB-110B515C0C1A}" presName="compNode" presStyleCnt="0"/>
      <dgm:spPr/>
    </dgm:pt>
    <dgm:pt modelId="{742E7DB7-F7A2-4FE3-950B-E8C1889EC5A7}" type="pres">
      <dgm:prSet presAssocID="{45EB8419-76DE-4FB8-BDEB-110B515C0C1A}" presName="iconBgRect" presStyleLbl="bgShp" presStyleIdx="4" presStyleCnt="5"/>
      <dgm:spPr/>
    </dgm:pt>
    <dgm:pt modelId="{0B44C238-E2C0-4469-9429-C001227E5E45}" type="pres">
      <dgm:prSet presAssocID="{45EB8419-76DE-4FB8-BDEB-110B515C0C1A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D81C4035-2799-44C9-A876-673684798256}" type="pres">
      <dgm:prSet presAssocID="{45EB8419-76DE-4FB8-BDEB-110B515C0C1A}" presName="spaceRect" presStyleCnt="0"/>
      <dgm:spPr/>
    </dgm:pt>
    <dgm:pt modelId="{ACDDFCA9-071F-498D-9777-1404BDC1083F}" type="pres">
      <dgm:prSet presAssocID="{45EB8419-76DE-4FB8-BDEB-110B515C0C1A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5298312-4399-4C80-A18D-A67E98E14614}" srcId="{9151B3C1-0DB5-4AE2-AFD1-038BEB93211C}" destId="{B982104C-F4C5-49F4-978A-8B995AEBE298}" srcOrd="0" destOrd="0" parTransId="{2CD7813B-FD8E-4028-A1E7-4727F64CFC6D}" sibTransId="{2A699EF3-9D04-4608-905F-0BF6929C1791}"/>
    <dgm:cxn modelId="{C7F69B1C-04B3-4507-8CE4-999E14690248}" type="presOf" srcId="{45EB8419-76DE-4FB8-BDEB-110B515C0C1A}" destId="{ACDDFCA9-071F-498D-9777-1404BDC1083F}" srcOrd="0" destOrd="0" presId="urn:microsoft.com/office/officeart/2018/2/layout/IconCircleList"/>
    <dgm:cxn modelId="{ECE23038-C66F-43E8-990B-860E9AFBC4FA}" type="presOf" srcId="{2A699EF3-9D04-4608-905F-0BF6929C1791}" destId="{4195535E-8334-4EAA-86C3-942E7D7692AC}" srcOrd="0" destOrd="0" presId="urn:microsoft.com/office/officeart/2018/2/layout/IconCircleList"/>
    <dgm:cxn modelId="{5A45685E-E738-4764-AD5E-C18F3774B1A1}" srcId="{9151B3C1-0DB5-4AE2-AFD1-038BEB93211C}" destId="{BD1A91CD-E1A8-4AC9-9472-179173290F76}" srcOrd="3" destOrd="0" parTransId="{0B58070E-5F82-4802-A804-02B80733CBA5}" sibTransId="{8A7BADED-D74E-4AFD-BBFA-9AD26A76A158}"/>
    <dgm:cxn modelId="{D04DEB5F-D658-4963-A7B9-935FA043D900}" type="presOf" srcId="{468B260B-810D-4BD5-A7E0-9EECBBE37D9E}" destId="{08AEF6DC-5551-4D68-8B70-C870058A118E}" srcOrd="0" destOrd="0" presId="urn:microsoft.com/office/officeart/2018/2/layout/IconCircleList"/>
    <dgm:cxn modelId="{0E7D9945-07E2-4350-AE45-365151EEEC80}" type="presOf" srcId="{9151B3C1-0DB5-4AE2-AFD1-038BEB93211C}" destId="{0E7AF799-D704-4A1F-88B5-30F4E6803550}" srcOrd="0" destOrd="0" presId="urn:microsoft.com/office/officeart/2018/2/layout/IconCircleList"/>
    <dgm:cxn modelId="{E0A18A6C-49C1-49D8-9F70-22B858A1B000}" type="presOf" srcId="{F2CB4126-0769-4B38-A7E8-58DE7AFC606A}" destId="{3DBB7AA0-84A7-4763-BBC3-DF8ED0AF3658}" srcOrd="0" destOrd="0" presId="urn:microsoft.com/office/officeart/2018/2/layout/IconCircleList"/>
    <dgm:cxn modelId="{C3920F4E-8D54-49FC-B954-A48CF78B05EF}" srcId="{9151B3C1-0DB5-4AE2-AFD1-038BEB93211C}" destId="{45EB8419-76DE-4FB8-BDEB-110B515C0C1A}" srcOrd="4" destOrd="0" parTransId="{9AD76966-2C5A-42E9-9025-D54535B823AA}" sibTransId="{A86F0904-E199-4183-8E30-C27A42E0441D}"/>
    <dgm:cxn modelId="{91DBAD53-F317-4DC5-B8A3-4D32598036DC}" type="presOf" srcId="{590C9E49-941C-4998-8B47-27434BBE7280}" destId="{01BC1536-55C8-4A85-87B1-9FBDA229D068}" srcOrd="0" destOrd="0" presId="urn:microsoft.com/office/officeart/2018/2/layout/IconCircleList"/>
    <dgm:cxn modelId="{2DDDF57C-C57C-44C4-AD50-E776A6396B01}" type="presOf" srcId="{BD1A91CD-E1A8-4AC9-9472-179173290F76}" destId="{B1DEEC66-EB90-4A06-8C16-C6CB5A2D3D76}" srcOrd="0" destOrd="0" presId="urn:microsoft.com/office/officeart/2018/2/layout/IconCircleList"/>
    <dgm:cxn modelId="{6381FB97-0CC9-434D-9D55-4B9242756B32}" srcId="{9151B3C1-0DB5-4AE2-AFD1-038BEB93211C}" destId="{590C9E49-941C-4998-8B47-27434BBE7280}" srcOrd="2" destOrd="0" parTransId="{8EB852DD-D3C2-45FA-936A-8AA5155D1863}" sibTransId="{468B260B-810D-4BD5-A7E0-9EECBBE37D9E}"/>
    <dgm:cxn modelId="{990F249A-D4A4-45F0-A99B-EE61C0132BB9}" type="presOf" srcId="{8A7BADED-D74E-4AFD-BBFA-9AD26A76A158}" destId="{DCDACFE2-B7DE-4D11-B877-4ED81F19F497}" srcOrd="0" destOrd="0" presId="urn:microsoft.com/office/officeart/2018/2/layout/IconCircleList"/>
    <dgm:cxn modelId="{338CFE9C-C41D-42D0-B3DD-D75652925F96}" type="presOf" srcId="{0E892A21-6865-44CC-923F-F596F646EE5C}" destId="{2A1303A6-62CB-4BA7-A26D-4B93FE39BA8D}" srcOrd="0" destOrd="0" presId="urn:microsoft.com/office/officeart/2018/2/layout/IconCircleList"/>
    <dgm:cxn modelId="{68B428F1-0833-4124-AFED-78B71B1891A9}" type="presOf" srcId="{B982104C-F4C5-49F4-978A-8B995AEBE298}" destId="{98E61BF0-5CC1-4C00-90B5-75445C0DA5BB}" srcOrd="0" destOrd="0" presId="urn:microsoft.com/office/officeart/2018/2/layout/IconCircleList"/>
    <dgm:cxn modelId="{004BDBFE-ADE8-470D-B53B-E6969951CCDA}" srcId="{9151B3C1-0DB5-4AE2-AFD1-038BEB93211C}" destId="{F2CB4126-0769-4B38-A7E8-58DE7AFC606A}" srcOrd="1" destOrd="0" parTransId="{A3D6F10D-6058-472F-9DB0-A942359DEEBF}" sibTransId="{0E892A21-6865-44CC-923F-F596F646EE5C}"/>
    <dgm:cxn modelId="{9D30B5CE-57C6-4ACF-90A9-940F644AB0EF}" type="presParOf" srcId="{0E7AF799-D704-4A1F-88B5-30F4E6803550}" destId="{0426895F-8F0A-45A3-A221-ED614CCF0638}" srcOrd="0" destOrd="0" presId="urn:microsoft.com/office/officeart/2018/2/layout/IconCircleList"/>
    <dgm:cxn modelId="{37276B2B-CF26-4719-B20F-54F56608288A}" type="presParOf" srcId="{0426895F-8F0A-45A3-A221-ED614CCF0638}" destId="{489B76E2-E558-44FF-A5A9-BA902368315C}" srcOrd="0" destOrd="0" presId="urn:microsoft.com/office/officeart/2018/2/layout/IconCircleList"/>
    <dgm:cxn modelId="{26BCC354-F8C5-41CC-B7C3-BA3F0436D527}" type="presParOf" srcId="{489B76E2-E558-44FF-A5A9-BA902368315C}" destId="{64CB4485-C9B0-4385-AAD5-8F7D3CCEB0A0}" srcOrd="0" destOrd="0" presId="urn:microsoft.com/office/officeart/2018/2/layout/IconCircleList"/>
    <dgm:cxn modelId="{FABF715F-46F0-4BFD-9B55-9D75138DA622}" type="presParOf" srcId="{489B76E2-E558-44FF-A5A9-BA902368315C}" destId="{5EF5E944-9671-4309-A948-C6D8FEB2C231}" srcOrd="1" destOrd="0" presId="urn:microsoft.com/office/officeart/2018/2/layout/IconCircleList"/>
    <dgm:cxn modelId="{597A8499-F446-488E-A2F6-3B9F3B1716FB}" type="presParOf" srcId="{489B76E2-E558-44FF-A5A9-BA902368315C}" destId="{29BA4341-B875-45C2-B963-F1EF48B5416F}" srcOrd="2" destOrd="0" presId="urn:microsoft.com/office/officeart/2018/2/layout/IconCircleList"/>
    <dgm:cxn modelId="{3971B1F1-5CD2-4C30-9E50-DEAB47A4BF02}" type="presParOf" srcId="{489B76E2-E558-44FF-A5A9-BA902368315C}" destId="{98E61BF0-5CC1-4C00-90B5-75445C0DA5BB}" srcOrd="3" destOrd="0" presId="urn:microsoft.com/office/officeart/2018/2/layout/IconCircleList"/>
    <dgm:cxn modelId="{A82536E8-F5F2-465F-A493-D71AE4D9D59F}" type="presParOf" srcId="{0426895F-8F0A-45A3-A221-ED614CCF0638}" destId="{4195535E-8334-4EAA-86C3-942E7D7692AC}" srcOrd="1" destOrd="0" presId="urn:microsoft.com/office/officeart/2018/2/layout/IconCircleList"/>
    <dgm:cxn modelId="{CE97ACAB-1663-4B48-9C9D-CE03B941DB03}" type="presParOf" srcId="{0426895F-8F0A-45A3-A221-ED614CCF0638}" destId="{1AB79966-979B-457A-81B1-791520C0E17F}" srcOrd="2" destOrd="0" presId="urn:microsoft.com/office/officeart/2018/2/layout/IconCircleList"/>
    <dgm:cxn modelId="{969A6AFD-00D8-4FC2-BF06-F166A97D63BD}" type="presParOf" srcId="{1AB79966-979B-457A-81B1-791520C0E17F}" destId="{7A237153-F4F0-42D5-A245-ADC59C008FCB}" srcOrd="0" destOrd="0" presId="urn:microsoft.com/office/officeart/2018/2/layout/IconCircleList"/>
    <dgm:cxn modelId="{A9A7D97B-983F-4FD8-96D4-F1A0A9FC7FD6}" type="presParOf" srcId="{1AB79966-979B-457A-81B1-791520C0E17F}" destId="{DC9BC22F-30DA-4082-A2CB-06179C9A5DB7}" srcOrd="1" destOrd="0" presId="urn:microsoft.com/office/officeart/2018/2/layout/IconCircleList"/>
    <dgm:cxn modelId="{7795DDA3-EAE4-415D-9A50-BCF3DDB3C7FA}" type="presParOf" srcId="{1AB79966-979B-457A-81B1-791520C0E17F}" destId="{09CEB309-B224-4ED6-8369-AAAFE8628BA2}" srcOrd="2" destOrd="0" presId="urn:microsoft.com/office/officeart/2018/2/layout/IconCircleList"/>
    <dgm:cxn modelId="{D745B4C0-588F-4D69-AFA5-63F8BB6035D7}" type="presParOf" srcId="{1AB79966-979B-457A-81B1-791520C0E17F}" destId="{3DBB7AA0-84A7-4763-BBC3-DF8ED0AF3658}" srcOrd="3" destOrd="0" presId="urn:microsoft.com/office/officeart/2018/2/layout/IconCircleList"/>
    <dgm:cxn modelId="{86EA39ED-F8C2-488D-9179-26A3E376B96F}" type="presParOf" srcId="{0426895F-8F0A-45A3-A221-ED614CCF0638}" destId="{2A1303A6-62CB-4BA7-A26D-4B93FE39BA8D}" srcOrd="3" destOrd="0" presId="urn:microsoft.com/office/officeart/2018/2/layout/IconCircleList"/>
    <dgm:cxn modelId="{F7A38657-0F88-403F-98DA-8E1D4587C959}" type="presParOf" srcId="{0426895F-8F0A-45A3-A221-ED614CCF0638}" destId="{2D21F7E4-5E4B-4B6C-83BF-DF31A7D78CA3}" srcOrd="4" destOrd="0" presId="urn:microsoft.com/office/officeart/2018/2/layout/IconCircleList"/>
    <dgm:cxn modelId="{B1B336B1-A6D8-4D3E-8C97-E3BD89E03391}" type="presParOf" srcId="{2D21F7E4-5E4B-4B6C-83BF-DF31A7D78CA3}" destId="{60B67677-57E3-42F3-BE39-2E31A1FD4CB5}" srcOrd="0" destOrd="0" presId="urn:microsoft.com/office/officeart/2018/2/layout/IconCircleList"/>
    <dgm:cxn modelId="{138ED3DB-5694-4592-9217-F44E63EC64A4}" type="presParOf" srcId="{2D21F7E4-5E4B-4B6C-83BF-DF31A7D78CA3}" destId="{68DEA6E4-44BF-4EA2-9067-7EBA6906DD7A}" srcOrd="1" destOrd="0" presId="urn:microsoft.com/office/officeart/2018/2/layout/IconCircleList"/>
    <dgm:cxn modelId="{4A1C4A35-E101-4CB7-8C62-6D5BF3489DAB}" type="presParOf" srcId="{2D21F7E4-5E4B-4B6C-83BF-DF31A7D78CA3}" destId="{D1D4375C-9FF5-450A-86E6-A10967962DAD}" srcOrd="2" destOrd="0" presId="urn:microsoft.com/office/officeart/2018/2/layout/IconCircleList"/>
    <dgm:cxn modelId="{FB953D2B-A17D-40BC-8BDE-797DC24489EB}" type="presParOf" srcId="{2D21F7E4-5E4B-4B6C-83BF-DF31A7D78CA3}" destId="{01BC1536-55C8-4A85-87B1-9FBDA229D068}" srcOrd="3" destOrd="0" presId="urn:microsoft.com/office/officeart/2018/2/layout/IconCircleList"/>
    <dgm:cxn modelId="{246022CE-3B11-42C0-B5A9-22266309F35C}" type="presParOf" srcId="{0426895F-8F0A-45A3-A221-ED614CCF0638}" destId="{08AEF6DC-5551-4D68-8B70-C870058A118E}" srcOrd="5" destOrd="0" presId="urn:microsoft.com/office/officeart/2018/2/layout/IconCircleList"/>
    <dgm:cxn modelId="{9A4E12FB-5147-4A37-9477-A7771A50F241}" type="presParOf" srcId="{0426895F-8F0A-45A3-A221-ED614CCF0638}" destId="{8D8E341B-5421-4A6F-AA8E-F56D36A59BB8}" srcOrd="6" destOrd="0" presId="urn:microsoft.com/office/officeart/2018/2/layout/IconCircleList"/>
    <dgm:cxn modelId="{D46F5293-3255-4A39-9363-D6324157EE4B}" type="presParOf" srcId="{8D8E341B-5421-4A6F-AA8E-F56D36A59BB8}" destId="{3899E97C-8D9C-4EFB-853A-B6FAFADDC444}" srcOrd="0" destOrd="0" presId="urn:microsoft.com/office/officeart/2018/2/layout/IconCircleList"/>
    <dgm:cxn modelId="{E60EA929-F971-4EA4-809B-BC4B9AE3E1DA}" type="presParOf" srcId="{8D8E341B-5421-4A6F-AA8E-F56D36A59BB8}" destId="{DD4D7778-6508-4978-8228-1E28F98299C0}" srcOrd="1" destOrd="0" presId="urn:microsoft.com/office/officeart/2018/2/layout/IconCircleList"/>
    <dgm:cxn modelId="{DC8FE8A1-0C5E-4A12-B700-04E87D1E4503}" type="presParOf" srcId="{8D8E341B-5421-4A6F-AA8E-F56D36A59BB8}" destId="{1F330F82-2FE5-43ED-8AD5-F2F766AF9870}" srcOrd="2" destOrd="0" presId="urn:microsoft.com/office/officeart/2018/2/layout/IconCircleList"/>
    <dgm:cxn modelId="{BE6246AA-01F5-4DE6-897A-27D2975FCD37}" type="presParOf" srcId="{8D8E341B-5421-4A6F-AA8E-F56D36A59BB8}" destId="{B1DEEC66-EB90-4A06-8C16-C6CB5A2D3D76}" srcOrd="3" destOrd="0" presId="urn:microsoft.com/office/officeart/2018/2/layout/IconCircleList"/>
    <dgm:cxn modelId="{EA6DA84F-6B04-493E-9818-90DC61F22F5E}" type="presParOf" srcId="{0426895F-8F0A-45A3-A221-ED614CCF0638}" destId="{DCDACFE2-B7DE-4D11-B877-4ED81F19F497}" srcOrd="7" destOrd="0" presId="urn:microsoft.com/office/officeart/2018/2/layout/IconCircleList"/>
    <dgm:cxn modelId="{CE21BAAE-978C-434C-833D-45811EE78033}" type="presParOf" srcId="{0426895F-8F0A-45A3-A221-ED614CCF0638}" destId="{B08F1F2A-F1A9-4728-A62E-23AAFE50849F}" srcOrd="8" destOrd="0" presId="urn:microsoft.com/office/officeart/2018/2/layout/IconCircleList"/>
    <dgm:cxn modelId="{C870C092-AF9C-457C-B921-82B2AF43BA6C}" type="presParOf" srcId="{B08F1F2A-F1A9-4728-A62E-23AAFE50849F}" destId="{742E7DB7-F7A2-4FE3-950B-E8C1889EC5A7}" srcOrd="0" destOrd="0" presId="urn:microsoft.com/office/officeart/2018/2/layout/IconCircleList"/>
    <dgm:cxn modelId="{0157F379-47D0-4015-ADE8-172C208D97D7}" type="presParOf" srcId="{B08F1F2A-F1A9-4728-A62E-23AAFE50849F}" destId="{0B44C238-E2C0-4469-9429-C001227E5E45}" srcOrd="1" destOrd="0" presId="urn:microsoft.com/office/officeart/2018/2/layout/IconCircleList"/>
    <dgm:cxn modelId="{82C18988-0890-4E88-8687-52DE8F217BD7}" type="presParOf" srcId="{B08F1F2A-F1A9-4728-A62E-23AAFE50849F}" destId="{D81C4035-2799-44C9-A876-673684798256}" srcOrd="2" destOrd="0" presId="urn:microsoft.com/office/officeart/2018/2/layout/IconCircleList"/>
    <dgm:cxn modelId="{2CCA9D1E-F362-4C68-AC4E-2B100A59B4B6}" type="presParOf" srcId="{B08F1F2A-F1A9-4728-A62E-23AAFE50849F}" destId="{ACDDFCA9-071F-498D-9777-1404BDC1083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0B2E5EC-EEF5-408F-BEA7-3AC237BB0878}" type="doc">
      <dgm:prSet loTypeId="urn:microsoft.com/office/officeart/2018/2/layout/IconLabelList" loCatId="icon" qsTypeId="urn:microsoft.com/office/officeart/2005/8/quickstyle/simple1#78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830975B-29B4-4013-BB91-A3A34EF2B627}">
      <dgm:prSet custT="1"/>
      <dgm:spPr/>
      <dgm:t>
        <a:bodyPr/>
        <a:lstStyle/>
        <a:p>
          <a:r>
            <a:rPr lang="en-AE" sz="1800"/>
            <a:t>L01/L02 build the implementation confidence needed for </a:t>
          </a:r>
          <a:r>
            <a:rPr lang="en-AE" sz="1800" b="1"/>
            <a:t>LO3.P4</a:t>
          </a:r>
          <a:r>
            <a:rPr lang="en-AE" sz="1800"/>
            <a:t>.</a:t>
          </a:r>
          <a:endParaRPr lang="en-US" sz="1800"/>
        </a:p>
      </dgm:t>
    </dgm:pt>
    <dgm:pt modelId="{6A4BA0DA-1980-41ED-BA97-1FB0718AF208}" type="parTrans" cxnId="{59CDC567-39E8-46AA-9B27-D206C785DBF3}">
      <dgm:prSet/>
      <dgm:spPr/>
      <dgm:t>
        <a:bodyPr/>
        <a:lstStyle/>
        <a:p>
          <a:endParaRPr lang="en-US"/>
        </a:p>
      </dgm:t>
    </dgm:pt>
    <dgm:pt modelId="{3A3C879C-1CEF-4B2B-8C19-A9C7B3E87FBA}" type="sibTrans" cxnId="{59CDC567-39E8-46AA-9B27-D206C785DBF3}">
      <dgm:prSet/>
      <dgm:spPr/>
      <dgm:t>
        <a:bodyPr/>
        <a:lstStyle/>
        <a:p>
          <a:endParaRPr lang="en-US"/>
        </a:p>
      </dgm:t>
    </dgm:pt>
    <dgm:pt modelId="{92695F0E-77F3-4BD8-B1E6-2DE20D579190}">
      <dgm:prSet custT="1"/>
      <dgm:spPr/>
      <dgm:t>
        <a:bodyPr/>
        <a:lstStyle/>
        <a:p>
          <a:r>
            <a:rPr lang="en-AE" sz="1800"/>
            <a:t>The platform comparison begins evidence for </a:t>
          </a:r>
          <a:r>
            <a:rPr lang="en-AE" sz="1800" b="1"/>
            <a:t>LO1.P1/P2/M1/D1</a:t>
          </a:r>
          <a:r>
            <a:rPr lang="en-AE" sz="1800"/>
            <a:t>.</a:t>
          </a:r>
          <a:endParaRPr lang="en-US" sz="1800"/>
        </a:p>
      </dgm:t>
    </dgm:pt>
    <dgm:pt modelId="{A41B9519-295C-4C03-9278-612E8DCC78AA}" type="parTrans" cxnId="{1A7BD8C1-90D3-4943-9F72-120CC23D860D}">
      <dgm:prSet/>
      <dgm:spPr/>
      <dgm:t>
        <a:bodyPr/>
        <a:lstStyle/>
        <a:p>
          <a:endParaRPr lang="en-US"/>
        </a:p>
      </dgm:t>
    </dgm:pt>
    <dgm:pt modelId="{077F483A-2DCD-4699-BE36-6A0D262F48AF}" type="sibTrans" cxnId="{1A7BD8C1-90D3-4943-9F72-120CC23D860D}">
      <dgm:prSet/>
      <dgm:spPr/>
      <dgm:t>
        <a:bodyPr/>
        <a:lstStyle/>
        <a:p>
          <a:endParaRPr lang="en-US"/>
        </a:p>
      </dgm:t>
    </dgm:pt>
    <dgm:pt modelId="{00629887-0364-4D4F-80E8-B5DC431714C3}">
      <dgm:prSet custT="1"/>
      <dgm:spPr/>
      <dgm:t>
        <a:bodyPr/>
        <a:lstStyle/>
        <a:p>
          <a:r>
            <a:rPr lang="en-AE" sz="1800"/>
            <a:t>Saved screenshots, code and reflections are evidence, not optional decoration.</a:t>
          </a:r>
          <a:endParaRPr lang="en-US" sz="1800"/>
        </a:p>
      </dgm:t>
    </dgm:pt>
    <dgm:pt modelId="{4541475B-F669-4144-89E3-12CAD41D6577}" type="parTrans" cxnId="{B5AC654B-A5AB-466B-BDBE-5CE2E0EACD8C}">
      <dgm:prSet/>
      <dgm:spPr/>
      <dgm:t>
        <a:bodyPr/>
        <a:lstStyle/>
        <a:p>
          <a:endParaRPr lang="en-US"/>
        </a:p>
      </dgm:t>
    </dgm:pt>
    <dgm:pt modelId="{7E04D914-FAB8-40DD-AA42-3354FA67E549}" type="sibTrans" cxnId="{B5AC654B-A5AB-466B-BDBE-5CE2E0EACD8C}">
      <dgm:prSet/>
      <dgm:spPr/>
      <dgm:t>
        <a:bodyPr/>
        <a:lstStyle/>
        <a:p>
          <a:endParaRPr lang="en-US"/>
        </a:p>
      </dgm:t>
    </dgm:pt>
    <dgm:pt modelId="{BDB2D914-DAE8-4DF3-AE35-5C07E75394D7}" type="pres">
      <dgm:prSet presAssocID="{F0B2E5EC-EEF5-408F-BEA7-3AC237BB0878}" presName="root" presStyleCnt="0">
        <dgm:presLayoutVars>
          <dgm:dir/>
          <dgm:resizeHandles val="exact"/>
        </dgm:presLayoutVars>
      </dgm:prSet>
      <dgm:spPr/>
    </dgm:pt>
    <dgm:pt modelId="{4FB60F0F-9D37-4D27-933E-03FD24F1BD05}" type="pres">
      <dgm:prSet presAssocID="{1830975B-29B4-4013-BB91-A3A34EF2B627}" presName="compNode" presStyleCnt="0"/>
      <dgm:spPr/>
    </dgm:pt>
    <dgm:pt modelId="{374DC498-DF0B-47D6-9EEE-10ECB389A2CA}" type="pres">
      <dgm:prSet presAssocID="{1830975B-29B4-4013-BB91-A3A34EF2B627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F98F04BB-6383-433B-BDF6-D6EBFCD5643A}" type="pres">
      <dgm:prSet presAssocID="{1830975B-29B4-4013-BB91-A3A34EF2B627}" presName="spaceRect" presStyleCnt="0"/>
      <dgm:spPr/>
    </dgm:pt>
    <dgm:pt modelId="{6ACE1FCB-C465-411B-8FE4-91967B707B34}" type="pres">
      <dgm:prSet presAssocID="{1830975B-29B4-4013-BB91-A3A34EF2B627}" presName="textRect" presStyleLbl="revTx" presStyleIdx="0" presStyleCnt="3">
        <dgm:presLayoutVars>
          <dgm:chMax val="1"/>
          <dgm:chPref val="1"/>
        </dgm:presLayoutVars>
      </dgm:prSet>
      <dgm:spPr/>
    </dgm:pt>
    <dgm:pt modelId="{4680D504-8666-4372-99A0-5A92DF91B8D8}" type="pres">
      <dgm:prSet presAssocID="{3A3C879C-1CEF-4B2B-8C19-A9C7B3E87FBA}" presName="sibTrans" presStyleCnt="0"/>
      <dgm:spPr/>
    </dgm:pt>
    <dgm:pt modelId="{4D719DD9-7B68-4065-B360-AEB2A40FFAD4}" type="pres">
      <dgm:prSet presAssocID="{92695F0E-77F3-4BD8-B1E6-2DE20D579190}" presName="compNode" presStyleCnt="0"/>
      <dgm:spPr/>
    </dgm:pt>
    <dgm:pt modelId="{118D3685-4B49-40DF-A613-2F18A5E90563}" type="pres">
      <dgm:prSet presAssocID="{92695F0E-77F3-4BD8-B1E6-2DE20D57919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7587A8DF-02AB-4433-8768-551EBF477D24}" type="pres">
      <dgm:prSet presAssocID="{92695F0E-77F3-4BD8-B1E6-2DE20D579190}" presName="spaceRect" presStyleCnt="0"/>
      <dgm:spPr/>
    </dgm:pt>
    <dgm:pt modelId="{DAABF406-5A21-400A-AC03-A97AF8912DEB}" type="pres">
      <dgm:prSet presAssocID="{92695F0E-77F3-4BD8-B1E6-2DE20D579190}" presName="textRect" presStyleLbl="revTx" presStyleIdx="1" presStyleCnt="3">
        <dgm:presLayoutVars>
          <dgm:chMax val="1"/>
          <dgm:chPref val="1"/>
        </dgm:presLayoutVars>
      </dgm:prSet>
      <dgm:spPr/>
    </dgm:pt>
    <dgm:pt modelId="{71A5E90A-CF9A-4EF2-BB7A-6CBEDDDB7817}" type="pres">
      <dgm:prSet presAssocID="{077F483A-2DCD-4699-BE36-6A0D262F48AF}" presName="sibTrans" presStyleCnt="0"/>
      <dgm:spPr/>
    </dgm:pt>
    <dgm:pt modelId="{DE32C589-EAD3-4573-A8B5-508B2E3F3CFB}" type="pres">
      <dgm:prSet presAssocID="{00629887-0364-4D4F-80E8-B5DC431714C3}" presName="compNode" presStyleCnt="0"/>
      <dgm:spPr/>
    </dgm:pt>
    <dgm:pt modelId="{4C31B02F-118E-4297-B726-54497DBFF397}" type="pres">
      <dgm:prSet presAssocID="{00629887-0364-4D4F-80E8-B5DC431714C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0118F219-B44A-4BF5-A462-D17C4DEEB0BB}" type="pres">
      <dgm:prSet presAssocID="{00629887-0364-4D4F-80E8-B5DC431714C3}" presName="spaceRect" presStyleCnt="0"/>
      <dgm:spPr/>
    </dgm:pt>
    <dgm:pt modelId="{F346C0D5-9843-47B6-AE08-F7D66BADE06B}" type="pres">
      <dgm:prSet presAssocID="{00629887-0364-4D4F-80E8-B5DC431714C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C8C6B1A-F625-465A-82F7-D53D7587A15A}" type="presOf" srcId="{00629887-0364-4D4F-80E8-B5DC431714C3}" destId="{F346C0D5-9843-47B6-AE08-F7D66BADE06B}" srcOrd="0" destOrd="0" presId="urn:microsoft.com/office/officeart/2018/2/layout/IconLabelList"/>
    <dgm:cxn modelId="{806EB329-A89B-437C-B7D1-221360D87922}" type="presOf" srcId="{1830975B-29B4-4013-BB91-A3A34EF2B627}" destId="{6ACE1FCB-C465-411B-8FE4-91967B707B34}" srcOrd="0" destOrd="0" presId="urn:microsoft.com/office/officeart/2018/2/layout/IconLabelList"/>
    <dgm:cxn modelId="{59CDC567-39E8-46AA-9B27-D206C785DBF3}" srcId="{F0B2E5EC-EEF5-408F-BEA7-3AC237BB0878}" destId="{1830975B-29B4-4013-BB91-A3A34EF2B627}" srcOrd="0" destOrd="0" parTransId="{6A4BA0DA-1980-41ED-BA97-1FB0718AF208}" sibTransId="{3A3C879C-1CEF-4B2B-8C19-A9C7B3E87FBA}"/>
    <dgm:cxn modelId="{B5AC654B-A5AB-466B-BDBE-5CE2E0EACD8C}" srcId="{F0B2E5EC-EEF5-408F-BEA7-3AC237BB0878}" destId="{00629887-0364-4D4F-80E8-B5DC431714C3}" srcOrd="2" destOrd="0" parTransId="{4541475B-F669-4144-89E3-12CAD41D6577}" sibTransId="{7E04D914-FAB8-40DD-AA42-3354FA67E549}"/>
    <dgm:cxn modelId="{949F8B9D-E507-4781-A81E-754E2ADD6C55}" type="presOf" srcId="{92695F0E-77F3-4BD8-B1E6-2DE20D579190}" destId="{DAABF406-5A21-400A-AC03-A97AF8912DEB}" srcOrd="0" destOrd="0" presId="urn:microsoft.com/office/officeart/2018/2/layout/IconLabelList"/>
    <dgm:cxn modelId="{2EA482BB-96A8-4CC6-880B-8C7AAB90EFC5}" type="presOf" srcId="{F0B2E5EC-EEF5-408F-BEA7-3AC237BB0878}" destId="{BDB2D914-DAE8-4DF3-AE35-5C07E75394D7}" srcOrd="0" destOrd="0" presId="urn:microsoft.com/office/officeart/2018/2/layout/IconLabelList"/>
    <dgm:cxn modelId="{1A7BD8C1-90D3-4943-9F72-120CC23D860D}" srcId="{F0B2E5EC-EEF5-408F-BEA7-3AC237BB0878}" destId="{92695F0E-77F3-4BD8-B1E6-2DE20D579190}" srcOrd="1" destOrd="0" parTransId="{A41B9519-295C-4C03-9278-612E8DCC78AA}" sibTransId="{077F483A-2DCD-4699-BE36-6A0D262F48AF}"/>
    <dgm:cxn modelId="{44C2973C-CC90-4163-99AD-0F0C5C5805E2}" type="presParOf" srcId="{BDB2D914-DAE8-4DF3-AE35-5C07E75394D7}" destId="{4FB60F0F-9D37-4D27-933E-03FD24F1BD05}" srcOrd="0" destOrd="0" presId="urn:microsoft.com/office/officeart/2018/2/layout/IconLabelList"/>
    <dgm:cxn modelId="{7D755315-8ECA-4091-AAD6-A8C1A84D7470}" type="presParOf" srcId="{4FB60F0F-9D37-4D27-933E-03FD24F1BD05}" destId="{374DC498-DF0B-47D6-9EEE-10ECB389A2CA}" srcOrd="0" destOrd="0" presId="urn:microsoft.com/office/officeart/2018/2/layout/IconLabelList"/>
    <dgm:cxn modelId="{18788578-B401-4312-B557-05702957D209}" type="presParOf" srcId="{4FB60F0F-9D37-4D27-933E-03FD24F1BD05}" destId="{F98F04BB-6383-433B-BDF6-D6EBFCD5643A}" srcOrd="1" destOrd="0" presId="urn:microsoft.com/office/officeart/2018/2/layout/IconLabelList"/>
    <dgm:cxn modelId="{26707B5D-BA9A-45A3-9616-BEB44C710B0D}" type="presParOf" srcId="{4FB60F0F-9D37-4D27-933E-03FD24F1BD05}" destId="{6ACE1FCB-C465-411B-8FE4-91967B707B34}" srcOrd="2" destOrd="0" presId="urn:microsoft.com/office/officeart/2018/2/layout/IconLabelList"/>
    <dgm:cxn modelId="{904FAF1F-0AD5-4CB1-B9A8-C0B6F69A44A0}" type="presParOf" srcId="{BDB2D914-DAE8-4DF3-AE35-5C07E75394D7}" destId="{4680D504-8666-4372-99A0-5A92DF91B8D8}" srcOrd="1" destOrd="0" presId="urn:microsoft.com/office/officeart/2018/2/layout/IconLabelList"/>
    <dgm:cxn modelId="{C6D83AD3-3A72-4E26-8A7D-CD59E67F28C3}" type="presParOf" srcId="{BDB2D914-DAE8-4DF3-AE35-5C07E75394D7}" destId="{4D719DD9-7B68-4065-B360-AEB2A40FFAD4}" srcOrd="2" destOrd="0" presId="urn:microsoft.com/office/officeart/2018/2/layout/IconLabelList"/>
    <dgm:cxn modelId="{358EA3AB-D48E-42ED-B79D-584EA1F21CA1}" type="presParOf" srcId="{4D719DD9-7B68-4065-B360-AEB2A40FFAD4}" destId="{118D3685-4B49-40DF-A613-2F18A5E90563}" srcOrd="0" destOrd="0" presId="urn:microsoft.com/office/officeart/2018/2/layout/IconLabelList"/>
    <dgm:cxn modelId="{EF933F62-69DC-459E-A040-502EF8B853DF}" type="presParOf" srcId="{4D719DD9-7B68-4065-B360-AEB2A40FFAD4}" destId="{7587A8DF-02AB-4433-8768-551EBF477D24}" srcOrd="1" destOrd="0" presId="urn:microsoft.com/office/officeart/2018/2/layout/IconLabelList"/>
    <dgm:cxn modelId="{7124A436-F911-402F-9507-A11392E19462}" type="presParOf" srcId="{4D719DD9-7B68-4065-B360-AEB2A40FFAD4}" destId="{DAABF406-5A21-400A-AC03-A97AF8912DEB}" srcOrd="2" destOrd="0" presId="urn:microsoft.com/office/officeart/2018/2/layout/IconLabelList"/>
    <dgm:cxn modelId="{B897FFA4-2E71-4418-8515-66293AF293F3}" type="presParOf" srcId="{BDB2D914-DAE8-4DF3-AE35-5C07E75394D7}" destId="{71A5E90A-CF9A-4EF2-BB7A-6CBEDDDB7817}" srcOrd="3" destOrd="0" presId="urn:microsoft.com/office/officeart/2018/2/layout/IconLabelList"/>
    <dgm:cxn modelId="{C79ADC1F-B5FD-42A4-A19C-2D6E9EA74A05}" type="presParOf" srcId="{BDB2D914-DAE8-4DF3-AE35-5C07E75394D7}" destId="{DE32C589-EAD3-4573-A8B5-508B2E3F3CFB}" srcOrd="4" destOrd="0" presId="urn:microsoft.com/office/officeart/2018/2/layout/IconLabelList"/>
    <dgm:cxn modelId="{36078B53-9BE0-4945-9F72-760F9ADBE529}" type="presParOf" srcId="{DE32C589-EAD3-4573-A8B5-508B2E3F3CFB}" destId="{4C31B02F-118E-4297-B726-54497DBFF397}" srcOrd="0" destOrd="0" presId="urn:microsoft.com/office/officeart/2018/2/layout/IconLabelList"/>
    <dgm:cxn modelId="{B42FC140-5193-4BF4-9048-B6FCD830AC82}" type="presParOf" srcId="{DE32C589-EAD3-4573-A8B5-508B2E3F3CFB}" destId="{0118F219-B44A-4BF5-A462-D17C4DEEB0BB}" srcOrd="1" destOrd="0" presId="urn:microsoft.com/office/officeart/2018/2/layout/IconLabelList"/>
    <dgm:cxn modelId="{5DCB84E4-64FB-4002-8BF8-59929A3D8DC9}" type="presParOf" srcId="{DE32C589-EAD3-4573-A8B5-508B2E3F3CFB}" destId="{F346C0D5-9843-47B6-AE08-F7D66BADE06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7BD70DF-D9CF-4669-8CBB-700E5B5E3D72}" type="doc">
      <dgm:prSet loTypeId="urn:microsoft.com/office/officeart/2018/2/layout/IconVerticalSolidList" loCatId="icon" qsTypeId="urn:microsoft.com/office/officeart/2005/8/quickstyle/simple1#90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84C6D2C-8D35-4E6D-85AA-7D3BD5C0F4BA}">
      <dgm:prSet/>
      <dgm:spPr/>
      <dgm:t>
        <a:bodyPr/>
        <a:lstStyle/>
        <a:p>
          <a:r>
            <a:rPr lang="en-AE"/>
            <a:t>Explain one difference between an input and an output.</a:t>
          </a:r>
          <a:endParaRPr lang="en-US"/>
        </a:p>
      </dgm:t>
    </dgm:pt>
    <dgm:pt modelId="{907C6DAC-B86A-45AE-AD74-254F9057EF8D}" type="parTrans" cxnId="{70F532FA-0EA4-4C45-9CCC-8AEB39F84599}">
      <dgm:prSet/>
      <dgm:spPr/>
      <dgm:t>
        <a:bodyPr/>
        <a:lstStyle/>
        <a:p>
          <a:endParaRPr lang="en-US"/>
        </a:p>
      </dgm:t>
    </dgm:pt>
    <dgm:pt modelId="{0740085F-C2CF-46DA-96E6-22AD321BBD67}" type="sibTrans" cxnId="{70F532FA-0EA4-4C45-9CCC-8AEB39F84599}">
      <dgm:prSet/>
      <dgm:spPr/>
      <dgm:t>
        <a:bodyPr/>
        <a:lstStyle/>
        <a:p>
          <a:endParaRPr lang="en-US"/>
        </a:p>
      </dgm:t>
    </dgm:pt>
    <dgm:pt modelId="{EB4C7159-2AEC-4D38-8655-672542ABDF8A}">
      <dgm:prSet/>
      <dgm:spPr/>
      <dgm:t>
        <a:bodyPr/>
        <a:lstStyle/>
        <a:p>
          <a:r>
            <a:rPr lang="en-AE"/>
            <a:t>Identify which function runs once and which repeats.</a:t>
          </a:r>
          <a:endParaRPr lang="en-US"/>
        </a:p>
      </dgm:t>
    </dgm:pt>
    <dgm:pt modelId="{B044F9A0-DF26-4EEE-A1F6-05D54E20FB3D}" type="parTrans" cxnId="{A1CB2B10-8B17-49C1-AC91-D6652F516F94}">
      <dgm:prSet/>
      <dgm:spPr/>
      <dgm:t>
        <a:bodyPr/>
        <a:lstStyle/>
        <a:p>
          <a:endParaRPr lang="en-US"/>
        </a:p>
      </dgm:t>
    </dgm:pt>
    <dgm:pt modelId="{C93744E7-C364-4C8F-AF3E-D427FB5A8961}" type="sibTrans" cxnId="{A1CB2B10-8B17-49C1-AC91-D6652F516F94}">
      <dgm:prSet/>
      <dgm:spPr/>
      <dgm:t>
        <a:bodyPr/>
        <a:lstStyle/>
        <a:p>
          <a:endParaRPr lang="en-US"/>
        </a:p>
      </dgm:t>
    </dgm:pt>
    <dgm:pt modelId="{2193DFFA-3DAD-4443-A7F4-6C7FC8DC8F10}">
      <dgm:prSet/>
      <dgm:spPr/>
      <dgm:t>
        <a:bodyPr/>
        <a:lstStyle/>
        <a:p>
          <a:r>
            <a:rPr lang="en-AE"/>
            <a:t>Submit L01 and L02 evidence.</a:t>
          </a:r>
          <a:endParaRPr lang="en-US"/>
        </a:p>
      </dgm:t>
    </dgm:pt>
    <dgm:pt modelId="{E03230C5-ABF6-4999-837C-CDF41D8CB265}" type="parTrans" cxnId="{D6350215-6EEC-4E75-A624-FBC703CB3CD1}">
      <dgm:prSet/>
      <dgm:spPr/>
      <dgm:t>
        <a:bodyPr/>
        <a:lstStyle/>
        <a:p>
          <a:endParaRPr lang="en-US"/>
        </a:p>
      </dgm:t>
    </dgm:pt>
    <dgm:pt modelId="{F3BCE2C4-E308-4147-9E08-83A7608B1A3E}" type="sibTrans" cxnId="{D6350215-6EEC-4E75-A624-FBC703CB3CD1}">
      <dgm:prSet/>
      <dgm:spPr/>
      <dgm:t>
        <a:bodyPr/>
        <a:lstStyle/>
        <a:p>
          <a:endParaRPr lang="en-US"/>
        </a:p>
      </dgm:t>
    </dgm:pt>
    <dgm:pt modelId="{4A0430B4-E200-4571-9C6F-A00E051824A8}">
      <dgm:prSet/>
      <dgm:spPr/>
      <dgm:t>
        <a:bodyPr/>
        <a:lstStyle/>
        <a:p>
          <a:r>
            <a:rPr lang="en-AE"/>
            <a:t>Begin a comparison table for Arduino Uno, ESP32 and STM32: processing, interfaces, communication, power, cost and tooling.</a:t>
          </a:r>
          <a:endParaRPr lang="en-US"/>
        </a:p>
      </dgm:t>
    </dgm:pt>
    <dgm:pt modelId="{69C53D59-3496-46F3-B8B7-C95497D62D4A}" type="parTrans" cxnId="{9FC5E2C8-2BF2-4ADB-8C0F-0D2E7F281F7B}">
      <dgm:prSet/>
      <dgm:spPr/>
      <dgm:t>
        <a:bodyPr/>
        <a:lstStyle/>
        <a:p>
          <a:endParaRPr lang="en-US"/>
        </a:p>
      </dgm:t>
    </dgm:pt>
    <dgm:pt modelId="{E8A2C2F3-C6CF-4194-9B03-04544D21175C}" type="sibTrans" cxnId="{9FC5E2C8-2BF2-4ADB-8C0F-0D2E7F281F7B}">
      <dgm:prSet/>
      <dgm:spPr/>
      <dgm:t>
        <a:bodyPr/>
        <a:lstStyle/>
        <a:p>
          <a:endParaRPr lang="en-US"/>
        </a:p>
      </dgm:t>
    </dgm:pt>
    <dgm:pt modelId="{6D420237-0268-4CB0-952A-E091FD535EC3}" type="pres">
      <dgm:prSet presAssocID="{B7BD70DF-D9CF-4669-8CBB-700E5B5E3D72}" presName="root" presStyleCnt="0">
        <dgm:presLayoutVars>
          <dgm:dir/>
          <dgm:resizeHandles val="exact"/>
        </dgm:presLayoutVars>
      </dgm:prSet>
      <dgm:spPr/>
    </dgm:pt>
    <dgm:pt modelId="{D5FEF133-3FD8-4C63-99A2-13BF130C00C7}" type="pres">
      <dgm:prSet presAssocID="{084C6D2C-8D35-4E6D-85AA-7D3BD5C0F4BA}" presName="compNode" presStyleCnt="0"/>
      <dgm:spPr/>
    </dgm:pt>
    <dgm:pt modelId="{DA765EBE-8DA4-422D-AD36-029D81F006E2}" type="pres">
      <dgm:prSet presAssocID="{084C6D2C-8D35-4E6D-85AA-7D3BD5C0F4BA}" presName="bgRect" presStyleLbl="bgShp" presStyleIdx="0" presStyleCnt="4"/>
      <dgm:spPr/>
    </dgm:pt>
    <dgm:pt modelId="{B0E026F4-30BB-444F-AE52-0C7CE8838C0D}" type="pres">
      <dgm:prSet presAssocID="{084C6D2C-8D35-4E6D-85AA-7D3BD5C0F4B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A792C8D2-7227-4AAB-B3F2-A8BFA2B55335}" type="pres">
      <dgm:prSet presAssocID="{084C6D2C-8D35-4E6D-85AA-7D3BD5C0F4BA}" presName="spaceRect" presStyleCnt="0"/>
      <dgm:spPr/>
    </dgm:pt>
    <dgm:pt modelId="{810BB91D-3A7F-4C08-9334-965E905AD46B}" type="pres">
      <dgm:prSet presAssocID="{084C6D2C-8D35-4E6D-85AA-7D3BD5C0F4BA}" presName="parTx" presStyleLbl="revTx" presStyleIdx="0" presStyleCnt="4">
        <dgm:presLayoutVars>
          <dgm:chMax val="0"/>
          <dgm:chPref val="0"/>
        </dgm:presLayoutVars>
      </dgm:prSet>
      <dgm:spPr/>
    </dgm:pt>
    <dgm:pt modelId="{93FCD931-948D-48D1-8232-D20AB287827E}" type="pres">
      <dgm:prSet presAssocID="{0740085F-C2CF-46DA-96E6-22AD321BBD67}" presName="sibTrans" presStyleCnt="0"/>
      <dgm:spPr/>
    </dgm:pt>
    <dgm:pt modelId="{84E9D89B-C588-4870-9793-38E24F776544}" type="pres">
      <dgm:prSet presAssocID="{EB4C7159-2AEC-4D38-8655-672542ABDF8A}" presName="compNode" presStyleCnt="0"/>
      <dgm:spPr/>
    </dgm:pt>
    <dgm:pt modelId="{3194AF50-3D68-486E-BF96-572BE3194247}" type="pres">
      <dgm:prSet presAssocID="{EB4C7159-2AEC-4D38-8655-672542ABDF8A}" presName="bgRect" presStyleLbl="bgShp" presStyleIdx="1" presStyleCnt="4"/>
      <dgm:spPr/>
    </dgm:pt>
    <dgm:pt modelId="{CE891E02-49AA-4444-9B43-55EA308C100B}" type="pres">
      <dgm:prSet presAssocID="{EB4C7159-2AEC-4D38-8655-672542ABDF8A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36523F75-3C3B-40A8-9F86-49698897C7F4}" type="pres">
      <dgm:prSet presAssocID="{EB4C7159-2AEC-4D38-8655-672542ABDF8A}" presName="spaceRect" presStyleCnt="0"/>
      <dgm:spPr/>
    </dgm:pt>
    <dgm:pt modelId="{BFE40385-C4B8-4AEC-9E32-43F183DA612A}" type="pres">
      <dgm:prSet presAssocID="{EB4C7159-2AEC-4D38-8655-672542ABDF8A}" presName="parTx" presStyleLbl="revTx" presStyleIdx="1" presStyleCnt="4">
        <dgm:presLayoutVars>
          <dgm:chMax val="0"/>
          <dgm:chPref val="0"/>
        </dgm:presLayoutVars>
      </dgm:prSet>
      <dgm:spPr/>
    </dgm:pt>
    <dgm:pt modelId="{127AE080-5EEA-414B-88FF-F4F43E6B6E1B}" type="pres">
      <dgm:prSet presAssocID="{C93744E7-C364-4C8F-AF3E-D427FB5A8961}" presName="sibTrans" presStyleCnt="0"/>
      <dgm:spPr/>
    </dgm:pt>
    <dgm:pt modelId="{FB46C1C5-F6F2-41F9-B5FB-04024E77D6A7}" type="pres">
      <dgm:prSet presAssocID="{2193DFFA-3DAD-4443-A7F4-6C7FC8DC8F10}" presName="compNode" presStyleCnt="0"/>
      <dgm:spPr/>
    </dgm:pt>
    <dgm:pt modelId="{6A063AD0-AF47-4955-BA00-31951EE38A0F}" type="pres">
      <dgm:prSet presAssocID="{2193DFFA-3DAD-4443-A7F4-6C7FC8DC8F10}" presName="bgRect" presStyleLbl="bgShp" presStyleIdx="2" presStyleCnt="4"/>
      <dgm:spPr/>
    </dgm:pt>
    <dgm:pt modelId="{524EC58B-954C-4E6D-A0B8-BC1D2EE66F99}" type="pres">
      <dgm:prSet presAssocID="{2193DFFA-3DAD-4443-A7F4-6C7FC8DC8F10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3EBBBDB6-AA14-491D-BDBE-C2439B6C7C7C}" type="pres">
      <dgm:prSet presAssocID="{2193DFFA-3DAD-4443-A7F4-6C7FC8DC8F10}" presName="spaceRect" presStyleCnt="0"/>
      <dgm:spPr/>
    </dgm:pt>
    <dgm:pt modelId="{84BC4234-A5D3-4E63-87FC-5BB6BC17FC6A}" type="pres">
      <dgm:prSet presAssocID="{2193DFFA-3DAD-4443-A7F4-6C7FC8DC8F10}" presName="parTx" presStyleLbl="revTx" presStyleIdx="2" presStyleCnt="4">
        <dgm:presLayoutVars>
          <dgm:chMax val="0"/>
          <dgm:chPref val="0"/>
        </dgm:presLayoutVars>
      </dgm:prSet>
      <dgm:spPr/>
    </dgm:pt>
    <dgm:pt modelId="{A7E0D051-1819-4931-AEF5-82E4D9728980}" type="pres">
      <dgm:prSet presAssocID="{F3BCE2C4-E308-4147-9E08-83A7608B1A3E}" presName="sibTrans" presStyleCnt="0"/>
      <dgm:spPr/>
    </dgm:pt>
    <dgm:pt modelId="{82B6526D-4293-48BF-9146-83E95652B4A9}" type="pres">
      <dgm:prSet presAssocID="{4A0430B4-E200-4571-9C6F-A00E051824A8}" presName="compNode" presStyleCnt="0"/>
      <dgm:spPr/>
    </dgm:pt>
    <dgm:pt modelId="{D8E3B720-A702-4439-A189-0D416B6B0DD9}" type="pres">
      <dgm:prSet presAssocID="{4A0430B4-E200-4571-9C6F-A00E051824A8}" presName="bgRect" presStyleLbl="bgShp" presStyleIdx="3" presStyleCnt="4"/>
      <dgm:spPr/>
    </dgm:pt>
    <dgm:pt modelId="{CFADB45D-DFE7-4C97-83C5-159CC57363F2}" type="pres">
      <dgm:prSet presAssocID="{4A0430B4-E200-4571-9C6F-A00E051824A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5AD970C-F7C9-48DA-8061-4992629CB2E9}" type="pres">
      <dgm:prSet presAssocID="{4A0430B4-E200-4571-9C6F-A00E051824A8}" presName="spaceRect" presStyleCnt="0"/>
      <dgm:spPr/>
    </dgm:pt>
    <dgm:pt modelId="{D65024B7-45E6-495A-949B-DF8DC73E6C09}" type="pres">
      <dgm:prSet presAssocID="{4A0430B4-E200-4571-9C6F-A00E051824A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1CB2B10-8B17-49C1-AC91-D6652F516F94}" srcId="{B7BD70DF-D9CF-4669-8CBB-700E5B5E3D72}" destId="{EB4C7159-2AEC-4D38-8655-672542ABDF8A}" srcOrd="1" destOrd="0" parTransId="{B044F9A0-DF26-4EEE-A1F6-05D54E20FB3D}" sibTransId="{C93744E7-C364-4C8F-AF3E-D427FB5A8961}"/>
    <dgm:cxn modelId="{D6350215-6EEC-4E75-A624-FBC703CB3CD1}" srcId="{B7BD70DF-D9CF-4669-8CBB-700E5B5E3D72}" destId="{2193DFFA-3DAD-4443-A7F4-6C7FC8DC8F10}" srcOrd="2" destOrd="0" parTransId="{E03230C5-ABF6-4999-837C-CDF41D8CB265}" sibTransId="{F3BCE2C4-E308-4147-9E08-83A7608B1A3E}"/>
    <dgm:cxn modelId="{69077463-60A2-4892-83F5-C6E08027CCDF}" type="presOf" srcId="{4A0430B4-E200-4571-9C6F-A00E051824A8}" destId="{D65024B7-45E6-495A-949B-DF8DC73E6C09}" srcOrd="0" destOrd="0" presId="urn:microsoft.com/office/officeart/2018/2/layout/IconVerticalSolidList"/>
    <dgm:cxn modelId="{6E71FC69-FB2D-45F5-8E09-8666D3D87481}" type="presOf" srcId="{2193DFFA-3DAD-4443-A7F4-6C7FC8DC8F10}" destId="{84BC4234-A5D3-4E63-87FC-5BB6BC17FC6A}" srcOrd="0" destOrd="0" presId="urn:microsoft.com/office/officeart/2018/2/layout/IconVerticalSolidList"/>
    <dgm:cxn modelId="{C53BD973-A86D-49D2-A240-21D461E78494}" type="presOf" srcId="{EB4C7159-2AEC-4D38-8655-672542ABDF8A}" destId="{BFE40385-C4B8-4AEC-9E32-43F183DA612A}" srcOrd="0" destOrd="0" presId="urn:microsoft.com/office/officeart/2018/2/layout/IconVerticalSolidList"/>
    <dgm:cxn modelId="{733C6BA1-79AE-4746-AD2A-22646AA6E193}" type="presOf" srcId="{B7BD70DF-D9CF-4669-8CBB-700E5B5E3D72}" destId="{6D420237-0268-4CB0-952A-E091FD535EC3}" srcOrd="0" destOrd="0" presId="urn:microsoft.com/office/officeart/2018/2/layout/IconVerticalSolidList"/>
    <dgm:cxn modelId="{1401CCC5-957E-4245-83DC-0E37A360BFF1}" type="presOf" srcId="{084C6D2C-8D35-4E6D-85AA-7D3BD5C0F4BA}" destId="{810BB91D-3A7F-4C08-9334-965E905AD46B}" srcOrd="0" destOrd="0" presId="urn:microsoft.com/office/officeart/2018/2/layout/IconVerticalSolidList"/>
    <dgm:cxn modelId="{9FC5E2C8-2BF2-4ADB-8C0F-0D2E7F281F7B}" srcId="{B7BD70DF-D9CF-4669-8CBB-700E5B5E3D72}" destId="{4A0430B4-E200-4571-9C6F-A00E051824A8}" srcOrd="3" destOrd="0" parTransId="{69C53D59-3496-46F3-B8B7-C95497D62D4A}" sibTransId="{E8A2C2F3-C6CF-4194-9B03-04544D21175C}"/>
    <dgm:cxn modelId="{70F532FA-0EA4-4C45-9CCC-8AEB39F84599}" srcId="{B7BD70DF-D9CF-4669-8CBB-700E5B5E3D72}" destId="{084C6D2C-8D35-4E6D-85AA-7D3BD5C0F4BA}" srcOrd="0" destOrd="0" parTransId="{907C6DAC-B86A-45AE-AD74-254F9057EF8D}" sibTransId="{0740085F-C2CF-46DA-96E6-22AD321BBD67}"/>
    <dgm:cxn modelId="{DF2047FF-C03C-4FD7-9E64-3C3F3CAF8498}" type="presParOf" srcId="{6D420237-0268-4CB0-952A-E091FD535EC3}" destId="{D5FEF133-3FD8-4C63-99A2-13BF130C00C7}" srcOrd="0" destOrd="0" presId="urn:microsoft.com/office/officeart/2018/2/layout/IconVerticalSolidList"/>
    <dgm:cxn modelId="{AD2DFC5D-F063-44D2-9F37-37DEC81D9500}" type="presParOf" srcId="{D5FEF133-3FD8-4C63-99A2-13BF130C00C7}" destId="{DA765EBE-8DA4-422D-AD36-029D81F006E2}" srcOrd="0" destOrd="0" presId="urn:microsoft.com/office/officeart/2018/2/layout/IconVerticalSolidList"/>
    <dgm:cxn modelId="{726DC533-6C47-46E8-B308-67B4C2A8EE64}" type="presParOf" srcId="{D5FEF133-3FD8-4C63-99A2-13BF130C00C7}" destId="{B0E026F4-30BB-444F-AE52-0C7CE8838C0D}" srcOrd="1" destOrd="0" presId="urn:microsoft.com/office/officeart/2018/2/layout/IconVerticalSolidList"/>
    <dgm:cxn modelId="{4FB56B28-998A-4018-9B05-46A8D08DB329}" type="presParOf" srcId="{D5FEF133-3FD8-4C63-99A2-13BF130C00C7}" destId="{A792C8D2-7227-4AAB-B3F2-A8BFA2B55335}" srcOrd="2" destOrd="0" presId="urn:microsoft.com/office/officeart/2018/2/layout/IconVerticalSolidList"/>
    <dgm:cxn modelId="{312DEB7F-400E-4F1C-8380-950E3DE5779F}" type="presParOf" srcId="{D5FEF133-3FD8-4C63-99A2-13BF130C00C7}" destId="{810BB91D-3A7F-4C08-9334-965E905AD46B}" srcOrd="3" destOrd="0" presId="urn:microsoft.com/office/officeart/2018/2/layout/IconVerticalSolidList"/>
    <dgm:cxn modelId="{B5F73D9E-3FAD-42C8-8173-E304221FF044}" type="presParOf" srcId="{6D420237-0268-4CB0-952A-E091FD535EC3}" destId="{93FCD931-948D-48D1-8232-D20AB287827E}" srcOrd="1" destOrd="0" presId="urn:microsoft.com/office/officeart/2018/2/layout/IconVerticalSolidList"/>
    <dgm:cxn modelId="{B1935CCF-0FD7-420E-A16D-5CC70420CD51}" type="presParOf" srcId="{6D420237-0268-4CB0-952A-E091FD535EC3}" destId="{84E9D89B-C588-4870-9793-38E24F776544}" srcOrd="2" destOrd="0" presId="urn:microsoft.com/office/officeart/2018/2/layout/IconVerticalSolidList"/>
    <dgm:cxn modelId="{FF9271ED-9B28-4D23-A779-1D7A95D8CF78}" type="presParOf" srcId="{84E9D89B-C588-4870-9793-38E24F776544}" destId="{3194AF50-3D68-486E-BF96-572BE3194247}" srcOrd="0" destOrd="0" presId="urn:microsoft.com/office/officeart/2018/2/layout/IconVerticalSolidList"/>
    <dgm:cxn modelId="{89CC2869-DFE4-4EED-A61E-C9CF335A1D7D}" type="presParOf" srcId="{84E9D89B-C588-4870-9793-38E24F776544}" destId="{CE891E02-49AA-4444-9B43-55EA308C100B}" srcOrd="1" destOrd="0" presId="urn:microsoft.com/office/officeart/2018/2/layout/IconVerticalSolidList"/>
    <dgm:cxn modelId="{D8B476DB-300B-4130-94DA-BDCA6FEA0561}" type="presParOf" srcId="{84E9D89B-C588-4870-9793-38E24F776544}" destId="{36523F75-3C3B-40A8-9F86-49698897C7F4}" srcOrd="2" destOrd="0" presId="urn:microsoft.com/office/officeart/2018/2/layout/IconVerticalSolidList"/>
    <dgm:cxn modelId="{F418ABE3-C798-4699-8DEF-FB604F3CAA38}" type="presParOf" srcId="{84E9D89B-C588-4870-9793-38E24F776544}" destId="{BFE40385-C4B8-4AEC-9E32-43F183DA612A}" srcOrd="3" destOrd="0" presId="urn:microsoft.com/office/officeart/2018/2/layout/IconVerticalSolidList"/>
    <dgm:cxn modelId="{9734B573-5649-4135-84FC-764AABF17ED6}" type="presParOf" srcId="{6D420237-0268-4CB0-952A-E091FD535EC3}" destId="{127AE080-5EEA-414B-88FF-F4F43E6B6E1B}" srcOrd="3" destOrd="0" presId="urn:microsoft.com/office/officeart/2018/2/layout/IconVerticalSolidList"/>
    <dgm:cxn modelId="{CCE17B66-D0F2-442C-8859-C0860849B870}" type="presParOf" srcId="{6D420237-0268-4CB0-952A-E091FD535EC3}" destId="{FB46C1C5-F6F2-41F9-B5FB-04024E77D6A7}" srcOrd="4" destOrd="0" presId="urn:microsoft.com/office/officeart/2018/2/layout/IconVerticalSolidList"/>
    <dgm:cxn modelId="{3D08C748-B000-444C-848A-A0B8A3533226}" type="presParOf" srcId="{FB46C1C5-F6F2-41F9-B5FB-04024E77D6A7}" destId="{6A063AD0-AF47-4955-BA00-31951EE38A0F}" srcOrd="0" destOrd="0" presId="urn:microsoft.com/office/officeart/2018/2/layout/IconVerticalSolidList"/>
    <dgm:cxn modelId="{2257CB96-75CF-430E-A44F-6A265A43E4E1}" type="presParOf" srcId="{FB46C1C5-F6F2-41F9-B5FB-04024E77D6A7}" destId="{524EC58B-954C-4E6D-A0B8-BC1D2EE66F99}" srcOrd="1" destOrd="0" presId="urn:microsoft.com/office/officeart/2018/2/layout/IconVerticalSolidList"/>
    <dgm:cxn modelId="{03B9DBC7-76A0-4460-9A59-767D007EA689}" type="presParOf" srcId="{FB46C1C5-F6F2-41F9-B5FB-04024E77D6A7}" destId="{3EBBBDB6-AA14-491D-BDBE-C2439B6C7C7C}" srcOrd="2" destOrd="0" presId="urn:microsoft.com/office/officeart/2018/2/layout/IconVerticalSolidList"/>
    <dgm:cxn modelId="{39E57E40-E8DB-4D58-8AB0-94ED3D799583}" type="presParOf" srcId="{FB46C1C5-F6F2-41F9-B5FB-04024E77D6A7}" destId="{84BC4234-A5D3-4E63-87FC-5BB6BC17FC6A}" srcOrd="3" destOrd="0" presId="urn:microsoft.com/office/officeart/2018/2/layout/IconVerticalSolidList"/>
    <dgm:cxn modelId="{BF32FFE5-4E70-4DFE-801A-942F027067AE}" type="presParOf" srcId="{6D420237-0268-4CB0-952A-E091FD535EC3}" destId="{A7E0D051-1819-4931-AEF5-82E4D9728980}" srcOrd="5" destOrd="0" presId="urn:microsoft.com/office/officeart/2018/2/layout/IconVerticalSolidList"/>
    <dgm:cxn modelId="{FCF29049-89D1-4BBC-8FBA-13F218752F7D}" type="presParOf" srcId="{6D420237-0268-4CB0-952A-E091FD535EC3}" destId="{82B6526D-4293-48BF-9146-83E95652B4A9}" srcOrd="6" destOrd="0" presId="urn:microsoft.com/office/officeart/2018/2/layout/IconVerticalSolidList"/>
    <dgm:cxn modelId="{B11B6559-DB63-4E61-AED1-EE237AAC6A13}" type="presParOf" srcId="{82B6526D-4293-48BF-9146-83E95652B4A9}" destId="{D8E3B720-A702-4439-A189-0D416B6B0DD9}" srcOrd="0" destOrd="0" presId="urn:microsoft.com/office/officeart/2018/2/layout/IconVerticalSolidList"/>
    <dgm:cxn modelId="{830C92ED-52AA-4321-9019-F96E9BCAB490}" type="presParOf" srcId="{82B6526D-4293-48BF-9146-83E95652B4A9}" destId="{CFADB45D-DFE7-4C97-83C5-159CC57363F2}" srcOrd="1" destOrd="0" presId="urn:microsoft.com/office/officeart/2018/2/layout/IconVerticalSolidList"/>
    <dgm:cxn modelId="{98A06044-F6B9-4A7A-B22B-6424EDC49A39}" type="presParOf" srcId="{82B6526D-4293-48BF-9146-83E95652B4A9}" destId="{C5AD970C-F7C9-48DA-8061-4992629CB2E9}" srcOrd="2" destOrd="0" presId="urn:microsoft.com/office/officeart/2018/2/layout/IconVerticalSolidList"/>
    <dgm:cxn modelId="{C6F076D0-3667-40FE-9A88-6528E2E3725D}" type="presParOf" srcId="{82B6526D-4293-48BF-9146-83E95652B4A9}" destId="{D65024B7-45E6-495A-949B-DF8DC73E6C0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B5A263-7EA4-41AF-B89C-AA19B8DB1648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D8114F-F474-489B-8724-9BCBC3220432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2200" kern="1200"/>
            <a:t>We will design, simulate, implement, test and explain a small environmental monitoring alarm.</a:t>
          </a:r>
          <a:endParaRPr lang="en-US" sz="2200" kern="1200"/>
        </a:p>
      </dsp:txBody>
      <dsp:txXfrm>
        <a:off x="378614" y="886531"/>
        <a:ext cx="2810360" cy="1744948"/>
      </dsp:txXfrm>
    </dsp:sp>
    <dsp:sp modelId="{0A4EBA30-B7E9-4AC2-BD06-A23AA4162FDC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682180-982E-4046-A620-D510F7908CD9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2200" kern="1200"/>
            <a:t>The final project is built one verified function at a time.</a:t>
          </a:r>
          <a:endParaRPr lang="en-US" sz="2200" kern="1200"/>
        </a:p>
      </dsp:txBody>
      <dsp:txXfrm>
        <a:off x="3946203" y="886531"/>
        <a:ext cx="2810360" cy="1744948"/>
      </dsp:txXfrm>
    </dsp:sp>
    <dsp:sp modelId="{92F5861C-5497-41F5-8B1C-B036A14117FF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91ECC-CF11-45DF-8AF8-2079F3E1771F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2200" kern="1200"/>
            <a:t>No prior programming knowledge is assumed at the start of this sequence.</a:t>
          </a:r>
          <a:endParaRPr lang="en-US" sz="2200" kern="1200"/>
        </a:p>
      </dsp:txBody>
      <dsp:txXfrm>
        <a:off x="7513791" y="886531"/>
        <a:ext cx="2810360" cy="17449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E9653E-76FC-45EB-ACA5-5BEBE29C5A9C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3F5405-E5B5-4D00-B213-05ACB010011B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729065-DC91-4BB8-AED6-8A0D65751F93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2500" kern="1200"/>
            <a:t>A small computer built into a product to perform a dedicated job.</a:t>
          </a:r>
          <a:endParaRPr lang="en-US" sz="2500" kern="1200"/>
        </a:p>
      </dsp:txBody>
      <dsp:txXfrm>
        <a:off x="1435590" y="531"/>
        <a:ext cx="9080009" cy="1242935"/>
      </dsp:txXfrm>
    </dsp:sp>
    <dsp:sp modelId="{1A62F0E0-4C6F-437F-A21E-C30F73AC6521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18D84C-3300-414B-96EF-5D39E74188EB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DC4A76-A614-45DE-AE2F-748867E5CE97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2500" kern="1200"/>
            <a:t>It observes the world through inputs, processes information and controls outputs.</a:t>
          </a:r>
          <a:endParaRPr lang="en-US" sz="2500" kern="1200"/>
        </a:p>
      </dsp:txBody>
      <dsp:txXfrm>
        <a:off x="1435590" y="1554201"/>
        <a:ext cx="9080009" cy="1242935"/>
      </dsp:txXfrm>
    </dsp:sp>
    <dsp:sp modelId="{FEBEC41D-9356-4606-9B65-E900EDF4A16F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403BBC-209F-4DC0-A449-97DA3D52B273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6FE2D4-98CF-468F-848C-DF5FFABD6D69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2500" kern="1200"/>
            <a:t>Examples: thermostat, washing machine, vehicle parking sensor, fire alarm and smart HVAC controller.</a:t>
          </a:r>
          <a:endParaRPr lang="en-US" sz="2500" kern="1200"/>
        </a:p>
      </dsp:txBody>
      <dsp:txXfrm>
        <a:off x="1435590" y="3107870"/>
        <a:ext cx="9080009" cy="12429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E291B8-7ED8-46C3-A79E-0788E615DA76}">
      <dsp:nvSpPr>
        <dsp:cNvPr id="0" name=""/>
        <dsp:cNvSpPr/>
      </dsp:nvSpPr>
      <dsp:spPr>
        <a:xfrm>
          <a:off x="450085" y="651803"/>
          <a:ext cx="820051" cy="82005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17CA77-6BF5-4599-B77D-94EC9728FC84}">
      <dsp:nvSpPr>
        <dsp:cNvPr id="0" name=""/>
        <dsp:cNvSpPr/>
      </dsp:nvSpPr>
      <dsp:spPr>
        <a:xfrm>
          <a:off x="622296" y="824014"/>
          <a:ext cx="475629" cy="47562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5C08BD-CE6F-4703-AEB2-161625D7319C}">
      <dsp:nvSpPr>
        <dsp:cNvPr id="0" name=""/>
        <dsp:cNvSpPr/>
      </dsp:nvSpPr>
      <dsp:spPr>
        <a:xfrm>
          <a:off x="1445862" y="651803"/>
          <a:ext cx="1932978" cy="820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800" b="0" i="0" kern="1200"/>
            <a:t>Begin every lab in the stated simulator.</a:t>
          </a:r>
          <a:endParaRPr lang="en-US" sz="1800" kern="1200"/>
        </a:p>
      </dsp:txBody>
      <dsp:txXfrm>
        <a:off x="1445862" y="651803"/>
        <a:ext cx="1932978" cy="820051"/>
      </dsp:txXfrm>
    </dsp:sp>
    <dsp:sp modelId="{9A854C6C-591D-492A-A135-D147784F9468}">
      <dsp:nvSpPr>
        <dsp:cNvPr id="0" name=""/>
        <dsp:cNvSpPr/>
      </dsp:nvSpPr>
      <dsp:spPr>
        <a:xfrm>
          <a:off x="3715647" y="651803"/>
          <a:ext cx="820051" cy="82005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0CC66C-2758-454E-B9FA-652C305A1892}">
      <dsp:nvSpPr>
        <dsp:cNvPr id="0" name=""/>
        <dsp:cNvSpPr/>
      </dsp:nvSpPr>
      <dsp:spPr>
        <a:xfrm>
          <a:off x="3887857" y="824014"/>
          <a:ext cx="475629" cy="47562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E9B181-4EA9-4A02-A46A-1DA16109A12B}">
      <dsp:nvSpPr>
        <dsp:cNvPr id="0" name=""/>
        <dsp:cNvSpPr/>
      </dsp:nvSpPr>
      <dsp:spPr>
        <a:xfrm>
          <a:off x="4711423" y="651803"/>
          <a:ext cx="1932978" cy="820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800" b="0" i="0" kern="1200"/>
            <a:t>Save a named copy and take one working screenshot.</a:t>
          </a:r>
          <a:endParaRPr lang="en-US" sz="1800" kern="1200"/>
        </a:p>
      </dsp:txBody>
      <dsp:txXfrm>
        <a:off x="4711423" y="651803"/>
        <a:ext cx="1932978" cy="820051"/>
      </dsp:txXfrm>
    </dsp:sp>
    <dsp:sp modelId="{E1B51CAA-6354-432D-8B54-2387107B1F05}">
      <dsp:nvSpPr>
        <dsp:cNvPr id="0" name=""/>
        <dsp:cNvSpPr/>
      </dsp:nvSpPr>
      <dsp:spPr>
        <a:xfrm>
          <a:off x="6981208" y="651803"/>
          <a:ext cx="820051" cy="82005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FF107C-AC7F-4C00-9070-8C3DECE6B664}">
      <dsp:nvSpPr>
        <dsp:cNvPr id="0" name=""/>
        <dsp:cNvSpPr/>
      </dsp:nvSpPr>
      <dsp:spPr>
        <a:xfrm>
          <a:off x="7153419" y="824014"/>
          <a:ext cx="475629" cy="47562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818A1F-A52A-4978-87F6-EF8E4FDB5B42}">
      <dsp:nvSpPr>
        <dsp:cNvPr id="0" name=""/>
        <dsp:cNvSpPr/>
      </dsp:nvSpPr>
      <dsp:spPr>
        <a:xfrm>
          <a:off x="7976985" y="651803"/>
          <a:ext cx="1932978" cy="820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800" b="0" i="0" kern="1200" dirty="0"/>
            <a:t>Simulation proves logic and wiring ideas; it does not replace real-hardware testing.</a:t>
          </a:r>
          <a:endParaRPr lang="en-US" sz="1800" kern="1200" dirty="0"/>
        </a:p>
      </dsp:txBody>
      <dsp:txXfrm>
        <a:off x="7976985" y="651803"/>
        <a:ext cx="1932978" cy="82005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68A845-12C9-4D81-BF45-FA4D2D661EEA}">
      <dsp:nvSpPr>
        <dsp:cNvPr id="0" name=""/>
        <dsp:cNvSpPr/>
      </dsp:nvSpPr>
      <dsp:spPr>
        <a:xfrm>
          <a:off x="205509" y="828340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9CD985-4E5E-4F3B-BA21-7F97626DCEC1}">
      <dsp:nvSpPr>
        <dsp:cNvPr id="0" name=""/>
        <dsp:cNvSpPr/>
      </dsp:nvSpPr>
      <dsp:spPr>
        <a:xfrm>
          <a:off x="396960" y="1019791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23F991-F5BB-4F8E-8C19-BC8A9F8774A6}">
      <dsp:nvSpPr>
        <dsp:cNvPr id="0" name=""/>
        <dsp:cNvSpPr/>
      </dsp:nvSpPr>
      <dsp:spPr>
        <a:xfrm>
          <a:off x="1312541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800" kern="1200"/>
            <a:t>HIGH supplies a logic-on output state.</a:t>
          </a:r>
          <a:endParaRPr lang="en-US" sz="1800" kern="1200"/>
        </a:p>
      </dsp:txBody>
      <dsp:txXfrm>
        <a:off x="1312541" y="828340"/>
        <a:ext cx="2148945" cy="911674"/>
      </dsp:txXfrm>
    </dsp:sp>
    <dsp:sp modelId="{1FCFAA0B-A7D2-4D92-B911-487F7CB2E4E7}">
      <dsp:nvSpPr>
        <dsp:cNvPr id="0" name=""/>
        <dsp:cNvSpPr/>
      </dsp:nvSpPr>
      <dsp:spPr>
        <a:xfrm>
          <a:off x="3835925" y="828340"/>
          <a:ext cx="911674" cy="911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DBC0EF-2D28-439E-B1A1-D1B7EB32A5DD}">
      <dsp:nvSpPr>
        <dsp:cNvPr id="0" name=""/>
        <dsp:cNvSpPr/>
      </dsp:nvSpPr>
      <dsp:spPr>
        <a:xfrm>
          <a:off x="4027376" y="1019791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4C56BD-587F-4DEB-8B98-A30C52D7222C}">
      <dsp:nvSpPr>
        <dsp:cNvPr id="0" name=""/>
        <dsp:cNvSpPr/>
      </dsp:nvSpPr>
      <dsp:spPr>
        <a:xfrm>
          <a:off x="4942957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800" kern="1200"/>
            <a:t>LOW supplies a logic-off output state.</a:t>
          </a:r>
          <a:endParaRPr lang="en-US" sz="1800" kern="1200"/>
        </a:p>
      </dsp:txBody>
      <dsp:txXfrm>
        <a:off x="4942957" y="828340"/>
        <a:ext cx="2148945" cy="911674"/>
      </dsp:txXfrm>
    </dsp:sp>
    <dsp:sp modelId="{6A1CBC53-7212-4C6E-A738-91B06425AFA7}">
      <dsp:nvSpPr>
        <dsp:cNvPr id="0" name=""/>
        <dsp:cNvSpPr/>
      </dsp:nvSpPr>
      <dsp:spPr>
        <a:xfrm>
          <a:off x="7466341" y="828340"/>
          <a:ext cx="911674" cy="91167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D473F8-24BA-4408-BE51-630346D55DC9}">
      <dsp:nvSpPr>
        <dsp:cNvPr id="0" name=""/>
        <dsp:cNvSpPr/>
      </dsp:nvSpPr>
      <dsp:spPr>
        <a:xfrm>
          <a:off x="7657792" y="1019791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979FDE-5E65-4017-8FD9-26FD2A677BB3}">
      <dsp:nvSpPr>
        <dsp:cNvPr id="0" name=""/>
        <dsp:cNvSpPr/>
      </dsp:nvSpPr>
      <dsp:spPr>
        <a:xfrm>
          <a:off x="8573374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800" kern="1200"/>
            <a:t>pinMode(pin, OUTPUT) configures an output pin.</a:t>
          </a:r>
          <a:endParaRPr lang="en-US" sz="1800" kern="1200"/>
        </a:p>
      </dsp:txBody>
      <dsp:txXfrm>
        <a:off x="8573374" y="828340"/>
        <a:ext cx="2148945" cy="911674"/>
      </dsp:txXfrm>
    </dsp:sp>
    <dsp:sp modelId="{A1188210-4927-426C-A58F-9627A0FAA2C5}">
      <dsp:nvSpPr>
        <dsp:cNvPr id="0" name=""/>
        <dsp:cNvSpPr/>
      </dsp:nvSpPr>
      <dsp:spPr>
        <a:xfrm>
          <a:off x="205509" y="2452790"/>
          <a:ext cx="911674" cy="91167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836322-75D2-44B6-8ACA-D5306BADC85C}">
      <dsp:nvSpPr>
        <dsp:cNvPr id="0" name=""/>
        <dsp:cNvSpPr/>
      </dsp:nvSpPr>
      <dsp:spPr>
        <a:xfrm>
          <a:off x="396960" y="2644242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550FBE-4D3B-4378-8964-93A18121D1FC}">
      <dsp:nvSpPr>
        <dsp:cNvPr id="0" name=""/>
        <dsp:cNvSpPr/>
      </dsp:nvSpPr>
      <dsp:spPr>
        <a:xfrm>
          <a:off x="1312541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800" kern="1200"/>
            <a:t>digitalWrite(pin, HIGH) commands the output on.</a:t>
          </a:r>
          <a:endParaRPr lang="en-US" sz="1800" kern="1200"/>
        </a:p>
      </dsp:txBody>
      <dsp:txXfrm>
        <a:off x="1312541" y="2452790"/>
        <a:ext cx="2148945" cy="911674"/>
      </dsp:txXfrm>
    </dsp:sp>
    <dsp:sp modelId="{545C94EA-4167-4172-AC6C-76F6B7AFDCDD}">
      <dsp:nvSpPr>
        <dsp:cNvPr id="0" name=""/>
        <dsp:cNvSpPr/>
      </dsp:nvSpPr>
      <dsp:spPr>
        <a:xfrm>
          <a:off x="3835925" y="2452790"/>
          <a:ext cx="911674" cy="911674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A1A0B0-F4A7-4015-891E-0270323E7EF2}">
      <dsp:nvSpPr>
        <dsp:cNvPr id="0" name=""/>
        <dsp:cNvSpPr/>
      </dsp:nvSpPr>
      <dsp:spPr>
        <a:xfrm>
          <a:off x="4027376" y="2644242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2AD66C-CA70-4F83-BA03-474D02A1CC18}">
      <dsp:nvSpPr>
        <dsp:cNvPr id="0" name=""/>
        <dsp:cNvSpPr/>
      </dsp:nvSpPr>
      <dsp:spPr>
        <a:xfrm>
          <a:off x="4942957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800" kern="1200" dirty="0"/>
            <a:t>Safety note: use a resistor with an LED. Never use a microcontroller pin to power a motor, relay or high-current load directly.</a:t>
          </a:r>
          <a:endParaRPr lang="en-US" sz="1800" kern="1200" dirty="0"/>
        </a:p>
      </dsp:txBody>
      <dsp:txXfrm>
        <a:off x="4942957" y="2452790"/>
        <a:ext cx="2148945" cy="91167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23EC3B-3414-4BDC-A1A2-6FCA86270DCB}">
      <dsp:nvSpPr>
        <dsp:cNvPr id="0" name=""/>
        <dsp:cNvSpPr/>
      </dsp:nvSpPr>
      <dsp:spPr>
        <a:xfrm>
          <a:off x="0" y="123824"/>
          <a:ext cx="6253721" cy="7558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900" kern="1200"/>
            <a:t>A variable stores a value that may change while the program runs.</a:t>
          </a:r>
          <a:endParaRPr lang="en-US" sz="1900" kern="1200"/>
        </a:p>
      </dsp:txBody>
      <dsp:txXfrm>
        <a:off x="36896" y="160720"/>
        <a:ext cx="6179929" cy="682028"/>
      </dsp:txXfrm>
    </dsp:sp>
    <dsp:sp modelId="{DA2C4FF0-934A-494E-B225-504924C76D36}">
      <dsp:nvSpPr>
        <dsp:cNvPr id="0" name=""/>
        <dsp:cNvSpPr/>
      </dsp:nvSpPr>
      <dsp:spPr>
        <a:xfrm>
          <a:off x="0" y="934365"/>
          <a:ext cx="6253721" cy="755820"/>
        </a:xfrm>
        <a:prstGeom prst="roundRect">
          <a:avLst/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900" kern="1200"/>
            <a:t>A named constant makes a fixed value readable and avoids unexplained numbers.</a:t>
          </a:r>
          <a:endParaRPr lang="en-US" sz="1900" kern="1200"/>
        </a:p>
      </dsp:txBody>
      <dsp:txXfrm>
        <a:off x="36896" y="971261"/>
        <a:ext cx="6179929" cy="682028"/>
      </dsp:txXfrm>
    </dsp:sp>
    <dsp:sp modelId="{E40B1D67-D5C5-4F69-828F-A1120DBFFB23}">
      <dsp:nvSpPr>
        <dsp:cNvPr id="0" name=""/>
        <dsp:cNvSpPr/>
      </dsp:nvSpPr>
      <dsp:spPr>
        <a:xfrm>
          <a:off x="0" y="1744905"/>
          <a:ext cx="6253721" cy="755820"/>
        </a:xfrm>
        <a:prstGeom prst="roundRect">
          <a:avLst/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900" kern="1200"/>
            <a:t>const int redPin = 13;</a:t>
          </a:r>
          <a:endParaRPr lang="en-US" sz="1900" kern="1200"/>
        </a:p>
      </dsp:txBody>
      <dsp:txXfrm>
        <a:off x="36896" y="1781801"/>
        <a:ext cx="6179929" cy="682028"/>
      </dsp:txXfrm>
    </dsp:sp>
    <dsp:sp modelId="{6B74405B-F111-471C-B0B6-9D9D3167C9D9}">
      <dsp:nvSpPr>
        <dsp:cNvPr id="0" name=""/>
        <dsp:cNvSpPr/>
      </dsp:nvSpPr>
      <dsp:spPr>
        <a:xfrm>
          <a:off x="0" y="2555445"/>
          <a:ext cx="6253721" cy="755820"/>
        </a:xfrm>
        <a:prstGeom prst="roundRect">
          <a:avLst/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900" kern="1200"/>
            <a:t>const int delayMs = 500;</a:t>
          </a:r>
          <a:endParaRPr lang="en-US" sz="1900" kern="1200"/>
        </a:p>
      </dsp:txBody>
      <dsp:txXfrm>
        <a:off x="36896" y="2592341"/>
        <a:ext cx="6179929" cy="682028"/>
      </dsp:txXfrm>
    </dsp:sp>
    <dsp:sp modelId="{B6793E24-212B-4B50-A68F-9E741775B0AE}">
      <dsp:nvSpPr>
        <dsp:cNvPr id="0" name=""/>
        <dsp:cNvSpPr/>
      </dsp:nvSpPr>
      <dsp:spPr>
        <a:xfrm>
          <a:off x="0" y="3365985"/>
          <a:ext cx="6253721" cy="755820"/>
        </a:xfrm>
        <a:prstGeom prst="roundRect">
          <a:avLst/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900" kern="1200"/>
            <a:t>Use meaningful names: ledPin, lightValue, threshold.</a:t>
          </a:r>
          <a:endParaRPr lang="en-US" sz="1900" kern="1200"/>
        </a:p>
      </dsp:txBody>
      <dsp:txXfrm>
        <a:off x="36896" y="3402881"/>
        <a:ext cx="6179929" cy="682028"/>
      </dsp:txXfrm>
    </dsp:sp>
    <dsp:sp modelId="{711D78E2-95B1-49A9-8B29-0504F900992D}">
      <dsp:nvSpPr>
        <dsp:cNvPr id="0" name=""/>
        <dsp:cNvSpPr/>
      </dsp:nvSpPr>
      <dsp:spPr>
        <a:xfrm>
          <a:off x="0" y="4176525"/>
          <a:ext cx="6253721" cy="75582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900" kern="1200"/>
            <a:t>Avoid unclear names such as x, a1 or thing.</a:t>
          </a:r>
          <a:endParaRPr lang="en-US" sz="1900" kern="1200"/>
        </a:p>
      </dsp:txBody>
      <dsp:txXfrm>
        <a:off x="36896" y="4213421"/>
        <a:ext cx="6179929" cy="68202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CB4485-C9B0-4385-AAD5-8F7D3CCEB0A0}">
      <dsp:nvSpPr>
        <dsp:cNvPr id="0" name=""/>
        <dsp:cNvSpPr/>
      </dsp:nvSpPr>
      <dsp:spPr>
        <a:xfrm>
          <a:off x="205509" y="619429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F5E944-9671-4309-A948-C6D8FEB2C231}">
      <dsp:nvSpPr>
        <dsp:cNvPr id="0" name=""/>
        <dsp:cNvSpPr/>
      </dsp:nvSpPr>
      <dsp:spPr>
        <a:xfrm>
          <a:off x="396960" y="810880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E61BF0-5CC1-4C00-90B5-75445C0DA5BB}">
      <dsp:nvSpPr>
        <dsp:cNvPr id="0" name=""/>
        <dsp:cNvSpPr/>
      </dsp:nvSpPr>
      <dsp:spPr>
        <a:xfrm>
          <a:off x="1312541" y="619429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900" kern="1200"/>
            <a:t>Is the circuit powered and grounded correctly?</a:t>
          </a:r>
          <a:endParaRPr lang="en-US" sz="1900" kern="1200"/>
        </a:p>
      </dsp:txBody>
      <dsp:txXfrm>
        <a:off x="1312541" y="619429"/>
        <a:ext cx="2148945" cy="911674"/>
      </dsp:txXfrm>
    </dsp:sp>
    <dsp:sp modelId="{7A237153-F4F0-42D5-A245-ADC59C008FCB}">
      <dsp:nvSpPr>
        <dsp:cNvPr id="0" name=""/>
        <dsp:cNvSpPr/>
      </dsp:nvSpPr>
      <dsp:spPr>
        <a:xfrm>
          <a:off x="3835925" y="619429"/>
          <a:ext cx="911674" cy="911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9BC22F-30DA-4082-A2CB-06179C9A5DB7}">
      <dsp:nvSpPr>
        <dsp:cNvPr id="0" name=""/>
        <dsp:cNvSpPr/>
      </dsp:nvSpPr>
      <dsp:spPr>
        <a:xfrm>
          <a:off x="4027376" y="810880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BB7AA0-84A7-4763-BBC3-DF8ED0AF3658}">
      <dsp:nvSpPr>
        <dsp:cNvPr id="0" name=""/>
        <dsp:cNvSpPr/>
      </dsp:nvSpPr>
      <dsp:spPr>
        <a:xfrm>
          <a:off x="4942957" y="619429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900" kern="1200"/>
            <a:t>Does the code use the pin actually wired?</a:t>
          </a:r>
          <a:endParaRPr lang="en-US" sz="1900" kern="1200"/>
        </a:p>
      </dsp:txBody>
      <dsp:txXfrm>
        <a:off x="4942957" y="619429"/>
        <a:ext cx="2148945" cy="911674"/>
      </dsp:txXfrm>
    </dsp:sp>
    <dsp:sp modelId="{60B67677-57E3-42F3-BE39-2E31A1FD4CB5}">
      <dsp:nvSpPr>
        <dsp:cNvPr id="0" name=""/>
        <dsp:cNvSpPr/>
      </dsp:nvSpPr>
      <dsp:spPr>
        <a:xfrm>
          <a:off x="7466341" y="619429"/>
          <a:ext cx="911674" cy="91167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DEA6E4-44BF-4EA2-9067-7EBA6906DD7A}">
      <dsp:nvSpPr>
        <dsp:cNvPr id="0" name=""/>
        <dsp:cNvSpPr/>
      </dsp:nvSpPr>
      <dsp:spPr>
        <a:xfrm>
          <a:off x="7657792" y="810880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BC1536-55C8-4A85-87B1-9FBDA229D068}">
      <dsp:nvSpPr>
        <dsp:cNvPr id="0" name=""/>
        <dsp:cNvSpPr/>
      </dsp:nvSpPr>
      <dsp:spPr>
        <a:xfrm>
          <a:off x="8573374" y="619429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900" kern="1200"/>
            <a:t>Is the pin configured as OUTPUT?</a:t>
          </a:r>
          <a:endParaRPr lang="en-US" sz="1900" kern="1200"/>
        </a:p>
      </dsp:txBody>
      <dsp:txXfrm>
        <a:off x="8573374" y="619429"/>
        <a:ext cx="2148945" cy="911674"/>
      </dsp:txXfrm>
    </dsp:sp>
    <dsp:sp modelId="{3899E97C-8D9C-4EFB-853A-B6FAFADDC444}">
      <dsp:nvSpPr>
        <dsp:cNvPr id="0" name=""/>
        <dsp:cNvSpPr/>
      </dsp:nvSpPr>
      <dsp:spPr>
        <a:xfrm>
          <a:off x="205509" y="2158301"/>
          <a:ext cx="911674" cy="91167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4D7778-6508-4978-8228-1E28F98299C0}">
      <dsp:nvSpPr>
        <dsp:cNvPr id="0" name=""/>
        <dsp:cNvSpPr/>
      </dsp:nvSpPr>
      <dsp:spPr>
        <a:xfrm>
          <a:off x="396960" y="2349753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DEEC66-EB90-4A06-8C16-C6CB5A2D3D76}">
      <dsp:nvSpPr>
        <dsp:cNvPr id="0" name=""/>
        <dsp:cNvSpPr/>
      </dsp:nvSpPr>
      <dsp:spPr>
        <a:xfrm>
          <a:off x="1312541" y="2158301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900" kern="1200"/>
            <a:t>Is the LED direction and resistor correct?</a:t>
          </a:r>
          <a:endParaRPr lang="en-US" sz="1900" kern="1200"/>
        </a:p>
      </dsp:txBody>
      <dsp:txXfrm>
        <a:off x="1312541" y="2158301"/>
        <a:ext cx="2148945" cy="911674"/>
      </dsp:txXfrm>
    </dsp:sp>
    <dsp:sp modelId="{742E7DB7-F7A2-4FE3-950B-E8C1889EC5A7}">
      <dsp:nvSpPr>
        <dsp:cNvPr id="0" name=""/>
        <dsp:cNvSpPr/>
      </dsp:nvSpPr>
      <dsp:spPr>
        <a:xfrm>
          <a:off x="3835925" y="2158301"/>
          <a:ext cx="911674" cy="911674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44C238-E2C0-4469-9429-C001227E5E45}">
      <dsp:nvSpPr>
        <dsp:cNvPr id="0" name=""/>
        <dsp:cNvSpPr/>
      </dsp:nvSpPr>
      <dsp:spPr>
        <a:xfrm>
          <a:off x="4027376" y="2349753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DDFCA9-071F-498D-9777-1404BDC1083F}">
      <dsp:nvSpPr>
        <dsp:cNvPr id="0" name=""/>
        <dsp:cNvSpPr/>
      </dsp:nvSpPr>
      <dsp:spPr>
        <a:xfrm>
          <a:off x="4942957" y="2158301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900" kern="1200"/>
            <a:t>Can a simpler one-LED sketch work first?</a:t>
          </a:r>
          <a:endParaRPr lang="en-US" sz="1900" kern="1200"/>
        </a:p>
      </dsp:txBody>
      <dsp:txXfrm>
        <a:off x="4942957" y="2158301"/>
        <a:ext cx="2148945" cy="91167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4DC498-DF0B-47D6-9EEE-10ECB389A2CA}">
      <dsp:nvSpPr>
        <dsp:cNvPr id="0" name=""/>
        <dsp:cNvSpPr/>
      </dsp:nvSpPr>
      <dsp:spPr>
        <a:xfrm>
          <a:off x="947201" y="540662"/>
          <a:ext cx="1451800" cy="14518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CE1FCB-C465-411B-8FE4-91967B707B34}">
      <dsp:nvSpPr>
        <dsp:cNvPr id="0" name=""/>
        <dsp:cNvSpPr/>
      </dsp:nvSpPr>
      <dsp:spPr>
        <a:xfrm>
          <a:off x="59990" y="2383742"/>
          <a:ext cx="3226223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800" kern="1200"/>
            <a:t>L01/L02 build the implementation confidence needed for </a:t>
          </a:r>
          <a:r>
            <a:rPr lang="en-AE" sz="1800" b="1" kern="1200"/>
            <a:t>LO3.P4</a:t>
          </a:r>
          <a:r>
            <a:rPr lang="en-AE" sz="1800" kern="1200"/>
            <a:t>.</a:t>
          </a:r>
          <a:endParaRPr lang="en-US" sz="1800" kern="1200"/>
        </a:p>
      </dsp:txBody>
      <dsp:txXfrm>
        <a:off x="59990" y="2383742"/>
        <a:ext cx="3226223" cy="765000"/>
      </dsp:txXfrm>
    </dsp:sp>
    <dsp:sp modelId="{118D3685-4B49-40DF-A613-2F18A5E90563}">
      <dsp:nvSpPr>
        <dsp:cNvPr id="0" name=""/>
        <dsp:cNvSpPr/>
      </dsp:nvSpPr>
      <dsp:spPr>
        <a:xfrm>
          <a:off x="4738014" y="540662"/>
          <a:ext cx="1451800" cy="14518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ABF406-5A21-400A-AC03-A97AF8912DEB}">
      <dsp:nvSpPr>
        <dsp:cNvPr id="0" name=""/>
        <dsp:cNvSpPr/>
      </dsp:nvSpPr>
      <dsp:spPr>
        <a:xfrm>
          <a:off x="3850802" y="2383742"/>
          <a:ext cx="3226223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800" kern="1200"/>
            <a:t>The platform comparison begins evidence for </a:t>
          </a:r>
          <a:r>
            <a:rPr lang="en-AE" sz="1800" b="1" kern="1200"/>
            <a:t>LO1.P1/P2/M1/D1</a:t>
          </a:r>
          <a:r>
            <a:rPr lang="en-AE" sz="1800" kern="1200"/>
            <a:t>.</a:t>
          </a:r>
          <a:endParaRPr lang="en-US" sz="1800" kern="1200"/>
        </a:p>
      </dsp:txBody>
      <dsp:txXfrm>
        <a:off x="3850802" y="2383742"/>
        <a:ext cx="3226223" cy="765000"/>
      </dsp:txXfrm>
    </dsp:sp>
    <dsp:sp modelId="{4C31B02F-118E-4297-B726-54497DBFF397}">
      <dsp:nvSpPr>
        <dsp:cNvPr id="0" name=""/>
        <dsp:cNvSpPr/>
      </dsp:nvSpPr>
      <dsp:spPr>
        <a:xfrm>
          <a:off x="8528826" y="540662"/>
          <a:ext cx="1451800" cy="14518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46C0D5-9843-47B6-AE08-F7D66BADE06B}">
      <dsp:nvSpPr>
        <dsp:cNvPr id="0" name=""/>
        <dsp:cNvSpPr/>
      </dsp:nvSpPr>
      <dsp:spPr>
        <a:xfrm>
          <a:off x="7641615" y="2383742"/>
          <a:ext cx="3226223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800" kern="1200"/>
            <a:t>Saved screenshots, code and reflections are evidence, not optional decoration.</a:t>
          </a:r>
          <a:endParaRPr lang="en-US" sz="1800" kern="1200"/>
        </a:p>
      </dsp:txBody>
      <dsp:txXfrm>
        <a:off x="7641615" y="2383742"/>
        <a:ext cx="3226223" cy="765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765EBE-8DA4-422D-AD36-029D81F006E2}">
      <dsp:nvSpPr>
        <dsp:cNvPr id="0" name=""/>
        <dsp:cNvSpPr/>
      </dsp:nvSpPr>
      <dsp:spPr>
        <a:xfrm>
          <a:off x="0" y="2439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E026F4-30BB-444F-AE52-0C7CE8838C0D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0BB91D-3A7F-4C08-9334-965E905AD46B}">
      <dsp:nvSpPr>
        <dsp:cNvPr id="0" name=""/>
        <dsp:cNvSpPr/>
      </dsp:nvSpPr>
      <dsp:spPr>
        <a:xfrm>
          <a:off x="1428292" y="2439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900" kern="1200"/>
            <a:t>Explain one difference between an input and an output.</a:t>
          </a:r>
          <a:endParaRPr lang="en-US" sz="1900" kern="1200"/>
        </a:p>
      </dsp:txBody>
      <dsp:txXfrm>
        <a:off x="1428292" y="2439"/>
        <a:ext cx="4873308" cy="1236616"/>
      </dsp:txXfrm>
    </dsp:sp>
    <dsp:sp modelId="{3194AF50-3D68-486E-BF96-572BE3194247}">
      <dsp:nvSpPr>
        <dsp:cNvPr id="0" name=""/>
        <dsp:cNvSpPr/>
      </dsp:nvSpPr>
      <dsp:spPr>
        <a:xfrm>
          <a:off x="0" y="1548210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891E02-49AA-4444-9B43-55EA308C100B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E40385-C4B8-4AEC-9E32-43F183DA612A}">
      <dsp:nvSpPr>
        <dsp:cNvPr id="0" name=""/>
        <dsp:cNvSpPr/>
      </dsp:nvSpPr>
      <dsp:spPr>
        <a:xfrm>
          <a:off x="1428292" y="1548210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900" kern="1200"/>
            <a:t>Identify which function runs once and which repeats.</a:t>
          </a:r>
          <a:endParaRPr lang="en-US" sz="1900" kern="1200"/>
        </a:p>
      </dsp:txBody>
      <dsp:txXfrm>
        <a:off x="1428292" y="1548210"/>
        <a:ext cx="4873308" cy="1236616"/>
      </dsp:txXfrm>
    </dsp:sp>
    <dsp:sp modelId="{6A063AD0-AF47-4955-BA00-31951EE38A0F}">
      <dsp:nvSpPr>
        <dsp:cNvPr id="0" name=""/>
        <dsp:cNvSpPr/>
      </dsp:nvSpPr>
      <dsp:spPr>
        <a:xfrm>
          <a:off x="0" y="3093981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4EC58B-954C-4E6D-A0B8-BC1D2EE66F99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BC4234-A5D3-4E63-87FC-5BB6BC17FC6A}">
      <dsp:nvSpPr>
        <dsp:cNvPr id="0" name=""/>
        <dsp:cNvSpPr/>
      </dsp:nvSpPr>
      <dsp:spPr>
        <a:xfrm>
          <a:off x="1428292" y="3093981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900" kern="1200"/>
            <a:t>Submit L01 and L02 evidence.</a:t>
          </a:r>
          <a:endParaRPr lang="en-US" sz="1900" kern="1200"/>
        </a:p>
      </dsp:txBody>
      <dsp:txXfrm>
        <a:off x="1428292" y="3093981"/>
        <a:ext cx="4873308" cy="1236616"/>
      </dsp:txXfrm>
    </dsp:sp>
    <dsp:sp modelId="{D8E3B720-A702-4439-A189-0D416B6B0DD9}">
      <dsp:nvSpPr>
        <dsp:cNvPr id="0" name=""/>
        <dsp:cNvSpPr/>
      </dsp:nvSpPr>
      <dsp:spPr>
        <a:xfrm>
          <a:off x="0" y="4639752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ADB45D-DFE7-4C97-83C5-159CC57363F2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5024B7-45E6-495A-949B-DF8DC73E6C09}">
      <dsp:nvSpPr>
        <dsp:cNvPr id="0" name=""/>
        <dsp:cNvSpPr/>
      </dsp:nvSpPr>
      <dsp:spPr>
        <a:xfrm>
          <a:off x="1428292" y="4639752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E" sz="1900" kern="1200"/>
            <a:t>Begin a comparison table for Arduino Uno, ESP32 and STM32: processing, interfaces, communication, power, cost and tooling.</a:t>
          </a:r>
          <a:endParaRPr lang="en-US" sz="1900" kern="1200"/>
        </a:p>
      </dsp:txBody>
      <dsp:txXfrm>
        <a:off x="1428292" y="4639752"/>
        <a:ext cx="4873308" cy="12366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4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5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6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7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7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#9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8BC852-5378-4E94-B9B5-E82749397168}" type="datetimeFigureOut">
              <a:rPr lang="en-AE" smtClean="0"/>
              <a:t>29/09/2026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BD8EF4-9948-40AE-9152-8FDBB9DB55E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790713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Explain that the surviving student work shows the intended final system: LDR, curtain switch, LED, buzzer and LCD status.</a:t>
            </a:r>
          </a:p>
          <a:p>
            <a:r>
              <a:rPr lang="en-AE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The first question in every lab is: what should the system sense, decide and do?</a:t>
            </a:r>
          </a:p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D8EF4-9948-40AE-9152-8FDBB9DB55E2}" type="slidenum">
              <a:rPr lang="en-AE" smtClean="0"/>
              <a:t>3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053957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Which one of these is an embedded system?</a:t>
            </a:r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D8EF4-9948-40AE-9152-8FDBB9DB55E2}" type="slidenum">
              <a:rPr lang="en-AE" smtClean="0"/>
              <a:t>6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531996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D8EF4-9948-40AE-9152-8FDBB9DB55E2}" type="slidenum">
              <a:rPr lang="en-AE" smtClean="0"/>
              <a:t>7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1890459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 clear that students still compare Arduino-class boards, ESP32 and STM32 for LO1 selection. The Uno is the starting learning platform, not automatically the final recommendation.</a:t>
            </a:r>
          </a:p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D8EF4-9948-40AE-9152-8FDBB9DB55E2}" type="slidenum">
              <a:rPr lang="en-AE" smtClean="0"/>
              <a:t>10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54765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D8EF4-9948-40AE-9152-8FDBB9DB55E2}" type="slidenum">
              <a:rPr lang="en-AE" smtClean="0"/>
              <a:t>13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21621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D8EF4-9948-40AE-9152-8FDBB9DB55E2}" type="slidenum">
              <a:rPr lang="en-AE" smtClean="0"/>
              <a:t>14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440141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A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 the code in order, then predict what will happen before running it.</a:t>
            </a:r>
          </a:p>
          <a:p>
            <a:pPr lvl="0"/>
            <a:r>
              <a:rPr lang="en-A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 students to alter one number and describe the visible change.</a:t>
            </a:r>
          </a:p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D8EF4-9948-40AE-9152-8FDBB9DB55E2}" type="slidenum">
              <a:rPr lang="en-AE" smtClean="0"/>
              <a:t>17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598610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D8EF4-9948-40AE-9152-8FDBB9DB55E2}" type="slidenum">
              <a:rPr lang="en-AE" smtClean="0"/>
              <a:t>18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545418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D8EF4-9948-40AE-9152-8FDBB9DB55E2}" type="slidenum">
              <a:rPr lang="en-AE" smtClean="0"/>
              <a:t>19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2195810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D8EF4-9948-40AE-9152-8FDBB9DB55E2}" type="slidenum">
              <a:rPr lang="en-AE" smtClean="0"/>
              <a:t>20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797322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A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Demonstrate a deliberate wrong pin number and show how to identify it without guessing.</a:t>
            </a:r>
          </a:p>
          <a:p>
            <a:br>
              <a:rPr lang="en-AE" dirty="0"/>
            </a:br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D8EF4-9948-40AE-9152-8FDBB9DB55E2}" type="slidenum">
              <a:rPr lang="en-AE" smtClean="0"/>
              <a:t>21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30301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B3CA5-216F-7651-7775-541DC22283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C121DD-C1F3-0ACD-74CC-2D32C88F93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DED94-DC2E-86F7-10F6-8CEAE3C94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3A78-0128-4091-8DFC-4F4C9672848F}" type="datetimeFigureOut">
              <a:rPr lang="en-AE" smtClean="0"/>
              <a:t>29/09/2026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C6ABB-084B-9927-A07C-D518188FB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0626A-A41E-F803-5116-A8F472DD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EE923-8935-481C-ABE6-CFDA2345CC1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86705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01938-E1DF-2DCB-C8F1-5DC9E645E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3E821-9D1E-32E1-9604-28B62B4F7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1CC2A-800B-AFE2-BD77-6BAE58624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3A78-0128-4091-8DFC-4F4C9672848F}" type="datetimeFigureOut">
              <a:rPr lang="en-AE" smtClean="0"/>
              <a:t>29/09/2026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A801B-2355-B556-B878-BDCEB4C9D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CEF50-83DC-734B-4861-AFB4C67E1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EE923-8935-481C-ABE6-CFDA2345CC1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00173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9E2A8-E265-3452-D71E-68AD127CD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6C09F-ADA7-F276-2F1F-09DC99FDC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D0FB3-2926-1A25-4B25-3E2D6AA3E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3A78-0128-4091-8DFC-4F4C9672848F}" type="datetimeFigureOut">
              <a:rPr lang="en-AE" smtClean="0"/>
              <a:t>29/09/2026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B3FE3-0FB6-3A8F-0668-9BCAFB9BE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93005-BB54-5B6E-BB18-34E9417AB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EE923-8935-481C-ABE6-CFDA2345CC1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18955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0BB65-7BF5-B4E3-F357-EE6CA7CC0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8E063-B549-C9D1-C1F7-4F31256EC0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A3897B-AB90-7DE2-3C74-07F2B3BF95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2566F1-A5E5-7D42-80EF-9302C909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3A78-0128-4091-8DFC-4F4C9672848F}" type="datetimeFigureOut">
              <a:rPr lang="en-AE" smtClean="0"/>
              <a:t>29/09/2026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02CB3-BF4F-73DF-F6E2-09D40786A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B7141B-8489-F7F8-D95A-32E079F4C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EE923-8935-481C-ABE6-CFDA2345CC1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09273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F95E7-8A52-D3E1-F192-46ACBEA49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B708B-88D5-4FC7-DEF7-1CE2F0893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31EB4C-2647-B91B-A8C9-DC2CD0E805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52BE60-DF1F-DAF6-DD4B-DF102E9C0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565A03-F96C-7864-DC29-C98B0CC772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C150F4-9198-B414-8C55-A7702FB5E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3A78-0128-4091-8DFC-4F4C9672848F}" type="datetimeFigureOut">
              <a:rPr lang="en-AE" smtClean="0"/>
              <a:t>29/09/2026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9E2107-2E52-7AAB-A9A3-911BF4C82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476771-00B3-F55B-559E-480307B37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EE923-8935-481C-ABE6-CFDA2345CC1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61701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1EB91-5F42-9712-EF77-964F0CDB1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ADC4C5-4EEE-4B3D-B008-A0C3059FA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3A78-0128-4091-8DFC-4F4C9672848F}" type="datetimeFigureOut">
              <a:rPr lang="en-AE" smtClean="0"/>
              <a:t>29/09/2026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16D44-BD95-F093-5329-D57711814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87ECC1-ECD7-0604-2E4A-9C96D7760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EE923-8935-481C-ABE6-CFDA2345CC1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882383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D457AD-EB8A-B75F-183C-F12C4966C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3A78-0128-4091-8DFC-4F4C9672848F}" type="datetimeFigureOut">
              <a:rPr lang="en-AE" smtClean="0"/>
              <a:t>29/09/2026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36AF6A-4513-B1B1-1012-DB857F2BC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7C819D-F0CE-99AC-6B1D-6231240EE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EE923-8935-481C-ABE6-CFDA2345CC1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70511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2096A-6CF4-CE0C-AE75-FE939211D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E281F-FEF6-9A23-DAEB-DA1D37108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6115F9-EBBC-14BE-B86A-3D5418C679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726DA-19D7-422B-DE13-97FFE26CA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3A78-0128-4091-8DFC-4F4C9672848F}" type="datetimeFigureOut">
              <a:rPr lang="en-AE" smtClean="0"/>
              <a:t>29/09/2026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DEB8E1-8338-6C4C-4C85-FA2239509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C26BCF-76E9-2717-E5F5-D9BE6F563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EE923-8935-481C-ABE6-CFDA2345CC1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76845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1587D-8915-6E0E-02E5-368C21CA4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7DB716-8596-DAF8-BD22-796159B344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89CA01-3955-6ECB-43B6-A63EDDBCF9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B9A1FD-FD19-9A7A-0724-FFB9FB2B4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3A78-0128-4091-8DFC-4F4C9672848F}" type="datetimeFigureOut">
              <a:rPr lang="en-AE" smtClean="0"/>
              <a:t>29/09/2026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E972E6-8D71-2A1A-3FE0-B75ED11AF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F9E8F-FAB6-6565-18E4-1284A922A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EE923-8935-481C-ABE6-CFDA2345CC1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72434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1BC29-C757-B870-263C-3BDD477EB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7300C5-21DB-7294-1915-73CEA14CC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515AB-30F4-C40E-87F0-D49C98A56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3A78-0128-4091-8DFC-4F4C9672848F}" type="datetimeFigureOut">
              <a:rPr lang="en-AE" smtClean="0"/>
              <a:t>29/09/2026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04249-4325-0DA0-10FD-8580C257F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C3C56-EE53-417A-2365-B20E2171D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EE923-8935-481C-ABE6-CFDA2345CC1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894931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7FDA4E-D4CD-140E-9DEC-0AE2FB8489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222648-D73F-25EC-3F57-82414159B3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9742A-8E16-F329-812A-856BCCF34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3A78-0128-4091-8DFC-4F4C9672848F}" type="datetimeFigureOut">
              <a:rPr lang="en-AE" smtClean="0"/>
              <a:t>29/09/2026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7385A-91A8-274F-EAB3-2FAC1812D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BDEBB-3EFA-5112-3886-5A8AED84E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EE923-8935-481C-ABE6-CFDA2345CC1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01604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B37015-D4D0-645B-5B83-FEF6945F2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E54683-16A8-5144-5140-D94139F2B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A81A0-E76A-52B9-500D-4778833608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4D3A78-0128-4091-8DFC-4F4C9672848F}" type="datetimeFigureOut">
              <a:rPr lang="en-AE" smtClean="0"/>
              <a:t>29/09/2026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A868C-394C-6A76-7220-C59594DB53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55340-455B-EC12-1221-2088B77C3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FEE923-8935-481C-ABE6-CFDA2345CC1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2206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&amp;f=1&amp;nofb=1&amp;ipt=0204c77ad73848c2d7ce417d53cc5d6898645d80c81c77aa3de6a1a671486283&amp;ipo=images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&amp;f=1&amp;nofb=1&amp;ipt=6b618cbc2055e7540e9a23db702b020e6b7230c101f23bd0d9adca60c454aa09&amp;ipo=images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&amp;f=1&amp;nofb=1&amp;ipt=a7d8b63f91011d878c12110a5e59e6d09c03c0efbabf7bd9371def248e2d42e8&amp;ipo=images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&amp;f=1&amp;nofb=1&amp;ipt=369dee19a92623f4b40a5f12763a261cbfa732198c3a130c92aed8f11c609966&amp;ipo=images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1B33201-4B2D-B795-15E5-FD9E7D5F93B6}"/>
              </a:ext>
            </a:extLst>
          </p:cNvPr>
          <p:cNvSpPr txBox="1"/>
          <p:nvPr/>
        </p:nvSpPr>
        <p:spPr>
          <a:xfrm>
            <a:off x="1198857" y="1237572"/>
            <a:ext cx="6096688" cy="263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AE" sz="1800" b="1" dirty="0">
                <a:solidFill>
                  <a:schemeClr val="tx1"/>
                </a:solidFill>
                <a:effectLst/>
                <a:latin typeface="+mn-lt"/>
              </a:rPr>
              <a:t>Smart Environmental Monitoring System</a:t>
            </a:r>
            <a:endParaRPr lang="en-AE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63C5E2-7B32-18CA-03D3-25E36A692CC6}"/>
              </a:ext>
            </a:extLst>
          </p:cNvPr>
          <p:cNvSpPr txBox="1"/>
          <p:nvPr/>
        </p:nvSpPr>
        <p:spPr>
          <a:xfrm>
            <a:off x="358933" y="343859"/>
            <a:ext cx="72665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AE" sz="3600" b="1" dirty="0">
                <a:solidFill>
                  <a:schemeClr val="tx1"/>
                </a:solidFill>
                <a:effectLst/>
                <a:latin typeface="+mn-lt"/>
              </a:rPr>
              <a:t>Unit 5013 - Embedded Systems</a:t>
            </a:r>
            <a:endParaRPr lang="en-A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692229-414F-977C-BE50-D68BDBCEF3DD}"/>
              </a:ext>
            </a:extLst>
          </p:cNvPr>
          <p:cNvSpPr txBox="1"/>
          <p:nvPr/>
        </p:nvSpPr>
        <p:spPr>
          <a:xfrm>
            <a:off x="5589839" y="6181509"/>
            <a:ext cx="1777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by Akbar Qamar</a:t>
            </a:r>
            <a:endParaRPr lang="en-AE" dirty="0"/>
          </a:p>
        </p:txBody>
      </p:sp>
      <p:pic>
        <p:nvPicPr>
          <p:cNvPr id="11" name="Picture 10" descr="Low-Power Design — Maximizing Efficiency in Embedded Devices | by ...">
            <a:extLst>
              <a:ext uri="{FF2B5EF4-FFF2-40B4-BE49-F238E27FC236}">
                <a16:creationId xmlns:a16="http://schemas.microsoft.com/office/drawing/2014/main" id="{9A116FB8-BF6E-3BF4-2680-9BE3F040C0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23" r="27391"/>
          <a:stretch>
            <a:fillRect/>
          </a:stretch>
        </p:blipFill>
        <p:spPr>
          <a:xfrm>
            <a:off x="7886183" y="0"/>
            <a:ext cx="43058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235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WhatsApp Video 2026-09-29 at 11.23.01 PM">
            <a:hlinkClick r:id="" action="ppaction://media"/>
            <a:extLst>
              <a:ext uri="{FF2B5EF4-FFF2-40B4-BE49-F238E27FC236}">
                <a16:creationId xmlns:a16="http://schemas.microsoft.com/office/drawing/2014/main" id="{AC5FCED0-90CA-A7FC-B1CD-8FDE96EADE8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02059" y="57901"/>
            <a:ext cx="6187881" cy="667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943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4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C3B8BC-A0EB-B2CB-EEF5-425ED2934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GB" sz="4800"/>
              <a:t>What will we Do?</a:t>
            </a:r>
            <a:endParaRPr lang="en-AE" sz="48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9E0F90-12ED-BC4B-5E3E-48530FCDBF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9151330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48953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B5777E-58B9-DE08-F0B4-3F0C30127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BCEDF0-A7B6-B0DB-564C-086D00146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Today's Learning Objectives</a:t>
            </a:r>
            <a:endParaRPr lang="en-US" sz="4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C85AA5-3367-719F-0AB7-7D0F7AB81C09}"/>
              </a:ext>
            </a:extLst>
          </p:cNvPr>
          <p:cNvSpPr txBox="1"/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lvl="0" indent="-2286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>
                <a:effectLst/>
              </a:rPr>
              <a:t>Define an embedded system and identify input, processing and output blocks.</a:t>
            </a:r>
          </a:p>
          <a:p>
            <a:pPr marL="342900" lvl="0" indent="-2286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>
                <a:effectLst/>
              </a:rPr>
              <a:t>Explain the role of an Arduino-compatible microcontroller.</a:t>
            </a:r>
          </a:p>
          <a:p>
            <a:pPr marL="342900" lvl="0" indent="-2286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>
                <a:effectLst/>
              </a:rPr>
              <a:t>Create, run and alter a first Arduino sketch in Tinkercad Circuits.</a:t>
            </a:r>
          </a:p>
          <a:p>
            <a:pPr marL="342900" lvl="0" indent="-2286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>
                <a:effectLst/>
              </a:rPr>
              <a:t>Use setup(), loop(), pinMode() and digitalWrite().</a:t>
            </a:r>
          </a:p>
          <a:p>
            <a:pPr marL="342900" lvl="0" indent="-2286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>
                <a:effectLst/>
              </a:rPr>
              <a:t>Capture evidence of a working simulator lab.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9233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CD7C5-D8AD-B473-5034-E81E6C53D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b="1"/>
              <a:t>What Is an Embedded System?</a:t>
            </a:r>
            <a:endParaRPr lang="en-AE" dirty="0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4AD662F8-43EE-B203-7C37-0A709E81412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91847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Objects List In English at Robert Simmons blog">
            <a:extLst>
              <a:ext uri="{FF2B5EF4-FFF2-40B4-BE49-F238E27FC236}">
                <a16:creationId xmlns:a16="http://schemas.microsoft.com/office/drawing/2014/main" id="{F8467521-DC10-050A-F970-132228E48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126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445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33AD2F-BEBC-7859-EFB0-5DE00AEB30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091" r="44534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51E9D8-CC82-2A88-5F2F-ABCD8954C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AE" sz="4000" b="1"/>
              <a:t>Our Project Context</a:t>
            </a:r>
            <a:endParaRPr lang="en-AE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64539-4370-F6F4-DFE3-E04258673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 lnSpcReduction="10000"/>
          </a:bodyPr>
          <a:lstStyle/>
          <a:p>
            <a:r>
              <a:rPr lang="en-AE" sz="2000" dirty="0" err="1"/>
              <a:t>EcoSmart</a:t>
            </a:r>
            <a:r>
              <a:rPr lang="en-AE" sz="2000" dirty="0"/>
              <a:t> needs an indoor comfort-monitoring prototype.</a:t>
            </a:r>
          </a:p>
          <a:p>
            <a:pPr lvl="0"/>
            <a:r>
              <a:rPr lang="en-AE" sz="2000" b="1" dirty="0"/>
              <a:t>Input:</a:t>
            </a:r>
            <a:r>
              <a:rPr lang="en-AE" sz="2000" dirty="0"/>
              <a:t> light level from an LDR and a curtain switch.</a:t>
            </a:r>
          </a:p>
          <a:p>
            <a:pPr lvl="0"/>
            <a:r>
              <a:rPr lang="en-AE" sz="2000" b="1" dirty="0"/>
              <a:t>Processing:</a:t>
            </a:r>
            <a:r>
              <a:rPr lang="en-AE" sz="2000" dirty="0"/>
              <a:t> compare reading with an agreed threshold.</a:t>
            </a:r>
          </a:p>
          <a:p>
            <a:pPr lvl="0"/>
            <a:r>
              <a:rPr lang="en-AE" sz="2000" b="1" dirty="0"/>
              <a:t>Outputs:</a:t>
            </a:r>
            <a:r>
              <a:rPr lang="en-AE" sz="2000" dirty="0"/>
              <a:t> LED, buzzer and LCD status.</a:t>
            </a:r>
          </a:p>
          <a:p>
            <a:pPr lvl="0"/>
            <a:r>
              <a:rPr lang="en-AE" sz="2000" b="1" dirty="0"/>
              <a:t>Evidence:</a:t>
            </a:r>
            <a:r>
              <a:rPr lang="en-AE" sz="2000" dirty="0"/>
              <a:t> code, block diagram, test plans/results, debugging record and individual LO3 video.</a:t>
            </a:r>
            <a:br>
              <a:rPr lang="en-AE" sz="2000" dirty="0"/>
            </a:br>
            <a:endParaRPr lang="en-AE" sz="2000" dirty="0"/>
          </a:p>
        </p:txBody>
      </p:sp>
    </p:spTree>
    <p:extLst>
      <p:ext uri="{BB962C8B-B14F-4D97-AF65-F5344CB8AC3E}">
        <p14:creationId xmlns:p14="http://schemas.microsoft.com/office/powerpoint/2010/main" val="3023669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ow to Choose the Best Microcontroller for Your Project | Xecor">
            <a:extLst>
              <a:ext uri="{FF2B5EF4-FFF2-40B4-BE49-F238E27FC236}">
                <a16:creationId xmlns:a16="http://schemas.microsoft.com/office/drawing/2014/main" id="{E8F656FD-7495-11F2-E0D6-F26D4A4AA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98" y="981077"/>
            <a:ext cx="11822443" cy="5084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508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velopment boards | STM32-base project">
            <a:extLst>
              <a:ext uri="{FF2B5EF4-FFF2-40B4-BE49-F238E27FC236}">
                <a16:creationId xmlns:a16="http://schemas.microsoft.com/office/drawing/2014/main" id="{9FD51004-D6C0-5464-D79A-374C4F0D3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544" y="87549"/>
            <a:ext cx="10024353" cy="668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377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Electronic circuit board with processor">
            <a:extLst>
              <a:ext uri="{FF2B5EF4-FFF2-40B4-BE49-F238E27FC236}">
                <a16:creationId xmlns:a16="http://schemas.microsoft.com/office/drawing/2014/main" id="{15C5DD42-E6B4-45F5-AEF7-219505B31C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694" r="11647" b="-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BFBE35-9AB0-EF5D-E279-A82FBB498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AE" sz="4000" b="1"/>
              <a:t>Arduino Uno as a Learning Platform</a:t>
            </a:r>
            <a:endParaRPr lang="en-AE" sz="400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67927EB-D8F0-DD4F-6DB1-C234C289F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pPr lvl="0"/>
            <a:r>
              <a:rPr lang="en-AE" sz="2000" dirty="0"/>
              <a:t>Microcontroller: ATmega328P.</a:t>
            </a:r>
          </a:p>
          <a:p>
            <a:pPr lvl="0"/>
            <a:r>
              <a:rPr lang="en-AE" sz="2000" dirty="0"/>
              <a:t>Digital pins: read or write HIGH/LOW states.</a:t>
            </a:r>
          </a:p>
          <a:p>
            <a:pPr lvl="0"/>
            <a:r>
              <a:rPr lang="en-AE" sz="2000" dirty="0"/>
              <a:t>Analogue pins: measure a varying voltage with </a:t>
            </a:r>
            <a:r>
              <a:rPr lang="en-AE" sz="2000" dirty="0" err="1"/>
              <a:t>analogRead</a:t>
            </a:r>
            <a:r>
              <a:rPr lang="en-AE" sz="2000" dirty="0"/>
              <a:t>().</a:t>
            </a:r>
          </a:p>
          <a:p>
            <a:pPr lvl="0"/>
            <a:r>
              <a:rPr lang="en-AE" sz="2000" dirty="0"/>
              <a:t>USB connection: uploads the sketch and provides serial debugging.</a:t>
            </a:r>
          </a:p>
          <a:p>
            <a:pPr lvl="0"/>
            <a:r>
              <a:rPr lang="en-AE" sz="2000" dirty="0"/>
              <a:t>It is simple enough for first programs and supports the project pattern directly.</a:t>
            </a:r>
          </a:p>
        </p:txBody>
      </p:sp>
    </p:spTree>
    <p:extLst>
      <p:ext uri="{BB962C8B-B14F-4D97-AF65-F5344CB8AC3E}">
        <p14:creationId xmlns:p14="http://schemas.microsoft.com/office/powerpoint/2010/main" val="508049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rduino Community Logo | Arduino">
            <a:extLst>
              <a:ext uri="{FF2B5EF4-FFF2-40B4-BE49-F238E27FC236}">
                <a16:creationId xmlns:a16="http://schemas.microsoft.com/office/drawing/2014/main" id="{F3F3073E-4A44-85F0-B5AC-5A4D10C6B4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65" r="328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928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How Indoor Lighting Affects Your Cats' Health">
            <a:extLst>
              <a:ext uri="{FF2B5EF4-FFF2-40B4-BE49-F238E27FC236}">
                <a16:creationId xmlns:a16="http://schemas.microsoft.com/office/drawing/2014/main" id="{D256345B-75AC-3989-239F-F5487F6EA1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37" b="730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837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19D792-5AA8-37CB-CB8F-33F8168654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" b="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309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1F48A-637A-F07D-3489-3D9C150C7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b="1" dirty="0" err="1"/>
              <a:t>Tinkercad</a:t>
            </a:r>
            <a:r>
              <a:rPr lang="en-AE" b="1" dirty="0"/>
              <a:t> and </a:t>
            </a:r>
            <a:r>
              <a:rPr lang="en-AE" b="1" dirty="0" err="1"/>
              <a:t>Wokwi</a:t>
            </a:r>
            <a:endParaRPr lang="en-A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2627D5-737E-3042-8E99-1C6D382D3F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3948190"/>
              </p:ext>
            </p:extLst>
          </p:nvPr>
        </p:nvGraphicFramePr>
        <p:xfrm>
          <a:off x="933763" y="1580584"/>
          <a:ext cx="10360050" cy="23905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80025">
                  <a:extLst>
                    <a:ext uri="{9D8B030D-6E8A-4147-A177-3AD203B41FA5}">
                      <a16:colId xmlns:a16="http://schemas.microsoft.com/office/drawing/2014/main" val="1620892121"/>
                    </a:ext>
                  </a:extLst>
                </a:gridCol>
                <a:gridCol w="5180025">
                  <a:extLst>
                    <a:ext uri="{9D8B030D-6E8A-4147-A177-3AD203B41FA5}">
                      <a16:colId xmlns:a16="http://schemas.microsoft.com/office/drawing/2014/main" val="3357143267"/>
                    </a:ext>
                  </a:extLst>
                </a:gridCol>
              </a:tblGrid>
              <a:tr h="302002">
                <a:tc>
                  <a:txBody>
                    <a:bodyPr/>
                    <a:lstStyle/>
                    <a:p>
                      <a:pPr marL="0" marR="0" algn="l" latinLnBrk="0">
                        <a:spcBef>
                          <a:spcPts val="750"/>
                        </a:spcBef>
                        <a:spcAft>
                          <a:spcPts val="1125"/>
                        </a:spcAft>
                        <a:buNone/>
                      </a:pPr>
                      <a:r>
                        <a:rPr lang="en-AE" sz="2400">
                          <a:effectLst/>
                        </a:rPr>
                        <a:t>Tool</a:t>
                      </a:r>
                      <a:endParaRPr lang="en-AE" sz="2400" b="1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marL="0" marR="0" algn="l" latinLnBrk="0">
                        <a:spcBef>
                          <a:spcPts val="750"/>
                        </a:spcBef>
                        <a:spcAft>
                          <a:spcPts val="1125"/>
                        </a:spcAft>
                        <a:buNone/>
                      </a:pPr>
                      <a:r>
                        <a:rPr lang="en-AE" sz="2400">
                          <a:effectLst/>
                        </a:rPr>
                        <a:t>Use it for</a:t>
                      </a:r>
                      <a:endParaRPr lang="en-AE" sz="2400" b="1" i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70757" marR="70757" marT="32657" marB="32657" anchor="ctr"/>
                </a:tc>
                <a:extLst>
                  <a:ext uri="{0D108BD9-81ED-4DB2-BD59-A6C34878D82A}">
                    <a16:rowId xmlns:a16="http://schemas.microsoft.com/office/drawing/2014/main" val="2858171412"/>
                  </a:ext>
                </a:extLst>
              </a:tr>
              <a:tr h="747059">
                <a:tc>
                  <a:txBody>
                    <a:bodyPr/>
                    <a:lstStyle/>
                    <a:p>
                      <a:pPr marL="0" marR="0" algn="l" latinLnBrk="0">
                        <a:spcBef>
                          <a:spcPts val="750"/>
                        </a:spcBef>
                        <a:spcAft>
                          <a:spcPts val="1125"/>
                        </a:spcAft>
                        <a:buNone/>
                      </a:pPr>
                      <a:r>
                        <a:rPr lang="en-AE" sz="2400">
                          <a:effectLst/>
                        </a:rPr>
                        <a:t>Tinkercad Circuits</a:t>
                      </a:r>
                      <a:endParaRPr lang="en-AE" sz="2400" b="0" i="0">
                        <a:solidFill>
                          <a:srgbClr val="333333"/>
                        </a:solidFill>
                        <a:effectLst/>
                        <a:latin typeface="Helvetica Neue"/>
                      </a:endParaRP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marL="0" marR="0" algn="l" latinLnBrk="0">
                        <a:spcBef>
                          <a:spcPts val="750"/>
                        </a:spcBef>
                        <a:spcAft>
                          <a:spcPts val="1125"/>
                        </a:spcAft>
                        <a:buNone/>
                      </a:pPr>
                      <a:r>
                        <a:rPr lang="en-AE" sz="2400">
                          <a:effectLst/>
                        </a:rPr>
                        <a:t>First circuits, Arduino Uno, LEDs, buttons, LDRs and beginner code</a:t>
                      </a:r>
                      <a:endParaRPr lang="en-AE" sz="2400" b="0" i="0">
                        <a:solidFill>
                          <a:srgbClr val="333333"/>
                        </a:solidFill>
                        <a:effectLst/>
                        <a:latin typeface="Helvetica Neue"/>
                      </a:endParaRPr>
                    </a:p>
                  </a:txBody>
                  <a:tcPr marL="70757" marR="70757" marT="32657" marB="32657" anchor="ctr"/>
                </a:tc>
                <a:extLst>
                  <a:ext uri="{0D108BD9-81ED-4DB2-BD59-A6C34878D82A}">
                    <a16:rowId xmlns:a16="http://schemas.microsoft.com/office/drawing/2014/main" val="595171112"/>
                  </a:ext>
                </a:extLst>
              </a:tr>
              <a:tr h="969587">
                <a:tc>
                  <a:txBody>
                    <a:bodyPr/>
                    <a:lstStyle/>
                    <a:p>
                      <a:pPr marL="0" marR="0" algn="l" latinLnBrk="0">
                        <a:spcBef>
                          <a:spcPts val="750"/>
                        </a:spcBef>
                        <a:spcAft>
                          <a:spcPts val="1125"/>
                        </a:spcAft>
                        <a:buNone/>
                      </a:pPr>
                      <a:r>
                        <a:rPr lang="en-AE" sz="2400">
                          <a:effectLst/>
                        </a:rPr>
                        <a:t>Wokwi</a:t>
                      </a:r>
                      <a:endParaRPr lang="en-AE" sz="2400" b="0" i="0">
                        <a:solidFill>
                          <a:srgbClr val="333333"/>
                        </a:solidFill>
                        <a:effectLst/>
                        <a:latin typeface="Helvetica Neue"/>
                      </a:endParaRPr>
                    </a:p>
                  </a:txBody>
                  <a:tcPr marL="70757" marR="70757" marT="32657" marB="32657" anchor="ctr"/>
                </a:tc>
                <a:tc>
                  <a:txBody>
                    <a:bodyPr/>
                    <a:lstStyle/>
                    <a:p>
                      <a:pPr marL="0" marR="0" algn="l" latinLnBrk="0">
                        <a:spcBef>
                          <a:spcPts val="750"/>
                        </a:spcBef>
                        <a:spcAft>
                          <a:spcPts val="1125"/>
                        </a:spcAft>
                        <a:buNone/>
                      </a:pPr>
                      <a:r>
                        <a:rPr lang="en-AE" sz="2400" dirty="0">
                          <a:effectLst/>
                        </a:rPr>
                        <a:t>I2C LCD, ESP32 extensions, serial monitor and shareable advanced simulations</a:t>
                      </a:r>
                      <a:endParaRPr lang="en-AE" sz="2400" b="0" i="0" dirty="0">
                        <a:solidFill>
                          <a:srgbClr val="333333"/>
                        </a:solidFill>
                        <a:effectLst/>
                        <a:latin typeface="Helvetica Neue"/>
                      </a:endParaRPr>
                    </a:p>
                  </a:txBody>
                  <a:tcPr marL="70757" marR="70757" marT="32657" marB="32657" anchor="ctr"/>
                </a:tc>
                <a:extLst>
                  <a:ext uri="{0D108BD9-81ED-4DB2-BD59-A6C34878D82A}">
                    <a16:rowId xmlns:a16="http://schemas.microsoft.com/office/drawing/2014/main" val="1640238490"/>
                  </a:ext>
                </a:extLst>
              </a:tr>
            </a:tbl>
          </a:graphicData>
        </a:graphic>
      </p:graphicFrame>
      <p:graphicFrame>
        <p:nvGraphicFramePr>
          <p:cNvPr id="8" name="TextBox 5">
            <a:extLst>
              <a:ext uri="{FF2B5EF4-FFF2-40B4-BE49-F238E27FC236}">
                <a16:creationId xmlns:a16="http://schemas.microsoft.com/office/drawing/2014/main" id="{25CCC8B4-1B80-1879-031B-601CBD88F8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7375173"/>
              </p:ext>
            </p:extLst>
          </p:nvPr>
        </p:nvGraphicFramePr>
        <p:xfrm>
          <a:off x="838200" y="4333515"/>
          <a:ext cx="10360049" cy="21236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22727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69464-6D3F-EC5F-9425-786E3B0ED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b="1" dirty="0"/>
              <a:t>How an Arduino Sketch Runs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152F9-CA85-01AC-FE7E-566BD9447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E" dirty="0"/>
              <a:t>void setup() {</a:t>
            </a:r>
          </a:p>
          <a:p>
            <a:r>
              <a:rPr lang="en-AE" dirty="0"/>
              <a:t>	// Runs once when power is applied or reset.</a:t>
            </a:r>
          </a:p>
          <a:p>
            <a:r>
              <a:rPr lang="en-AE" dirty="0"/>
              <a:t>}</a:t>
            </a:r>
          </a:p>
          <a:p>
            <a:endParaRPr lang="en-AE" dirty="0"/>
          </a:p>
          <a:p>
            <a:r>
              <a:rPr lang="en-AE" dirty="0"/>
              <a:t>void loop() {</a:t>
            </a:r>
          </a:p>
          <a:p>
            <a:r>
              <a:rPr lang="en-AE" dirty="0"/>
              <a:t>	// Runs repeatedly forever.</a:t>
            </a:r>
          </a:p>
          <a:p>
            <a:r>
              <a:rPr lang="en-AE" dirty="0"/>
              <a:t>}</a:t>
            </a:r>
          </a:p>
          <a:p>
            <a:pPr lvl="0"/>
            <a:r>
              <a:rPr lang="en-AE" dirty="0"/>
              <a:t>setup() configures hardware.</a:t>
            </a:r>
          </a:p>
          <a:p>
            <a:pPr lvl="0"/>
            <a:r>
              <a:rPr lang="en-AE" dirty="0"/>
              <a:t>loop() repeatedly reads inputs, decides, then updates outputs.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3586505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A1BEAB-BFDD-B595-DEEB-1F75C7B64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AE" sz="4000" b="1">
                <a:solidFill>
                  <a:srgbClr val="FFFFFF"/>
                </a:solidFill>
              </a:rPr>
              <a:t>Digital Output and Logic States</a:t>
            </a:r>
            <a:endParaRPr lang="en-AE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F97A1A2-D8CD-5F5A-5177-AC8BA0FFFF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066754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31772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1CDB3-C36B-8228-F64B-474F8F0D3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b="1" dirty="0"/>
              <a:t>First Program - Blink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F74A9-8A6F-8299-B054-639CE68E7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AE" dirty="0" err="1"/>
              <a:t>const</a:t>
            </a:r>
            <a:r>
              <a:rPr lang="en-AE" dirty="0"/>
              <a:t> int </a:t>
            </a:r>
            <a:r>
              <a:rPr lang="en-AE" dirty="0" err="1"/>
              <a:t>ledPin</a:t>
            </a:r>
            <a:r>
              <a:rPr lang="en-AE" dirty="0"/>
              <a:t> = 13;</a:t>
            </a:r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r>
              <a:rPr lang="en-AE" dirty="0"/>
              <a:t>void setup() {</a:t>
            </a:r>
          </a:p>
          <a:p>
            <a:pPr marL="0" indent="0">
              <a:buNone/>
            </a:pPr>
            <a:r>
              <a:rPr lang="en-AE" dirty="0"/>
              <a:t>	</a:t>
            </a:r>
            <a:r>
              <a:rPr lang="en-AE" dirty="0" err="1"/>
              <a:t>pinMode</a:t>
            </a:r>
            <a:r>
              <a:rPr lang="en-AE" dirty="0"/>
              <a:t>(</a:t>
            </a:r>
            <a:r>
              <a:rPr lang="en-AE" dirty="0" err="1"/>
              <a:t>ledPin</a:t>
            </a:r>
            <a:r>
              <a:rPr lang="en-AE" dirty="0"/>
              <a:t>, OUTPUT);</a:t>
            </a:r>
          </a:p>
          <a:p>
            <a:pPr marL="0" indent="0">
              <a:buNone/>
            </a:pPr>
            <a:r>
              <a:rPr lang="en-AE" dirty="0"/>
              <a:t>}</a:t>
            </a:r>
          </a:p>
          <a:p>
            <a:pPr marL="0" indent="0">
              <a:buNone/>
            </a:pPr>
            <a:endParaRPr lang="en-AE" dirty="0"/>
          </a:p>
          <a:p>
            <a:pPr marL="0" indent="0">
              <a:buNone/>
            </a:pPr>
            <a:r>
              <a:rPr lang="en-AE" dirty="0"/>
              <a:t>void loop() {</a:t>
            </a:r>
          </a:p>
          <a:p>
            <a:pPr marL="0" indent="0">
              <a:buNone/>
            </a:pPr>
            <a:r>
              <a:rPr lang="en-AE" dirty="0"/>
              <a:t>	</a:t>
            </a:r>
            <a:r>
              <a:rPr lang="en-AE" dirty="0" err="1"/>
              <a:t>digitalWrite</a:t>
            </a:r>
            <a:r>
              <a:rPr lang="en-AE" dirty="0"/>
              <a:t>(</a:t>
            </a:r>
            <a:r>
              <a:rPr lang="en-AE" dirty="0" err="1"/>
              <a:t>ledPin</a:t>
            </a:r>
            <a:r>
              <a:rPr lang="en-AE" dirty="0"/>
              <a:t>, HIGH);</a:t>
            </a:r>
          </a:p>
          <a:p>
            <a:pPr marL="0" indent="0">
              <a:buNone/>
            </a:pPr>
            <a:r>
              <a:rPr lang="en-AE" dirty="0"/>
              <a:t>	delay(1000);</a:t>
            </a:r>
          </a:p>
          <a:p>
            <a:pPr marL="0" indent="0">
              <a:buNone/>
            </a:pPr>
            <a:r>
              <a:rPr lang="en-AE" dirty="0"/>
              <a:t>	</a:t>
            </a:r>
            <a:r>
              <a:rPr lang="en-AE" dirty="0" err="1"/>
              <a:t>digitalWrite</a:t>
            </a:r>
            <a:r>
              <a:rPr lang="en-AE" dirty="0"/>
              <a:t>(</a:t>
            </a:r>
            <a:r>
              <a:rPr lang="en-AE" dirty="0" err="1"/>
              <a:t>ledPin</a:t>
            </a:r>
            <a:r>
              <a:rPr lang="en-AE" dirty="0"/>
              <a:t>, LOW);</a:t>
            </a:r>
          </a:p>
          <a:p>
            <a:pPr marL="0" indent="0">
              <a:buNone/>
            </a:pPr>
            <a:r>
              <a:rPr lang="en-AE" dirty="0"/>
              <a:t>	delay(1000);</a:t>
            </a:r>
          </a:p>
          <a:p>
            <a:pPr marL="0" indent="0">
              <a:buNone/>
            </a:pPr>
            <a:r>
              <a:rPr lang="en-AE" dirty="0"/>
              <a:t>}</a:t>
            </a:r>
          </a:p>
          <a:p>
            <a:pPr marL="0" indent="0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0251006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D5AE9-5E9D-937E-74E8-2F6552A7C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b="1" dirty="0"/>
              <a:t> Lab L01 - Blink in </a:t>
            </a:r>
            <a:r>
              <a:rPr lang="en-AE" b="1" dirty="0" err="1"/>
              <a:t>Tinkercad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1081E-7E4A-CD31-E942-B8DF2D64E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AE" b="1" dirty="0"/>
              <a:t>Build:</a:t>
            </a:r>
            <a:r>
              <a:rPr lang="en-AE" dirty="0"/>
              <a:t> Arduino Uno, LED and 220 ohm resistor.</a:t>
            </a:r>
          </a:p>
          <a:p>
            <a:r>
              <a:rPr lang="en-AE" b="1" dirty="0"/>
              <a:t>Do:</a:t>
            </a:r>
            <a:endParaRPr lang="en-AE" dirty="0"/>
          </a:p>
          <a:p>
            <a:pPr lvl="0"/>
            <a:r>
              <a:rPr lang="en-AE" dirty="0"/>
              <a:t>Connect the LED safely to digital pin 13 and ground.</a:t>
            </a:r>
          </a:p>
          <a:p>
            <a:pPr lvl="0"/>
            <a:r>
              <a:rPr lang="en-AE" dirty="0"/>
              <a:t>Enter the Blink sketch.</a:t>
            </a:r>
          </a:p>
          <a:p>
            <a:pPr lvl="0"/>
            <a:r>
              <a:rPr lang="en-AE" dirty="0"/>
              <a:t>Run the simulation.</a:t>
            </a:r>
          </a:p>
          <a:p>
            <a:pPr lvl="0"/>
            <a:r>
              <a:rPr lang="en-AE" dirty="0"/>
              <a:t>Change the on/off timing to 250 </a:t>
            </a:r>
            <a:r>
              <a:rPr lang="en-AE" dirty="0" err="1"/>
              <a:t>ms</a:t>
            </a:r>
            <a:r>
              <a:rPr lang="en-AE" dirty="0"/>
              <a:t> and 750 </a:t>
            </a:r>
            <a:r>
              <a:rPr lang="en-AE" dirty="0" err="1"/>
              <a:t>ms</a:t>
            </a:r>
            <a:r>
              <a:rPr lang="en-AE" dirty="0"/>
              <a:t>.</a:t>
            </a:r>
          </a:p>
          <a:p>
            <a:pPr lvl="0"/>
            <a:r>
              <a:rPr lang="en-AE" dirty="0"/>
              <a:t>Save the project as L01_Blink_StudentName.</a:t>
            </a:r>
          </a:p>
          <a:p>
            <a:r>
              <a:rPr lang="en-AE" b="1" dirty="0"/>
              <a:t>Submit:</a:t>
            </a:r>
            <a:r>
              <a:rPr lang="en-AE" dirty="0"/>
              <a:t> screenshot, code and one sentence explaining setup() versus loop().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4321705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117348" y="774914"/>
            <a:ext cx="304800" cy="429768"/>
            <a:chOff x="215328" y="-46937"/>
            <a:chExt cx="304800" cy="277384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A852D3E-6C28-A6E3-1D90-EC6A400D3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95992"/>
            <a:ext cx="4195140" cy="5638831"/>
          </a:xfrm>
          <a:noFill/>
        </p:spPr>
        <p:txBody>
          <a:bodyPr anchor="ctr">
            <a:normAutofit/>
          </a:bodyPr>
          <a:lstStyle/>
          <a:p>
            <a:r>
              <a:rPr lang="en-AE" sz="4800" b="1"/>
              <a:t>Variables Make Code Easier to Change</a:t>
            </a:r>
            <a:endParaRPr lang="en-AE" sz="48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96406DA-495F-63DE-1CBF-F03923C3D2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3291966"/>
              </p:ext>
            </p:extLst>
          </p:nvPr>
        </p:nvGraphicFramePr>
        <p:xfrm>
          <a:off x="4915947" y="866585"/>
          <a:ext cx="6253722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406390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9DC80-69DD-8418-64A5-1EBEC8CA7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E" b="1" dirty="0"/>
              <a:t>Lab L02 - Timed Traffic Light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DA54B-2E76-9B19-27B9-1C2DA1C8E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35681"/>
          </a:xfrm>
        </p:spPr>
        <p:txBody>
          <a:bodyPr>
            <a:normAutofit/>
          </a:bodyPr>
          <a:lstStyle/>
          <a:p>
            <a:r>
              <a:rPr lang="en-AE" b="1" dirty="0"/>
              <a:t>Build:</a:t>
            </a:r>
            <a:r>
              <a:rPr lang="en-AE" dirty="0"/>
              <a:t> three LEDs: red, amber and green, each with a resistor.</a:t>
            </a:r>
          </a:p>
          <a:p>
            <a:r>
              <a:rPr lang="en-AE" b="1" dirty="0"/>
              <a:t>Requirements:</a:t>
            </a:r>
            <a:endParaRPr lang="en-AE" dirty="0"/>
          </a:p>
          <a:p>
            <a:pPr lvl="0"/>
            <a:r>
              <a:rPr lang="en-AE" dirty="0"/>
              <a:t>Green: 5 seconds.</a:t>
            </a:r>
          </a:p>
          <a:p>
            <a:pPr lvl="0"/>
            <a:r>
              <a:rPr lang="en-AE" dirty="0"/>
              <a:t>Amber: 2 seconds.</a:t>
            </a:r>
          </a:p>
          <a:p>
            <a:pPr lvl="0"/>
            <a:r>
              <a:rPr lang="en-AE" dirty="0"/>
              <a:t>Red: 5 seconds.</a:t>
            </a:r>
          </a:p>
          <a:p>
            <a:pPr lvl="0"/>
            <a:r>
              <a:rPr lang="en-AE" dirty="0"/>
              <a:t>Use named pin constants and explain the sequence.</a:t>
            </a:r>
          </a:p>
          <a:p>
            <a:r>
              <a:rPr lang="en-AE" b="1" dirty="0"/>
              <a:t>Extension:</a:t>
            </a:r>
            <a:r>
              <a:rPr lang="en-AE" dirty="0"/>
              <a:t> make amber flash three times before red.</a:t>
            </a:r>
          </a:p>
          <a:p>
            <a:r>
              <a:rPr lang="en-AE" b="1" dirty="0"/>
              <a:t>Evidence:</a:t>
            </a:r>
            <a:r>
              <a:rPr lang="en-AE" dirty="0"/>
              <a:t> wiring screenshot, code and a flowchart with start, outputs and delays.</a:t>
            </a:r>
          </a:p>
          <a:p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7005495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9F225A-D0D0-3A92-2C8B-A585ECE64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AE" sz="4000" b="1">
                <a:solidFill>
                  <a:srgbClr val="FFFFFF"/>
                </a:solidFill>
              </a:rPr>
              <a:t>Lab Review - Debug in This Order</a:t>
            </a:r>
            <a:endParaRPr lang="en-AE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D5FA71-B3FD-BB68-E7FD-117DDE5890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634118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044952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396B2A-A6F6-D768-97AB-348733599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AE" sz="4000" b="1">
                <a:solidFill>
                  <a:srgbClr val="FFFFFF"/>
                </a:solidFill>
              </a:rPr>
              <a:t>Link to the Assessment</a:t>
            </a:r>
            <a:endParaRPr lang="en-AE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6FA4357-DD13-847B-20A7-E568A23258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890612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70934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26D354-F607-DCFF-1C54-7CDACE374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AE" b="1">
                <a:solidFill>
                  <a:schemeClr val="bg1"/>
                </a:solidFill>
              </a:rPr>
              <a:t>Week 1 Exit Ticket</a:t>
            </a:r>
            <a:endParaRPr lang="en-AE">
              <a:solidFill>
                <a:schemeClr val="bg1"/>
              </a:solidFill>
            </a:endParaRP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272761-C352-3261-20F4-26DEF9D92F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6708069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1862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1014</Words>
  <Application>Microsoft Office PowerPoint</Application>
  <PresentationFormat>Widescreen</PresentationFormat>
  <Paragraphs>127</Paragraphs>
  <Slides>23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Consolas</vt:lpstr>
      <vt:lpstr>Helvetica Neue</vt:lpstr>
      <vt:lpstr>Office Theme</vt:lpstr>
      <vt:lpstr>PowerPoint Presentation</vt:lpstr>
      <vt:lpstr>PowerPoint Presentation</vt:lpstr>
      <vt:lpstr>What will we Do?</vt:lpstr>
      <vt:lpstr>Today's Learning Objectives</vt:lpstr>
      <vt:lpstr>What Is an Embedded System?</vt:lpstr>
      <vt:lpstr>PowerPoint Presentation</vt:lpstr>
      <vt:lpstr>Our Project Context</vt:lpstr>
      <vt:lpstr>PowerPoint Presentation</vt:lpstr>
      <vt:lpstr>PowerPoint Presentation</vt:lpstr>
      <vt:lpstr>Arduino Uno as a Learning Platform</vt:lpstr>
      <vt:lpstr>PowerPoint Presentation</vt:lpstr>
      <vt:lpstr>PowerPoint Presentation</vt:lpstr>
      <vt:lpstr>PowerPoint Presentation</vt:lpstr>
      <vt:lpstr>Tinkercad and Wokwi</vt:lpstr>
      <vt:lpstr>How an Arduino Sketch Runs</vt:lpstr>
      <vt:lpstr>Digital Output and Logic States</vt:lpstr>
      <vt:lpstr>First Program - Blink</vt:lpstr>
      <vt:lpstr> Lab L01 - Blink in Tinkercad</vt:lpstr>
      <vt:lpstr>Variables Make Code Easier to Change</vt:lpstr>
      <vt:lpstr>Lab L02 - Timed Traffic Light</vt:lpstr>
      <vt:lpstr>Lab Review - Debug in This Order</vt:lpstr>
      <vt:lpstr>Link to the Assessment</vt:lpstr>
      <vt:lpstr>Week 1 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Akbar</dc:creator>
  <cp:lastModifiedBy>Akbar</cp:lastModifiedBy>
  <cp:revision>9</cp:revision>
  <dcterms:created xsi:type="dcterms:W3CDTF">2026-09-29T19:26:15Z</dcterms:created>
  <dcterms:modified xsi:type="dcterms:W3CDTF">2026-09-29T19:50:27Z</dcterms:modified>
</cp:coreProperties>
</file>