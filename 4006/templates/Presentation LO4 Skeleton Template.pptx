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2" r:id="rId4"/>
  </p:sldMasterIdLst>
  <p:notesMasterIdLst>
    <p:notesMasterId r:id="rId27"/>
  </p:notesMasterIdLst>
  <p:sldIdLst>
    <p:sldId id="256" r:id="rId5"/>
    <p:sldId id="284" r:id="rId6"/>
    <p:sldId id="341" r:id="rId7"/>
    <p:sldId id="343" r:id="rId8"/>
    <p:sldId id="300" r:id="rId9"/>
    <p:sldId id="342" r:id="rId10"/>
    <p:sldId id="350" r:id="rId11"/>
    <p:sldId id="349" r:id="rId12"/>
    <p:sldId id="274" r:id="rId13"/>
    <p:sldId id="344" r:id="rId14"/>
    <p:sldId id="345" r:id="rId15"/>
    <p:sldId id="271" r:id="rId16"/>
    <p:sldId id="346" r:id="rId17"/>
    <p:sldId id="351" r:id="rId18"/>
    <p:sldId id="352" r:id="rId19"/>
    <p:sldId id="353" r:id="rId20"/>
    <p:sldId id="354" r:id="rId21"/>
    <p:sldId id="355" r:id="rId22"/>
    <p:sldId id="347" r:id="rId23"/>
    <p:sldId id="356" r:id="rId24"/>
    <p:sldId id="348" r:id="rId25"/>
    <p:sldId id="35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7" autoAdjust="0"/>
    <p:restoredTop sz="95226" autoAdjust="0"/>
  </p:normalViewPr>
  <p:slideViewPr>
    <p:cSldViewPr snapToGrid="0">
      <p:cViewPr varScale="1">
        <p:scale>
          <a:sx n="120" d="100"/>
          <a:sy n="120" d="100"/>
        </p:scale>
        <p:origin x="66" y="261"/>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manualLayout>
          <c:layoutTarget val="inner"/>
          <c:xMode val="edge"/>
          <c:yMode val="edge"/>
          <c:x val="5.43003038732012E-2"/>
          <c:y val="2.7674858519683116E-2"/>
          <c:w val="0.94546628937007871"/>
          <c:h val="0.79350175371289378"/>
        </c:manualLayout>
      </c:layout>
      <c:barChart>
        <c:barDir val="col"/>
        <c:grouping val="clustered"/>
        <c:varyColors val="0"/>
        <c:ser>
          <c:idx val="0"/>
          <c:order val="0"/>
          <c:spPr>
            <a:noFill/>
            <a:ln w="25400" cap="flat" cmpd="sng" algn="ctr">
              <a:solidFill>
                <a:schemeClr val="accent3">
                  <a:shade val="65000"/>
                </a:schemeClr>
              </a:solidFill>
              <a:miter lim="800000"/>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65000"/>
                        <a:lumOff val="3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Sheet1!$B$2:$B$5</c:f>
              <c:numCache>
                <c:formatCode>General</c:formatCode>
                <c:ptCount val="4"/>
                <c:pt idx="0">
                  <c:v>4.3</c:v>
                </c:pt>
                <c:pt idx="1">
                  <c:v>2.5</c:v>
                </c:pt>
                <c:pt idx="2">
                  <c:v>3.5</c:v>
                </c:pt>
                <c:pt idx="3">
                  <c:v>4.5</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Series 1</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 xmlns:c16="http://schemas.microsoft.com/office/drawing/2014/chart" uri="{C3380CC4-5D6E-409C-BE32-E72D297353CC}">
              <c16:uniqueId val="{00000000-5461-44E5-8109-0F23DAE9ED7D}"/>
            </c:ext>
          </c:extLst>
        </c:ser>
        <c:ser>
          <c:idx val="1"/>
          <c:order val="1"/>
          <c:spPr>
            <a:noFill/>
            <a:ln w="25400" cap="flat" cmpd="sng" algn="ctr">
              <a:solidFill>
                <a:schemeClr val="accent1"/>
              </a:solidFill>
              <a:miter lim="800000"/>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65000"/>
                        <a:lumOff val="3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Sheet1!$C$2:$C$5</c:f>
              <c:numCache>
                <c:formatCode>General</c:formatCode>
                <c:ptCount val="4"/>
                <c:pt idx="0">
                  <c:v>2.4</c:v>
                </c:pt>
                <c:pt idx="1">
                  <c:v>4.4000000000000004</c:v>
                </c:pt>
                <c:pt idx="2">
                  <c:v>1.8</c:v>
                </c:pt>
                <c:pt idx="3">
                  <c:v>2.8</c:v>
                </c:pt>
              </c:numCache>
            </c:numRef>
          </c:val>
          <c:extLst>
            <c:ext xmlns:c15="http://schemas.microsoft.com/office/drawing/2012/chart" uri="{02D57815-91ED-43cb-92C2-25804820EDAC}">
              <c15:filteredSeriesTitle>
                <c15:tx>
                  <c:strRef>
                    <c:extLst>
                      <c:ext uri="{02D57815-91ED-43cb-92C2-25804820EDAC}">
                        <c15:formulaRef>
                          <c15:sqref>Sheet1!$C$1</c15:sqref>
                        </c15:formulaRef>
                      </c:ext>
                    </c:extLst>
                    <c:strCache>
                      <c:ptCount val="1"/>
                      <c:pt idx="0">
                        <c:v>Series 2</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 xmlns:c16="http://schemas.microsoft.com/office/drawing/2014/chart" uri="{C3380CC4-5D6E-409C-BE32-E72D297353CC}">
              <c16:uniqueId val="{00000001-5461-44E5-8109-0F23DAE9ED7D}"/>
            </c:ext>
          </c:extLst>
        </c:ser>
        <c:ser>
          <c:idx val="2"/>
          <c:order val="2"/>
          <c:spPr>
            <a:noFill/>
            <a:ln w="25400" cap="flat" cmpd="sng" algn="ctr">
              <a:solidFill>
                <a:schemeClr val="accent3">
                  <a:tint val="65000"/>
                </a:schemeClr>
              </a:solidFill>
              <a:miter lim="800000"/>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65000"/>
                        <a:lumOff val="3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Sheet1!$D$2:$D$5</c:f>
              <c:numCache>
                <c:formatCode>General</c:formatCode>
                <c:ptCount val="4"/>
                <c:pt idx="0">
                  <c:v>2</c:v>
                </c:pt>
                <c:pt idx="1">
                  <c:v>2</c:v>
                </c:pt>
                <c:pt idx="2">
                  <c:v>3</c:v>
                </c:pt>
                <c:pt idx="3">
                  <c:v>5</c:v>
                </c:pt>
              </c:numCache>
            </c:numRef>
          </c:val>
          <c:extLst>
            <c:ext xmlns:c15="http://schemas.microsoft.com/office/drawing/2012/chart" uri="{02D57815-91ED-43cb-92C2-25804820EDAC}">
              <c15:filteredSeriesTitle>
                <c15:tx>
                  <c:strRef>
                    <c:extLst>
                      <c:ext uri="{02D57815-91ED-43cb-92C2-25804820EDAC}">
                        <c15:formulaRef>
                          <c15:sqref>Sheet1!$D$1</c15:sqref>
                        </c15:formulaRef>
                      </c:ext>
                    </c:extLst>
                    <c:strCache>
                      <c:ptCount val="1"/>
                      <c:pt idx="0">
                        <c:v>Series 3</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 xmlns:c16="http://schemas.microsoft.com/office/drawing/2014/chart" uri="{C3380CC4-5D6E-409C-BE32-E72D297353CC}">
              <c16:uniqueId val="{00000002-5461-44E5-8109-0F23DAE9ED7D}"/>
            </c:ext>
          </c:extLst>
        </c:ser>
        <c:dLbls>
          <c:dLblPos val="inEnd"/>
          <c:showLegendKey val="0"/>
          <c:showVal val="1"/>
          <c:showCatName val="0"/>
          <c:showSerName val="0"/>
          <c:showPercent val="0"/>
          <c:showBubbleSize val="0"/>
        </c:dLbls>
        <c:gapWidth val="164"/>
        <c:overlap val="-35"/>
        <c:axId val="40942159"/>
        <c:axId val="40955887"/>
      </c:barChart>
      <c:catAx>
        <c:axId val="40942159"/>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50000"/>
                    <a:lumOff val="50000"/>
                  </a:schemeClr>
                </a:solidFill>
                <a:latin typeface="+mj-lt"/>
                <a:ea typeface="+mn-ea"/>
                <a:cs typeface="+mn-cs"/>
              </a:defRPr>
            </a:pPr>
            <a:endParaRPr lang="en-US"/>
          </a:p>
        </c:txPr>
        <c:crossAx val="40955887"/>
        <c:crosses val="autoZero"/>
        <c:auto val="1"/>
        <c:lblAlgn val="ctr"/>
        <c:lblOffset val="100"/>
        <c:noMultiLvlLbl val="0"/>
      </c:catAx>
      <c:valAx>
        <c:axId val="40955887"/>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en-US"/>
          </a:p>
        </c:txPr>
        <c:crossAx val="40942159"/>
        <c:crosses val="autoZero"/>
        <c:crossBetween val="between"/>
      </c:valAx>
      <c:spPr>
        <a:noFill/>
        <a:ln>
          <a:noFill/>
        </a:ln>
        <a:effectLst/>
      </c:spPr>
    </c:plotArea>
    <c:legend>
      <c:legendPos val="t"/>
      <c:layout>
        <c:manualLayout>
          <c:xMode val="edge"/>
          <c:yMode val="edge"/>
          <c:x val="0.3767076360318804"/>
          <c:y val="0.93829795744622013"/>
          <c:w val="0.24658472793623909"/>
          <c:h val="6.1702042553779875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50000"/>
                  <a:lumOff val="50000"/>
                </a:schemeClr>
              </a:solidFill>
              <a:latin typeface="+mj-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6">
  <a:schemeClr val="accent3"/>
</cs:colorStyle>
</file>

<file path=ppt/charts/style1.xml><?xml version="1.0" encoding="utf-8"?>
<cs:chartStyle xmlns:cs="http://schemas.microsoft.com/office/drawing/2012/chartStyle" xmlns:a="http://schemas.openxmlformats.org/drawingml/2006/main" id="211">
  <cs:axisTitle>
    <cs:lnRef idx="0"/>
    <cs:fillRef idx="0"/>
    <cs:effectRef idx="0"/>
    <cs:fontRef idx="minor">
      <a:schemeClr val="tx1">
        <a:lumMod val="50000"/>
        <a:lumOff val="50000"/>
      </a:schemeClr>
    </cs:fontRef>
    <cs:defRPr sz="1197" kern="1200"/>
  </cs:axisTitle>
  <cs:categoryAxis>
    <cs:lnRef idx="0"/>
    <cs:fillRef idx="0"/>
    <cs:effectRef idx="0"/>
    <cs:fontRef idx="minor">
      <a:schemeClr val="tx1">
        <a:lumMod val="50000"/>
        <a:lumOff val="50000"/>
      </a:schemeClr>
    </cs:fontRef>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65000"/>
        <a:lumOff val="35000"/>
      </a:schemeClr>
    </cs:fontRef>
    <cs:defRPr sz="1197" kern="1200"/>
  </cs:dataLabel>
  <cs:dataLabelCallout>
    <cs:lnRef idx="0"/>
    <cs:fillRef idx="0"/>
    <cs:effectRef idx="0"/>
    <cs:fontRef idx="minor">
      <a:schemeClr val="bg1"/>
    </cs:fontRef>
    <cs:spPr>
      <a:solidFill>
        <a:schemeClr val="tx1">
          <a:lumMod val="35000"/>
          <a:lumOff val="65000"/>
        </a:schemeClr>
      </a:solidFill>
    </cs:spPr>
    <cs:defRPr sz="1197"/>
    <cs:bodyPr rot="0" spcFirstLastPara="1" vertOverflow="clip" horzOverflow="clip" vert="horz" wrap="square" lIns="36576" tIns="18288" rIns="36576" bIns="18288" anchor="ctr" anchorCtr="1">
      <a:spAutoFit/>
    </cs:bodyPr>
  </cs:dataLabelCallout>
  <cs:dataPoint>
    <cs:lnRef idx="0">
      <cs:styleClr val="auto"/>
    </cs:lnRef>
    <cs:fillRef idx="0"/>
    <cs:effectRef idx="0"/>
    <cs:fontRef idx="minor">
      <a:schemeClr val="dk1"/>
    </cs:fontRef>
    <cs:spPr>
      <a:noFill/>
      <a:ln w="25400" cap="flat" cmpd="sng" algn="ctr">
        <a:solidFill>
          <a:schemeClr val="phClr"/>
        </a:solidFill>
        <a:miter lim="800000"/>
      </a:ln>
    </cs:spPr>
  </cs:dataPoint>
  <cs:dataPoint3D>
    <cs:lnRef idx="0">
      <cs:styleClr val="auto"/>
    </cs:lnRef>
    <cs:fillRef idx="0">
      <cs:styleClr val="auto"/>
    </cs:fillRef>
    <cs:effectRef idx="0"/>
    <cs:fontRef idx="minor">
      <a:schemeClr val="dk1"/>
    </cs:fontRef>
    <cs:spPr>
      <a:ln w="19050" cap="flat" cmpd="sng" algn="ctr">
        <a:solidFill>
          <a:schemeClr val="phClr"/>
        </a:solidFill>
        <a:miter lim="800000"/>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ln w="19050" cap="rnd">
        <a:solidFill>
          <a:schemeClr val="phClr"/>
        </a:solidFill>
        <a:round/>
      </a:ln>
    </cs:spPr>
  </cs:dataPointMarker>
  <cs:dataPointMarkerLayout symbol="circle" size="6"/>
  <cs:dataPointWireframe>
    <cs:lnRef idx="0">
      <cs:styleClr val="auto"/>
    </cs:lnRef>
    <cs:fillRef idx="1"/>
    <cs:effectRef idx="0"/>
    <cs:fontRef idx="minor">
      <a:schemeClr val="tx1"/>
    </cs:fontRef>
    <cs:spPr>
      <a:ln w="9525">
        <a:solidFill>
          <a:schemeClr val="phClr"/>
        </a:solidFill>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tx1">
            <a:lumMod val="50000"/>
            <a:lumOff val="50000"/>
          </a:schemeClr>
        </a:solidFill>
        <a:round/>
      </a:ln>
    </cs:spPr>
  </cs:downBar>
  <cs:dropLine>
    <cs:lnRef idx="0"/>
    <cs:fillRef idx="0"/>
    <cs:effectRef idx="0"/>
    <cs:fontRef idx="minor">
      <a:schemeClr val="dk1"/>
    </cs:fontRef>
    <cs:spPr>
      <a:ln w="9525" cap="flat" cmpd="sng" algn="ctr">
        <a:solidFill>
          <a:schemeClr val="tx1">
            <a:lumMod val="35000"/>
            <a:lumOff val="65000"/>
          </a:schemeClr>
        </a:solidFill>
        <a:round/>
      </a:ln>
    </cs:spPr>
  </cs:dropLine>
  <cs:errorBar>
    <cs:lnRef idx="0"/>
    <cs:fillRef idx="0"/>
    <cs:effectRef idx="0"/>
    <cs:fontRef idx="minor">
      <a:schemeClr val="dk1"/>
    </cs:fontRef>
    <cs:spPr>
      <a:ln w="9525" cap="flat" cmpd="sng" algn="ctr">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a:solidFill>
          <a:schemeClr val="tx1">
            <a:lumMod val="15000"/>
            <a:lumOff val="85000"/>
          </a:schemeClr>
        </a:solidFill>
      </a:ln>
    </cs:spPr>
  </cs:gridlineMajor>
  <cs:gridlineMinor>
    <cs:lnRef idx="0"/>
    <cs:fillRef idx="0"/>
    <cs:effectRef idx="0"/>
    <cs:fontRef idx="minor">
      <a:schemeClr val="dk1"/>
    </cs:fontRef>
    <cs:spPr>
      <a:ln w="9525">
        <a:solidFill>
          <a:schemeClr val="tx1">
            <a:lumMod val="5000"/>
            <a:lumOff val="95000"/>
          </a:schemeClr>
        </a:solidFill>
      </a:ln>
    </cs:spPr>
  </cs:gridlineMinor>
  <cs:hiLoLine>
    <cs:lnRef idx="0"/>
    <cs:fillRef idx="0"/>
    <cs:effectRef idx="0"/>
    <cs:fontRef idx="minor">
      <a:schemeClr val="dk1"/>
    </cs:fontRef>
    <cs:spPr>
      <a:ln w="9525" cap="flat" cmpd="sng" algn="ctr">
        <a:solidFill>
          <a:schemeClr val="tx1">
            <a:lumMod val="35000"/>
            <a:lumOff val="65000"/>
          </a:schemeClr>
        </a:solidFill>
        <a:round/>
      </a:ln>
    </cs:spPr>
  </cs:hiLoLine>
  <cs:leaderLine>
    <cs:lnRef idx="0"/>
    <cs:fillRef idx="0"/>
    <cs:effectRef idx="0"/>
    <cs:fontRef idx="minor">
      <a:schemeClr val="dk1"/>
    </cs:fontRef>
    <cs:spPr>
      <a:ln w="9525" cap="flat" cmpd="sng" algn="ctr">
        <a:solidFill>
          <a:schemeClr val="tx1">
            <a:lumMod val="35000"/>
            <a:lumOff val="65000"/>
          </a:schemeClr>
        </a:solidFill>
        <a:round/>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defRPr sz="1197" kern="1200"/>
  </cs:seriesAxis>
  <cs:seriesLine>
    <cs:lnRef idx="0"/>
    <cs:fillRef idx="0"/>
    <cs:effectRef idx="0"/>
    <cs:fontRef idx="minor">
      <a:schemeClr val="dk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200" b="0" kern="1200" cap="none" spc="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50000"/>
        <a:lumOff val="50000"/>
      </a:schemeClr>
    </cs:fontRef>
    <cs:defRPr sz="1197" kern="1200"/>
  </cs:trendlineLabel>
  <cs:upBar>
    <cs:lnRef idx="0"/>
    <cs:fillRef idx="0"/>
    <cs:effectRef idx="0"/>
    <cs:fontRef idx="minor">
      <a:schemeClr val="dk1"/>
    </cs:fontRef>
    <cs:spPr>
      <a:solidFill>
        <a:schemeClr val="lt1"/>
      </a:solidFill>
      <a:ln w="9525" cap="flat" cmpd="sng" algn="ctr">
        <a:solidFill>
          <a:schemeClr val="tx1">
            <a:lumMod val="50000"/>
            <a:lumOff val="50000"/>
          </a:schemeClr>
        </a:solidFill>
        <a:round/>
      </a:ln>
    </cs:spPr>
  </cs:upBar>
  <cs:valueAxis>
    <cs:lnRef idx="0"/>
    <cs:fillRef idx="0"/>
    <cs:effectRef idx="0"/>
    <cs:fontRef idx="minor">
      <a:schemeClr val="tx1">
        <a:lumMod val="50000"/>
        <a:lumOff val="50000"/>
      </a:schemeClr>
    </cs:fontRef>
    <cs:defRPr sz="1197" kern="1200"/>
  </cs:valueAxis>
  <cs:wall>
    <cs:lnRef idx="0"/>
    <cs:fillRef idx="0"/>
    <cs:effectRef idx="0"/>
    <cs:fontRef idx="minor">
      <a:schemeClr val="dk1"/>
    </cs:fontRef>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 Id="rId4" Type="http://schemas.openxmlformats.org/officeDocument/2006/relationships/image" Target="../media/image15.jpeg"/></Relationships>
</file>

<file path=ppt/diagrams/_rels/data3.xml.rels><?xml version="1.0" encoding="UTF-8" standalone="yes"?>
<Relationships xmlns="http://schemas.openxmlformats.org/package/2006/relationships"><Relationship Id="rId8" Type="http://schemas.openxmlformats.org/officeDocument/2006/relationships/hyperlink" Target="https://infinitepowerenergysolutions.com/best-current-clamp-for-oscilloscope/" TargetMode="External"/><Relationship Id="rId3" Type="http://schemas.openxmlformats.org/officeDocument/2006/relationships/image" Target="../media/image17.jpg"/><Relationship Id="rId7" Type="http://schemas.openxmlformats.org/officeDocument/2006/relationships/image" Target="../media/image19.jpg"/><Relationship Id="rId2" Type="http://schemas.openxmlformats.org/officeDocument/2006/relationships/hyperlink" Target="https://pxhere.com/tr/photo/1330873" TargetMode="External"/><Relationship Id="rId1" Type="http://schemas.openxmlformats.org/officeDocument/2006/relationships/image" Target="../media/image16.jpg"/><Relationship Id="rId6" Type="http://schemas.openxmlformats.org/officeDocument/2006/relationships/hyperlink" Target="https://www.electronics-lab.com/spd3303x-spd3303x-e-series-programmable-dc-power-supply/" TargetMode="External"/><Relationship Id="rId5" Type="http://schemas.openxmlformats.org/officeDocument/2006/relationships/image" Target="../media/image18.png"/><Relationship Id="rId4" Type="http://schemas.openxmlformats.org/officeDocument/2006/relationships/hyperlink" Target="https://freebie.photography/technology/slides/usb_cable.htm" TargetMode="External"/></Relationships>
</file>

<file path=ppt/diagrams/_rels/drawing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 Id="rId4" Type="http://schemas.openxmlformats.org/officeDocument/2006/relationships/image" Target="../media/image15.jpeg"/></Relationships>
</file>

<file path=ppt/diagrams/_rels/drawing3.xml.rels><?xml version="1.0" encoding="UTF-8" standalone="yes"?>
<Relationships xmlns="http://schemas.openxmlformats.org/package/2006/relationships"><Relationship Id="rId8" Type="http://schemas.openxmlformats.org/officeDocument/2006/relationships/hyperlink" Target="https://infinitepowerenergysolutions.com/best-current-clamp-for-oscilloscope/" TargetMode="External"/><Relationship Id="rId3" Type="http://schemas.openxmlformats.org/officeDocument/2006/relationships/image" Target="../media/image17.jpg"/><Relationship Id="rId7" Type="http://schemas.openxmlformats.org/officeDocument/2006/relationships/image" Target="../media/image19.jpg"/><Relationship Id="rId2" Type="http://schemas.openxmlformats.org/officeDocument/2006/relationships/hyperlink" Target="https://pxhere.com/tr/photo/1330873" TargetMode="External"/><Relationship Id="rId1" Type="http://schemas.openxmlformats.org/officeDocument/2006/relationships/image" Target="../media/image16.jpg"/><Relationship Id="rId6" Type="http://schemas.openxmlformats.org/officeDocument/2006/relationships/hyperlink" Target="https://www.electronics-lab.com/spd3303x-spd3303x-e-series-programmable-dc-power-supply/" TargetMode="External"/><Relationship Id="rId5" Type="http://schemas.openxmlformats.org/officeDocument/2006/relationships/image" Target="../media/image18.png"/><Relationship Id="rId4" Type="http://schemas.openxmlformats.org/officeDocument/2006/relationships/hyperlink" Target="https://freebie.photography/technology/slides/usb_cable.htm" TargetMode="Externa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72703F-EB58-4B0C-8B2A-EDF2A51B2C6C}" type="doc">
      <dgm:prSet loTypeId="urn:microsoft.com/office/officeart/2019/1/layout/PeoplePortraitsList" loCatId="profile" qsTypeId="urn:microsoft.com/office/officeart/2005/8/quickstyle/simple1" qsCatId="simple" csTypeId="urn:microsoft.com/office/officeart/2005/8/colors/colorful2" csCatId="colorful" phldr="1"/>
      <dgm:spPr/>
      <dgm:t>
        <a:bodyPr/>
        <a:lstStyle/>
        <a:p>
          <a:endParaRPr lang="en-US"/>
        </a:p>
      </dgm:t>
    </dgm:pt>
    <dgm:pt modelId="{23CA95F9-8BCF-40C1-B842-BCFFD43632F6}">
      <dgm:prSet custT="1"/>
      <dgm:spPr/>
      <dgm:t>
        <a:bodyPr/>
        <a:lstStyle/>
        <a:p>
          <a:pPr algn="ctr">
            <a:lnSpc>
              <a:spcPct val="100000"/>
            </a:lnSpc>
            <a:defRPr b="1" spc="20">
              <a:latin typeface="+mj-lt"/>
            </a:defRPr>
          </a:pPr>
          <a:r>
            <a:rPr lang="en-US" sz="2000" b="1" dirty="0">
              <a:solidFill>
                <a:schemeClr val="accent3"/>
              </a:solidFill>
              <a:highlight>
                <a:srgbClr val="FFFF00"/>
              </a:highlight>
            </a:rPr>
            <a:t>Name</a:t>
          </a:r>
          <a:br>
            <a:rPr lang="en-US" sz="1600" dirty="0">
              <a:solidFill>
                <a:sysClr val="windowText" lastClr="000000"/>
              </a:solidFill>
              <a:highlight>
                <a:srgbClr val="FFFF00"/>
              </a:highlight>
            </a:rPr>
          </a:br>
          <a:r>
            <a:rPr lang="en-US" sz="1600" b="0" dirty="0">
              <a:solidFill>
                <a:schemeClr val="tx1"/>
              </a:solidFill>
              <a:highlight>
                <a:srgbClr val="FFFF00"/>
              </a:highlight>
              <a:latin typeface="+mn-lt"/>
            </a:rPr>
            <a:t>Title</a:t>
          </a:r>
        </a:p>
      </dgm:t>
    </dgm:pt>
    <dgm:pt modelId="{FC4F4986-5DCD-4DC2-B7FD-2C5FABEF9979}" type="parTrans" cxnId="{E6EDE7CF-5B3F-4E2C-99EE-D5462F0EC9CE}">
      <dgm:prSet/>
      <dgm:spPr/>
      <dgm:t>
        <a:bodyPr/>
        <a:lstStyle/>
        <a:p>
          <a:endParaRPr lang="en-US"/>
        </a:p>
      </dgm:t>
    </dgm:pt>
    <dgm:pt modelId="{D868EA7F-D868-4231-86D5-66D9B2DF2F62}" type="sibTrans" cxnId="{E6EDE7CF-5B3F-4E2C-99EE-D5462F0EC9CE}">
      <dgm:prSet/>
      <dgm:spPr/>
      <dgm:t>
        <a:bodyPr/>
        <a:lstStyle/>
        <a:p>
          <a:endParaRPr lang="en-US"/>
        </a:p>
      </dgm:t>
    </dgm:pt>
    <dgm:pt modelId="{1E293C9C-50F7-4DF0-A45F-EF6AA41E15B2}">
      <dgm:prSet custT="1"/>
      <dgm:spPr/>
      <dgm:t>
        <a:bodyPr/>
        <a:lstStyle/>
        <a:p>
          <a:pPr algn="ctr">
            <a:lnSpc>
              <a:spcPct val="100000"/>
            </a:lnSpc>
            <a:defRPr b="1" spc="20">
              <a:latin typeface="+mj-lt"/>
            </a:defRPr>
          </a:pPr>
          <a:r>
            <a:rPr lang="en-US" sz="2000" b="1" i="0" dirty="0">
              <a:solidFill>
                <a:schemeClr val="accent3"/>
              </a:solidFill>
              <a:highlight>
                <a:srgbClr val="FFFF00"/>
              </a:highlight>
            </a:rPr>
            <a:t>Name</a:t>
          </a:r>
          <a:br>
            <a:rPr lang="en-US" sz="1600" dirty="0">
              <a:solidFill>
                <a:schemeClr val="tx1"/>
              </a:solidFill>
              <a:highlight>
                <a:srgbClr val="FFFF00"/>
              </a:highlight>
            </a:rPr>
          </a:br>
          <a:r>
            <a:rPr lang="en-US" sz="1600" b="0" dirty="0">
              <a:solidFill>
                <a:schemeClr val="tx1"/>
              </a:solidFill>
              <a:highlight>
                <a:srgbClr val="FFFF00"/>
              </a:highlight>
              <a:latin typeface="+mn-lt"/>
            </a:rPr>
            <a:t>Title</a:t>
          </a:r>
        </a:p>
      </dgm:t>
    </dgm:pt>
    <dgm:pt modelId="{04936CC5-1B2F-4620-ABDF-F195956C3F4A}" type="parTrans" cxnId="{A7E7000F-0D10-4D88-844F-C9CB2A6A39DA}">
      <dgm:prSet/>
      <dgm:spPr/>
      <dgm:t>
        <a:bodyPr/>
        <a:lstStyle/>
        <a:p>
          <a:endParaRPr lang="en-US"/>
        </a:p>
      </dgm:t>
    </dgm:pt>
    <dgm:pt modelId="{E019F05B-61F4-4915-9D10-5D6F328EA591}" type="sibTrans" cxnId="{A7E7000F-0D10-4D88-844F-C9CB2A6A39DA}">
      <dgm:prSet/>
      <dgm:spPr/>
      <dgm:t>
        <a:bodyPr/>
        <a:lstStyle/>
        <a:p>
          <a:endParaRPr lang="en-US"/>
        </a:p>
      </dgm:t>
    </dgm:pt>
    <dgm:pt modelId="{DA3F2F2F-B5A8-4CFD-ABCE-1BC48CD913AF}">
      <dgm:prSet custT="1"/>
      <dgm:spPr/>
      <dgm:t>
        <a:bodyPr/>
        <a:lstStyle/>
        <a:p>
          <a:pPr algn="ctr">
            <a:lnSpc>
              <a:spcPct val="100000"/>
            </a:lnSpc>
            <a:defRPr b="1" spc="20">
              <a:latin typeface="+mj-lt"/>
            </a:defRPr>
          </a:pPr>
          <a:r>
            <a:rPr lang="en-US" sz="2000" b="1" dirty="0">
              <a:solidFill>
                <a:schemeClr val="accent3"/>
              </a:solidFill>
              <a:highlight>
                <a:srgbClr val="FFFF00"/>
              </a:highlight>
            </a:rPr>
            <a:t>Name</a:t>
          </a:r>
          <a:br>
            <a:rPr lang="en-US" sz="1600" dirty="0">
              <a:solidFill>
                <a:schemeClr val="tx1"/>
              </a:solidFill>
              <a:highlight>
                <a:srgbClr val="FFFF00"/>
              </a:highlight>
            </a:rPr>
          </a:br>
          <a:r>
            <a:rPr lang="en-US" sz="1600" b="0" dirty="0">
              <a:solidFill>
                <a:schemeClr val="tx1"/>
              </a:solidFill>
              <a:highlight>
                <a:srgbClr val="FFFF00"/>
              </a:highlight>
              <a:latin typeface="+mn-lt"/>
            </a:rPr>
            <a:t>Title</a:t>
          </a:r>
        </a:p>
      </dgm:t>
    </dgm:pt>
    <dgm:pt modelId="{D4AFA5E0-6624-49A6-B10B-4FFA7483C001}" type="parTrans" cxnId="{307321D6-32A9-4F29-A35B-8328C6417311}">
      <dgm:prSet/>
      <dgm:spPr/>
      <dgm:t>
        <a:bodyPr/>
        <a:lstStyle/>
        <a:p>
          <a:endParaRPr lang="en-US"/>
        </a:p>
      </dgm:t>
    </dgm:pt>
    <dgm:pt modelId="{038FE749-6004-418E-86C7-7C1B1D7930F4}" type="sibTrans" cxnId="{307321D6-32A9-4F29-A35B-8328C6417311}">
      <dgm:prSet/>
      <dgm:spPr/>
      <dgm:t>
        <a:bodyPr/>
        <a:lstStyle/>
        <a:p>
          <a:endParaRPr lang="en-US"/>
        </a:p>
      </dgm:t>
    </dgm:pt>
    <dgm:pt modelId="{B2F9B3BC-1849-4A4A-BBE4-752B9B492C76}">
      <dgm:prSet custT="1"/>
      <dgm:spPr/>
      <dgm:t>
        <a:bodyPr/>
        <a:lstStyle/>
        <a:p>
          <a:pPr algn="ctr">
            <a:lnSpc>
              <a:spcPct val="100000"/>
            </a:lnSpc>
            <a:defRPr b="1" spc="20">
              <a:latin typeface="+mj-lt"/>
            </a:defRPr>
          </a:pPr>
          <a:r>
            <a:rPr lang="en-US" sz="2000" b="1" dirty="0">
              <a:solidFill>
                <a:schemeClr val="accent3"/>
              </a:solidFill>
              <a:highlight>
                <a:srgbClr val="FFFF00"/>
              </a:highlight>
            </a:rPr>
            <a:t>Name</a:t>
          </a:r>
          <a:br>
            <a:rPr lang="en-US" sz="1600" dirty="0">
              <a:solidFill>
                <a:schemeClr val="tx1"/>
              </a:solidFill>
              <a:highlight>
                <a:srgbClr val="FFFF00"/>
              </a:highlight>
            </a:rPr>
          </a:br>
          <a:r>
            <a:rPr lang="en-US" sz="1600" b="0" dirty="0">
              <a:solidFill>
                <a:schemeClr val="tx1"/>
              </a:solidFill>
              <a:highlight>
                <a:srgbClr val="FFFF00"/>
              </a:highlight>
              <a:latin typeface="+mn-lt"/>
            </a:rPr>
            <a:t>Title</a:t>
          </a:r>
        </a:p>
      </dgm:t>
    </dgm:pt>
    <dgm:pt modelId="{48FD486C-824F-4590-8CFC-BC1053E533DD}" type="parTrans" cxnId="{BB48F2B9-3F80-43D5-9223-76526A774C2D}">
      <dgm:prSet/>
      <dgm:spPr/>
      <dgm:t>
        <a:bodyPr/>
        <a:lstStyle/>
        <a:p>
          <a:endParaRPr lang="en-US"/>
        </a:p>
      </dgm:t>
    </dgm:pt>
    <dgm:pt modelId="{2946CE56-B018-4C0E-918D-0B36D170024F}" type="sibTrans" cxnId="{BB48F2B9-3F80-43D5-9223-76526A774C2D}">
      <dgm:prSet/>
      <dgm:spPr/>
      <dgm:t>
        <a:bodyPr/>
        <a:lstStyle/>
        <a:p>
          <a:endParaRPr lang="en-US"/>
        </a:p>
      </dgm:t>
    </dgm:pt>
    <dgm:pt modelId="{BF30E86D-EAFC-44CE-B56C-D7C5EC7742F3}" type="pres">
      <dgm:prSet presAssocID="{5C72703F-EB58-4B0C-8B2A-EDF2A51B2C6C}" presName="root" presStyleCnt="0">
        <dgm:presLayoutVars>
          <dgm:dir/>
          <dgm:resizeHandles val="exact"/>
        </dgm:presLayoutVars>
      </dgm:prSet>
      <dgm:spPr/>
    </dgm:pt>
    <dgm:pt modelId="{34A89649-B4A9-4A6F-8793-5A3DB37DDDA6}" type="pres">
      <dgm:prSet presAssocID="{23CA95F9-8BCF-40C1-B842-BCFFD43632F6}" presName="compNode" presStyleCnt="0"/>
      <dgm:spPr/>
    </dgm:pt>
    <dgm:pt modelId="{FFB9F511-6797-4909-9D3B-89EBC96F25A8}" type="pres">
      <dgm:prSet presAssocID="{23CA95F9-8BCF-40C1-B842-BCFFD43632F6}" presName="topSpace" presStyleCnt="0"/>
      <dgm:spPr/>
    </dgm:pt>
    <dgm:pt modelId="{73073D5B-7ADA-4F8B-AD34-0BE114905A44}" type="pres">
      <dgm:prSet presAssocID="{23CA95F9-8BCF-40C1-B842-BCFFD43632F6}" presName="photoElip" presStyleLbl="node1" presStyleIdx="0" presStyleCnt="4" custScaleX="135512" custScaleY="135512"/>
      <dgm:spPr>
        <a:prstGeom prst="rect">
          <a:avLst/>
        </a:prstGeom>
        <a:blipFill dpi="0" rotWithShape="1">
          <a:blip xmlns:r="http://schemas.openxmlformats.org/officeDocument/2006/relationships" r:embed="rId1" cstate="screen">
            <a:extLst>
              <a:ext uri="{28A0092B-C50C-407E-A947-70E740481C1C}">
                <a14:useLocalDpi xmlns:a14="http://schemas.microsoft.com/office/drawing/2010/main" val="0"/>
              </a:ext>
            </a:extLst>
          </a:blip>
          <a:srcRect/>
          <a:stretch>
            <a:fillRect/>
          </a:stretch>
        </a:blipFill>
        <a:ln>
          <a:noFill/>
        </a:ln>
      </dgm:spPr>
      <dgm:extLst>
        <a:ext uri="{E40237B7-FDA0-4F09-8148-C483321AD2D9}">
          <dgm14:cNvPr xmlns:dgm14="http://schemas.microsoft.com/office/drawing/2010/diagram" id="0" name="" descr="Headshot"/>
        </a:ext>
      </dgm:extLst>
    </dgm:pt>
    <dgm:pt modelId="{EE33220B-2292-4F19-BD6E-B7F529CD8414}" type="pres">
      <dgm:prSet presAssocID="{23CA95F9-8BCF-40C1-B842-BCFFD43632F6}" presName="iconSpace" presStyleCnt="0"/>
      <dgm:spPr/>
    </dgm:pt>
    <dgm:pt modelId="{FDFAF16A-4FD0-49F4-8593-32E9A31A4FF7}" type="pres">
      <dgm:prSet presAssocID="{23CA95F9-8BCF-40C1-B842-BCFFD43632F6}" presName="nameTx" presStyleLbl="revTx" presStyleIdx="0" presStyleCnt="8" custLinFactNeighborY="17872">
        <dgm:presLayoutVars>
          <dgm:chMax val="0"/>
          <dgm:chPref val="0"/>
        </dgm:presLayoutVars>
      </dgm:prSet>
      <dgm:spPr/>
    </dgm:pt>
    <dgm:pt modelId="{EEB88C88-E325-43D0-B163-BFD87C897361}" type="pres">
      <dgm:prSet presAssocID="{23CA95F9-8BCF-40C1-B842-BCFFD43632F6}" presName="txSpace" presStyleCnt="0"/>
      <dgm:spPr/>
    </dgm:pt>
    <dgm:pt modelId="{7D166BBB-55AF-452C-B9A0-94A1EE55FF4F}" type="pres">
      <dgm:prSet presAssocID="{23CA95F9-8BCF-40C1-B842-BCFFD43632F6}" presName="desTx" presStyleLbl="revTx" presStyleIdx="1" presStyleCnt="8">
        <dgm:presLayoutVars/>
      </dgm:prSet>
      <dgm:spPr/>
    </dgm:pt>
    <dgm:pt modelId="{860D3358-284A-4827-88CC-2F74FF5A1E56}" type="pres">
      <dgm:prSet presAssocID="{23CA95F9-8BCF-40C1-B842-BCFFD43632F6}" presName="bottSpace" presStyleCnt="0"/>
      <dgm:spPr/>
    </dgm:pt>
    <dgm:pt modelId="{0D4A0804-490F-47AA-B7FA-08C890B0D841}" type="pres">
      <dgm:prSet presAssocID="{D868EA7F-D868-4231-86D5-66D9B2DF2F62}" presName="sibTrans" presStyleCnt="0"/>
      <dgm:spPr/>
    </dgm:pt>
    <dgm:pt modelId="{E40BB94D-AE1C-4F05-8AA5-E9FA9A8CCCDE}" type="pres">
      <dgm:prSet presAssocID="{1E293C9C-50F7-4DF0-A45F-EF6AA41E15B2}" presName="compNode" presStyleCnt="0"/>
      <dgm:spPr/>
    </dgm:pt>
    <dgm:pt modelId="{1BC7C3C6-BE78-4F0A-9E69-54742F1AA0F3}" type="pres">
      <dgm:prSet presAssocID="{1E293C9C-50F7-4DF0-A45F-EF6AA41E15B2}" presName="topSpace" presStyleCnt="0"/>
      <dgm:spPr/>
    </dgm:pt>
    <dgm:pt modelId="{25238F18-07B8-41D8-8BD9-9F8514E8F9C4}" type="pres">
      <dgm:prSet presAssocID="{1E293C9C-50F7-4DF0-A45F-EF6AA41E15B2}" presName="photoElip" presStyleLbl="node1" presStyleIdx="1" presStyleCnt="4" custScaleX="135512" custScaleY="135512"/>
      <dgm:spPr>
        <a:prstGeom prst="rect">
          <a:avLst/>
        </a:prstGeom>
        <a:blipFill dpi="0" rotWithShape="1">
          <a:blip xmlns:r="http://schemas.openxmlformats.org/officeDocument/2006/relationships" r:embed="rId2" cstate="screen">
            <a:extLst>
              <a:ext uri="{28A0092B-C50C-407E-A947-70E740481C1C}">
                <a14:useLocalDpi xmlns:a14="http://schemas.microsoft.com/office/drawing/2010/main" val="0"/>
              </a:ext>
            </a:extLst>
          </a:blip>
          <a:srcRect/>
          <a:stretch>
            <a:fillRect/>
          </a:stretch>
        </a:blipFill>
        <a:ln>
          <a:noFill/>
        </a:ln>
      </dgm:spPr>
      <dgm:extLst>
        <a:ext uri="{E40237B7-FDA0-4F09-8148-C483321AD2D9}">
          <dgm14:cNvPr xmlns:dgm14="http://schemas.microsoft.com/office/drawing/2010/diagram" id="0" name="" descr="Headshot"/>
        </a:ext>
      </dgm:extLst>
    </dgm:pt>
    <dgm:pt modelId="{6FFE343B-847F-4D3F-A2F9-B95E826EC656}" type="pres">
      <dgm:prSet presAssocID="{1E293C9C-50F7-4DF0-A45F-EF6AA41E15B2}" presName="iconSpace" presStyleCnt="0"/>
      <dgm:spPr/>
    </dgm:pt>
    <dgm:pt modelId="{866F95BB-E9D9-40E2-AB9F-99D5F69BA82A}" type="pres">
      <dgm:prSet presAssocID="{1E293C9C-50F7-4DF0-A45F-EF6AA41E15B2}" presName="nameTx" presStyleLbl="revTx" presStyleIdx="2" presStyleCnt="8" custLinFactNeighborY="17872">
        <dgm:presLayoutVars>
          <dgm:chMax val="0"/>
          <dgm:chPref val="0"/>
        </dgm:presLayoutVars>
      </dgm:prSet>
      <dgm:spPr/>
    </dgm:pt>
    <dgm:pt modelId="{B22197FE-7BF1-485D-9B2D-0AD12CF41435}" type="pres">
      <dgm:prSet presAssocID="{1E293C9C-50F7-4DF0-A45F-EF6AA41E15B2}" presName="txSpace" presStyleCnt="0"/>
      <dgm:spPr/>
    </dgm:pt>
    <dgm:pt modelId="{1223E777-77CB-4A9A-BF21-12B513842696}" type="pres">
      <dgm:prSet presAssocID="{1E293C9C-50F7-4DF0-A45F-EF6AA41E15B2}" presName="desTx" presStyleLbl="revTx" presStyleIdx="3" presStyleCnt="8">
        <dgm:presLayoutVars/>
      </dgm:prSet>
      <dgm:spPr/>
    </dgm:pt>
    <dgm:pt modelId="{48A93FE3-F550-4840-B560-2DB8553BED7D}" type="pres">
      <dgm:prSet presAssocID="{1E293C9C-50F7-4DF0-A45F-EF6AA41E15B2}" presName="bottSpace" presStyleCnt="0"/>
      <dgm:spPr/>
    </dgm:pt>
    <dgm:pt modelId="{DCDF700C-8587-4AD0-95CF-A8CEBB3AD30B}" type="pres">
      <dgm:prSet presAssocID="{E019F05B-61F4-4915-9D10-5D6F328EA591}" presName="sibTrans" presStyleCnt="0"/>
      <dgm:spPr/>
    </dgm:pt>
    <dgm:pt modelId="{D5C9CF54-A3DB-4262-A188-C006BBF08A29}" type="pres">
      <dgm:prSet presAssocID="{DA3F2F2F-B5A8-4CFD-ABCE-1BC48CD913AF}" presName="compNode" presStyleCnt="0"/>
      <dgm:spPr/>
    </dgm:pt>
    <dgm:pt modelId="{EB21A753-DAF6-4914-9F97-D017DE4534D0}" type="pres">
      <dgm:prSet presAssocID="{DA3F2F2F-B5A8-4CFD-ABCE-1BC48CD913AF}" presName="topSpace" presStyleCnt="0"/>
      <dgm:spPr/>
    </dgm:pt>
    <dgm:pt modelId="{418E44D8-60E4-4008-9F09-1A652C62E8A6}" type="pres">
      <dgm:prSet presAssocID="{DA3F2F2F-B5A8-4CFD-ABCE-1BC48CD913AF}" presName="photoElip" presStyleLbl="node1" presStyleIdx="2" presStyleCnt="4" custScaleX="135512" custScaleY="135512"/>
      <dgm:spPr>
        <a:prstGeom prst="rect">
          <a:avLst/>
        </a:prstGeom>
        <a:blipFill dpi="0" rotWithShape="1">
          <a:blip xmlns:r="http://schemas.openxmlformats.org/officeDocument/2006/relationships" r:embed="rId3" cstate="screen">
            <a:extLst>
              <a:ext uri="{28A0092B-C50C-407E-A947-70E740481C1C}">
                <a14:useLocalDpi xmlns:a14="http://schemas.microsoft.com/office/drawing/2010/main" val="0"/>
              </a:ext>
            </a:extLst>
          </a:blip>
          <a:srcRect/>
          <a:stretch>
            <a:fillRect/>
          </a:stretch>
        </a:blipFill>
        <a:ln>
          <a:noFill/>
        </a:ln>
      </dgm:spPr>
      <dgm:extLst>
        <a:ext uri="{E40237B7-FDA0-4F09-8148-C483321AD2D9}">
          <dgm14:cNvPr xmlns:dgm14="http://schemas.microsoft.com/office/drawing/2010/diagram" id="0" name="" descr="Headshot"/>
        </a:ext>
      </dgm:extLst>
    </dgm:pt>
    <dgm:pt modelId="{51349271-76B0-4CC0-A678-325A9A4D3475}" type="pres">
      <dgm:prSet presAssocID="{DA3F2F2F-B5A8-4CFD-ABCE-1BC48CD913AF}" presName="iconSpace" presStyleCnt="0"/>
      <dgm:spPr/>
    </dgm:pt>
    <dgm:pt modelId="{9B5C14B8-8D61-4009-9F8C-194486F530FA}" type="pres">
      <dgm:prSet presAssocID="{DA3F2F2F-B5A8-4CFD-ABCE-1BC48CD913AF}" presName="nameTx" presStyleLbl="revTx" presStyleIdx="4" presStyleCnt="8" custLinFactNeighborY="17872">
        <dgm:presLayoutVars>
          <dgm:chMax val="0"/>
          <dgm:chPref val="0"/>
        </dgm:presLayoutVars>
      </dgm:prSet>
      <dgm:spPr/>
    </dgm:pt>
    <dgm:pt modelId="{7C23080D-6185-431F-BAF8-5277AA3C0E29}" type="pres">
      <dgm:prSet presAssocID="{DA3F2F2F-B5A8-4CFD-ABCE-1BC48CD913AF}" presName="txSpace" presStyleCnt="0"/>
      <dgm:spPr/>
    </dgm:pt>
    <dgm:pt modelId="{EE420F84-477D-4635-BEF8-66426E9A259D}" type="pres">
      <dgm:prSet presAssocID="{DA3F2F2F-B5A8-4CFD-ABCE-1BC48CD913AF}" presName="desTx" presStyleLbl="revTx" presStyleIdx="5" presStyleCnt="8" custLinFactY="-45265" custLinFactNeighborX="14101" custLinFactNeighborY="-100000">
        <dgm:presLayoutVars/>
      </dgm:prSet>
      <dgm:spPr/>
    </dgm:pt>
    <dgm:pt modelId="{DB61A93F-5AE0-4A97-AFE4-E1EA7F61D044}" type="pres">
      <dgm:prSet presAssocID="{DA3F2F2F-B5A8-4CFD-ABCE-1BC48CD913AF}" presName="bottSpace" presStyleCnt="0"/>
      <dgm:spPr/>
    </dgm:pt>
    <dgm:pt modelId="{75D7FAE6-857D-40F6-B564-3F282FD27B77}" type="pres">
      <dgm:prSet presAssocID="{038FE749-6004-418E-86C7-7C1B1D7930F4}" presName="sibTrans" presStyleCnt="0"/>
      <dgm:spPr/>
    </dgm:pt>
    <dgm:pt modelId="{F836F72C-94C1-41ED-BA62-813057647F9C}" type="pres">
      <dgm:prSet presAssocID="{B2F9B3BC-1849-4A4A-BBE4-752B9B492C76}" presName="compNode" presStyleCnt="0"/>
      <dgm:spPr/>
    </dgm:pt>
    <dgm:pt modelId="{8D7BA638-A338-4090-BADA-C1ECE7868394}" type="pres">
      <dgm:prSet presAssocID="{B2F9B3BC-1849-4A4A-BBE4-752B9B492C76}" presName="topSpace" presStyleCnt="0"/>
      <dgm:spPr/>
    </dgm:pt>
    <dgm:pt modelId="{04A8E640-7EB5-4EF2-8C83-19A3E5328324}" type="pres">
      <dgm:prSet presAssocID="{B2F9B3BC-1849-4A4A-BBE4-752B9B492C76}" presName="photoElip" presStyleLbl="node1" presStyleIdx="3" presStyleCnt="4" custScaleX="135512" custScaleY="135512"/>
      <dgm:spPr>
        <a:prstGeom prst="rect">
          <a:avLst/>
        </a:prstGeom>
        <a:blipFill dpi="0" rotWithShape="1">
          <a:blip xmlns:r="http://schemas.openxmlformats.org/officeDocument/2006/relationships" r:embed="rId4" cstate="screen">
            <a:extLst>
              <a:ext uri="{28A0092B-C50C-407E-A947-70E740481C1C}">
                <a14:useLocalDpi xmlns:a14="http://schemas.microsoft.com/office/drawing/2010/main" val="0"/>
              </a:ext>
            </a:extLst>
          </a:blip>
          <a:srcRect/>
          <a:stretch>
            <a:fillRect/>
          </a:stretch>
        </a:blipFill>
        <a:ln>
          <a:noFill/>
        </a:ln>
      </dgm:spPr>
      <dgm:extLst>
        <a:ext uri="{E40237B7-FDA0-4F09-8148-C483321AD2D9}">
          <dgm14:cNvPr xmlns:dgm14="http://schemas.microsoft.com/office/drawing/2010/diagram" id="0" name="" descr="Headshot"/>
        </a:ext>
      </dgm:extLst>
    </dgm:pt>
    <dgm:pt modelId="{278B038A-7223-4C22-98FA-84D16AB2359F}" type="pres">
      <dgm:prSet presAssocID="{B2F9B3BC-1849-4A4A-BBE4-752B9B492C76}" presName="iconSpace" presStyleCnt="0"/>
      <dgm:spPr/>
    </dgm:pt>
    <dgm:pt modelId="{79C5F495-3DD9-41C8-99AE-150A333447D0}" type="pres">
      <dgm:prSet presAssocID="{B2F9B3BC-1849-4A4A-BBE4-752B9B492C76}" presName="nameTx" presStyleLbl="revTx" presStyleIdx="6" presStyleCnt="8" custLinFactNeighborY="17872">
        <dgm:presLayoutVars>
          <dgm:chMax val="0"/>
          <dgm:chPref val="0"/>
        </dgm:presLayoutVars>
      </dgm:prSet>
      <dgm:spPr/>
    </dgm:pt>
    <dgm:pt modelId="{0D329E5F-B8D6-4027-B396-6AF7DD7D0537}" type="pres">
      <dgm:prSet presAssocID="{B2F9B3BC-1849-4A4A-BBE4-752B9B492C76}" presName="txSpace" presStyleCnt="0"/>
      <dgm:spPr/>
    </dgm:pt>
    <dgm:pt modelId="{5A7600AF-A34B-4D03-B3D6-B3C760AE8E06}" type="pres">
      <dgm:prSet presAssocID="{B2F9B3BC-1849-4A4A-BBE4-752B9B492C76}" presName="desTx" presStyleLbl="revTx" presStyleIdx="7" presStyleCnt="8" custLinFactNeighborX="1819" custLinFactNeighborY="-7212">
        <dgm:presLayoutVars/>
      </dgm:prSet>
      <dgm:spPr/>
    </dgm:pt>
    <dgm:pt modelId="{F9799C58-A628-4E75-9DAC-6616D2E34649}" type="pres">
      <dgm:prSet presAssocID="{B2F9B3BC-1849-4A4A-BBE4-752B9B492C76}" presName="bottSpace" presStyleCnt="0"/>
      <dgm:spPr/>
    </dgm:pt>
  </dgm:ptLst>
  <dgm:cxnLst>
    <dgm:cxn modelId="{A7E7000F-0D10-4D88-844F-C9CB2A6A39DA}" srcId="{5C72703F-EB58-4B0C-8B2A-EDF2A51B2C6C}" destId="{1E293C9C-50F7-4DF0-A45F-EF6AA41E15B2}" srcOrd="1" destOrd="0" parTransId="{04936CC5-1B2F-4620-ABDF-F195956C3F4A}" sibTransId="{E019F05B-61F4-4915-9D10-5D6F328EA591}"/>
    <dgm:cxn modelId="{540FED75-CB4E-4EAD-804F-81226869B095}" type="presOf" srcId="{1E293C9C-50F7-4DF0-A45F-EF6AA41E15B2}" destId="{866F95BB-E9D9-40E2-AB9F-99D5F69BA82A}" srcOrd="0" destOrd="0" presId="urn:microsoft.com/office/officeart/2019/1/layout/PeoplePortraitsList"/>
    <dgm:cxn modelId="{4C525577-8965-4DD8-A876-005F65E1D723}" type="presOf" srcId="{B2F9B3BC-1849-4A4A-BBE4-752B9B492C76}" destId="{79C5F495-3DD9-41C8-99AE-150A333447D0}" srcOrd="0" destOrd="0" presId="urn:microsoft.com/office/officeart/2019/1/layout/PeoplePortraitsList"/>
    <dgm:cxn modelId="{103DE3A3-70BD-4C08-B354-5518A18B954E}" type="presOf" srcId="{DA3F2F2F-B5A8-4CFD-ABCE-1BC48CD913AF}" destId="{9B5C14B8-8D61-4009-9F8C-194486F530FA}" srcOrd="0" destOrd="0" presId="urn:microsoft.com/office/officeart/2019/1/layout/PeoplePortraitsList"/>
    <dgm:cxn modelId="{BB48F2B9-3F80-43D5-9223-76526A774C2D}" srcId="{5C72703F-EB58-4B0C-8B2A-EDF2A51B2C6C}" destId="{B2F9B3BC-1849-4A4A-BBE4-752B9B492C76}" srcOrd="3" destOrd="0" parTransId="{48FD486C-824F-4590-8CFC-BC1053E533DD}" sibTransId="{2946CE56-B018-4C0E-918D-0B36D170024F}"/>
    <dgm:cxn modelId="{E6EDE7CF-5B3F-4E2C-99EE-D5462F0EC9CE}" srcId="{5C72703F-EB58-4B0C-8B2A-EDF2A51B2C6C}" destId="{23CA95F9-8BCF-40C1-B842-BCFFD43632F6}" srcOrd="0" destOrd="0" parTransId="{FC4F4986-5DCD-4DC2-B7FD-2C5FABEF9979}" sibTransId="{D868EA7F-D868-4231-86D5-66D9B2DF2F62}"/>
    <dgm:cxn modelId="{307321D6-32A9-4F29-A35B-8328C6417311}" srcId="{5C72703F-EB58-4B0C-8B2A-EDF2A51B2C6C}" destId="{DA3F2F2F-B5A8-4CFD-ABCE-1BC48CD913AF}" srcOrd="2" destOrd="0" parTransId="{D4AFA5E0-6624-49A6-B10B-4FFA7483C001}" sibTransId="{038FE749-6004-418E-86C7-7C1B1D7930F4}"/>
    <dgm:cxn modelId="{DE44E4D8-C5CF-4438-860F-3C376D4D64F5}" type="presOf" srcId="{23CA95F9-8BCF-40C1-B842-BCFFD43632F6}" destId="{FDFAF16A-4FD0-49F4-8593-32E9A31A4FF7}" srcOrd="0" destOrd="0" presId="urn:microsoft.com/office/officeart/2019/1/layout/PeoplePortraitsList"/>
    <dgm:cxn modelId="{74A68EEE-876E-4134-B088-DC53246E11FE}" type="presOf" srcId="{5C72703F-EB58-4B0C-8B2A-EDF2A51B2C6C}" destId="{BF30E86D-EAFC-44CE-B56C-D7C5EC7742F3}" srcOrd="0" destOrd="0" presId="urn:microsoft.com/office/officeart/2019/1/layout/PeoplePortraitsList"/>
    <dgm:cxn modelId="{3D9D2C87-FAC6-440F-8296-405914DA77FA}" type="presParOf" srcId="{BF30E86D-EAFC-44CE-B56C-D7C5EC7742F3}" destId="{34A89649-B4A9-4A6F-8793-5A3DB37DDDA6}" srcOrd="0" destOrd="0" presId="urn:microsoft.com/office/officeart/2019/1/layout/PeoplePortraitsList"/>
    <dgm:cxn modelId="{10208EBB-3996-40BD-88FB-7743A0FCFC0C}" type="presParOf" srcId="{34A89649-B4A9-4A6F-8793-5A3DB37DDDA6}" destId="{FFB9F511-6797-4909-9D3B-89EBC96F25A8}" srcOrd="0" destOrd="0" presId="urn:microsoft.com/office/officeart/2019/1/layout/PeoplePortraitsList"/>
    <dgm:cxn modelId="{680FCFE1-C0D6-41B7-81EE-34F07569A758}" type="presParOf" srcId="{34A89649-B4A9-4A6F-8793-5A3DB37DDDA6}" destId="{73073D5B-7ADA-4F8B-AD34-0BE114905A44}" srcOrd="1" destOrd="0" presId="urn:microsoft.com/office/officeart/2019/1/layout/PeoplePortraitsList"/>
    <dgm:cxn modelId="{84E22014-947A-4B8C-A1FF-A1E4AAD40AF2}" type="presParOf" srcId="{34A89649-B4A9-4A6F-8793-5A3DB37DDDA6}" destId="{EE33220B-2292-4F19-BD6E-B7F529CD8414}" srcOrd="2" destOrd="0" presId="urn:microsoft.com/office/officeart/2019/1/layout/PeoplePortraitsList"/>
    <dgm:cxn modelId="{6B5D3C86-47CA-4D7E-A443-7DF8A6130E63}" type="presParOf" srcId="{34A89649-B4A9-4A6F-8793-5A3DB37DDDA6}" destId="{FDFAF16A-4FD0-49F4-8593-32E9A31A4FF7}" srcOrd="3" destOrd="0" presId="urn:microsoft.com/office/officeart/2019/1/layout/PeoplePortraitsList"/>
    <dgm:cxn modelId="{119527D7-3755-4E3D-BC66-7A27143BBB8B}" type="presParOf" srcId="{34A89649-B4A9-4A6F-8793-5A3DB37DDDA6}" destId="{EEB88C88-E325-43D0-B163-BFD87C897361}" srcOrd="4" destOrd="0" presId="urn:microsoft.com/office/officeart/2019/1/layout/PeoplePortraitsList"/>
    <dgm:cxn modelId="{8B410EAE-BFFA-4BD7-B4BA-16AABEF1EAA9}" type="presParOf" srcId="{34A89649-B4A9-4A6F-8793-5A3DB37DDDA6}" destId="{7D166BBB-55AF-452C-B9A0-94A1EE55FF4F}" srcOrd="5" destOrd="0" presId="urn:microsoft.com/office/officeart/2019/1/layout/PeoplePortraitsList"/>
    <dgm:cxn modelId="{02A3AE73-815E-459E-B530-44D4C95EF771}" type="presParOf" srcId="{34A89649-B4A9-4A6F-8793-5A3DB37DDDA6}" destId="{860D3358-284A-4827-88CC-2F74FF5A1E56}" srcOrd="6" destOrd="0" presId="urn:microsoft.com/office/officeart/2019/1/layout/PeoplePortraitsList"/>
    <dgm:cxn modelId="{6C30D5CD-53EE-463E-B6E2-B237F041E4C3}" type="presParOf" srcId="{BF30E86D-EAFC-44CE-B56C-D7C5EC7742F3}" destId="{0D4A0804-490F-47AA-B7FA-08C890B0D841}" srcOrd="1" destOrd="0" presId="urn:microsoft.com/office/officeart/2019/1/layout/PeoplePortraitsList"/>
    <dgm:cxn modelId="{E4C40201-6BC4-420D-A8E7-A3465911B5D7}" type="presParOf" srcId="{BF30E86D-EAFC-44CE-B56C-D7C5EC7742F3}" destId="{E40BB94D-AE1C-4F05-8AA5-E9FA9A8CCCDE}" srcOrd="2" destOrd="0" presId="urn:microsoft.com/office/officeart/2019/1/layout/PeoplePortraitsList"/>
    <dgm:cxn modelId="{DF091FE9-5356-4A17-932D-C2EAD2530E8C}" type="presParOf" srcId="{E40BB94D-AE1C-4F05-8AA5-E9FA9A8CCCDE}" destId="{1BC7C3C6-BE78-4F0A-9E69-54742F1AA0F3}" srcOrd="0" destOrd="0" presId="urn:microsoft.com/office/officeart/2019/1/layout/PeoplePortraitsList"/>
    <dgm:cxn modelId="{43A6DAE1-8229-474F-B737-E5233B5044F7}" type="presParOf" srcId="{E40BB94D-AE1C-4F05-8AA5-E9FA9A8CCCDE}" destId="{25238F18-07B8-41D8-8BD9-9F8514E8F9C4}" srcOrd="1" destOrd="0" presId="urn:microsoft.com/office/officeart/2019/1/layout/PeoplePortraitsList"/>
    <dgm:cxn modelId="{811B328F-D513-4A25-BB09-9EDD8689ED34}" type="presParOf" srcId="{E40BB94D-AE1C-4F05-8AA5-E9FA9A8CCCDE}" destId="{6FFE343B-847F-4D3F-A2F9-B95E826EC656}" srcOrd="2" destOrd="0" presId="urn:microsoft.com/office/officeart/2019/1/layout/PeoplePortraitsList"/>
    <dgm:cxn modelId="{B86088D4-B825-4152-895F-72CD7428D68F}" type="presParOf" srcId="{E40BB94D-AE1C-4F05-8AA5-E9FA9A8CCCDE}" destId="{866F95BB-E9D9-40E2-AB9F-99D5F69BA82A}" srcOrd="3" destOrd="0" presId="urn:microsoft.com/office/officeart/2019/1/layout/PeoplePortraitsList"/>
    <dgm:cxn modelId="{9DF4ADBA-E8BF-45F3-B4C1-57BC4E46838A}" type="presParOf" srcId="{E40BB94D-AE1C-4F05-8AA5-E9FA9A8CCCDE}" destId="{B22197FE-7BF1-485D-9B2D-0AD12CF41435}" srcOrd="4" destOrd="0" presId="urn:microsoft.com/office/officeart/2019/1/layout/PeoplePortraitsList"/>
    <dgm:cxn modelId="{AE599A69-85C5-4380-827C-D751478A667D}" type="presParOf" srcId="{E40BB94D-AE1C-4F05-8AA5-E9FA9A8CCCDE}" destId="{1223E777-77CB-4A9A-BF21-12B513842696}" srcOrd="5" destOrd="0" presId="urn:microsoft.com/office/officeart/2019/1/layout/PeoplePortraitsList"/>
    <dgm:cxn modelId="{F8E06700-DE35-4D59-8FE6-04C15FF36365}" type="presParOf" srcId="{E40BB94D-AE1C-4F05-8AA5-E9FA9A8CCCDE}" destId="{48A93FE3-F550-4840-B560-2DB8553BED7D}" srcOrd="6" destOrd="0" presId="urn:microsoft.com/office/officeart/2019/1/layout/PeoplePortraitsList"/>
    <dgm:cxn modelId="{B3BC6484-B724-49D7-B0A5-B96774D6C5A7}" type="presParOf" srcId="{BF30E86D-EAFC-44CE-B56C-D7C5EC7742F3}" destId="{DCDF700C-8587-4AD0-95CF-A8CEBB3AD30B}" srcOrd="3" destOrd="0" presId="urn:microsoft.com/office/officeart/2019/1/layout/PeoplePortraitsList"/>
    <dgm:cxn modelId="{123A582B-C4F8-4519-967F-856EBB9F6F06}" type="presParOf" srcId="{BF30E86D-EAFC-44CE-B56C-D7C5EC7742F3}" destId="{D5C9CF54-A3DB-4262-A188-C006BBF08A29}" srcOrd="4" destOrd="0" presId="urn:microsoft.com/office/officeart/2019/1/layout/PeoplePortraitsList"/>
    <dgm:cxn modelId="{0A329E61-D0BD-4638-AFBB-ECC1E1BB2FE5}" type="presParOf" srcId="{D5C9CF54-A3DB-4262-A188-C006BBF08A29}" destId="{EB21A753-DAF6-4914-9F97-D017DE4534D0}" srcOrd="0" destOrd="0" presId="urn:microsoft.com/office/officeart/2019/1/layout/PeoplePortraitsList"/>
    <dgm:cxn modelId="{4E8CFC80-611A-4174-A442-0AFBB471F58A}" type="presParOf" srcId="{D5C9CF54-A3DB-4262-A188-C006BBF08A29}" destId="{418E44D8-60E4-4008-9F09-1A652C62E8A6}" srcOrd="1" destOrd="0" presId="urn:microsoft.com/office/officeart/2019/1/layout/PeoplePortraitsList"/>
    <dgm:cxn modelId="{D991B0D3-565F-44D9-A83F-197781E114D0}" type="presParOf" srcId="{D5C9CF54-A3DB-4262-A188-C006BBF08A29}" destId="{51349271-76B0-4CC0-A678-325A9A4D3475}" srcOrd="2" destOrd="0" presId="urn:microsoft.com/office/officeart/2019/1/layout/PeoplePortraitsList"/>
    <dgm:cxn modelId="{7FC54EBB-A416-48DA-AADE-209AE477B46E}" type="presParOf" srcId="{D5C9CF54-A3DB-4262-A188-C006BBF08A29}" destId="{9B5C14B8-8D61-4009-9F8C-194486F530FA}" srcOrd="3" destOrd="0" presId="urn:microsoft.com/office/officeart/2019/1/layout/PeoplePortraitsList"/>
    <dgm:cxn modelId="{2DCC0C79-D17C-4625-A51E-8C6146272B0A}" type="presParOf" srcId="{D5C9CF54-A3DB-4262-A188-C006BBF08A29}" destId="{7C23080D-6185-431F-BAF8-5277AA3C0E29}" srcOrd="4" destOrd="0" presId="urn:microsoft.com/office/officeart/2019/1/layout/PeoplePortraitsList"/>
    <dgm:cxn modelId="{A2D210FF-C687-4AED-82B0-395AAD28B698}" type="presParOf" srcId="{D5C9CF54-A3DB-4262-A188-C006BBF08A29}" destId="{EE420F84-477D-4635-BEF8-66426E9A259D}" srcOrd="5" destOrd="0" presId="urn:microsoft.com/office/officeart/2019/1/layout/PeoplePortraitsList"/>
    <dgm:cxn modelId="{948ADD0E-8022-4129-AB57-AF1F16DEEC20}" type="presParOf" srcId="{D5C9CF54-A3DB-4262-A188-C006BBF08A29}" destId="{DB61A93F-5AE0-4A97-AFE4-E1EA7F61D044}" srcOrd="6" destOrd="0" presId="urn:microsoft.com/office/officeart/2019/1/layout/PeoplePortraitsList"/>
    <dgm:cxn modelId="{B37D38BA-04F9-4FDE-90E3-13C84B9D3351}" type="presParOf" srcId="{BF30E86D-EAFC-44CE-B56C-D7C5EC7742F3}" destId="{75D7FAE6-857D-40F6-B564-3F282FD27B77}" srcOrd="5" destOrd="0" presId="urn:microsoft.com/office/officeart/2019/1/layout/PeoplePortraitsList"/>
    <dgm:cxn modelId="{C9461069-5B02-4E7D-89BF-60D89C5520D1}" type="presParOf" srcId="{BF30E86D-EAFC-44CE-B56C-D7C5EC7742F3}" destId="{F836F72C-94C1-41ED-BA62-813057647F9C}" srcOrd="6" destOrd="0" presId="urn:microsoft.com/office/officeart/2019/1/layout/PeoplePortraitsList"/>
    <dgm:cxn modelId="{074A72EB-DB29-40AB-9670-D77CF64F72EE}" type="presParOf" srcId="{F836F72C-94C1-41ED-BA62-813057647F9C}" destId="{8D7BA638-A338-4090-BADA-C1ECE7868394}" srcOrd="0" destOrd="0" presId="urn:microsoft.com/office/officeart/2019/1/layout/PeoplePortraitsList"/>
    <dgm:cxn modelId="{ACF70A6D-0F45-437B-9C70-8A65D4111C5E}" type="presParOf" srcId="{F836F72C-94C1-41ED-BA62-813057647F9C}" destId="{04A8E640-7EB5-4EF2-8C83-19A3E5328324}" srcOrd="1" destOrd="0" presId="urn:microsoft.com/office/officeart/2019/1/layout/PeoplePortraitsList"/>
    <dgm:cxn modelId="{207CB733-8608-4FD4-8942-AEF56B8AD050}" type="presParOf" srcId="{F836F72C-94C1-41ED-BA62-813057647F9C}" destId="{278B038A-7223-4C22-98FA-84D16AB2359F}" srcOrd="2" destOrd="0" presId="urn:microsoft.com/office/officeart/2019/1/layout/PeoplePortraitsList"/>
    <dgm:cxn modelId="{ABBDB8AD-1D60-4A5E-A05E-58E73FB4EE6D}" type="presParOf" srcId="{F836F72C-94C1-41ED-BA62-813057647F9C}" destId="{79C5F495-3DD9-41C8-99AE-150A333447D0}" srcOrd="3" destOrd="0" presId="urn:microsoft.com/office/officeart/2019/1/layout/PeoplePortraitsList"/>
    <dgm:cxn modelId="{4C2F2B28-9C3F-433B-AB15-CE2605DCD325}" type="presParOf" srcId="{F836F72C-94C1-41ED-BA62-813057647F9C}" destId="{0D329E5F-B8D6-4027-B396-6AF7DD7D0537}" srcOrd="4" destOrd="0" presId="urn:microsoft.com/office/officeart/2019/1/layout/PeoplePortraitsList"/>
    <dgm:cxn modelId="{A3CD0915-11F1-4C29-91BA-EF724E1525A8}" type="presParOf" srcId="{F836F72C-94C1-41ED-BA62-813057647F9C}" destId="{5A7600AF-A34B-4D03-B3D6-B3C760AE8E06}" srcOrd="5" destOrd="0" presId="urn:microsoft.com/office/officeart/2019/1/layout/PeoplePortraitsList"/>
    <dgm:cxn modelId="{82E4B52A-F0D2-438B-8CA3-5A6EB2771E78}" type="presParOf" srcId="{F836F72C-94C1-41ED-BA62-813057647F9C}" destId="{F9799C58-A628-4E75-9DAC-6616D2E34649}" srcOrd="6" destOrd="0" presId="urn:microsoft.com/office/officeart/2019/1/layout/PeoplePortraits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4D67ED0-6EEA-48F6-A9C1-BE754AABC76A}" type="doc">
      <dgm:prSet loTypeId="urn:microsoft.com/office/officeart/2017/3/layout/HorizontalPathTimeline#2" loCatId="other" qsTypeId="urn:microsoft.com/office/officeart/2005/8/quickstyle/simple1" qsCatId="simple" csTypeId="urn:microsoft.com/office/officeart/2005/8/colors/accent1_2" csCatId="accent1" phldr="1"/>
      <dgm:spPr/>
      <dgm:t>
        <a:bodyPr/>
        <a:lstStyle/>
        <a:p>
          <a:endParaRPr lang="en-US"/>
        </a:p>
      </dgm:t>
    </dgm:pt>
    <dgm:pt modelId="{AE62509E-8FD5-4BC0-8484-49407DA07B2D}">
      <dgm:prSet phldrT="[Text]" custT="1"/>
      <dgm:spPr/>
      <dgm:t>
        <a:bodyPr/>
        <a:lstStyle/>
        <a:p>
          <a:pPr>
            <a:lnSpc>
              <a:spcPct val="100000"/>
            </a:lnSpc>
            <a:spcAft>
              <a:spcPts val="0"/>
            </a:spcAft>
          </a:pPr>
          <a:r>
            <a:rPr lang="en-US" sz="2400" b="1" spc="100" baseline="0" dirty="0"/>
            <a:t>Title1</a:t>
          </a:r>
        </a:p>
      </dgm:t>
    </dgm:pt>
    <dgm:pt modelId="{8F2C679D-77AF-46F9-9ACE-1E1D440B1883}" type="parTrans" cxnId="{B681E0E7-0B3A-4DB8-BF19-F9AE0E1C787B}">
      <dgm:prSet/>
      <dgm:spPr/>
      <dgm:t>
        <a:bodyPr/>
        <a:lstStyle/>
        <a:p>
          <a:endParaRPr lang="en-US"/>
        </a:p>
      </dgm:t>
    </dgm:pt>
    <dgm:pt modelId="{5C2CB4AF-F88D-4FBE-A40E-0CC048A23B9E}" type="sibTrans" cxnId="{B681E0E7-0B3A-4DB8-BF19-F9AE0E1C787B}">
      <dgm:prSet/>
      <dgm:spPr/>
      <dgm:t>
        <a:bodyPr/>
        <a:lstStyle/>
        <a:p>
          <a:endParaRPr lang="en-US"/>
        </a:p>
      </dgm:t>
    </dgm:pt>
    <dgm:pt modelId="{54A260F9-80FA-4E2A-BE87-2C0670B83857}">
      <dgm:prSet phldrT="[Text]" custT="1"/>
      <dgm:spPr/>
      <dgm:t>
        <a:bodyPr/>
        <a:lstStyle/>
        <a:p>
          <a:pPr>
            <a:lnSpc>
              <a:spcPct val="90000"/>
            </a:lnSpc>
            <a:spcAft>
              <a:spcPts val="0"/>
            </a:spcAft>
            <a:buFont typeface="Arial" panose="020B0604020202020204" pitchFamily="34" charset="0"/>
            <a:buChar char="•"/>
          </a:pPr>
          <a:r>
            <a:rPr lang="en-US" sz="1200" b="0" i="0" spc="0" baseline="0" dirty="0"/>
            <a:t>To start a presentation, go to the Slide Show tab, and select From Beginning.</a:t>
          </a:r>
          <a:endParaRPr lang="en-US" sz="1200" spc="0" baseline="0" dirty="0"/>
        </a:p>
      </dgm:t>
    </dgm:pt>
    <dgm:pt modelId="{3E4E3177-8F1B-40ED-B20A-6A6F0041E180}" type="parTrans" cxnId="{0D49E980-DE7B-46C8-A240-0AF3E38E1055}">
      <dgm:prSet/>
      <dgm:spPr/>
      <dgm:t>
        <a:bodyPr/>
        <a:lstStyle/>
        <a:p>
          <a:endParaRPr lang="en-US"/>
        </a:p>
      </dgm:t>
    </dgm:pt>
    <dgm:pt modelId="{BA9E60E0-CF2E-4096-A9F4-556713DB9AE4}" type="sibTrans" cxnId="{0D49E980-DE7B-46C8-A240-0AF3E38E1055}">
      <dgm:prSet/>
      <dgm:spPr/>
      <dgm:t>
        <a:bodyPr/>
        <a:lstStyle/>
        <a:p>
          <a:endParaRPr lang="en-US"/>
        </a:p>
      </dgm:t>
    </dgm:pt>
    <dgm:pt modelId="{20928AAA-F457-4A09-8AAC-A82210983FBE}">
      <dgm:prSet phldrT="[Text]" custT="1"/>
      <dgm:spPr/>
      <dgm:t>
        <a:bodyPr/>
        <a:lstStyle/>
        <a:p>
          <a:pPr>
            <a:lnSpc>
              <a:spcPct val="100000"/>
            </a:lnSpc>
            <a:spcAft>
              <a:spcPts val="0"/>
            </a:spcAft>
          </a:pPr>
          <a:r>
            <a:rPr lang="en-US" sz="2400" b="1" spc="100" baseline="0" dirty="0"/>
            <a:t>Title2</a:t>
          </a:r>
        </a:p>
      </dgm:t>
    </dgm:pt>
    <dgm:pt modelId="{915085CE-2C78-4B64-8FF4-E48DB7BD55D2}" type="parTrans" cxnId="{BA476174-221B-4A3D-B4E2-5FCC084B59D3}">
      <dgm:prSet/>
      <dgm:spPr/>
      <dgm:t>
        <a:bodyPr/>
        <a:lstStyle/>
        <a:p>
          <a:endParaRPr lang="en-US"/>
        </a:p>
      </dgm:t>
    </dgm:pt>
    <dgm:pt modelId="{EB5D5454-A5E9-4E37-B514-DFC5324A66C0}" type="sibTrans" cxnId="{BA476174-221B-4A3D-B4E2-5FCC084B59D3}">
      <dgm:prSet/>
      <dgm:spPr/>
      <dgm:t>
        <a:bodyPr/>
        <a:lstStyle/>
        <a:p>
          <a:endParaRPr lang="en-US"/>
        </a:p>
      </dgm:t>
    </dgm:pt>
    <dgm:pt modelId="{9C6534A9-4C27-4998-80A5-DF23882CAE25}">
      <dgm:prSet phldrT="[Text]" custT="1"/>
      <dgm:spPr/>
      <dgm:t>
        <a:bodyPr/>
        <a:lstStyle/>
        <a:p>
          <a:pPr>
            <a:lnSpc>
              <a:spcPct val="90000"/>
            </a:lnSpc>
            <a:spcAft>
              <a:spcPts val="0"/>
            </a:spcAft>
            <a:buFont typeface="Arial" panose="020B0604020202020204" pitchFamily="34" charset="0"/>
            <a:buChar char="•"/>
          </a:pPr>
          <a:r>
            <a:rPr lang="en-US" sz="1200" b="0" i="0" spc="0" baseline="0" dirty="0"/>
            <a:t>To display Presenter view, in Slide Show view, on the control bar at the bottom left select the three dots, and then Show Presenter View. </a:t>
          </a:r>
          <a:endParaRPr lang="en-US" sz="1200" spc="0" baseline="0" dirty="0"/>
        </a:p>
      </dgm:t>
    </dgm:pt>
    <dgm:pt modelId="{0AA7231B-9394-4732-A7BE-3EB3CF2F8D70}" type="parTrans" cxnId="{82290D4D-2346-4E6C-B254-B9EAA4D01A23}">
      <dgm:prSet/>
      <dgm:spPr/>
      <dgm:t>
        <a:bodyPr/>
        <a:lstStyle/>
        <a:p>
          <a:endParaRPr lang="en-US"/>
        </a:p>
      </dgm:t>
    </dgm:pt>
    <dgm:pt modelId="{83B69D46-737C-4589-B359-6BD9DD58BC91}" type="sibTrans" cxnId="{82290D4D-2346-4E6C-B254-B9EAA4D01A23}">
      <dgm:prSet/>
      <dgm:spPr/>
      <dgm:t>
        <a:bodyPr/>
        <a:lstStyle/>
        <a:p>
          <a:endParaRPr lang="en-US"/>
        </a:p>
      </dgm:t>
    </dgm:pt>
    <dgm:pt modelId="{03738E35-4243-4E7D-A93F-C07DA3901E78}">
      <dgm:prSet phldrT="[Text]" custT="1"/>
      <dgm:spPr/>
      <dgm:t>
        <a:bodyPr/>
        <a:lstStyle/>
        <a:p>
          <a:pPr>
            <a:lnSpc>
              <a:spcPct val="100000"/>
            </a:lnSpc>
            <a:spcAft>
              <a:spcPts val="0"/>
            </a:spcAft>
          </a:pPr>
          <a:r>
            <a:rPr lang="en-US" sz="2400" b="1" spc="100" baseline="0" dirty="0"/>
            <a:t>Title</a:t>
          </a:r>
          <a:endParaRPr lang="en-US" sz="2600" b="1" spc="100" baseline="0" dirty="0"/>
        </a:p>
      </dgm:t>
    </dgm:pt>
    <dgm:pt modelId="{DABBAF6C-D1C9-42E1-B928-5ACDE3D21AB0}" type="parTrans" cxnId="{E41AD5BE-76F3-4A9E-8059-7FC968661703}">
      <dgm:prSet/>
      <dgm:spPr/>
      <dgm:t>
        <a:bodyPr/>
        <a:lstStyle/>
        <a:p>
          <a:endParaRPr lang="en-US"/>
        </a:p>
      </dgm:t>
    </dgm:pt>
    <dgm:pt modelId="{6BF5896A-A334-45B0-B451-09159F55B184}" type="sibTrans" cxnId="{E41AD5BE-76F3-4A9E-8059-7FC968661703}">
      <dgm:prSet/>
      <dgm:spPr/>
      <dgm:t>
        <a:bodyPr/>
        <a:lstStyle/>
        <a:p>
          <a:endParaRPr lang="en-US"/>
        </a:p>
      </dgm:t>
    </dgm:pt>
    <dgm:pt modelId="{34C8CD19-04E2-4488-965F-DC841C470D45}">
      <dgm:prSet phldrT="[Text]" custT="1"/>
      <dgm:spPr/>
      <dgm:t>
        <a:bodyPr/>
        <a:lstStyle/>
        <a:p>
          <a:pPr>
            <a:lnSpc>
              <a:spcPct val="90000"/>
            </a:lnSpc>
            <a:spcAft>
              <a:spcPts val="0"/>
            </a:spcAft>
            <a:buFont typeface="Arial" panose="020B0604020202020204" pitchFamily="34" charset="0"/>
            <a:buChar char="•"/>
          </a:pPr>
          <a:r>
            <a:rPr lang="en-US" sz="1200" b="0" i="0" spc="0" baseline="0" dirty="0"/>
            <a:t>During your presentation, the speaker notes are visible on your monitor, but aren't visible to the audience. </a:t>
          </a:r>
          <a:endParaRPr lang="en-US" sz="1200" spc="0" baseline="0" dirty="0"/>
        </a:p>
      </dgm:t>
    </dgm:pt>
    <dgm:pt modelId="{CD5F7DE2-2AD1-4CE8-AAC7-AD9C8E180CEA}" type="parTrans" cxnId="{07030C4E-4D62-4240-B10F-E41B801C763E}">
      <dgm:prSet/>
      <dgm:spPr/>
      <dgm:t>
        <a:bodyPr/>
        <a:lstStyle/>
        <a:p>
          <a:endParaRPr lang="en-US"/>
        </a:p>
      </dgm:t>
    </dgm:pt>
    <dgm:pt modelId="{7CE5955C-EC28-4D1B-9459-0C5458B1797D}" type="sibTrans" cxnId="{07030C4E-4D62-4240-B10F-E41B801C763E}">
      <dgm:prSet/>
      <dgm:spPr/>
      <dgm:t>
        <a:bodyPr/>
        <a:lstStyle/>
        <a:p>
          <a:endParaRPr lang="en-US"/>
        </a:p>
      </dgm:t>
    </dgm:pt>
    <dgm:pt modelId="{962BFD33-E216-4331-BBD8-38EEDAB2E2C0}">
      <dgm:prSet phldrT="[Text]" custT="1"/>
      <dgm:spPr/>
      <dgm:t>
        <a:bodyPr/>
        <a:lstStyle/>
        <a:p>
          <a:pPr>
            <a:lnSpc>
              <a:spcPct val="90000"/>
            </a:lnSpc>
            <a:spcAft>
              <a:spcPts val="0"/>
            </a:spcAft>
            <a:buFont typeface="Arial" panose="020B0604020202020204" pitchFamily="34" charset="0"/>
            <a:buChar char="•"/>
          </a:pPr>
          <a:r>
            <a:rPr lang="en-US" sz="2400" b="1" spc="100" baseline="0" dirty="0"/>
            <a:t>Title</a:t>
          </a:r>
        </a:p>
      </dgm:t>
    </dgm:pt>
    <dgm:pt modelId="{AB5F98BE-C987-462F-85E3-90E8BE69A319}" type="parTrans" cxnId="{D77C3B5C-C13D-41B7-AA50-BE60CD5D3FAD}">
      <dgm:prSet/>
      <dgm:spPr/>
      <dgm:t>
        <a:bodyPr/>
        <a:lstStyle/>
        <a:p>
          <a:endParaRPr lang="en-US"/>
        </a:p>
      </dgm:t>
    </dgm:pt>
    <dgm:pt modelId="{FF557E39-8331-4155-901F-701688C4CCAD}" type="sibTrans" cxnId="{D77C3B5C-C13D-41B7-AA50-BE60CD5D3FAD}">
      <dgm:prSet/>
      <dgm:spPr/>
      <dgm:t>
        <a:bodyPr/>
        <a:lstStyle/>
        <a:p>
          <a:endParaRPr lang="en-US"/>
        </a:p>
      </dgm:t>
    </dgm:pt>
    <dgm:pt modelId="{4B075034-3129-4DD5-98D7-318F326739CC}">
      <dgm:prSet phldrT="[Text]" custT="1"/>
      <dgm:spPr/>
      <dgm:t>
        <a:bodyPr/>
        <a:lstStyle/>
        <a:p>
          <a:pPr>
            <a:lnSpc>
              <a:spcPct val="90000"/>
            </a:lnSpc>
            <a:spcAft>
              <a:spcPts val="0"/>
            </a:spcAft>
            <a:buFont typeface="Arial" panose="020B0604020202020204" pitchFamily="34" charset="0"/>
            <a:buChar char="•"/>
          </a:pPr>
          <a:r>
            <a:rPr lang="en-US" sz="2400" b="1" spc="100" baseline="0" dirty="0"/>
            <a:t>Title</a:t>
          </a:r>
        </a:p>
      </dgm:t>
    </dgm:pt>
    <dgm:pt modelId="{ACA0AE6F-8D87-4F61-8D3E-12FC4D4132DA}" type="parTrans" cxnId="{3FFF5DC7-0983-4794-B4CB-F1F2D9CE51EC}">
      <dgm:prSet/>
      <dgm:spPr/>
      <dgm:t>
        <a:bodyPr/>
        <a:lstStyle/>
        <a:p>
          <a:endParaRPr lang="en-US"/>
        </a:p>
      </dgm:t>
    </dgm:pt>
    <dgm:pt modelId="{4F1D94B4-1627-4363-B86E-DD3281EE398D}" type="sibTrans" cxnId="{3FFF5DC7-0983-4794-B4CB-F1F2D9CE51EC}">
      <dgm:prSet/>
      <dgm:spPr/>
      <dgm:t>
        <a:bodyPr/>
        <a:lstStyle/>
        <a:p>
          <a:endParaRPr lang="en-US"/>
        </a:p>
      </dgm:t>
    </dgm:pt>
    <dgm:pt modelId="{B296910E-5EDD-40B6-9F5C-49436E692D0A}">
      <dgm:prSet custT="1"/>
      <dgm:spPr/>
      <dgm:t>
        <a:bodyPr/>
        <a:lstStyle/>
        <a:p>
          <a:pPr>
            <a:buFont typeface="Arial" panose="020B0604020202020204" pitchFamily="34" charset="0"/>
            <a:buChar char="•"/>
          </a:pPr>
          <a:r>
            <a:rPr lang="en-US" sz="1200" b="0" i="0" spc="0" baseline="0" dirty="0"/>
            <a:t>The Notes pane is a box that appears below each slide. Tap it to add notes. </a:t>
          </a:r>
          <a:endParaRPr lang="en-US" sz="1200" spc="0" baseline="0" dirty="0"/>
        </a:p>
      </dgm:t>
    </dgm:pt>
    <dgm:pt modelId="{911B340C-3486-4299-920E-5DB640C4EDC9}" type="parTrans" cxnId="{047969A5-710C-4C0E-B61E-734F166269A0}">
      <dgm:prSet/>
      <dgm:spPr/>
      <dgm:t>
        <a:bodyPr/>
        <a:lstStyle/>
        <a:p>
          <a:endParaRPr lang="en-US"/>
        </a:p>
      </dgm:t>
    </dgm:pt>
    <dgm:pt modelId="{33A0507C-F24C-416A-8E94-DB84555D29CB}" type="sibTrans" cxnId="{047969A5-710C-4C0E-B61E-734F166269A0}">
      <dgm:prSet/>
      <dgm:spPr/>
      <dgm:t>
        <a:bodyPr/>
        <a:lstStyle/>
        <a:p>
          <a:endParaRPr lang="en-US"/>
        </a:p>
      </dgm:t>
    </dgm:pt>
    <dgm:pt modelId="{1080EDDF-ADDC-4DF2-8E5F-F49A7CF611ED}">
      <dgm:prSet custT="1"/>
      <dgm:spPr/>
      <dgm:t>
        <a:bodyPr/>
        <a:lstStyle/>
        <a:p>
          <a:pPr>
            <a:buFont typeface="Arial" panose="020B0604020202020204" pitchFamily="34" charset="0"/>
            <a:buChar char="•"/>
          </a:pPr>
          <a:r>
            <a:rPr lang="en-US" sz="1200" b="0" i="0" spc="0" baseline="0" dirty="0"/>
            <a:t>If you don’t see the Notes pane or it is completely minimized, click Notes on the task bar across the bottom of the PowerPoint window. </a:t>
          </a:r>
          <a:endParaRPr lang="en-US" sz="1200" spc="0" baseline="0" dirty="0"/>
        </a:p>
      </dgm:t>
    </dgm:pt>
    <dgm:pt modelId="{8583E403-5FDD-4D7C-B9B3-0CD49AFEBACE}" type="parTrans" cxnId="{0DE29C93-78F2-43AA-B58C-7715B6F0EBD8}">
      <dgm:prSet/>
      <dgm:spPr/>
      <dgm:t>
        <a:bodyPr/>
        <a:lstStyle/>
        <a:p>
          <a:endParaRPr lang="en-US"/>
        </a:p>
      </dgm:t>
    </dgm:pt>
    <dgm:pt modelId="{4C9E55B0-B04E-4552-BC60-A9DA24745302}" type="sibTrans" cxnId="{0DE29C93-78F2-43AA-B58C-7715B6F0EBD8}">
      <dgm:prSet/>
      <dgm:spPr/>
      <dgm:t>
        <a:bodyPr/>
        <a:lstStyle/>
        <a:p>
          <a:endParaRPr lang="en-US"/>
        </a:p>
      </dgm:t>
    </dgm:pt>
    <dgm:pt modelId="{93C358AC-5BA0-4CB6-B22F-1B95FA53D0F3}" type="pres">
      <dgm:prSet presAssocID="{44D67ED0-6EEA-48F6-A9C1-BE754AABC76A}" presName="root" presStyleCnt="0">
        <dgm:presLayoutVars>
          <dgm:chMax/>
          <dgm:chPref/>
          <dgm:dir/>
          <dgm:animLvl val="lvl"/>
        </dgm:presLayoutVars>
      </dgm:prSet>
      <dgm:spPr/>
    </dgm:pt>
    <dgm:pt modelId="{9F83E70B-EE6D-407B-8E1F-FE26817B3B1D}" type="pres">
      <dgm:prSet presAssocID="{44D67ED0-6EEA-48F6-A9C1-BE754AABC76A}" presName="divider" presStyleLbl="asst0" presStyleIdx="0" presStyleCnt="1"/>
      <dgm:spPr>
        <a:solidFill>
          <a:schemeClr val="accent3"/>
        </a:solidFill>
        <a:ln>
          <a:noFill/>
        </a:ln>
      </dgm:spPr>
    </dgm:pt>
    <dgm:pt modelId="{EE6F6E1A-AC88-44BD-8034-0C2734A7943C}" type="pres">
      <dgm:prSet presAssocID="{44D67ED0-6EEA-48F6-A9C1-BE754AABC76A}" presName="nodes" presStyleCnt="0">
        <dgm:presLayoutVars>
          <dgm:chMax/>
          <dgm:chPref/>
          <dgm:animLvl val="lvl"/>
        </dgm:presLayoutVars>
      </dgm:prSet>
      <dgm:spPr/>
    </dgm:pt>
    <dgm:pt modelId="{27CC3FEA-4989-4FE6-A03A-48D0F90DB146}" type="pres">
      <dgm:prSet presAssocID="{AE62509E-8FD5-4BC0-8484-49407DA07B2D}" presName="composite" presStyleCnt="0"/>
      <dgm:spPr/>
    </dgm:pt>
    <dgm:pt modelId="{B3AC6DBE-85B6-4AF3-BADF-7E1E82B735CC}" type="pres">
      <dgm:prSet presAssocID="{AE62509E-8FD5-4BC0-8484-49407DA07B2D}" presName="ConnectorPoint" presStyleLbl="fgAcc1" presStyleIdx="0" presStyleCnt="5"/>
      <dgm:spPr>
        <a:ln>
          <a:noFill/>
        </a:ln>
      </dgm:spPr>
    </dgm:pt>
    <dgm:pt modelId="{EAA550E8-D286-40B4-9B20-40DE0FCA02CE}" type="pres">
      <dgm:prSet presAssocID="{AE62509E-8FD5-4BC0-8484-49407DA07B2D}" presName="ConnectLine" presStyleLbl="alignNode1" presStyleIdx="0" presStyleCnt="5"/>
      <dgm:spPr>
        <a:solidFill>
          <a:schemeClr val="accent1">
            <a:hueOff val="0"/>
            <a:satOff val="0"/>
            <a:lumOff val="0"/>
            <a:alphaOff val="0"/>
          </a:schemeClr>
        </a:solidFill>
        <a:ln w="12700" cap="flat" cmpd="sng" algn="ctr">
          <a:solidFill>
            <a:schemeClr val="accent1">
              <a:hueOff val="0"/>
              <a:satOff val="0"/>
              <a:lumOff val="0"/>
              <a:alphaOff val="0"/>
            </a:schemeClr>
          </a:solidFill>
          <a:prstDash val="dash"/>
          <a:miter lim="800000"/>
        </a:ln>
        <a:effectLst/>
      </dgm:spPr>
    </dgm:pt>
    <dgm:pt modelId="{13B6FF8E-261C-4941-9C10-4D13C6F1D5E7}" type="pres">
      <dgm:prSet presAssocID="{AE62509E-8FD5-4BC0-8484-49407DA07B2D}" presName="FlexibleEmptyPlaceHolder" presStyleCnt="0"/>
      <dgm:spPr/>
    </dgm:pt>
    <dgm:pt modelId="{408DCC00-CC60-4F76-9C61-F00E7DBFC778}" type="pres">
      <dgm:prSet presAssocID="{AE62509E-8FD5-4BC0-8484-49407DA07B2D}" presName="L2TextContainer" presStyleLbl="bgAcc1" presStyleIdx="0" presStyleCnt="5" custScaleX="98025" custLinFactNeighborX="-7160">
        <dgm:presLayoutVars>
          <dgm:chMax val="0"/>
          <dgm:chPref val="0"/>
          <dgm:bulletEnabled val="1"/>
        </dgm:presLayoutVars>
      </dgm:prSet>
      <dgm:spPr/>
    </dgm:pt>
    <dgm:pt modelId="{5C96A5F5-16B2-4AEA-9591-B66C220F4A65}" type="pres">
      <dgm:prSet presAssocID="{AE62509E-8FD5-4BC0-8484-49407DA07B2D}" presName="L1TextContainer" presStyleLbl="revTx" presStyleIdx="0" presStyleCnt="5" custLinFactNeighborX="-8075">
        <dgm:presLayoutVars>
          <dgm:chMax val="1"/>
          <dgm:chPref val="1"/>
          <dgm:bulletEnabled val="1"/>
        </dgm:presLayoutVars>
      </dgm:prSet>
      <dgm:spPr/>
    </dgm:pt>
    <dgm:pt modelId="{22931EBF-FF0E-4476-B965-7C4CFFC57D5D}" type="pres">
      <dgm:prSet presAssocID="{AE62509E-8FD5-4BC0-8484-49407DA07B2D}" presName="EmptyPlaceHolder" presStyleCnt="0"/>
      <dgm:spPr/>
    </dgm:pt>
    <dgm:pt modelId="{E3B24336-549D-49F0-9359-D66050EB5874}" type="pres">
      <dgm:prSet presAssocID="{5C2CB4AF-F88D-4FBE-A40E-0CC048A23B9E}" presName="spaceBetweenRectangles" presStyleCnt="0"/>
      <dgm:spPr/>
    </dgm:pt>
    <dgm:pt modelId="{8BD40F87-7EF8-4BE4-972F-FA3FE5A18736}" type="pres">
      <dgm:prSet presAssocID="{20928AAA-F457-4A09-8AAC-A82210983FBE}" presName="composite" presStyleCnt="0"/>
      <dgm:spPr/>
    </dgm:pt>
    <dgm:pt modelId="{F34C40A7-6131-4EF1-9887-E7EEA86D1562}" type="pres">
      <dgm:prSet presAssocID="{20928AAA-F457-4A09-8AAC-A82210983FBE}" presName="ConnectorPoint" presStyleLbl="fgAcc1" presStyleIdx="1" presStyleCnt="5"/>
      <dgm:spPr>
        <a:ln>
          <a:noFill/>
        </a:ln>
      </dgm:spPr>
    </dgm:pt>
    <dgm:pt modelId="{14186A17-7B9F-4674-AD57-FF0C87A3CB32}" type="pres">
      <dgm:prSet presAssocID="{20928AAA-F457-4A09-8AAC-A82210983FBE}" presName="ConnectLine" presStyleLbl="alignNode1" presStyleIdx="1" presStyleCnt="5"/>
      <dgm:spPr>
        <a:solidFill>
          <a:schemeClr val="accent1">
            <a:hueOff val="0"/>
            <a:satOff val="0"/>
            <a:lumOff val="0"/>
            <a:alphaOff val="0"/>
          </a:schemeClr>
        </a:solidFill>
        <a:ln w="12700" cap="flat" cmpd="sng" algn="ctr">
          <a:solidFill>
            <a:schemeClr val="accent1">
              <a:hueOff val="0"/>
              <a:satOff val="0"/>
              <a:lumOff val="0"/>
              <a:alphaOff val="0"/>
            </a:schemeClr>
          </a:solidFill>
          <a:prstDash val="dash"/>
          <a:miter lim="800000"/>
        </a:ln>
        <a:effectLst/>
      </dgm:spPr>
    </dgm:pt>
    <dgm:pt modelId="{975F3CEC-6BAC-4EFC-B44F-278583CEC78C}" type="pres">
      <dgm:prSet presAssocID="{20928AAA-F457-4A09-8AAC-A82210983FBE}" presName="FlexibleEmptyPlaceHolder" presStyleCnt="0"/>
      <dgm:spPr/>
    </dgm:pt>
    <dgm:pt modelId="{3A73CBFE-397D-467A-A65B-E19FAB2953BB}" type="pres">
      <dgm:prSet presAssocID="{20928AAA-F457-4A09-8AAC-A82210983FBE}" presName="L2TextContainer" presStyleLbl="bgAcc1" presStyleIdx="1" presStyleCnt="5" custScaleX="96885" custLinFactNeighborX="-13302">
        <dgm:presLayoutVars>
          <dgm:chMax val="0"/>
          <dgm:chPref val="0"/>
          <dgm:bulletEnabled val="1"/>
        </dgm:presLayoutVars>
      </dgm:prSet>
      <dgm:spPr/>
    </dgm:pt>
    <dgm:pt modelId="{730471FC-8FAF-49B2-8F42-63D391F759BE}" type="pres">
      <dgm:prSet presAssocID="{20928AAA-F457-4A09-8AAC-A82210983FBE}" presName="L1TextContainer" presStyleLbl="revTx" presStyleIdx="1" presStyleCnt="5" custLinFactNeighborX="-14631">
        <dgm:presLayoutVars>
          <dgm:chMax val="1"/>
          <dgm:chPref val="1"/>
          <dgm:bulletEnabled val="1"/>
        </dgm:presLayoutVars>
      </dgm:prSet>
      <dgm:spPr/>
    </dgm:pt>
    <dgm:pt modelId="{E5B7BEAE-1C65-4A3E-9D69-CA6F92F97FF3}" type="pres">
      <dgm:prSet presAssocID="{20928AAA-F457-4A09-8AAC-A82210983FBE}" presName="EmptyPlaceHolder" presStyleCnt="0"/>
      <dgm:spPr/>
    </dgm:pt>
    <dgm:pt modelId="{1BC83304-6330-4FF6-994A-D02AC933FCB6}" type="pres">
      <dgm:prSet presAssocID="{EB5D5454-A5E9-4E37-B514-DFC5324A66C0}" presName="spaceBetweenRectangles" presStyleCnt="0"/>
      <dgm:spPr/>
    </dgm:pt>
    <dgm:pt modelId="{8D6C0F72-35C7-4FDF-BDAC-4FF565A33A17}" type="pres">
      <dgm:prSet presAssocID="{03738E35-4243-4E7D-A93F-C07DA3901E78}" presName="composite" presStyleCnt="0"/>
      <dgm:spPr/>
    </dgm:pt>
    <dgm:pt modelId="{79B0CEDC-0005-4ACE-AB25-DB9533DC85C2}" type="pres">
      <dgm:prSet presAssocID="{03738E35-4243-4E7D-A93F-C07DA3901E78}" presName="ConnectorPoint" presStyleLbl="fgAcc1" presStyleIdx="2" presStyleCnt="5"/>
      <dgm:spPr>
        <a:ln>
          <a:noFill/>
        </a:ln>
      </dgm:spPr>
    </dgm:pt>
    <dgm:pt modelId="{F1C3FD7B-71E0-4012-B7CE-2C80433ED975}" type="pres">
      <dgm:prSet presAssocID="{03738E35-4243-4E7D-A93F-C07DA3901E78}" presName="ConnectLine" presStyleLbl="alignNode1" presStyleIdx="2" presStyleCnt="5"/>
      <dgm:spPr>
        <a:solidFill>
          <a:schemeClr val="accent1">
            <a:hueOff val="0"/>
            <a:satOff val="0"/>
            <a:lumOff val="0"/>
            <a:alphaOff val="0"/>
          </a:schemeClr>
        </a:solidFill>
        <a:ln w="12700" cap="flat" cmpd="sng" algn="ctr">
          <a:solidFill>
            <a:schemeClr val="accent1">
              <a:hueOff val="0"/>
              <a:satOff val="0"/>
              <a:lumOff val="0"/>
              <a:alphaOff val="0"/>
            </a:schemeClr>
          </a:solidFill>
          <a:prstDash val="dash"/>
          <a:miter lim="800000"/>
        </a:ln>
        <a:effectLst/>
      </dgm:spPr>
    </dgm:pt>
    <dgm:pt modelId="{8D7DE9DA-72BE-42E6-8909-E3D0EB4CA475}" type="pres">
      <dgm:prSet presAssocID="{03738E35-4243-4E7D-A93F-C07DA3901E78}" presName="FlexibleEmptyPlaceHolder" presStyleCnt="0"/>
      <dgm:spPr/>
    </dgm:pt>
    <dgm:pt modelId="{2467EBEC-ACAC-4EF4-B856-39067B4D928B}" type="pres">
      <dgm:prSet presAssocID="{03738E35-4243-4E7D-A93F-C07DA3901E78}" presName="L2TextContainer" presStyleLbl="bgAcc1" presStyleIdx="2" presStyleCnt="5" custScaleX="103785" custLinFactNeighborX="-1001">
        <dgm:presLayoutVars>
          <dgm:chMax val="0"/>
          <dgm:chPref val="0"/>
          <dgm:bulletEnabled val="1"/>
        </dgm:presLayoutVars>
      </dgm:prSet>
      <dgm:spPr/>
    </dgm:pt>
    <dgm:pt modelId="{7605329C-2B32-4CD7-9B69-1B3DAB88562E}" type="pres">
      <dgm:prSet presAssocID="{03738E35-4243-4E7D-A93F-C07DA3901E78}" presName="L1TextContainer" presStyleLbl="revTx" presStyleIdx="2" presStyleCnt="5" custLinFactNeighborX="-11968">
        <dgm:presLayoutVars>
          <dgm:chMax val="1"/>
          <dgm:chPref val="1"/>
          <dgm:bulletEnabled val="1"/>
        </dgm:presLayoutVars>
      </dgm:prSet>
      <dgm:spPr/>
    </dgm:pt>
    <dgm:pt modelId="{E4D18DE3-4D68-4CCA-A662-044FD68AA3B7}" type="pres">
      <dgm:prSet presAssocID="{03738E35-4243-4E7D-A93F-C07DA3901E78}" presName="EmptyPlaceHolder" presStyleCnt="0"/>
      <dgm:spPr/>
    </dgm:pt>
    <dgm:pt modelId="{77D7097C-1EDE-4274-97C6-BE5F0924C39C}" type="pres">
      <dgm:prSet presAssocID="{6BF5896A-A334-45B0-B451-09159F55B184}" presName="spaceBetweenRectangles" presStyleCnt="0"/>
      <dgm:spPr/>
    </dgm:pt>
    <dgm:pt modelId="{DA0D1A8F-1D92-476F-972C-E82839B78B96}" type="pres">
      <dgm:prSet presAssocID="{962BFD33-E216-4331-BBD8-38EEDAB2E2C0}" presName="composite" presStyleCnt="0"/>
      <dgm:spPr/>
    </dgm:pt>
    <dgm:pt modelId="{A72D3A03-5E34-4B13-9747-5EFFE003B8C1}" type="pres">
      <dgm:prSet presAssocID="{962BFD33-E216-4331-BBD8-38EEDAB2E2C0}" presName="ConnectorPoint" presStyleLbl="fgAcc1" presStyleIdx="3" presStyleCnt="5"/>
      <dgm:spPr>
        <a:ln>
          <a:noFill/>
        </a:ln>
      </dgm:spPr>
    </dgm:pt>
    <dgm:pt modelId="{EB9D58D6-E34B-4990-86E2-B1CAE3536A29}" type="pres">
      <dgm:prSet presAssocID="{962BFD33-E216-4331-BBD8-38EEDAB2E2C0}" presName="ConnectLine" presStyleLbl="alignNode1" presStyleIdx="3" presStyleCnt="5"/>
      <dgm:spPr>
        <a:solidFill>
          <a:schemeClr val="accent1">
            <a:hueOff val="0"/>
            <a:satOff val="0"/>
            <a:lumOff val="0"/>
            <a:alphaOff val="0"/>
          </a:schemeClr>
        </a:solidFill>
        <a:ln w="12700" cap="flat" cmpd="sng" algn="ctr">
          <a:solidFill>
            <a:schemeClr val="accent1">
              <a:hueOff val="0"/>
              <a:satOff val="0"/>
              <a:lumOff val="0"/>
              <a:alphaOff val="0"/>
            </a:schemeClr>
          </a:solidFill>
          <a:prstDash val="dash"/>
        </a:ln>
        <a:effectLst/>
      </dgm:spPr>
    </dgm:pt>
    <dgm:pt modelId="{B9FF588F-5F27-4094-9B6D-747FD10A48B7}" type="pres">
      <dgm:prSet presAssocID="{962BFD33-E216-4331-BBD8-38EEDAB2E2C0}" presName="FlexibleEmptyPlaceHolder" presStyleCnt="0"/>
      <dgm:spPr/>
    </dgm:pt>
    <dgm:pt modelId="{160E0A3B-47C8-4C2F-8C45-EC9C3DFA1FFB}" type="pres">
      <dgm:prSet presAssocID="{962BFD33-E216-4331-BBD8-38EEDAB2E2C0}" presName="L2TextContainer" presStyleLbl="bgAcc1" presStyleIdx="3" presStyleCnt="5" custScaleX="101911" custLinFactNeighborX="4296">
        <dgm:presLayoutVars>
          <dgm:chMax val="0"/>
          <dgm:chPref val="0"/>
          <dgm:bulletEnabled val="1"/>
        </dgm:presLayoutVars>
      </dgm:prSet>
      <dgm:spPr/>
    </dgm:pt>
    <dgm:pt modelId="{5646D4EB-C7F1-4D0E-8051-C7D6C1D31ADE}" type="pres">
      <dgm:prSet presAssocID="{962BFD33-E216-4331-BBD8-38EEDAB2E2C0}" presName="L1TextContainer" presStyleLbl="revTx" presStyleIdx="3" presStyleCnt="5" custLinFactNeighborX="4657">
        <dgm:presLayoutVars>
          <dgm:chMax val="1"/>
          <dgm:chPref val="1"/>
          <dgm:bulletEnabled val="1"/>
        </dgm:presLayoutVars>
      </dgm:prSet>
      <dgm:spPr/>
    </dgm:pt>
    <dgm:pt modelId="{937215CC-5D52-40FA-BAD6-30FFF9CDB26A}" type="pres">
      <dgm:prSet presAssocID="{962BFD33-E216-4331-BBD8-38EEDAB2E2C0}" presName="EmptyPlaceHolder" presStyleCnt="0"/>
      <dgm:spPr/>
    </dgm:pt>
    <dgm:pt modelId="{33552C7C-A2D4-4FB7-AD93-DCB3C798AA86}" type="pres">
      <dgm:prSet presAssocID="{FF557E39-8331-4155-901F-701688C4CCAD}" presName="spaceBetweenRectangles" presStyleCnt="0"/>
      <dgm:spPr/>
    </dgm:pt>
    <dgm:pt modelId="{E02EEA3C-5485-4B77-B7B0-7A39B10F0BB4}" type="pres">
      <dgm:prSet presAssocID="{4B075034-3129-4DD5-98D7-318F326739CC}" presName="composite" presStyleCnt="0"/>
      <dgm:spPr/>
    </dgm:pt>
    <dgm:pt modelId="{864F9172-41AB-4727-BD60-71E6F62154FB}" type="pres">
      <dgm:prSet presAssocID="{4B075034-3129-4DD5-98D7-318F326739CC}" presName="ConnectorPoint" presStyleLbl="fgAcc1" presStyleIdx="4" presStyleCnt="5"/>
      <dgm:spPr>
        <a:ln>
          <a:noFill/>
        </a:ln>
      </dgm:spPr>
    </dgm:pt>
    <dgm:pt modelId="{9DE62C25-DC37-4130-AE3D-9F589C2E8903}" type="pres">
      <dgm:prSet presAssocID="{4B075034-3129-4DD5-98D7-318F326739CC}" presName="ConnectLine" presStyleLbl="alignNode1" presStyleIdx="4" presStyleCnt="5"/>
      <dgm:spPr>
        <a:solidFill>
          <a:schemeClr val="accent1">
            <a:hueOff val="0"/>
            <a:satOff val="0"/>
            <a:lumOff val="0"/>
            <a:alphaOff val="0"/>
          </a:schemeClr>
        </a:solidFill>
        <a:ln w="12700" cap="flat" cmpd="sng" algn="ctr">
          <a:solidFill>
            <a:schemeClr val="accent1">
              <a:hueOff val="0"/>
              <a:satOff val="0"/>
              <a:lumOff val="0"/>
              <a:alphaOff val="0"/>
            </a:schemeClr>
          </a:solidFill>
          <a:prstDash val="dash"/>
        </a:ln>
        <a:effectLst/>
      </dgm:spPr>
    </dgm:pt>
    <dgm:pt modelId="{D7C473BF-4C1D-41EC-BA7A-018501A202B0}" type="pres">
      <dgm:prSet presAssocID="{4B075034-3129-4DD5-98D7-318F326739CC}" presName="FlexibleEmptyPlaceHolder" presStyleCnt="0"/>
      <dgm:spPr/>
    </dgm:pt>
    <dgm:pt modelId="{277020A5-7024-4F77-9051-8B38AF80BE13}" type="pres">
      <dgm:prSet presAssocID="{4B075034-3129-4DD5-98D7-318F326739CC}" presName="L2TextContainer" presStyleLbl="bgAcc1" presStyleIdx="4" presStyleCnt="5" custScaleX="97063" custScaleY="100004" custLinFactNeighborX="7343">
        <dgm:presLayoutVars>
          <dgm:chMax val="0"/>
          <dgm:chPref val="0"/>
          <dgm:bulletEnabled val="1"/>
        </dgm:presLayoutVars>
      </dgm:prSet>
      <dgm:spPr/>
    </dgm:pt>
    <dgm:pt modelId="{03CEA676-E009-456C-B86F-9C9A7D3DA364}" type="pres">
      <dgm:prSet presAssocID="{4B075034-3129-4DD5-98D7-318F326739CC}" presName="L1TextContainer" presStyleLbl="revTx" presStyleIdx="4" presStyleCnt="5" custLinFactNeighborX="7433">
        <dgm:presLayoutVars>
          <dgm:chMax val="1"/>
          <dgm:chPref val="1"/>
          <dgm:bulletEnabled val="1"/>
        </dgm:presLayoutVars>
      </dgm:prSet>
      <dgm:spPr/>
    </dgm:pt>
    <dgm:pt modelId="{0FF1AF1C-630A-46D4-9EE9-7D0F99B23BBE}" type="pres">
      <dgm:prSet presAssocID="{4B075034-3129-4DD5-98D7-318F326739CC}" presName="EmptyPlaceHolder" presStyleCnt="0"/>
      <dgm:spPr/>
    </dgm:pt>
  </dgm:ptLst>
  <dgm:cxnLst>
    <dgm:cxn modelId="{1A1A5602-9CFD-454D-B81F-1F25DEBDBB35}" type="presOf" srcId="{34C8CD19-04E2-4488-965F-DC841C470D45}" destId="{2467EBEC-ACAC-4EF4-B856-39067B4D928B}" srcOrd="0" destOrd="0" presId="urn:microsoft.com/office/officeart/2017/3/layout/HorizontalPathTimeline#2"/>
    <dgm:cxn modelId="{9005EF1F-0C44-4C76-B6AD-2665A722A440}" type="presOf" srcId="{4B075034-3129-4DD5-98D7-318F326739CC}" destId="{03CEA676-E009-456C-B86F-9C9A7D3DA364}" srcOrd="0" destOrd="0" presId="urn:microsoft.com/office/officeart/2017/3/layout/HorizontalPathTimeline#2"/>
    <dgm:cxn modelId="{ABC35420-2881-483F-B687-1FB2F346360F}" type="presOf" srcId="{44D67ED0-6EEA-48F6-A9C1-BE754AABC76A}" destId="{93C358AC-5BA0-4CB6-B22F-1B95FA53D0F3}" srcOrd="0" destOrd="0" presId="urn:microsoft.com/office/officeart/2017/3/layout/HorizontalPathTimeline#2"/>
    <dgm:cxn modelId="{D77C3B5C-C13D-41B7-AA50-BE60CD5D3FAD}" srcId="{44D67ED0-6EEA-48F6-A9C1-BE754AABC76A}" destId="{962BFD33-E216-4331-BBD8-38EEDAB2E2C0}" srcOrd="3" destOrd="0" parTransId="{AB5F98BE-C987-462F-85E3-90E8BE69A319}" sibTransId="{FF557E39-8331-4155-901F-701688C4CCAD}"/>
    <dgm:cxn modelId="{82290D4D-2346-4E6C-B254-B9EAA4D01A23}" srcId="{20928AAA-F457-4A09-8AAC-A82210983FBE}" destId="{9C6534A9-4C27-4998-80A5-DF23882CAE25}" srcOrd="0" destOrd="0" parTransId="{0AA7231B-9394-4732-A7BE-3EB3CF2F8D70}" sibTransId="{83B69D46-737C-4589-B359-6BD9DD58BC91}"/>
    <dgm:cxn modelId="{07030C4E-4D62-4240-B10F-E41B801C763E}" srcId="{03738E35-4243-4E7D-A93F-C07DA3901E78}" destId="{34C8CD19-04E2-4488-965F-DC841C470D45}" srcOrd="0" destOrd="0" parTransId="{CD5F7DE2-2AD1-4CE8-AAC7-AD9C8E180CEA}" sibTransId="{7CE5955C-EC28-4D1B-9459-0C5458B1797D}"/>
    <dgm:cxn modelId="{BA476174-221B-4A3D-B4E2-5FCC084B59D3}" srcId="{44D67ED0-6EEA-48F6-A9C1-BE754AABC76A}" destId="{20928AAA-F457-4A09-8AAC-A82210983FBE}" srcOrd="1" destOrd="0" parTransId="{915085CE-2C78-4B64-8FF4-E48DB7BD55D2}" sibTransId="{EB5D5454-A5E9-4E37-B514-DFC5324A66C0}"/>
    <dgm:cxn modelId="{6D78A77D-E8C3-44F7-BA7A-2EB94AAF655C}" type="presOf" srcId="{9C6534A9-4C27-4998-80A5-DF23882CAE25}" destId="{3A73CBFE-397D-467A-A65B-E19FAB2953BB}" srcOrd="0" destOrd="0" presId="urn:microsoft.com/office/officeart/2017/3/layout/HorizontalPathTimeline#2"/>
    <dgm:cxn modelId="{0D49E980-DE7B-46C8-A240-0AF3E38E1055}" srcId="{AE62509E-8FD5-4BC0-8484-49407DA07B2D}" destId="{54A260F9-80FA-4E2A-BE87-2C0670B83857}" srcOrd="0" destOrd="0" parTransId="{3E4E3177-8F1B-40ED-B20A-6A6F0041E180}" sibTransId="{BA9E60E0-CF2E-4096-A9F4-556713DB9AE4}"/>
    <dgm:cxn modelId="{0DE29C93-78F2-43AA-B58C-7715B6F0EBD8}" srcId="{4B075034-3129-4DD5-98D7-318F326739CC}" destId="{1080EDDF-ADDC-4DF2-8E5F-F49A7CF611ED}" srcOrd="0" destOrd="0" parTransId="{8583E403-5FDD-4D7C-B9B3-0CD49AFEBACE}" sibTransId="{4C9E55B0-B04E-4552-BC60-A9DA24745302}"/>
    <dgm:cxn modelId="{047969A5-710C-4C0E-B61E-734F166269A0}" srcId="{962BFD33-E216-4331-BBD8-38EEDAB2E2C0}" destId="{B296910E-5EDD-40B6-9F5C-49436E692D0A}" srcOrd="0" destOrd="0" parTransId="{911B340C-3486-4299-920E-5DB640C4EDC9}" sibTransId="{33A0507C-F24C-416A-8E94-DB84555D29CB}"/>
    <dgm:cxn modelId="{4746DDBA-39D9-4779-AA84-9E67056DD78D}" type="presOf" srcId="{20928AAA-F457-4A09-8AAC-A82210983FBE}" destId="{730471FC-8FAF-49B2-8F42-63D391F759BE}" srcOrd="0" destOrd="0" presId="urn:microsoft.com/office/officeart/2017/3/layout/HorizontalPathTimeline#2"/>
    <dgm:cxn modelId="{E41AD5BE-76F3-4A9E-8059-7FC968661703}" srcId="{44D67ED0-6EEA-48F6-A9C1-BE754AABC76A}" destId="{03738E35-4243-4E7D-A93F-C07DA3901E78}" srcOrd="2" destOrd="0" parTransId="{DABBAF6C-D1C9-42E1-B928-5ACDE3D21AB0}" sibTransId="{6BF5896A-A334-45B0-B451-09159F55B184}"/>
    <dgm:cxn modelId="{8E29C2C0-0274-4EA3-9FF2-BC466EA71A55}" type="presOf" srcId="{54A260F9-80FA-4E2A-BE87-2C0670B83857}" destId="{408DCC00-CC60-4F76-9C61-F00E7DBFC778}" srcOrd="0" destOrd="0" presId="urn:microsoft.com/office/officeart/2017/3/layout/HorizontalPathTimeline#2"/>
    <dgm:cxn modelId="{F02F5BC1-ADCB-49B8-8B9B-A880FE3F3007}" type="presOf" srcId="{03738E35-4243-4E7D-A93F-C07DA3901E78}" destId="{7605329C-2B32-4CD7-9B69-1B3DAB88562E}" srcOrd="0" destOrd="0" presId="urn:microsoft.com/office/officeart/2017/3/layout/HorizontalPathTimeline#2"/>
    <dgm:cxn modelId="{FB22A1C5-F573-4FC4-BF5E-BFBDF858D131}" type="presOf" srcId="{AE62509E-8FD5-4BC0-8484-49407DA07B2D}" destId="{5C96A5F5-16B2-4AEA-9591-B66C220F4A65}" srcOrd="0" destOrd="0" presId="urn:microsoft.com/office/officeart/2017/3/layout/HorizontalPathTimeline#2"/>
    <dgm:cxn modelId="{3FFF5DC7-0983-4794-B4CB-F1F2D9CE51EC}" srcId="{44D67ED0-6EEA-48F6-A9C1-BE754AABC76A}" destId="{4B075034-3129-4DD5-98D7-318F326739CC}" srcOrd="4" destOrd="0" parTransId="{ACA0AE6F-8D87-4F61-8D3E-12FC4D4132DA}" sibTransId="{4F1D94B4-1627-4363-B86E-DD3281EE398D}"/>
    <dgm:cxn modelId="{A48A7ACB-725B-40E0-9300-DE9CD4B48CEA}" type="presOf" srcId="{B296910E-5EDD-40B6-9F5C-49436E692D0A}" destId="{160E0A3B-47C8-4C2F-8C45-EC9C3DFA1FFB}" srcOrd="0" destOrd="0" presId="urn:microsoft.com/office/officeart/2017/3/layout/HorizontalPathTimeline#2"/>
    <dgm:cxn modelId="{B681E0E7-0B3A-4DB8-BF19-F9AE0E1C787B}" srcId="{44D67ED0-6EEA-48F6-A9C1-BE754AABC76A}" destId="{AE62509E-8FD5-4BC0-8484-49407DA07B2D}" srcOrd="0" destOrd="0" parTransId="{8F2C679D-77AF-46F9-9ACE-1E1D440B1883}" sibTransId="{5C2CB4AF-F88D-4FBE-A40E-0CC048A23B9E}"/>
    <dgm:cxn modelId="{E561ABF3-D381-4ACD-A1E0-00CFFAB2B8CD}" type="presOf" srcId="{1080EDDF-ADDC-4DF2-8E5F-F49A7CF611ED}" destId="{277020A5-7024-4F77-9051-8B38AF80BE13}" srcOrd="0" destOrd="0" presId="urn:microsoft.com/office/officeart/2017/3/layout/HorizontalPathTimeline#2"/>
    <dgm:cxn modelId="{69E0CAF8-BA7B-4071-83F2-34B7499AB9BD}" type="presOf" srcId="{962BFD33-E216-4331-BBD8-38EEDAB2E2C0}" destId="{5646D4EB-C7F1-4D0E-8051-C7D6C1D31ADE}" srcOrd="0" destOrd="0" presId="urn:microsoft.com/office/officeart/2017/3/layout/HorizontalPathTimeline#2"/>
    <dgm:cxn modelId="{149B274D-97B1-4D7D-8606-A060E69D9396}" type="presParOf" srcId="{93C358AC-5BA0-4CB6-B22F-1B95FA53D0F3}" destId="{9F83E70B-EE6D-407B-8E1F-FE26817B3B1D}" srcOrd="0" destOrd="0" presId="urn:microsoft.com/office/officeart/2017/3/layout/HorizontalPathTimeline#2"/>
    <dgm:cxn modelId="{9C64AB4C-6C50-4B98-94C3-1FB3A10037C8}" type="presParOf" srcId="{93C358AC-5BA0-4CB6-B22F-1B95FA53D0F3}" destId="{EE6F6E1A-AC88-44BD-8034-0C2734A7943C}" srcOrd="1" destOrd="0" presId="urn:microsoft.com/office/officeart/2017/3/layout/HorizontalPathTimeline#2"/>
    <dgm:cxn modelId="{1FD49278-35FB-4A87-8037-150A03088969}" type="presParOf" srcId="{EE6F6E1A-AC88-44BD-8034-0C2734A7943C}" destId="{27CC3FEA-4989-4FE6-A03A-48D0F90DB146}" srcOrd="0" destOrd="0" presId="urn:microsoft.com/office/officeart/2017/3/layout/HorizontalPathTimeline#2"/>
    <dgm:cxn modelId="{0FDCEE2C-9049-4A7D-A4AD-A3FAB2668504}" type="presParOf" srcId="{27CC3FEA-4989-4FE6-A03A-48D0F90DB146}" destId="{B3AC6DBE-85B6-4AF3-BADF-7E1E82B735CC}" srcOrd="0" destOrd="0" presId="urn:microsoft.com/office/officeart/2017/3/layout/HorizontalPathTimeline#2"/>
    <dgm:cxn modelId="{BD07AC6A-3A2F-47FE-9350-7DA4A29DB905}" type="presParOf" srcId="{27CC3FEA-4989-4FE6-A03A-48D0F90DB146}" destId="{EAA550E8-D286-40B4-9B20-40DE0FCA02CE}" srcOrd="1" destOrd="0" presId="urn:microsoft.com/office/officeart/2017/3/layout/HorizontalPathTimeline#2"/>
    <dgm:cxn modelId="{4EF19140-CE0B-4443-9D3C-912EE4A13BBB}" type="presParOf" srcId="{27CC3FEA-4989-4FE6-A03A-48D0F90DB146}" destId="{13B6FF8E-261C-4941-9C10-4D13C6F1D5E7}" srcOrd="2" destOrd="0" presId="urn:microsoft.com/office/officeart/2017/3/layout/HorizontalPathTimeline#2"/>
    <dgm:cxn modelId="{BF1AB424-047D-439E-A52A-C93F108309A7}" type="presParOf" srcId="{27CC3FEA-4989-4FE6-A03A-48D0F90DB146}" destId="{408DCC00-CC60-4F76-9C61-F00E7DBFC778}" srcOrd="3" destOrd="0" presId="urn:microsoft.com/office/officeart/2017/3/layout/HorizontalPathTimeline#2"/>
    <dgm:cxn modelId="{27C26064-6724-421D-AD07-4F8CD8E80135}" type="presParOf" srcId="{27CC3FEA-4989-4FE6-A03A-48D0F90DB146}" destId="{5C96A5F5-16B2-4AEA-9591-B66C220F4A65}" srcOrd="4" destOrd="0" presId="urn:microsoft.com/office/officeart/2017/3/layout/HorizontalPathTimeline#2"/>
    <dgm:cxn modelId="{292F4599-0304-4E05-BAB2-EE49D095460E}" type="presParOf" srcId="{27CC3FEA-4989-4FE6-A03A-48D0F90DB146}" destId="{22931EBF-FF0E-4476-B965-7C4CFFC57D5D}" srcOrd="5" destOrd="0" presId="urn:microsoft.com/office/officeart/2017/3/layout/HorizontalPathTimeline#2"/>
    <dgm:cxn modelId="{8392B015-2B04-43E7-9510-B7789EEB7846}" type="presParOf" srcId="{EE6F6E1A-AC88-44BD-8034-0C2734A7943C}" destId="{E3B24336-549D-49F0-9359-D66050EB5874}" srcOrd="1" destOrd="0" presId="urn:microsoft.com/office/officeart/2017/3/layout/HorizontalPathTimeline#2"/>
    <dgm:cxn modelId="{B4F8EBC0-FB8F-4814-B17C-8A8160450CE9}" type="presParOf" srcId="{EE6F6E1A-AC88-44BD-8034-0C2734A7943C}" destId="{8BD40F87-7EF8-4BE4-972F-FA3FE5A18736}" srcOrd="2" destOrd="0" presId="urn:microsoft.com/office/officeart/2017/3/layout/HorizontalPathTimeline#2"/>
    <dgm:cxn modelId="{BDBA57D5-9585-44EE-8137-B662DD0CCB3D}" type="presParOf" srcId="{8BD40F87-7EF8-4BE4-972F-FA3FE5A18736}" destId="{F34C40A7-6131-4EF1-9887-E7EEA86D1562}" srcOrd="0" destOrd="0" presId="urn:microsoft.com/office/officeart/2017/3/layout/HorizontalPathTimeline#2"/>
    <dgm:cxn modelId="{A58D608F-ECC9-4F53-924C-CA1FA9876CB6}" type="presParOf" srcId="{8BD40F87-7EF8-4BE4-972F-FA3FE5A18736}" destId="{14186A17-7B9F-4674-AD57-FF0C87A3CB32}" srcOrd="1" destOrd="0" presId="urn:microsoft.com/office/officeart/2017/3/layout/HorizontalPathTimeline#2"/>
    <dgm:cxn modelId="{35DB642F-8986-4C8A-8727-43F26FC8D8C5}" type="presParOf" srcId="{8BD40F87-7EF8-4BE4-972F-FA3FE5A18736}" destId="{975F3CEC-6BAC-4EFC-B44F-278583CEC78C}" srcOrd="2" destOrd="0" presId="urn:microsoft.com/office/officeart/2017/3/layout/HorizontalPathTimeline#2"/>
    <dgm:cxn modelId="{5F763E16-0EC2-45FD-9E65-98D18623BFAC}" type="presParOf" srcId="{8BD40F87-7EF8-4BE4-972F-FA3FE5A18736}" destId="{3A73CBFE-397D-467A-A65B-E19FAB2953BB}" srcOrd="3" destOrd="0" presId="urn:microsoft.com/office/officeart/2017/3/layout/HorizontalPathTimeline#2"/>
    <dgm:cxn modelId="{756051C9-E47D-483A-A215-FDD1F893B06F}" type="presParOf" srcId="{8BD40F87-7EF8-4BE4-972F-FA3FE5A18736}" destId="{730471FC-8FAF-49B2-8F42-63D391F759BE}" srcOrd="4" destOrd="0" presId="urn:microsoft.com/office/officeart/2017/3/layout/HorizontalPathTimeline#2"/>
    <dgm:cxn modelId="{5BE04A7E-2CB3-4EBF-92EC-859AF2F0516B}" type="presParOf" srcId="{8BD40F87-7EF8-4BE4-972F-FA3FE5A18736}" destId="{E5B7BEAE-1C65-4A3E-9D69-CA6F92F97FF3}" srcOrd="5" destOrd="0" presId="urn:microsoft.com/office/officeart/2017/3/layout/HorizontalPathTimeline#2"/>
    <dgm:cxn modelId="{DA44D99E-95F4-455B-924A-281175A3046A}" type="presParOf" srcId="{EE6F6E1A-AC88-44BD-8034-0C2734A7943C}" destId="{1BC83304-6330-4FF6-994A-D02AC933FCB6}" srcOrd="3" destOrd="0" presId="urn:microsoft.com/office/officeart/2017/3/layout/HorizontalPathTimeline#2"/>
    <dgm:cxn modelId="{DDACE856-1745-4149-B5B3-4C4B7FF09D1D}" type="presParOf" srcId="{EE6F6E1A-AC88-44BD-8034-0C2734A7943C}" destId="{8D6C0F72-35C7-4FDF-BDAC-4FF565A33A17}" srcOrd="4" destOrd="0" presId="urn:microsoft.com/office/officeart/2017/3/layout/HorizontalPathTimeline#2"/>
    <dgm:cxn modelId="{A02D9B70-41D7-496D-956C-A57245DB7C97}" type="presParOf" srcId="{8D6C0F72-35C7-4FDF-BDAC-4FF565A33A17}" destId="{79B0CEDC-0005-4ACE-AB25-DB9533DC85C2}" srcOrd="0" destOrd="0" presId="urn:microsoft.com/office/officeart/2017/3/layout/HorizontalPathTimeline#2"/>
    <dgm:cxn modelId="{A40BF6BD-D76C-49F7-AFD2-3BBED3A0034D}" type="presParOf" srcId="{8D6C0F72-35C7-4FDF-BDAC-4FF565A33A17}" destId="{F1C3FD7B-71E0-4012-B7CE-2C80433ED975}" srcOrd="1" destOrd="0" presId="urn:microsoft.com/office/officeart/2017/3/layout/HorizontalPathTimeline#2"/>
    <dgm:cxn modelId="{FD0F136A-2C48-4E26-B042-74A913D58944}" type="presParOf" srcId="{8D6C0F72-35C7-4FDF-BDAC-4FF565A33A17}" destId="{8D7DE9DA-72BE-42E6-8909-E3D0EB4CA475}" srcOrd="2" destOrd="0" presId="urn:microsoft.com/office/officeart/2017/3/layout/HorizontalPathTimeline#2"/>
    <dgm:cxn modelId="{C87FB66A-D457-4ABE-9A01-18B0288F7603}" type="presParOf" srcId="{8D6C0F72-35C7-4FDF-BDAC-4FF565A33A17}" destId="{2467EBEC-ACAC-4EF4-B856-39067B4D928B}" srcOrd="3" destOrd="0" presId="urn:microsoft.com/office/officeart/2017/3/layout/HorizontalPathTimeline#2"/>
    <dgm:cxn modelId="{FC2E878F-005A-4C2D-BDCB-A15D56AFD437}" type="presParOf" srcId="{8D6C0F72-35C7-4FDF-BDAC-4FF565A33A17}" destId="{7605329C-2B32-4CD7-9B69-1B3DAB88562E}" srcOrd="4" destOrd="0" presId="urn:microsoft.com/office/officeart/2017/3/layout/HorizontalPathTimeline#2"/>
    <dgm:cxn modelId="{91A72D46-162A-44DF-8333-8CF3D7F18806}" type="presParOf" srcId="{8D6C0F72-35C7-4FDF-BDAC-4FF565A33A17}" destId="{E4D18DE3-4D68-4CCA-A662-044FD68AA3B7}" srcOrd="5" destOrd="0" presId="urn:microsoft.com/office/officeart/2017/3/layout/HorizontalPathTimeline#2"/>
    <dgm:cxn modelId="{195E9820-BD28-4383-BB8B-3801C236D4B5}" type="presParOf" srcId="{EE6F6E1A-AC88-44BD-8034-0C2734A7943C}" destId="{77D7097C-1EDE-4274-97C6-BE5F0924C39C}" srcOrd="5" destOrd="0" presId="urn:microsoft.com/office/officeart/2017/3/layout/HorizontalPathTimeline#2"/>
    <dgm:cxn modelId="{29CBD66A-1B9E-4227-A0A6-0A74303F6865}" type="presParOf" srcId="{EE6F6E1A-AC88-44BD-8034-0C2734A7943C}" destId="{DA0D1A8F-1D92-476F-972C-E82839B78B96}" srcOrd="6" destOrd="0" presId="urn:microsoft.com/office/officeart/2017/3/layout/HorizontalPathTimeline#2"/>
    <dgm:cxn modelId="{A350293D-0963-4BB3-858D-81760720AD56}" type="presParOf" srcId="{DA0D1A8F-1D92-476F-972C-E82839B78B96}" destId="{A72D3A03-5E34-4B13-9747-5EFFE003B8C1}" srcOrd="0" destOrd="0" presId="urn:microsoft.com/office/officeart/2017/3/layout/HorizontalPathTimeline#2"/>
    <dgm:cxn modelId="{AD06762D-21EE-4261-AD3E-60C1BFF2A574}" type="presParOf" srcId="{DA0D1A8F-1D92-476F-972C-E82839B78B96}" destId="{EB9D58D6-E34B-4990-86E2-B1CAE3536A29}" srcOrd="1" destOrd="0" presId="urn:microsoft.com/office/officeart/2017/3/layout/HorizontalPathTimeline#2"/>
    <dgm:cxn modelId="{BD022CFF-7A00-46AD-B49E-4FA70BAD24AF}" type="presParOf" srcId="{DA0D1A8F-1D92-476F-972C-E82839B78B96}" destId="{B9FF588F-5F27-4094-9B6D-747FD10A48B7}" srcOrd="2" destOrd="0" presId="urn:microsoft.com/office/officeart/2017/3/layout/HorizontalPathTimeline#2"/>
    <dgm:cxn modelId="{374BA1B3-3DEE-43EA-8E3F-977385263DC1}" type="presParOf" srcId="{DA0D1A8F-1D92-476F-972C-E82839B78B96}" destId="{160E0A3B-47C8-4C2F-8C45-EC9C3DFA1FFB}" srcOrd="3" destOrd="0" presId="urn:microsoft.com/office/officeart/2017/3/layout/HorizontalPathTimeline#2"/>
    <dgm:cxn modelId="{939964A6-04CF-4914-B621-59A261345117}" type="presParOf" srcId="{DA0D1A8F-1D92-476F-972C-E82839B78B96}" destId="{5646D4EB-C7F1-4D0E-8051-C7D6C1D31ADE}" srcOrd="4" destOrd="0" presId="urn:microsoft.com/office/officeart/2017/3/layout/HorizontalPathTimeline#2"/>
    <dgm:cxn modelId="{15513A16-9781-40EE-8F14-298BAFFAC844}" type="presParOf" srcId="{DA0D1A8F-1D92-476F-972C-E82839B78B96}" destId="{937215CC-5D52-40FA-BAD6-30FFF9CDB26A}" srcOrd="5" destOrd="0" presId="urn:microsoft.com/office/officeart/2017/3/layout/HorizontalPathTimeline#2"/>
    <dgm:cxn modelId="{63CC12B3-2BEC-4C22-AA69-B71529AA12A0}" type="presParOf" srcId="{EE6F6E1A-AC88-44BD-8034-0C2734A7943C}" destId="{33552C7C-A2D4-4FB7-AD93-DCB3C798AA86}" srcOrd="7" destOrd="0" presId="urn:microsoft.com/office/officeart/2017/3/layout/HorizontalPathTimeline#2"/>
    <dgm:cxn modelId="{BC239F0C-73B2-46F5-8CD5-C0E05EE657B1}" type="presParOf" srcId="{EE6F6E1A-AC88-44BD-8034-0C2734A7943C}" destId="{E02EEA3C-5485-4B77-B7B0-7A39B10F0BB4}" srcOrd="8" destOrd="0" presId="urn:microsoft.com/office/officeart/2017/3/layout/HorizontalPathTimeline#2"/>
    <dgm:cxn modelId="{E97A20AD-2C06-4101-A62B-1654DCD99024}" type="presParOf" srcId="{E02EEA3C-5485-4B77-B7B0-7A39B10F0BB4}" destId="{864F9172-41AB-4727-BD60-71E6F62154FB}" srcOrd="0" destOrd="0" presId="urn:microsoft.com/office/officeart/2017/3/layout/HorizontalPathTimeline#2"/>
    <dgm:cxn modelId="{CECCA3E3-40D1-4D70-A156-21D51D151C9D}" type="presParOf" srcId="{E02EEA3C-5485-4B77-B7B0-7A39B10F0BB4}" destId="{9DE62C25-DC37-4130-AE3D-9F589C2E8903}" srcOrd="1" destOrd="0" presId="urn:microsoft.com/office/officeart/2017/3/layout/HorizontalPathTimeline#2"/>
    <dgm:cxn modelId="{551F1B8E-C761-4A0D-BD20-1ADC2F8E7D4F}" type="presParOf" srcId="{E02EEA3C-5485-4B77-B7B0-7A39B10F0BB4}" destId="{D7C473BF-4C1D-41EC-BA7A-018501A202B0}" srcOrd="2" destOrd="0" presId="urn:microsoft.com/office/officeart/2017/3/layout/HorizontalPathTimeline#2"/>
    <dgm:cxn modelId="{B9F151E5-365B-4B4B-8365-7636CB8EE0DE}" type="presParOf" srcId="{E02EEA3C-5485-4B77-B7B0-7A39B10F0BB4}" destId="{277020A5-7024-4F77-9051-8B38AF80BE13}" srcOrd="3" destOrd="0" presId="urn:microsoft.com/office/officeart/2017/3/layout/HorizontalPathTimeline#2"/>
    <dgm:cxn modelId="{AD8E32F4-AD88-42BA-A1B7-B83C695C09E4}" type="presParOf" srcId="{E02EEA3C-5485-4B77-B7B0-7A39B10F0BB4}" destId="{03CEA676-E009-456C-B86F-9C9A7D3DA364}" srcOrd="4" destOrd="0" presId="urn:microsoft.com/office/officeart/2017/3/layout/HorizontalPathTimeline#2"/>
    <dgm:cxn modelId="{A5187015-38E2-4D85-A481-DFB73A5E1632}" type="presParOf" srcId="{E02EEA3C-5485-4B77-B7B0-7A39B10F0BB4}" destId="{0FF1AF1C-630A-46D4-9EE9-7D0F99B23BBE}" srcOrd="5" destOrd="0" presId="urn:microsoft.com/office/officeart/2017/3/layout/HorizontalPathTimelin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C72703F-EB58-4B0C-8B2A-EDF2A51B2C6C}" type="doc">
      <dgm:prSet loTypeId="urn:microsoft.com/office/officeart/2019/1/layout/PeoplePortraitsList" loCatId="profile" qsTypeId="urn:microsoft.com/office/officeart/2005/8/quickstyle/simple1" qsCatId="simple" csTypeId="urn:microsoft.com/office/officeart/2005/8/colors/colorful2" csCatId="colorful" phldr="1"/>
      <dgm:spPr/>
      <dgm:t>
        <a:bodyPr/>
        <a:lstStyle/>
        <a:p>
          <a:endParaRPr lang="en-US"/>
        </a:p>
      </dgm:t>
    </dgm:pt>
    <dgm:pt modelId="{23CA95F9-8BCF-40C1-B842-BCFFD43632F6}">
      <dgm:prSet custT="1"/>
      <dgm:spPr/>
      <dgm:t>
        <a:bodyPr/>
        <a:lstStyle/>
        <a:p>
          <a:pPr algn="ctr">
            <a:lnSpc>
              <a:spcPct val="100000"/>
            </a:lnSpc>
            <a:defRPr b="1" spc="20">
              <a:latin typeface="+mj-lt"/>
            </a:defRPr>
          </a:pPr>
          <a:r>
            <a:rPr lang="en-US" sz="2000" b="1" dirty="0">
              <a:solidFill>
                <a:schemeClr val="accent3"/>
              </a:solidFill>
              <a:highlight>
                <a:srgbClr val="FFFF00"/>
              </a:highlight>
            </a:rPr>
            <a:t>Name</a:t>
          </a:r>
          <a:br>
            <a:rPr lang="en-US" sz="1600" dirty="0">
              <a:solidFill>
                <a:sysClr val="windowText" lastClr="000000"/>
              </a:solidFill>
              <a:highlight>
                <a:srgbClr val="FFFF00"/>
              </a:highlight>
            </a:rPr>
          </a:br>
          <a:r>
            <a:rPr lang="en-US" sz="1600" b="0" dirty="0">
              <a:solidFill>
                <a:schemeClr val="tx1"/>
              </a:solidFill>
              <a:highlight>
                <a:srgbClr val="FFFF00"/>
              </a:highlight>
              <a:latin typeface="+mn-lt"/>
            </a:rPr>
            <a:t>Title</a:t>
          </a:r>
        </a:p>
      </dgm:t>
    </dgm:pt>
    <dgm:pt modelId="{FC4F4986-5DCD-4DC2-B7FD-2C5FABEF9979}" type="parTrans" cxnId="{E6EDE7CF-5B3F-4E2C-99EE-D5462F0EC9CE}">
      <dgm:prSet/>
      <dgm:spPr/>
      <dgm:t>
        <a:bodyPr/>
        <a:lstStyle/>
        <a:p>
          <a:endParaRPr lang="en-US"/>
        </a:p>
      </dgm:t>
    </dgm:pt>
    <dgm:pt modelId="{D868EA7F-D868-4231-86D5-66D9B2DF2F62}" type="sibTrans" cxnId="{E6EDE7CF-5B3F-4E2C-99EE-D5462F0EC9CE}">
      <dgm:prSet/>
      <dgm:spPr/>
      <dgm:t>
        <a:bodyPr/>
        <a:lstStyle/>
        <a:p>
          <a:endParaRPr lang="en-US"/>
        </a:p>
      </dgm:t>
    </dgm:pt>
    <dgm:pt modelId="{1E293C9C-50F7-4DF0-A45F-EF6AA41E15B2}">
      <dgm:prSet custT="1"/>
      <dgm:spPr/>
      <dgm:t>
        <a:bodyPr/>
        <a:lstStyle/>
        <a:p>
          <a:pPr algn="ctr">
            <a:lnSpc>
              <a:spcPct val="100000"/>
            </a:lnSpc>
            <a:defRPr b="1" spc="20">
              <a:latin typeface="+mj-lt"/>
            </a:defRPr>
          </a:pPr>
          <a:r>
            <a:rPr lang="en-US" sz="2000" b="1" i="0" dirty="0">
              <a:solidFill>
                <a:schemeClr val="accent3"/>
              </a:solidFill>
              <a:highlight>
                <a:srgbClr val="FFFF00"/>
              </a:highlight>
            </a:rPr>
            <a:t>Name</a:t>
          </a:r>
          <a:br>
            <a:rPr lang="en-US" sz="1600" dirty="0">
              <a:solidFill>
                <a:schemeClr val="tx1"/>
              </a:solidFill>
              <a:highlight>
                <a:srgbClr val="FFFF00"/>
              </a:highlight>
            </a:rPr>
          </a:br>
          <a:r>
            <a:rPr lang="en-US" sz="1600" b="0" dirty="0">
              <a:solidFill>
                <a:schemeClr val="tx1"/>
              </a:solidFill>
              <a:highlight>
                <a:srgbClr val="FFFF00"/>
              </a:highlight>
              <a:latin typeface="+mn-lt"/>
            </a:rPr>
            <a:t>Title</a:t>
          </a:r>
        </a:p>
      </dgm:t>
    </dgm:pt>
    <dgm:pt modelId="{04936CC5-1B2F-4620-ABDF-F195956C3F4A}" type="parTrans" cxnId="{A7E7000F-0D10-4D88-844F-C9CB2A6A39DA}">
      <dgm:prSet/>
      <dgm:spPr/>
      <dgm:t>
        <a:bodyPr/>
        <a:lstStyle/>
        <a:p>
          <a:endParaRPr lang="en-US"/>
        </a:p>
      </dgm:t>
    </dgm:pt>
    <dgm:pt modelId="{E019F05B-61F4-4915-9D10-5D6F328EA591}" type="sibTrans" cxnId="{A7E7000F-0D10-4D88-844F-C9CB2A6A39DA}">
      <dgm:prSet/>
      <dgm:spPr/>
      <dgm:t>
        <a:bodyPr/>
        <a:lstStyle/>
        <a:p>
          <a:endParaRPr lang="en-US"/>
        </a:p>
      </dgm:t>
    </dgm:pt>
    <dgm:pt modelId="{DA3F2F2F-B5A8-4CFD-ABCE-1BC48CD913AF}">
      <dgm:prSet custT="1"/>
      <dgm:spPr/>
      <dgm:t>
        <a:bodyPr/>
        <a:lstStyle/>
        <a:p>
          <a:pPr algn="ctr">
            <a:lnSpc>
              <a:spcPct val="100000"/>
            </a:lnSpc>
            <a:defRPr b="1" spc="20">
              <a:latin typeface="+mj-lt"/>
            </a:defRPr>
          </a:pPr>
          <a:r>
            <a:rPr lang="en-US" sz="2000" b="1" dirty="0">
              <a:solidFill>
                <a:schemeClr val="accent3"/>
              </a:solidFill>
              <a:highlight>
                <a:srgbClr val="FFFF00"/>
              </a:highlight>
            </a:rPr>
            <a:t>Name</a:t>
          </a:r>
          <a:br>
            <a:rPr lang="en-US" sz="1600" dirty="0">
              <a:solidFill>
                <a:schemeClr val="tx1"/>
              </a:solidFill>
              <a:highlight>
                <a:srgbClr val="FFFF00"/>
              </a:highlight>
            </a:rPr>
          </a:br>
          <a:r>
            <a:rPr lang="en-US" sz="1600" b="0" dirty="0">
              <a:solidFill>
                <a:schemeClr val="tx1"/>
              </a:solidFill>
              <a:highlight>
                <a:srgbClr val="FFFF00"/>
              </a:highlight>
              <a:latin typeface="+mn-lt"/>
            </a:rPr>
            <a:t>Title</a:t>
          </a:r>
        </a:p>
      </dgm:t>
    </dgm:pt>
    <dgm:pt modelId="{D4AFA5E0-6624-49A6-B10B-4FFA7483C001}" type="parTrans" cxnId="{307321D6-32A9-4F29-A35B-8328C6417311}">
      <dgm:prSet/>
      <dgm:spPr/>
      <dgm:t>
        <a:bodyPr/>
        <a:lstStyle/>
        <a:p>
          <a:endParaRPr lang="en-US"/>
        </a:p>
      </dgm:t>
    </dgm:pt>
    <dgm:pt modelId="{038FE749-6004-418E-86C7-7C1B1D7930F4}" type="sibTrans" cxnId="{307321D6-32A9-4F29-A35B-8328C6417311}">
      <dgm:prSet/>
      <dgm:spPr/>
      <dgm:t>
        <a:bodyPr/>
        <a:lstStyle/>
        <a:p>
          <a:endParaRPr lang="en-US"/>
        </a:p>
      </dgm:t>
    </dgm:pt>
    <dgm:pt modelId="{B2F9B3BC-1849-4A4A-BBE4-752B9B492C76}">
      <dgm:prSet custT="1"/>
      <dgm:spPr/>
      <dgm:t>
        <a:bodyPr/>
        <a:lstStyle/>
        <a:p>
          <a:pPr algn="ctr">
            <a:lnSpc>
              <a:spcPct val="100000"/>
            </a:lnSpc>
            <a:defRPr b="1" spc="20">
              <a:latin typeface="+mj-lt"/>
            </a:defRPr>
          </a:pPr>
          <a:r>
            <a:rPr lang="en-US" sz="2000" b="1" dirty="0">
              <a:solidFill>
                <a:schemeClr val="accent3"/>
              </a:solidFill>
              <a:highlight>
                <a:srgbClr val="FFFF00"/>
              </a:highlight>
            </a:rPr>
            <a:t>Name</a:t>
          </a:r>
          <a:br>
            <a:rPr lang="en-US" sz="1600" dirty="0">
              <a:solidFill>
                <a:schemeClr val="tx1"/>
              </a:solidFill>
              <a:highlight>
                <a:srgbClr val="FFFF00"/>
              </a:highlight>
            </a:rPr>
          </a:br>
          <a:r>
            <a:rPr lang="en-US" sz="1600" b="0" dirty="0">
              <a:solidFill>
                <a:schemeClr val="tx1"/>
              </a:solidFill>
              <a:highlight>
                <a:srgbClr val="FFFF00"/>
              </a:highlight>
              <a:latin typeface="+mn-lt"/>
            </a:rPr>
            <a:t>Title</a:t>
          </a:r>
        </a:p>
      </dgm:t>
    </dgm:pt>
    <dgm:pt modelId="{48FD486C-824F-4590-8CFC-BC1053E533DD}" type="parTrans" cxnId="{BB48F2B9-3F80-43D5-9223-76526A774C2D}">
      <dgm:prSet/>
      <dgm:spPr/>
      <dgm:t>
        <a:bodyPr/>
        <a:lstStyle/>
        <a:p>
          <a:endParaRPr lang="en-US"/>
        </a:p>
      </dgm:t>
    </dgm:pt>
    <dgm:pt modelId="{2946CE56-B018-4C0E-918D-0B36D170024F}" type="sibTrans" cxnId="{BB48F2B9-3F80-43D5-9223-76526A774C2D}">
      <dgm:prSet/>
      <dgm:spPr/>
      <dgm:t>
        <a:bodyPr/>
        <a:lstStyle/>
        <a:p>
          <a:endParaRPr lang="en-US"/>
        </a:p>
      </dgm:t>
    </dgm:pt>
    <dgm:pt modelId="{BF30E86D-EAFC-44CE-B56C-D7C5EC7742F3}" type="pres">
      <dgm:prSet presAssocID="{5C72703F-EB58-4B0C-8B2A-EDF2A51B2C6C}" presName="root" presStyleCnt="0">
        <dgm:presLayoutVars>
          <dgm:dir/>
          <dgm:resizeHandles val="exact"/>
        </dgm:presLayoutVars>
      </dgm:prSet>
      <dgm:spPr/>
    </dgm:pt>
    <dgm:pt modelId="{34A89649-B4A9-4A6F-8793-5A3DB37DDDA6}" type="pres">
      <dgm:prSet presAssocID="{23CA95F9-8BCF-40C1-B842-BCFFD43632F6}" presName="compNode" presStyleCnt="0"/>
      <dgm:spPr/>
    </dgm:pt>
    <dgm:pt modelId="{FFB9F511-6797-4909-9D3B-89EBC96F25A8}" type="pres">
      <dgm:prSet presAssocID="{23CA95F9-8BCF-40C1-B842-BCFFD43632F6}" presName="topSpace" presStyleCnt="0"/>
      <dgm:spPr/>
    </dgm:pt>
    <dgm:pt modelId="{73073D5B-7ADA-4F8B-AD34-0BE114905A44}" type="pres">
      <dgm:prSet presAssocID="{23CA95F9-8BCF-40C1-B842-BCFFD43632F6}" presName="photoElip" presStyleLbl="node1" presStyleIdx="0" presStyleCnt="4" custScaleX="135512" custScaleY="135512"/>
      <dgm:spPr>
        <a:prstGeom prst="rect">
          <a:avLst/>
        </a:prstGeom>
        <a:blipFill>
          <a:blip xmlns:r="http://schemas.openxmlformats.org/officeDocument/2006/relationships" r:embed="rId1">
            <a:extLst>
              <a:ext uri="{837473B0-CC2E-450A-ABE3-18F120FF3D39}">
                <a1611:picAttrSrcUrl xmlns:a1611="http://schemas.microsoft.com/office/drawing/2016/11/main" r:id="rId2"/>
              </a:ext>
            </a:extLst>
          </a:blip>
          <a:srcRect/>
          <a:stretch>
            <a:fillRect l="-17000" r="-17000"/>
          </a:stretch>
        </a:blipFill>
        <a:ln>
          <a:noFill/>
        </a:ln>
      </dgm:spPr>
    </dgm:pt>
    <dgm:pt modelId="{EE33220B-2292-4F19-BD6E-B7F529CD8414}" type="pres">
      <dgm:prSet presAssocID="{23CA95F9-8BCF-40C1-B842-BCFFD43632F6}" presName="iconSpace" presStyleCnt="0"/>
      <dgm:spPr/>
    </dgm:pt>
    <dgm:pt modelId="{FDFAF16A-4FD0-49F4-8593-32E9A31A4FF7}" type="pres">
      <dgm:prSet presAssocID="{23CA95F9-8BCF-40C1-B842-BCFFD43632F6}" presName="nameTx" presStyleLbl="revTx" presStyleIdx="0" presStyleCnt="8" custLinFactNeighborY="17872">
        <dgm:presLayoutVars>
          <dgm:chMax val="0"/>
          <dgm:chPref val="0"/>
        </dgm:presLayoutVars>
      </dgm:prSet>
      <dgm:spPr/>
    </dgm:pt>
    <dgm:pt modelId="{EEB88C88-E325-43D0-B163-BFD87C897361}" type="pres">
      <dgm:prSet presAssocID="{23CA95F9-8BCF-40C1-B842-BCFFD43632F6}" presName="txSpace" presStyleCnt="0"/>
      <dgm:spPr/>
    </dgm:pt>
    <dgm:pt modelId="{7D166BBB-55AF-452C-B9A0-94A1EE55FF4F}" type="pres">
      <dgm:prSet presAssocID="{23CA95F9-8BCF-40C1-B842-BCFFD43632F6}" presName="desTx" presStyleLbl="revTx" presStyleIdx="1" presStyleCnt="8">
        <dgm:presLayoutVars/>
      </dgm:prSet>
      <dgm:spPr/>
    </dgm:pt>
    <dgm:pt modelId="{860D3358-284A-4827-88CC-2F74FF5A1E56}" type="pres">
      <dgm:prSet presAssocID="{23CA95F9-8BCF-40C1-B842-BCFFD43632F6}" presName="bottSpace" presStyleCnt="0"/>
      <dgm:spPr/>
    </dgm:pt>
    <dgm:pt modelId="{0D4A0804-490F-47AA-B7FA-08C890B0D841}" type="pres">
      <dgm:prSet presAssocID="{D868EA7F-D868-4231-86D5-66D9B2DF2F62}" presName="sibTrans" presStyleCnt="0"/>
      <dgm:spPr/>
    </dgm:pt>
    <dgm:pt modelId="{E40BB94D-AE1C-4F05-8AA5-E9FA9A8CCCDE}" type="pres">
      <dgm:prSet presAssocID="{1E293C9C-50F7-4DF0-A45F-EF6AA41E15B2}" presName="compNode" presStyleCnt="0"/>
      <dgm:spPr/>
    </dgm:pt>
    <dgm:pt modelId="{1BC7C3C6-BE78-4F0A-9E69-54742F1AA0F3}" type="pres">
      <dgm:prSet presAssocID="{1E293C9C-50F7-4DF0-A45F-EF6AA41E15B2}" presName="topSpace" presStyleCnt="0"/>
      <dgm:spPr/>
    </dgm:pt>
    <dgm:pt modelId="{25238F18-07B8-41D8-8BD9-9F8514E8F9C4}" type="pres">
      <dgm:prSet presAssocID="{1E293C9C-50F7-4DF0-A45F-EF6AA41E15B2}" presName="photoElip" presStyleLbl="node1" presStyleIdx="1" presStyleCnt="4" custScaleX="135512" custScaleY="135512"/>
      <dgm:spPr>
        <a:prstGeom prst="rect">
          <a:avLst/>
        </a:prstGeom>
        <a:blipFill>
          <a:blip xmlns:r="http://schemas.openxmlformats.org/officeDocument/2006/relationships" r:embed="rId3">
            <a:extLst>
              <a:ext uri="{837473B0-CC2E-450A-ABE3-18F120FF3D39}">
                <a1611:picAttrSrcUrl xmlns:a1611="http://schemas.microsoft.com/office/drawing/2016/11/main" r:id="rId4"/>
              </a:ext>
            </a:extLst>
          </a:blip>
          <a:srcRect/>
          <a:stretch>
            <a:fillRect l="-25000" r="-25000"/>
          </a:stretch>
        </a:blipFill>
        <a:ln>
          <a:noFill/>
        </a:ln>
      </dgm:spPr>
    </dgm:pt>
    <dgm:pt modelId="{6FFE343B-847F-4D3F-A2F9-B95E826EC656}" type="pres">
      <dgm:prSet presAssocID="{1E293C9C-50F7-4DF0-A45F-EF6AA41E15B2}" presName="iconSpace" presStyleCnt="0"/>
      <dgm:spPr/>
    </dgm:pt>
    <dgm:pt modelId="{866F95BB-E9D9-40E2-AB9F-99D5F69BA82A}" type="pres">
      <dgm:prSet presAssocID="{1E293C9C-50F7-4DF0-A45F-EF6AA41E15B2}" presName="nameTx" presStyleLbl="revTx" presStyleIdx="2" presStyleCnt="8" custLinFactNeighborY="17872">
        <dgm:presLayoutVars>
          <dgm:chMax val="0"/>
          <dgm:chPref val="0"/>
        </dgm:presLayoutVars>
      </dgm:prSet>
      <dgm:spPr/>
    </dgm:pt>
    <dgm:pt modelId="{B22197FE-7BF1-485D-9B2D-0AD12CF41435}" type="pres">
      <dgm:prSet presAssocID="{1E293C9C-50F7-4DF0-A45F-EF6AA41E15B2}" presName="txSpace" presStyleCnt="0"/>
      <dgm:spPr/>
    </dgm:pt>
    <dgm:pt modelId="{1223E777-77CB-4A9A-BF21-12B513842696}" type="pres">
      <dgm:prSet presAssocID="{1E293C9C-50F7-4DF0-A45F-EF6AA41E15B2}" presName="desTx" presStyleLbl="revTx" presStyleIdx="3" presStyleCnt="8">
        <dgm:presLayoutVars/>
      </dgm:prSet>
      <dgm:spPr/>
    </dgm:pt>
    <dgm:pt modelId="{48A93FE3-F550-4840-B560-2DB8553BED7D}" type="pres">
      <dgm:prSet presAssocID="{1E293C9C-50F7-4DF0-A45F-EF6AA41E15B2}" presName="bottSpace" presStyleCnt="0"/>
      <dgm:spPr/>
    </dgm:pt>
    <dgm:pt modelId="{DCDF700C-8587-4AD0-95CF-A8CEBB3AD30B}" type="pres">
      <dgm:prSet presAssocID="{E019F05B-61F4-4915-9D10-5D6F328EA591}" presName="sibTrans" presStyleCnt="0"/>
      <dgm:spPr/>
    </dgm:pt>
    <dgm:pt modelId="{D5C9CF54-A3DB-4262-A188-C006BBF08A29}" type="pres">
      <dgm:prSet presAssocID="{DA3F2F2F-B5A8-4CFD-ABCE-1BC48CD913AF}" presName="compNode" presStyleCnt="0"/>
      <dgm:spPr/>
    </dgm:pt>
    <dgm:pt modelId="{EB21A753-DAF6-4914-9F97-D017DE4534D0}" type="pres">
      <dgm:prSet presAssocID="{DA3F2F2F-B5A8-4CFD-ABCE-1BC48CD913AF}" presName="topSpace" presStyleCnt="0"/>
      <dgm:spPr/>
    </dgm:pt>
    <dgm:pt modelId="{418E44D8-60E4-4008-9F09-1A652C62E8A6}" type="pres">
      <dgm:prSet presAssocID="{DA3F2F2F-B5A8-4CFD-ABCE-1BC48CD913AF}" presName="photoElip" presStyleLbl="node1" presStyleIdx="2" presStyleCnt="4" custScaleX="135512" custScaleY="135512"/>
      <dgm:spPr>
        <a:prstGeom prst="rect">
          <a:avLst/>
        </a:prstGeom>
        <a:blipFill>
          <a:blip xmlns:r="http://schemas.openxmlformats.org/officeDocument/2006/relationships" r:embed="rId5">
            <a:extLst>
              <a:ext uri="{837473B0-CC2E-450A-ABE3-18F120FF3D39}">
                <a1611:picAttrSrcUrl xmlns:a1611="http://schemas.microsoft.com/office/drawing/2016/11/main" r:id="rId6"/>
              </a:ext>
            </a:extLst>
          </a:blip>
          <a:srcRect/>
          <a:stretch>
            <a:fillRect l="-15000" r="-15000"/>
          </a:stretch>
        </a:blipFill>
        <a:ln>
          <a:noFill/>
        </a:ln>
      </dgm:spPr>
    </dgm:pt>
    <dgm:pt modelId="{51349271-76B0-4CC0-A678-325A9A4D3475}" type="pres">
      <dgm:prSet presAssocID="{DA3F2F2F-B5A8-4CFD-ABCE-1BC48CD913AF}" presName="iconSpace" presStyleCnt="0"/>
      <dgm:spPr/>
    </dgm:pt>
    <dgm:pt modelId="{9B5C14B8-8D61-4009-9F8C-194486F530FA}" type="pres">
      <dgm:prSet presAssocID="{DA3F2F2F-B5A8-4CFD-ABCE-1BC48CD913AF}" presName="nameTx" presStyleLbl="revTx" presStyleIdx="4" presStyleCnt="8" custLinFactNeighborY="17872">
        <dgm:presLayoutVars>
          <dgm:chMax val="0"/>
          <dgm:chPref val="0"/>
        </dgm:presLayoutVars>
      </dgm:prSet>
      <dgm:spPr/>
    </dgm:pt>
    <dgm:pt modelId="{7C23080D-6185-431F-BAF8-5277AA3C0E29}" type="pres">
      <dgm:prSet presAssocID="{DA3F2F2F-B5A8-4CFD-ABCE-1BC48CD913AF}" presName="txSpace" presStyleCnt="0"/>
      <dgm:spPr/>
    </dgm:pt>
    <dgm:pt modelId="{EE420F84-477D-4635-BEF8-66426E9A259D}" type="pres">
      <dgm:prSet presAssocID="{DA3F2F2F-B5A8-4CFD-ABCE-1BC48CD913AF}" presName="desTx" presStyleLbl="revTx" presStyleIdx="5" presStyleCnt="8" custLinFactY="-45265" custLinFactNeighborX="14101" custLinFactNeighborY="-100000">
        <dgm:presLayoutVars/>
      </dgm:prSet>
      <dgm:spPr/>
    </dgm:pt>
    <dgm:pt modelId="{DB61A93F-5AE0-4A97-AFE4-E1EA7F61D044}" type="pres">
      <dgm:prSet presAssocID="{DA3F2F2F-B5A8-4CFD-ABCE-1BC48CD913AF}" presName="bottSpace" presStyleCnt="0"/>
      <dgm:spPr/>
    </dgm:pt>
    <dgm:pt modelId="{75D7FAE6-857D-40F6-B564-3F282FD27B77}" type="pres">
      <dgm:prSet presAssocID="{038FE749-6004-418E-86C7-7C1B1D7930F4}" presName="sibTrans" presStyleCnt="0"/>
      <dgm:spPr/>
    </dgm:pt>
    <dgm:pt modelId="{F836F72C-94C1-41ED-BA62-813057647F9C}" type="pres">
      <dgm:prSet presAssocID="{B2F9B3BC-1849-4A4A-BBE4-752B9B492C76}" presName="compNode" presStyleCnt="0"/>
      <dgm:spPr/>
    </dgm:pt>
    <dgm:pt modelId="{8D7BA638-A338-4090-BADA-C1ECE7868394}" type="pres">
      <dgm:prSet presAssocID="{B2F9B3BC-1849-4A4A-BBE4-752B9B492C76}" presName="topSpace" presStyleCnt="0"/>
      <dgm:spPr/>
    </dgm:pt>
    <dgm:pt modelId="{04A8E640-7EB5-4EF2-8C83-19A3E5328324}" type="pres">
      <dgm:prSet presAssocID="{B2F9B3BC-1849-4A4A-BBE4-752B9B492C76}" presName="photoElip" presStyleLbl="node1" presStyleIdx="3" presStyleCnt="4" custScaleX="135512" custScaleY="135512"/>
      <dgm:spPr>
        <a:prstGeom prst="rect">
          <a:avLst/>
        </a:prstGeom>
        <a:blipFill>
          <a:blip xmlns:r="http://schemas.openxmlformats.org/officeDocument/2006/relationships" r:embed="rId7">
            <a:extLst>
              <a:ext uri="{837473B0-CC2E-450A-ABE3-18F120FF3D39}">
                <a1611:picAttrSrcUrl xmlns:a1611="http://schemas.microsoft.com/office/drawing/2016/11/main" r:id="rId8"/>
              </a:ext>
            </a:extLst>
          </a:blip>
          <a:srcRect/>
          <a:stretch>
            <a:fillRect/>
          </a:stretch>
        </a:blipFill>
        <a:ln>
          <a:noFill/>
        </a:ln>
      </dgm:spPr>
    </dgm:pt>
    <dgm:pt modelId="{278B038A-7223-4C22-98FA-84D16AB2359F}" type="pres">
      <dgm:prSet presAssocID="{B2F9B3BC-1849-4A4A-BBE4-752B9B492C76}" presName="iconSpace" presStyleCnt="0"/>
      <dgm:spPr/>
    </dgm:pt>
    <dgm:pt modelId="{79C5F495-3DD9-41C8-99AE-150A333447D0}" type="pres">
      <dgm:prSet presAssocID="{B2F9B3BC-1849-4A4A-BBE4-752B9B492C76}" presName="nameTx" presStyleLbl="revTx" presStyleIdx="6" presStyleCnt="8" custLinFactNeighborY="17872">
        <dgm:presLayoutVars>
          <dgm:chMax val="0"/>
          <dgm:chPref val="0"/>
        </dgm:presLayoutVars>
      </dgm:prSet>
      <dgm:spPr/>
    </dgm:pt>
    <dgm:pt modelId="{0D329E5F-B8D6-4027-B396-6AF7DD7D0537}" type="pres">
      <dgm:prSet presAssocID="{B2F9B3BC-1849-4A4A-BBE4-752B9B492C76}" presName="txSpace" presStyleCnt="0"/>
      <dgm:spPr/>
    </dgm:pt>
    <dgm:pt modelId="{5A7600AF-A34B-4D03-B3D6-B3C760AE8E06}" type="pres">
      <dgm:prSet presAssocID="{B2F9B3BC-1849-4A4A-BBE4-752B9B492C76}" presName="desTx" presStyleLbl="revTx" presStyleIdx="7" presStyleCnt="8" custLinFactNeighborX="1819" custLinFactNeighborY="-7212">
        <dgm:presLayoutVars/>
      </dgm:prSet>
      <dgm:spPr/>
    </dgm:pt>
    <dgm:pt modelId="{F9799C58-A628-4E75-9DAC-6616D2E34649}" type="pres">
      <dgm:prSet presAssocID="{B2F9B3BC-1849-4A4A-BBE4-752B9B492C76}" presName="bottSpace" presStyleCnt="0"/>
      <dgm:spPr/>
    </dgm:pt>
  </dgm:ptLst>
  <dgm:cxnLst>
    <dgm:cxn modelId="{A7E7000F-0D10-4D88-844F-C9CB2A6A39DA}" srcId="{5C72703F-EB58-4B0C-8B2A-EDF2A51B2C6C}" destId="{1E293C9C-50F7-4DF0-A45F-EF6AA41E15B2}" srcOrd="1" destOrd="0" parTransId="{04936CC5-1B2F-4620-ABDF-F195956C3F4A}" sibTransId="{E019F05B-61F4-4915-9D10-5D6F328EA591}"/>
    <dgm:cxn modelId="{540FED75-CB4E-4EAD-804F-81226869B095}" type="presOf" srcId="{1E293C9C-50F7-4DF0-A45F-EF6AA41E15B2}" destId="{866F95BB-E9D9-40E2-AB9F-99D5F69BA82A}" srcOrd="0" destOrd="0" presId="urn:microsoft.com/office/officeart/2019/1/layout/PeoplePortraitsList"/>
    <dgm:cxn modelId="{4C525577-8965-4DD8-A876-005F65E1D723}" type="presOf" srcId="{B2F9B3BC-1849-4A4A-BBE4-752B9B492C76}" destId="{79C5F495-3DD9-41C8-99AE-150A333447D0}" srcOrd="0" destOrd="0" presId="urn:microsoft.com/office/officeart/2019/1/layout/PeoplePortraitsList"/>
    <dgm:cxn modelId="{103DE3A3-70BD-4C08-B354-5518A18B954E}" type="presOf" srcId="{DA3F2F2F-B5A8-4CFD-ABCE-1BC48CD913AF}" destId="{9B5C14B8-8D61-4009-9F8C-194486F530FA}" srcOrd="0" destOrd="0" presId="urn:microsoft.com/office/officeart/2019/1/layout/PeoplePortraitsList"/>
    <dgm:cxn modelId="{BB48F2B9-3F80-43D5-9223-76526A774C2D}" srcId="{5C72703F-EB58-4B0C-8B2A-EDF2A51B2C6C}" destId="{B2F9B3BC-1849-4A4A-BBE4-752B9B492C76}" srcOrd="3" destOrd="0" parTransId="{48FD486C-824F-4590-8CFC-BC1053E533DD}" sibTransId="{2946CE56-B018-4C0E-918D-0B36D170024F}"/>
    <dgm:cxn modelId="{E6EDE7CF-5B3F-4E2C-99EE-D5462F0EC9CE}" srcId="{5C72703F-EB58-4B0C-8B2A-EDF2A51B2C6C}" destId="{23CA95F9-8BCF-40C1-B842-BCFFD43632F6}" srcOrd="0" destOrd="0" parTransId="{FC4F4986-5DCD-4DC2-B7FD-2C5FABEF9979}" sibTransId="{D868EA7F-D868-4231-86D5-66D9B2DF2F62}"/>
    <dgm:cxn modelId="{307321D6-32A9-4F29-A35B-8328C6417311}" srcId="{5C72703F-EB58-4B0C-8B2A-EDF2A51B2C6C}" destId="{DA3F2F2F-B5A8-4CFD-ABCE-1BC48CD913AF}" srcOrd="2" destOrd="0" parTransId="{D4AFA5E0-6624-49A6-B10B-4FFA7483C001}" sibTransId="{038FE749-6004-418E-86C7-7C1B1D7930F4}"/>
    <dgm:cxn modelId="{DE44E4D8-C5CF-4438-860F-3C376D4D64F5}" type="presOf" srcId="{23CA95F9-8BCF-40C1-B842-BCFFD43632F6}" destId="{FDFAF16A-4FD0-49F4-8593-32E9A31A4FF7}" srcOrd="0" destOrd="0" presId="urn:microsoft.com/office/officeart/2019/1/layout/PeoplePortraitsList"/>
    <dgm:cxn modelId="{74A68EEE-876E-4134-B088-DC53246E11FE}" type="presOf" srcId="{5C72703F-EB58-4B0C-8B2A-EDF2A51B2C6C}" destId="{BF30E86D-EAFC-44CE-B56C-D7C5EC7742F3}" srcOrd="0" destOrd="0" presId="urn:microsoft.com/office/officeart/2019/1/layout/PeoplePortraitsList"/>
    <dgm:cxn modelId="{3D9D2C87-FAC6-440F-8296-405914DA77FA}" type="presParOf" srcId="{BF30E86D-EAFC-44CE-B56C-D7C5EC7742F3}" destId="{34A89649-B4A9-4A6F-8793-5A3DB37DDDA6}" srcOrd="0" destOrd="0" presId="urn:microsoft.com/office/officeart/2019/1/layout/PeoplePortraitsList"/>
    <dgm:cxn modelId="{10208EBB-3996-40BD-88FB-7743A0FCFC0C}" type="presParOf" srcId="{34A89649-B4A9-4A6F-8793-5A3DB37DDDA6}" destId="{FFB9F511-6797-4909-9D3B-89EBC96F25A8}" srcOrd="0" destOrd="0" presId="urn:microsoft.com/office/officeart/2019/1/layout/PeoplePortraitsList"/>
    <dgm:cxn modelId="{680FCFE1-C0D6-41B7-81EE-34F07569A758}" type="presParOf" srcId="{34A89649-B4A9-4A6F-8793-5A3DB37DDDA6}" destId="{73073D5B-7ADA-4F8B-AD34-0BE114905A44}" srcOrd="1" destOrd="0" presId="urn:microsoft.com/office/officeart/2019/1/layout/PeoplePortraitsList"/>
    <dgm:cxn modelId="{84E22014-947A-4B8C-A1FF-A1E4AAD40AF2}" type="presParOf" srcId="{34A89649-B4A9-4A6F-8793-5A3DB37DDDA6}" destId="{EE33220B-2292-4F19-BD6E-B7F529CD8414}" srcOrd="2" destOrd="0" presId="urn:microsoft.com/office/officeart/2019/1/layout/PeoplePortraitsList"/>
    <dgm:cxn modelId="{6B5D3C86-47CA-4D7E-A443-7DF8A6130E63}" type="presParOf" srcId="{34A89649-B4A9-4A6F-8793-5A3DB37DDDA6}" destId="{FDFAF16A-4FD0-49F4-8593-32E9A31A4FF7}" srcOrd="3" destOrd="0" presId="urn:microsoft.com/office/officeart/2019/1/layout/PeoplePortraitsList"/>
    <dgm:cxn modelId="{119527D7-3755-4E3D-BC66-7A27143BBB8B}" type="presParOf" srcId="{34A89649-B4A9-4A6F-8793-5A3DB37DDDA6}" destId="{EEB88C88-E325-43D0-B163-BFD87C897361}" srcOrd="4" destOrd="0" presId="urn:microsoft.com/office/officeart/2019/1/layout/PeoplePortraitsList"/>
    <dgm:cxn modelId="{8B410EAE-BFFA-4BD7-B4BA-16AABEF1EAA9}" type="presParOf" srcId="{34A89649-B4A9-4A6F-8793-5A3DB37DDDA6}" destId="{7D166BBB-55AF-452C-B9A0-94A1EE55FF4F}" srcOrd="5" destOrd="0" presId="urn:microsoft.com/office/officeart/2019/1/layout/PeoplePortraitsList"/>
    <dgm:cxn modelId="{02A3AE73-815E-459E-B530-44D4C95EF771}" type="presParOf" srcId="{34A89649-B4A9-4A6F-8793-5A3DB37DDDA6}" destId="{860D3358-284A-4827-88CC-2F74FF5A1E56}" srcOrd="6" destOrd="0" presId="urn:microsoft.com/office/officeart/2019/1/layout/PeoplePortraitsList"/>
    <dgm:cxn modelId="{6C30D5CD-53EE-463E-B6E2-B237F041E4C3}" type="presParOf" srcId="{BF30E86D-EAFC-44CE-B56C-D7C5EC7742F3}" destId="{0D4A0804-490F-47AA-B7FA-08C890B0D841}" srcOrd="1" destOrd="0" presId="urn:microsoft.com/office/officeart/2019/1/layout/PeoplePortraitsList"/>
    <dgm:cxn modelId="{E4C40201-6BC4-420D-A8E7-A3465911B5D7}" type="presParOf" srcId="{BF30E86D-EAFC-44CE-B56C-D7C5EC7742F3}" destId="{E40BB94D-AE1C-4F05-8AA5-E9FA9A8CCCDE}" srcOrd="2" destOrd="0" presId="urn:microsoft.com/office/officeart/2019/1/layout/PeoplePortraitsList"/>
    <dgm:cxn modelId="{DF091FE9-5356-4A17-932D-C2EAD2530E8C}" type="presParOf" srcId="{E40BB94D-AE1C-4F05-8AA5-E9FA9A8CCCDE}" destId="{1BC7C3C6-BE78-4F0A-9E69-54742F1AA0F3}" srcOrd="0" destOrd="0" presId="urn:microsoft.com/office/officeart/2019/1/layout/PeoplePortraitsList"/>
    <dgm:cxn modelId="{43A6DAE1-8229-474F-B737-E5233B5044F7}" type="presParOf" srcId="{E40BB94D-AE1C-4F05-8AA5-E9FA9A8CCCDE}" destId="{25238F18-07B8-41D8-8BD9-9F8514E8F9C4}" srcOrd="1" destOrd="0" presId="urn:microsoft.com/office/officeart/2019/1/layout/PeoplePortraitsList"/>
    <dgm:cxn modelId="{811B328F-D513-4A25-BB09-9EDD8689ED34}" type="presParOf" srcId="{E40BB94D-AE1C-4F05-8AA5-E9FA9A8CCCDE}" destId="{6FFE343B-847F-4D3F-A2F9-B95E826EC656}" srcOrd="2" destOrd="0" presId="urn:microsoft.com/office/officeart/2019/1/layout/PeoplePortraitsList"/>
    <dgm:cxn modelId="{B86088D4-B825-4152-895F-72CD7428D68F}" type="presParOf" srcId="{E40BB94D-AE1C-4F05-8AA5-E9FA9A8CCCDE}" destId="{866F95BB-E9D9-40E2-AB9F-99D5F69BA82A}" srcOrd="3" destOrd="0" presId="urn:microsoft.com/office/officeart/2019/1/layout/PeoplePortraitsList"/>
    <dgm:cxn modelId="{9DF4ADBA-E8BF-45F3-B4C1-57BC4E46838A}" type="presParOf" srcId="{E40BB94D-AE1C-4F05-8AA5-E9FA9A8CCCDE}" destId="{B22197FE-7BF1-485D-9B2D-0AD12CF41435}" srcOrd="4" destOrd="0" presId="urn:microsoft.com/office/officeart/2019/1/layout/PeoplePortraitsList"/>
    <dgm:cxn modelId="{AE599A69-85C5-4380-827C-D751478A667D}" type="presParOf" srcId="{E40BB94D-AE1C-4F05-8AA5-E9FA9A8CCCDE}" destId="{1223E777-77CB-4A9A-BF21-12B513842696}" srcOrd="5" destOrd="0" presId="urn:microsoft.com/office/officeart/2019/1/layout/PeoplePortraitsList"/>
    <dgm:cxn modelId="{F8E06700-DE35-4D59-8FE6-04C15FF36365}" type="presParOf" srcId="{E40BB94D-AE1C-4F05-8AA5-E9FA9A8CCCDE}" destId="{48A93FE3-F550-4840-B560-2DB8553BED7D}" srcOrd="6" destOrd="0" presId="urn:microsoft.com/office/officeart/2019/1/layout/PeoplePortraitsList"/>
    <dgm:cxn modelId="{B3BC6484-B724-49D7-B0A5-B96774D6C5A7}" type="presParOf" srcId="{BF30E86D-EAFC-44CE-B56C-D7C5EC7742F3}" destId="{DCDF700C-8587-4AD0-95CF-A8CEBB3AD30B}" srcOrd="3" destOrd="0" presId="urn:microsoft.com/office/officeart/2019/1/layout/PeoplePortraitsList"/>
    <dgm:cxn modelId="{123A582B-C4F8-4519-967F-856EBB9F6F06}" type="presParOf" srcId="{BF30E86D-EAFC-44CE-B56C-D7C5EC7742F3}" destId="{D5C9CF54-A3DB-4262-A188-C006BBF08A29}" srcOrd="4" destOrd="0" presId="urn:microsoft.com/office/officeart/2019/1/layout/PeoplePortraitsList"/>
    <dgm:cxn modelId="{0A329E61-D0BD-4638-AFBB-ECC1E1BB2FE5}" type="presParOf" srcId="{D5C9CF54-A3DB-4262-A188-C006BBF08A29}" destId="{EB21A753-DAF6-4914-9F97-D017DE4534D0}" srcOrd="0" destOrd="0" presId="urn:microsoft.com/office/officeart/2019/1/layout/PeoplePortraitsList"/>
    <dgm:cxn modelId="{4E8CFC80-611A-4174-A442-0AFBB471F58A}" type="presParOf" srcId="{D5C9CF54-A3DB-4262-A188-C006BBF08A29}" destId="{418E44D8-60E4-4008-9F09-1A652C62E8A6}" srcOrd="1" destOrd="0" presId="urn:microsoft.com/office/officeart/2019/1/layout/PeoplePortraitsList"/>
    <dgm:cxn modelId="{D991B0D3-565F-44D9-A83F-197781E114D0}" type="presParOf" srcId="{D5C9CF54-A3DB-4262-A188-C006BBF08A29}" destId="{51349271-76B0-4CC0-A678-325A9A4D3475}" srcOrd="2" destOrd="0" presId="urn:microsoft.com/office/officeart/2019/1/layout/PeoplePortraitsList"/>
    <dgm:cxn modelId="{7FC54EBB-A416-48DA-AADE-209AE477B46E}" type="presParOf" srcId="{D5C9CF54-A3DB-4262-A188-C006BBF08A29}" destId="{9B5C14B8-8D61-4009-9F8C-194486F530FA}" srcOrd="3" destOrd="0" presId="urn:microsoft.com/office/officeart/2019/1/layout/PeoplePortraitsList"/>
    <dgm:cxn modelId="{2DCC0C79-D17C-4625-A51E-8C6146272B0A}" type="presParOf" srcId="{D5C9CF54-A3DB-4262-A188-C006BBF08A29}" destId="{7C23080D-6185-431F-BAF8-5277AA3C0E29}" srcOrd="4" destOrd="0" presId="urn:microsoft.com/office/officeart/2019/1/layout/PeoplePortraitsList"/>
    <dgm:cxn modelId="{A2D210FF-C687-4AED-82B0-395AAD28B698}" type="presParOf" srcId="{D5C9CF54-A3DB-4262-A188-C006BBF08A29}" destId="{EE420F84-477D-4635-BEF8-66426E9A259D}" srcOrd="5" destOrd="0" presId="urn:microsoft.com/office/officeart/2019/1/layout/PeoplePortraitsList"/>
    <dgm:cxn modelId="{948ADD0E-8022-4129-AB57-AF1F16DEEC20}" type="presParOf" srcId="{D5C9CF54-A3DB-4262-A188-C006BBF08A29}" destId="{DB61A93F-5AE0-4A97-AFE4-E1EA7F61D044}" srcOrd="6" destOrd="0" presId="urn:microsoft.com/office/officeart/2019/1/layout/PeoplePortraitsList"/>
    <dgm:cxn modelId="{B37D38BA-04F9-4FDE-90E3-13C84B9D3351}" type="presParOf" srcId="{BF30E86D-EAFC-44CE-B56C-D7C5EC7742F3}" destId="{75D7FAE6-857D-40F6-B564-3F282FD27B77}" srcOrd="5" destOrd="0" presId="urn:microsoft.com/office/officeart/2019/1/layout/PeoplePortraitsList"/>
    <dgm:cxn modelId="{C9461069-5B02-4E7D-89BF-60D89C5520D1}" type="presParOf" srcId="{BF30E86D-EAFC-44CE-B56C-D7C5EC7742F3}" destId="{F836F72C-94C1-41ED-BA62-813057647F9C}" srcOrd="6" destOrd="0" presId="urn:microsoft.com/office/officeart/2019/1/layout/PeoplePortraitsList"/>
    <dgm:cxn modelId="{074A72EB-DB29-40AB-9670-D77CF64F72EE}" type="presParOf" srcId="{F836F72C-94C1-41ED-BA62-813057647F9C}" destId="{8D7BA638-A338-4090-BADA-C1ECE7868394}" srcOrd="0" destOrd="0" presId="urn:microsoft.com/office/officeart/2019/1/layout/PeoplePortraitsList"/>
    <dgm:cxn modelId="{ACF70A6D-0F45-437B-9C70-8A65D4111C5E}" type="presParOf" srcId="{F836F72C-94C1-41ED-BA62-813057647F9C}" destId="{04A8E640-7EB5-4EF2-8C83-19A3E5328324}" srcOrd="1" destOrd="0" presId="urn:microsoft.com/office/officeart/2019/1/layout/PeoplePortraitsList"/>
    <dgm:cxn modelId="{207CB733-8608-4FD4-8942-AEF56B8AD050}" type="presParOf" srcId="{F836F72C-94C1-41ED-BA62-813057647F9C}" destId="{278B038A-7223-4C22-98FA-84D16AB2359F}" srcOrd="2" destOrd="0" presId="urn:microsoft.com/office/officeart/2019/1/layout/PeoplePortraitsList"/>
    <dgm:cxn modelId="{ABBDB8AD-1D60-4A5E-A05E-58E73FB4EE6D}" type="presParOf" srcId="{F836F72C-94C1-41ED-BA62-813057647F9C}" destId="{79C5F495-3DD9-41C8-99AE-150A333447D0}" srcOrd="3" destOrd="0" presId="urn:microsoft.com/office/officeart/2019/1/layout/PeoplePortraitsList"/>
    <dgm:cxn modelId="{4C2F2B28-9C3F-433B-AB15-CE2605DCD325}" type="presParOf" srcId="{F836F72C-94C1-41ED-BA62-813057647F9C}" destId="{0D329E5F-B8D6-4027-B396-6AF7DD7D0537}" srcOrd="4" destOrd="0" presId="urn:microsoft.com/office/officeart/2019/1/layout/PeoplePortraitsList"/>
    <dgm:cxn modelId="{A3CD0915-11F1-4C29-91BA-EF724E1525A8}" type="presParOf" srcId="{F836F72C-94C1-41ED-BA62-813057647F9C}" destId="{5A7600AF-A34B-4D03-B3D6-B3C760AE8E06}" srcOrd="5" destOrd="0" presId="urn:microsoft.com/office/officeart/2019/1/layout/PeoplePortraitsList"/>
    <dgm:cxn modelId="{82E4B52A-F0D2-438B-8CA3-5A6EB2771E78}" type="presParOf" srcId="{F836F72C-94C1-41ED-BA62-813057647F9C}" destId="{F9799C58-A628-4E75-9DAC-6616D2E34649}" srcOrd="6" destOrd="0" presId="urn:microsoft.com/office/officeart/2019/1/layout/PeoplePortraits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073D5B-7ADA-4F8B-AD34-0BE114905A44}">
      <dsp:nvSpPr>
        <dsp:cNvPr id="0" name=""/>
        <dsp:cNvSpPr/>
      </dsp:nvSpPr>
      <dsp:spPr>
        <a:xfrm>
          <a:off x="359244" y="551972"/>
          <a:ext cx="2281886" cy="2281886"/>
        </a:xfrm>
        <a:prstGeom prst="rect">
          <a:avLst/>
        </a:prstGeom>
        <a:blipFill dpi="0" rotWithShape="1">
          <a:blip xmlns:r="http://schemas.openxmlformats.org/officeDocument/2006/relationships" r:embed="rId1" cstate="screen">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FAF16A-4FD0-49F4-8593-32E9A31A4FF7}">
      <dsp:nvSpPr>
        <dsp:cNvPr id="0" name=""/>
        <dsp:cNvSpPr/>
      </dsp:nvSpPr>
      <dsp:spPr>
        <a:xfrm>
          <a:off x="307649" y="2947711"/>
          <a:ext cx="2385077" cy="486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b="1" spc="20">
              <a:latin typeface="+mj-lt"/>
            </a:defRPr>
          </a:pPr>
          <a:r>
            <a:rPr lang="en-US" sz="2000" b="1" kern="1200" dirty="0">
              <a:solidFill>
                <a:schemeClr val="accent3"/>
              </a:solidFill>
              <a:highlight>
                <a:srgbClr val="FFFF00"/>
              </a:highlight>
            </a:rPr>
            <a:t>Name</a:t>
          </a:r>
          <a:br>
            <a:rPr lang="en-US" sz="1600" kern="1200" dirty="0">
              <a:solidFill>
                <a:sysClr val="windowText" lastClr="000000"/>
              </a:solidFill>
              <a:highlight>
                <a:srgbClr val="FFFF00"/>
              </a:highlight>
            </a:rPr>
          </a:br>
          <a:r>
            <a:rPr lang="en-US" sz="1600" b="0" kern="1200" dirty="0">
              <a:solidFill>
                <a:schemeClr val="tx1"/>
              </a:solidFill>
              <a:highlight>
                <a:srgbClr val="FFFF00"/>
              </a:highlight>
              <a:latin typeface="+mn-lt"/>
            </a:rPr>
            <a:t>Title</a:t>
          </a:r>
        </a:p>
      </dsp:txBody>
      <dsp:txXfrm>
        <a:off x="307649" y="2947711"/>
        <a:ext cx="2385077" cy="486638"/>
      </dsp:txXfrm>
    </dsp:sp>
    <dsp:sp modelId="{7D166BBB-55AF-452C-B9A0-94A1EE55FF4F}">
      <dsp:nvSpPr>
        <dsp:cNvPr id="0" name=""/>
        <dsp:cNvSpPr/>
      </dsp:nvSpPr>
      <dsp:spPr>
        <a:xfrm>
          <a:off x="307649" y="3412552"/>
          <a:ext cx="2385077" cy="602866"/>
        </a:xfrm>
        <a:prstGeom prst="rect">
          <a:avLst/>
        </a:prstGeom>
        <a:noFill/>
        <a:ln>
          <a:noFill/>
        </a:ln>
        <a:effectLst/>
      </dsp:spPr>
      <dsp:style>
        <a:lnRef idx="0">
          <a:scrgbClr r="0" g="0" b="0"/>
        </a:lnRef>
        <a:fillRef idx="0">
          <a:scrgbClr r="0" g="0" b="0"/>
        </a:fillRef>
        <a:effectRef idx="0">
          <a:scrgbClr r="0" g="0" b="0"/>
        </a:effectRef>
        <a:fontRef idx="minor"/>
      </dsp:style>
    </dsp:sp>
    <dsp:sp modelId="{25238F18-07B8-41D8-8BD9-9F8514E8F9C4}">
      <dsp:nvSpPr>
        <dsp:cNvPr id="0" name=""/>
        <dsp:cNvSpPr/>
      </dsp:nvSpPr>
      <dsp:spPr>
        <a:xfrm>
          <a:off x="3161711" y="551972"/>
          <a:ext cx="2281886" cy="2281886"/>
        </a:xfrm>
        <a:prstGeom prst="rect">
          <a:avLst/>
        </a:prstGeom>
        <a:blipFill dpi="0" rotWithShape="1">
          <a:blip xmlns:r="http://schemas.openxmlformats.org/officeDocument/2006/relationships" r:embed="rId2" cstate="screen">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66F95BB-E9D9-40E2-AB9F-99D5F69BA82A}">
      <dsp:nvSpPr>
        <dsp:cNvPr id="0" name=""/>
        <dsp:cNvSpPr/>
      </dsp:nvSpPr>
      <dsp:spPr>
        <a:xfrm>
          <a:off x="3110115" y="2947711"/>
          <a:ext cx="2385077" cy="486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b="1" spc="20">
              <a:latin typeface="+mj-lt"/>
            </a:defRPr>
          </a:pPr>
          <a:r>
            <a:rPr lang="en-US" sz="2000" b="1" i="0" kern="1200" dirty="0">
              <a:solidFill>
                <a:schemeClr val="accent3"/>
              </a:solidFill>
              <a:highlight>
                <a:srgbClr val="FFFF00"/>
              </a:highlight>
            </a:rPr>
            <a:t>Name</a:t>
          </a:r>
          <a:br>
            <a:rPr lang="en-US" sz="1600" kern="1200" dirty="0">
              <a:solidFill>
                <a:schemeClr val="tx1"/>
              </a:solidFill>
              <a:highlight>
                <a:srgbClr val="FFFF00"/>
              </a:highlight>
            </a:rPr>
          </a:br>
          <a:r>
            <a:rPr lang="en-US" sz="1600" b="0" kern="1200" dirty="0">
              <a:solidFill>
                <a:schemeClr val="tx1"/>
              </a:solidFill>
              <a:highlight>
                <a:srgbClr val="FFFF00"/>
              </a:highlight>
              <a:latin typeface="+mn-lt"/>
            </a:rPr>
            <a:t>Title</a:t>
          </a:r>
        </a:p>
      </dsp:txBody>
      <dsp:txXfrm>
        <a:off x="3110115" y="2947711"/>
        <a:ext cx="2385077" cy="486638"/>
      </dsp:txXfrm>
    </dsp:sp>
    <dsp:sp modelId="{1223E777-77CB-4A9A-BF21-12B513842696}">
      <dsp:nvSpPr>
        <dsp:cNvPr id="0" name=""/>
        <dsp:cNvSpPr/>
      </dsp:nvSpPr>
      <dsp:spPr>
        <a:xfrm>
          <a:off x="3110115" y="3412552"/>
          <a:ext cx="2385077" cy="602866"/>
        </a:xfrm>
        <a:prstGeom prst="rect">
          <a:avLst/>
        </a:prstGeom>
        <a:noFill/>
        <a:ln>
          <a:noFill/>
        </a:ln>
        <a:effectLst/>
      </dsp:spPr>
      <dsp:style>
        <a:lnRef idx="0">
          <a:scrgbClr r="0" g="0" b="0"/>
        </a:lnRef>
        <a:fillRef idx="0">
          <a:scrgbClr r="0" g="0" b="0"/>
        </a:fillRef>
        <a:effectRef idx="0">
          <a:scrgbClr r="0" g="0" b="0"/>
        </a:effectRef>
        <a:fontRef idx="minor"/>
      </dsp:style>
    </dsp:sp>
    <dsp:sp modelId="{418E44D8-60E4-4008-9F09-1A652C62E8A6}">
      <dsp:nvSpPr>
        <dsp:cNvPr id="0" name=""/>
        <dsp:cNvSpPr/>
      </dsp:nvSpPr>
      <dsp:spPr>
        <a:xfrm>
          <a:off x="5964177" y="551972"/>
          <a:ext cx="2281886" cy="2281886"/>
        </a:xfrm>
        <a:prstGeom prst="rect">
          <a:avLst/>
        </a:prstGeom>
        <a:blipFill dpi="0" rotWithShape="1">
          <a:blip xmlns:r="http://schemas.openxmlformats.org/officeDocument/2006/relationships" r:embed="rId3" cstate="screen">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5C14B8-8D61-4009-9F8C-194486F530FA}">
      <dsp:nvSpPr>
        <dsp:cNvPr id="0" name=""/>
        <dsp:cNvSpPr/>
      </dsp:nvSpPr>
      <dsp:spPr>
        <a:xfrm>
          <a:off x="5912581" y="2947711"/>
          <a:ext cx="2385077" cy="486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b="1" spc="20">
              <a:latin typeface="+mj-lt"/>
            </a:defRPr>
          </a:pPr>
          <a:r>
            <a:rPr lang="en-US" sz="2000" b="1" kern="1200" dirty="0">
              <a:solidFill>
                <a:schemeClr val="accent3"/>
              </a:solidFill>
              <a:highlight>
                <a:srgbClr val="FFFF00"/>
              </a:highlight>
            </a:rPr>
            <a:t>Name</a:t>
          </a:r>
          <a:br>
            <a:rPr lang="en-US" sz="1600" kern="1200" dirty="0">
              <a:solidFill>
                <a:schemeClr val="tx1"/>
              </a:solidFill>
              <a:highlight>
                <a:srgbClr val="FFFF00"/>
              </a:highlight>
            </a:rPr>
          </a:br>
          <a:r>
            <a:rPr lang="en-US" sz="1600" b="0" kern="1200" dirty="0">
              <a:solidFill>
                <a:schemeClr val="tx1"/>
              </a:solidFill>
              <a:highlight>
                <a:srgbClr val="FFFF00"/>
              </a:highlight>
              <a:latin typeface="+mn-lt"/>
            </a:rPr>
            <a:t>Title</a:t>
          </a:r>
        </a:p>
      </dsp:txBody>
      <dsp:txXfrm>
        <a:off x="5912581" y="2947711"/>
        <a:ext cx="2385077" cy="486638"/>
      </dsp:txXfrm>
    </dsp:sp>
    <dsp:sp modelId="{EE420F84-477D-4635-BEF8-66426E9A259D}">
      <dsp:nvSpPr>
        <dsp:cNvPr id="0" name=""/>
        <dsp:cNvSpPr/>
      </dsp:nvSpPr>
      <dsp:spPr>
        <a:xfrm>
          <a:off x="6248901" y="2536798"/>
          <a:ext cx="2385077" cy="602866"/>
        </a:xfrm>
        <a:prstGeom prst="rect">
          <a:avLst/>
        </a:prstGeom>
        <a:noFill/>
        <a:ln>
          <a:noFill/>
        </a:ln>
        <a:effectLst/>
      </dsp:spPr>
      <dsp:style>
        <a:lnRef idx="0">
          <a:scrgbClr r="0" g="0" b="0"/>
        </a:lnRef>
        <a:fillRef idx="0">
          <a:scrgbClr r="0" g="0" b="0"/>
        </a:fillRef>
        <a:effectRef idx="0">
          <a:scrgbClr r="0" g="0" b="0"/>
        </a:effectRef>
        <a:fontRef idx="minor"/>
      </dsp:style>
    </dsp:sp>
    <dsp:sp modelId="{04A8E640-7EB5-4EF2-8C83-19A3E5328324}">
      <dsp:nvSpPr>
        <dsp:cNvPr id="0" name=""/>
        <dsp:cNvSpPr/>
      </dsp:nvSpPr>
      <dsp:spPr>
        <a:xfrm>
          <a:off x="8766643" y="551972"/>
          <a:ext cx="2281886" cy="2281886"/>
        </a:xfrm>
        <a:prstGeom prst="rect">
          <a:avLst/>
        </a:prstGeom>
        <a:blipFill dpi="0" rotWithShape="1">
          <a:blip xmlns:r="http://schemas.openxmlformats.org/officeDocument/2006/relationships" r:embed="rId4" cstate="screen">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C5F495-3DD9-41C8-99AE-150A333447D0}">
      <dsp:nvSpPr>
        <dsp:cNvPr id="0" name=""/>
        <dsp:cNvSpPr/>
      </dsp:nvSpPr>
      <dsp:spPr>
        <a:xfrm>
          <a:off x="8715048" y="2947711"/>
          <a:ext cx="2385077" cy="486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b="1" spc="20">
              <a:latin typeface="+mj-lt"/>
            </a:defRPr>
          </a:pPr>
          <a:r>
            <a:rPr lang="en-US" sz="2000" b="1" kern="1200" dirty="0">
              <a:solidFill>
                <a:schemeClr val="accent3"/>
              </a:solidFill>
              <a:highlight>
                <a:srgbClr val="FFFF00"/>
              </a:highlight>
            </a:rPr>
            <a:t>Name</a:t>
          </a:r>
          <a:br>
            <a:rPr lang="en-US" sz="1600" kern="1200" dirty="0">
              <a:solidFill>
                <a:schemeClr val="tx1"/>
              </a:solidFill>
              <a:highlight>
                <a:srgbClr val="FFFF00"/>
              </a:highlight>
            </a:rPr>
          </a:br>
          <a:r>
            <a:rPr lang="en-US" sz="1600" b="0" kern="1200" dirty="0">
              <a:solidFill>
                <a:schemeClr val="tx1"/>
              </a:solidFill>
              <a:highlight>
                <a:srgbClr val="FFFF00"/>
              </a:highlight>
              <a:latin typeface="+mn-lt"/>
            </a:rPr>
            <a:t>Title</a:t>
          </a:r>
        </a:p>
      </dsp:txBody>
      <dsp:txXfrm>
        <a:off x="8715048" y="2947711"/>
        <a:ext cx="2385077" cy="486638"/>
      </dsp:txXfrm>
    </dsp:sp>
    <dsp:sp modelId="{5A7600AF-A34B-4D03-B3D6-B3C760AE8E06}">
      <dsp:nvSpPr>
        <dsp:cNvPr id="0" name=""/>
        <dsp:cNvSpPr/>
      </dsp:nvSpPr>
      <dsp:spPr>
        <a:xfrm>
          <a:off x="8758432" y="3369074"/>
          <a:ext cx="2385077" cy="602866"/>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83E70B-EE6D-407B-8E1F-FE26817B3B1D}">
      <dsp:nvSpPr>
        <dsp:cNvPr id="0" name=""/>
        <dsp:cNvSpPr/>
      </dsp:nvSpPr>
      <dsp:spPr>
        <a:xfrm>
          <a:off x="0" y="1988820"/>
          <a:ext cx="10013950" cy="165735"/>
        </a:xfrm>
        <a:prstGeom prst="rect">
          <a:avLst/>
        </a:prstGeom>
        <a:solidFill>
          <a:schemeClr val="accent3"/>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A550E8-D286-40B4-9B20-40DE0FCA02CE}">
      <dsp:nvSpPr>
        <dsp:cNvPr id="0" name=""/>
        <dsp:cNvSpPr/>
      </dsp:nvSpPr>
      <dsp:spPr>
        <a:xfrm>
          <a:off x="1462137" y="1284446"/>
          <a:ext cx="0" cy="787241"/>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408DCC00-CC60-4F76-9C61-F00E7DBFC778}">
      <dsp:nvSpPr>
        <dsp:cNvPr id="0" name=""/>
        <dsp:cNvSpPr/>
      </dsp:nvSpPr>
      <dsp:spPr>
        <a:xfrm>
          <a:off x="23837" y="662940"/>
          <a:ext cx="2876599" cy="621506"/>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934" tIns="37273" rIns="144934" bIns="37273" numCol="1" spcCol="1270" anchor="ctr" anchorCtr="0">
          <a:noAutofit/>
        </a:bodyPr>
        <a:lstStyle/>
        <a:p>
          <a:pPr marL="0" lvl="0" indent="0" algn="l" defTabSz="533400">
            <a:lnSpc>
              <a:spcPct val="90000"/>
            </a:lnSpc>
            <a:spcBef>
              <a:spcPct val="0"/>
            </a:spcBef>
            <a:spcAft>
              <a:spcPts val="0"/>
            </a:spcAft>
            <a:buFont typeface="Arial" panose="020B0604020202020204" pitchFamily="34" charset="0"/>
            <a:buNone/>
          </a:pPr>
          <a:r>
            <a:rPr lang="en-US" sz="1200" b="0" i="0" kern="1200" spc="0" baseline="0" dirty="0"/>
            <a:t>To start a presentation, go to the Slide Show tab, and select From Beginning.</a:t>
          </a:r>
          <a:endParaRPr lang="en-US" sz="1200" kern="1200" spc="0" baseline="0" dirty="0"/>
        </a:p>
      </dsp:txBody>
      <dsp:txXfrm>
        <a:off x="23837" y="662940"/>
        <a:ext cx="2876599" cy="621506"/>
      </dsp:txXfrm>
    </dsp:sp>
    <dsp:sp modelId="{5C96A5F5-16B2-4AEA-9591-B66C220F4A65}">
      <dsp:nvSpPr>
        <dsp:cNvPr id="0" name=""/>
        <dsp:cNvSpPr/>
      </dsp:nvSpPr>
      <dsp:spPr>
        <a:xfrm>
          <a:off x="122938" y="2224992"/>
          <a:ext cx="2667778" cy="4682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1066800">
            <a:lnSpc>
              <a:spcPct val="100000"/>
            </a:lnSpc>
            <a:spcBef>
              <a:spcPct val="0"/>
            </a:spcBef>
            <a:spcAft>
              <a:spcPts val="0"/>
            </a:spcAft>
            <a:buNone/>
          </a:pPr>
          <a:r>
            <a:rPr lang="en-US" sz="2400" b="1" kern="1200" spc="100" baseline="0" dirty="0"/>
            <a:t>Title1</a:t>
          </a:r>
        </a:p>
      </dsp:txBody>
      <dsp:txXfrm>
        <a:off x="122938" y="2224992"/>
        <a:ext cx="2667778" cy="468201"/>
      </dsp:txXfrm>
    </dsp:sp>
    <dsp:sp modelId="{B3AC6DBE-85B6-4AF3-BADF-7E1E82B735CC}">
      <dsp:nvSpPr>
        <dsp:cNvPr id="0" name=""/>
        <dsp:cNvSpPr/>
      </dsp:nvSpPr>
      <dsp:spPr>
        <a:xfrm>
          <a:off x="1411367" y="2019895"/>
          <a:ext cx="101538" cy="103584"/>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14186A17-7B9F-4674-AD57-FF0C87A3CB32}">
      <dsp:nvSpPr>
        <dsp:cNvPr id="0" name=""/>
        <dsp:cNvSpPr/>
      </dsp:nvSpPr>
      <dsp:spPr>
        <a:xfrm>
          <a:off x="2949258" y="2071687"/>
          <a:ext cx="0" cy="787241"/>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3A73CBFE-397D-467A-A65B-E19FAB2953BB}">
      <dsp:nvSpPr>
        <dsp:cNvPr id="0" name=""/>
        <dsp:cNvSpPr/>
      </dsp:nvSpPr>
      <dsp:spPr>
        <a:xfrm>
          <a:off x="1481980" y="2858928"/>
          <a:ext cx="2843145" cy="75746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934" tIns="45427" rIns="144934" bIns="45427" numCol="1" spcCol="1270" anchor="ctr" anchorCtr="0">
          <a:noAutofit/>
        </a:bodyPr>
        <a:lstStyle/>
        <a:p>
          <a:pPr marL="0" lvl="0" indent="0" algn="l" defTabSz="533400">
            <a:lnSpc>
              <a:spcPct val="90000"/>
            </a:lnSpc>
            <a:spcBef>
              <a:spcPct val="0"/>
            </a:spcBef>
            <a:spcAft>
              <a:spcPts val="0"/>
            </a:spcAft>
            <a:buFont typeface="Arial" panose="020B0604020202020204" pitchFamily="34" charset="0"/>
            <a:buNone/>
          </a:pPr>
          <a:r>
            <a:rPr lang="en-US" sz="1200" b="0" i="0" kern="1200" spc="0" baseline="0" dirty="0"/>
            <a:t>To display Presenter view, in Slide Show view, on the control bar at the bottom left select the three dots, and then Show Presenter View. </a:t>
          </a:r>
          <a:endParaRPr lang="en-US" sz="1200" kern="1200" spc="0" baseline="0" dirty="0"/>
        </a:p>
      </dsp:txBody>
      <dsp:txXfrm>
        <a:off x="1481980" y="2858928"/>
        <a:ext cx="2843145" cy="757460"/>
      </dsp:txXfrm>
    </dsp:sp>
    <dsp:sp modelId="{730471FC-8FAF-49B2-8F42-63D391F759BE}">
      <dsp:nvSpPr>
        <dsp:cNvPr id="0" name=""/>
        <dsp:cNvSpPr/>
      </dsp:nvSpPr>
      <dsp:spPr>
        <a:xfrm>
          <a:off x="1615401" y="1450181"/>
          <a:ext cx="2667778" cy="4682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1066800">
            <a:lnSpc>
              <a:spcPct val="100000"/>
            </a:lnSpc>
            <a:spcBef>
              <a:spcPct val="0"/>
            </a:spcBef>
            <a:spcAft>
              <a:spcPts val="0"/>
            </a:spcAft>
            <a:buNone/>
          </a:pPr>
          <a:r>
            <a:rPr lang="en-US" sz="2400" b="1" kern="1200" spc="100" baseline="0" dirty="0"/>
            <a:t>Title2</a:t>
          </a:r>
        </a:p>
      </dsp:txBody>
      <dsp:txXfrm>
        <a:off x="1615401" y="1450181"/>
        <a:ext cx="2667778" cy="468201"/>
      </dsp:txXfrm>
    </dsp:sp>
    <dsp:sp modelId="{F34C40A7-6131-4EF1-9887-E7EEA86D1562}">
      <dsp:nvSpPr>
        <dsp:cNvPr id="0" name=""/>
        <dsp:cNvSpPr/>
      </dsp:nvSpPr>
      <dsp:spPr>
        <a:xfrm>
          <a:off x="2897466" y="2019895"/>
          <a:ext cx="100357" cy="103584"/>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F1C3FD7B-71E0-4012-B7CE-2C80433ED975}">
      <dsp:nvSpPr>
        <dsp:cNvPr id="0" name=""/>
        <dsp:cNvSpPr/>
      </dsp:nvSpPr>
      <dsp:spPr>
        <a:xfrm>
          <a:off x="4977600" y="1284446"/>
          <a:ext cx="0" cy="787241"/>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2467EBEC-ACAC-4EF4-B856-39067B4D928B}">
      <dsp:nvSpPr>
        <dsp:cNvPr id="0" name=""/>
        <dsp:cNvSpPr/>
      </dsp:nvSpPr>
      <dsp:spPr>
        <a:xfrm>
          <a:off x="3454785" y="662940"/>
          <a:ext cx="3045629" cy="621506"/>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934" tIns="37273" rIns="144934" bIns="37273" numCol="1" spcCol="1270" anchor="ctr" anchorCtr="0">
          <a:noAutofit/>
        </a:bodyPr>
        <a:lstStyle/>
        <a:p>
          <a:pPr marL="0" lvl="0" indent="0" algn="l" defTabSz="533400">
            <a:lnSpc>
              <a:spcPct val="90000"/>
            </a:lnSpc>
            <a:spcBef>
              <a:spcPct val="0"/>
            </a:spcBef>
            <a:spcAft>
              <a:spcPts val="0"/>
            </a:spcAft>
            <a:buFont typeface="Arial" panose="020B0604020202020204" pitchFamily="34" charset="0"/>
            <a:buNone/>
          </a:pPr>
          <a:r>
            <a:rPr lang="en-US" sz="1200" b="0" i="0" kern="1200" spc="0" baseline="0" dirty="0"/>
            <a:t>During your presentation, the speaker notes are visible on your monitor, but aren't visible to the audience. </a:t>
          </a:r>
          <a:endParaRPr lang="en-US" sz="1200" kern="1200" spc="0" baseline="0" dirty="0"/>
        </a:p>
      </dsp:txBody>
      <dsp:txXfrm>
        <a:off x="3454785" y="662940"/>
        <a:ext cx="3045629" cy="621506"/>
      </dsp:txXfrm>
    </dsp:sp>
    <dsp:sp modelId="{7605329C-2B32-4CD7-9B69-1B3DAB88562E}">
      <dsp:nvSpPr>
        <dsp:cNvPr id="0" name=""/>
        <dsp:cNvSpPr/>
      </dsp:nvSpPr>
      <dsp:spPr>
        <a:xfrm>
          <a:off x="3353805" y="2224992"/>
          <a:ext cx="2667778" cy="4682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1066800">
            <a:lnSpc>
              <a:spcPct val="100000"/>
            </a:lnSpc>
            <a:spcBef>
              <a:spcPct val="0"/>
            </a:spcBef>
            <a:spcAft>
              <a:spcPts val="0"/>
            </a:spcAft>
            <a:buNone/>
          </a:pPr>
          <a:r>
            <a:rPr lang="en-US" sz="2400" b="1" kern="1200" spc="100" baseline="0" dirty="0"/>
            <a:t>Title</a:t>
          </a:r>
          <a:endParaRPr lang="en-US" sz="2600" b="1" kern="1200" spc="100" baseline="0" dirty="0"/>
        </a:p>
      </dsp:txBody>
      <dsp:txXfrm>
        <a:off x="3353805" y="2224992"/>
        <a:ext cx="2667778" cy="468201"/>
      </dsp:txXfrm>
    </dsp:sp>
    <dsp:sp modelId="{79B0CEDC-0005-4ACE-AB25-DB9533DC85C2}">
      <dsp:nvSpPr>
        <dsp:cNvPr id="0" name=""/>
        <dsp:cNvSpPr/>
      </dsp:nvSpPr>
      <dsp:spPr>
        <a:xfrm>
          <a:off x="4923847" y="2019895"/>
          <a:ext cx="107505" cy="103584"/>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EB9D58D6-E34B-4990-86E2-B1CAE3536A29}">
      <dsp:nvSpPr>
        <dsp:cNvPr id="0" name=""/>
        <dsp:cNvSpPr/>
      </dsp:nvSpPr>
      <dsp:spPr>
        <a:xfrm>
          <a:off x="6800405" y="2071687"/>
          <a:ext cx="0" cy="787241"/>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160E0A3B-47C8-4C2F-8C45-EC9C3DFA1FFB}">
      <dsp:nvSpPr>
        <dsp:cNvPr id="0" name=""/>
        <dsp:cNvSpPr/>
      </dsp:nvSpPr>
      <dsp:spPr>
        <a:xfrm>
          <a:off x="5305087" y="2858928"/>
          <a:ext cx="2990636" cy="621506"/>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934" tIns="37273" rIns="144934" bIns="37273" numCol="1" spcCol="1270" anchor="ctr" anchorCtr="0">
          <a:noAutofit/>
        </a:bodyPr>
        <a:lstStyle/>
        <a:p>
          <a:pPr marL="0" lvl="0" indent="0" algn="l" defTabSz="533400">
            <a:lnSpc>
              <a:spcPct val="90000"/>
            </a:lnSpc>
            <a:spcBef>
              <a:spcPct val="0"/>
            </a:spcBef>
            <a:spcAft>
              <a:spcPct val="35000"/>
            </a:spcAft>
            <a:buFont typeface="Arial" panose="020B0604020202020204" pitchFamily="34" charset="0"/>
            <a:buNone/>
          </a:pPr>
          <a:r>
            <a:rPr lang="en-US" sz="1200" b="0" i="0" kern="1200" spc="0" baseline="0" dirty="0"/>
            <a:t>The Notes pane is a box that appears below each slide. Tap it to add notes. </a:t>
          </a:r>
          <a:endParaRPr lang="en-US" sz="1200" kern="1200" spc="0" baseline="0" dirty="0"/>
        </a:p>
      </dsp:txBody>
      <dsp:txXfrm>
        <a:off x="5305087" y="2858928"/>
        <a:ext cx="2990636" cy="621506"/>
      </dsp:txXfrm>
    </dsp:sp>
    <dsp:sp modelId="{5646D4EB-C7F1-4D0E-8051-C7D6C1D31ADE}">
      <dsp:nvSpPr>
        <dsp:cNvPr id="0" name=""/>
        <dsp:cNvSpPr/>
      </dsp:nvSpPr>
      <dsp:spPr>
        <a:xfrm>
          <a:off x="5464685" y="1450181"/>
          <a:ext cx="2667778" cy="4682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1066800">
            <a:lnSpc>
              <a:spcPct val="90000"/>
            </a:lnSpc>
            <a:spcBef>
              <a:spcPct val="0"/>
            </a:spcBef>
            <a:spcAft>
              <a:spcPts val="0"/>
            </a:spcAft>
            <a:buFont typeface="Arial" panose="020B0604020202020204" pitchFamily="34" charset="0"/>
            <a:buNone/>
          </a:pPr>
          <a:r>
            <a:rPr lang="en-US" sz="2400" b="1" kern="1200" spc="100" baseline="0" dirty="0"/>
            <a:t>Title</a:t>
          </a:r>
        </a:p>
      </dsp:txBody>
      <dsp:txXfrm>
        <a:off x="5464685" y="1450181"/>
        <a:ext cx="2667778" cy="468201"/>
      </dsp:txXfrm>
    </dsp:sp>
    <dsp:sp modelId="{A72D3A03-5E34-4B13-9747-5EFFE003B8C1}">
      <dsp:nvSpPr>
        <dsp:cNvPr id="0" name=""/>
        <dsp:cNvSpPr/>
      </dsp:nvSpPr>
      <dsp:spPr>
        <a:xfrm>
          <a:off x="6747623" y="2019895"/>
          <a:ext cx="105563" cy="103584"/>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9DE62C25-DC37-4130-AE3D-9F589C2E8903}">
      <dsp:nvSpPr>
        <dsp:cNvPr id="0" name=""/>
        <dsp:cNvSpPr/>
      </dsp:nvSpPr>
      <dsp:spPr>
        <a:xfrm>
          <a:off x="8557183" y="1284430"/>
          <a:ext cx="0" cy="787272"/>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277020A5-7024-4F77-9051-8B38AF80BE13}">
      <dsp:nvSpPr>
        <dsp:cNvPr id="0" name=""/>
        <dsp:cNvSpPr/>
      </dsp:nvSpPr>
      <dsp:spPr>
        <a:xfrm>
          <a:off x="7089904" y="526970"/>
          <a:ext cx="2848368" cy="757491"/>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934" tIns="45427" rIns="144934" bIns="45427" numCol="1" spcCol="1270" anchor="ctr" anchorCtr="0">
          <a:noAutofit/>
        </a:bodyPr>
        <a:lstStyle/>
        <a:p>
          <a:pPr marL="0" lvl="0" indent="0" algn="l" defTabSz="533400">
            <a:lnSpc>
              <a:spcPct val="90000"/>
            </a:lnSpc>
            <a:spcBef>
              <a:spcPct val="0"/>
            </a:spcBef>
            <a:spcAft>
              <a:spcPct val="35000"/>
            </a:spcAft>
            <a:buFont typeface="Arial" panose="020B0604020202020204" pitchFamily="34" charset="0"/>
            <a:buNone/>
          </a:pPr>
          <a:r>
            <a:rPr lang="en-US" sz="1200" b="0" i="0" kern="1200" spc="0" baseline="0" dirty="0"/>
            <a:t>If you don’t see the Notes pane or it is completely minimized, click Notes on the task bar across the bottom of the PowerPoint window. </a:t>
          </a:r>
          <a:endParaRPr lang="en-US" sz="1200" kern="1200" spc="0" baseline="0" dirty="0"/>
        </a:p>
      </dsp:txBody>
      <dsp:txXfrm>
        <a:off x="7089904" y="526970"/>
        <a:ext cx="2848368" cy="757491"/>
      </dsp:txXfrm>
    </dsp:sp>
    <dsp:sp modelId="{03CEA676-E009-456C-B86F-9C9A7D3DA364}">
      <dsp:nvSpPr>
        <dsp:cNvPr id="0" name=""/>
        <dsp:cNvSpPr/>
      </dsp:nvSpPr>
      <dsp:spPr>
        <a:xfrm>
          <a:off x="7206105" y="2224992"/>
          <a:ext cx="2667778" cy="4682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1066800">
            <a:lnSpc>
              <a:spcPct val="90000"/>
            </a:lnSpc>
            <a:spcBef>
              <a:spcPct val="0"/>
            </a:spcBef>
            <a:spcAft>
              <a:spcPts val="0"/>
            </a:spcAft>
            <a:buFont typeface="Arial" panose="020B0604020202020204" pitchFamily="34" charset="0"/>
            <a:buNone/>
          </a:pPr>
          <a:r>
            <a:rPr lang="en-US" sz="2400" b="1" kern="1200" spc="100" baseline="0" dirty="0"/>
            <a:t>Title</a:t>
          </a:r>
        </a:p>
      </dsp:txBody>
      <dsp:txXfrm>
        <a:off x="7206105" y="2224992"/>
        <a:ext cx="2667778" cy="468201"/>
      </dsp:txXfrm>
    </dsp:sp>
    <dsp:sp modelId="{864F9172-41AB-4727-BD60-71E6F62154FB}">
      <dsp:nvSpPr>
        <dsp:cNvPr id="0" name=""/>
        <dsp:cNvSpPr/>
      </dsp:nvSpPr>
      <dsp:spPr>
        <a:xfrm>
          <a:off x="8505390" y="2019893"/>
          <a:ext cx="100542" cy="103588"/>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073D5B-7ADA-4F8B-AD34-0BE114905A44}">
      <dsp:nvSpPr>
        <dsp:cNvPr id="0" name=""/>
        <dsp:cNvSpPr/>
      </dsp:nvSpPr>
      <dsp:spPr>
        <a:xfrm>
          <a:off x="359244" y="551972"/>
          <a:ext cx="2281886" cy="2281886"/>
        </a:xfrm>
        <a:prstGeom prst="rect">
          <a:avLst/>
        </a:prstGeom>
        <a:blipFill>
          <a:blip xmlns:r="http://schemas.openxmlformats.org/officeDocument/2006/relationships" r:embed="rId1">
            <a:extLst>
              <a:ext uri="{837473B0-CC2E-450A-ABE3-18F120FF3D39}">
                <a1611:picAttrSrcUrl xmlns:a1611="http://schemas.microsoft.com/office/drawing/2016/11/main" r:id="rId2"/>
              </a:ext>
            </a:extLst>
          </a:blip>
          <a:srcRect/>
          <a:stretch>
            <a:fillRect l="-17000" r="-17000"/>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FAF16A-4FD0-49F4-8593-32E9A31A4FF7}">
      <dsp:nvSpPr>
        <dsp:cNvPr id="0" name=""/>
        <dsp:cNvSpPr/>
      </dsp:nvSpPr>
      <dsp:spPr>
        <a:xfrm>
          <a:off x="307649" y="2947711"/>
          <a:ext cx="2385077" cy="486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b="1" spc="20">
              <a:latin typeface="+mj-lt"/>
            </a:defRPr>
          </a:pPr>
          <a:r>
            <a:rPr lang="en-US" sz="2000" b="1" kern="1200" dirty="0">
              <a:solidFill>
                <a:schemeClr val="accent3"/>
              </a:solidFill>
              <a:highlight>
                <a:srgbClr val="FFFF00"/>
              </a:highlight>
            </a:rPr>
            <a:t>Name</a:t>
          </a:r>
          <a:br>
            <a:rPr lang="en-US" sz="1600" kern="1200" dirty="0">
              <a:solidFill>
                <a:sysClr val="windowText" lastClr="000000"/>
              </a:solidFill>
              <a:highlight>
                <a:srgbClr val="FFFF00"/>
              </a:highlight>
            </a:rPr>
          </a:br>
          <a:r>
            <a:rPr lang="en-US" sz="1600" b="0" kern="1200" dirty="0">
              <a:solidFill>
                <a:schemeClr val="tx1"/>
              </a:solidFill>
              <a:highlight>
                <a:srgbClr val="FFFF00"/>
              </a:highlight>
              <a:latin typeface="+mn-lt"/>
            </a:rPr>
            <a:t>Title</a:t>
          </a:r>
        </a:p>
      </dsp:txBody>
      <dsp:txXfrm>
        <a:off x="307649" y="2947711"/>
        <a:ext cx="2385077" cy="486638"/>
      </dsp:txXfrm>
    </dsp:sp>
    <dsp:sp modelId="{7D166BBB-55AF-452C-B9A0-94A1EE55FF4F}">
      <dsp:nvSpPr>
        <dsp:cNvPr id="0" name=""/>
        <dsp:cNvSpPr/>
      </dsp:nvSpPr>
      <dsp:spPr>
        <a:xfrm>
          <a:off x="307649" y="3412552"/>
          <a:ext cx="2385077" cy="602866"/>
        </a:xfrm>
        <a:prstGeom prst="rect">
          <a:avLst/>
        </a:prstGeom>
        <a:noFill/>
        <a:ln>
          <a:noFill/>
        </a:ln>
        <a:effectLst/>
      </dsp:spPr>
      <dsp:style>
        <a:lnRef idx="0">
          <a:scrgbClr r="0" g="0" b="0"/>
        </a:lnRef>
        <a:fillRef idx="0">
          <a:scrgbClr r="0" g="0" b="0"/>
        </a:fillRef>
        <a:effectRef idx="0">
          <a:scrgbClr r="0" g="0" b="0"/>
        </a:effectRef>
        <a:fontRef idx="minor"/>
      </dsp:style>
    </dsp:sp>
    <dsp:sp modelId="{25238F18-07B8-41D8-8BD9-9F8514E8F9C4}">
      <dsp:nvSpPr>
        <dsp:cNvPr id="0" name=""/>
        <dsp:cNvSpPr/>
      </dsp:nvSpPr>
      <dsp:spPr>
        <a:xfrm>
          <a:off x="3161711" y="551972"/>
          <a:ext cx="2281886" cy="2281886"/>
        </a:xfrm>
        <a:prstGeom prst="rect">
          <a:avLst/>
        </a:prstGeom>
        <a:blipFill>
          <a:blip xmlns:r="http://schemas.openxmlformats.org/officeDocument/2006/relationships" r:embed="rId3">
            <a:extLst>
              <a:ext uri="{837473B0-CC2E-450A-ABE3-18F120FF3D39}">
                <a1611:picAttrSrcUrl xmlns:a1611="http://schemas.microsoft.com/office/drawing/2016/11/main" r:id="rId4"/>
              </a:ext>
            </a:extLst>
          </a:blip>
          <a:srcRect/>
          <a:stretch>
            <a:fillRect l="-25000" r="-25000"/>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66F95BB-E9D9-40E2-AB9F-99D5F69BA82A}">
      <dsp:nvSpPr>
        <dsp:cNvPr id="0" name=""/>
        <dsp:cNvSpPr/>
      </dsp:nvSpPr>
      <dsp:spPr>
        <a:xfrm>
          <a:off x="3110115" y="2947711"/>
          <a:ext cx="2385077" cy="486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b="1" spc="20">
              <a:latin typeface="+mj-lt"/>
            </a:defRPr>
          </a:pPr>
          <a:r>
            <a:rPr lang="en-US" sz="2000" b="1" i="0" kern="1200" dirty="0">
              <a:solidFill>
                <a:schemeClr val="accent3"/>
              </a:solidFill>
              <a:highlight>
                <a:srgbClr val="FFFF00"/>
              </a:highlight>
            </a:rPr>
            <a:t>Name</a:t>
          </a:r>
          <a:br>
            <a:rPr lang="en-US" sz="1600" kern="1200" dirty="0">
              <a:solidFill>
                <a:schemeClr val="tx1"/>
              </a:solidFill>
              <a:highlight>
                <a:srgbClr val="FFFF00"/>
              </a:highlight>
            </a:rPr>
          </a:br>
          <a:r>
            <a:rPr lang="en-US" sz="1600" b="0" kern="1200" dirty="0">
              <a:solidFill>
                <a:schemeClr val="tx1"/>
              </a:solidFill>
              <a:highlight>
                <a:srgbClr val="FFFF00"/>
              </a:highlight>
              <a:latin typeface="+mn-lt"/>
            </a:rPr>
            <a:t>Title</a:t>
          </a:r>
        </a:p>
      </dsp:txBody>
      <dsp:txXfrm>
        <a:off x="3110115" y="2947711"/>
        <a:ext cx="2385077" cy="486638"/>
      </dsp:txXfrm>
    </dsp:sp>
    <dsp:sp modelId="{1223E777-77CB-4A9A-BF21-12B513842696}">
      <dsp:nvSpPr>
        <dsp:cNvPr id="0" name=""/>
        <dsp:cNvSpPr/>
      </dsp:nvSpPr>
      <dsp:spPr>
        <a:xfrm>
          <a:off x="3110115" y="3412552"/>
          <a:ext cx="2385077" cy="602866"/>
        </a:xfrm>
        <a:prstGeom prst="rect">
          <a:avLst/>
        </a:prstGeom>
        <a:noFill/>
        <a:ln>
          <a:noFill/>
        </a:ln>
        <a:effectLst/>
      </dsp:spPr>
      <dsp:style>
        <a:lnRef idx="0">
          <a:scrgbClr r="0" g="0" b="0"/>
        </a:lnRef>
        <a:fillRef idx="0">
          <a:scrgbClr r="0" g="0" b="0"/>
        </a:fillRef>
        <a:effectRef idx="0">
          <a:scrgbClr r="0" g="0" b="0"/>
        </a:effectRef>
        <a:fontRef idx="minor"/>
      </dsp:style>
    </dsp:sp>
    <dsp:sp modelId="{418E44D8-60E4-4008-9F09-1A652C62E8A6}">
      <dsp:nvSpPr>
        <dsp:cNvPr id="0" name=""/>
        <dsp:cNvSpPr/>
      </dsp:nvSpPr>
      <dsp:spPr>
        <a:xfrm>
          <a:off x="5964177" y="551972"/>
          <a:ext cx="2281886" cy="2281886"/>
        </a:xfrm>
        <a:prstGeom prst="rect">
          <a:avLst/>
        </a:prstGeom>
        <a:blipFill>
          <a:blip xmlns:r="http://schemas.openxmlformats.org/officeDocument/2006/relationships" r:embed="rId5">
            <a:extLst>
              <a:ext uri="{837473B0-CC2E-450A-ABE3-18F120FF3D39}">
                <a1611:picAttrSrcUrl xmlns:a1611="http://schemas.microsoft.com/office/drawing/2016/11/main" r:id="rId6"/>
              </a:ext>
            </a:extLst>
          </a:blip>
          <a:srcRect/>
          <a:stretch>
            <a:fillRect l="-15000" r="-15000"/>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5C14B8-8D61-4009-9F8C-194486F530FA}">
      <dsp:nvSpPr>
        <dsp:cNvPr id="0" name=""/>
        <dsp:cNvSpPr/>
      </dsp:nvSpPr>
      <dsp:spPr>
        <a:xfrm>
          <a:off x="5912581" y="2947711"/>
          <a:ext cx="2385077" cy="486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b="1" spc="20">
              <a:latin typeface="+mj-lt"/>
            </a:defRPr>
          </a:pPr>
          <a:r>
            <a:rPr lang="en-US" sz="2000" b="1" kern="1200" dirty="0">
              <a:solidFill>
                <a:schemeClr val="accent3"/>
              </a:solidFill>
              <a:highlight>
                <a:srgbClr val="FFFF00"/>
              </a:highlight>
            </a:rPr>
            <a:t>Name</a:t>
          </a:r>
          <a:br>
            <a:rPr lang="en-US" sz="1600" kern="1200" dirty="0">
              <a:solidFill>
                <a:schemeClr val="tx1"/>
              </a:solidFill>
              <a:highlight>
                <a:srgbClr val="FFFF00"/>
              </a:highlight>
            </a:rPr>
          </a:br>
          <a:r>
            <a:rPr lang="en-US" sz="1600" b="0" kern="1200" dirty="0">
              <a:solidFill>
                <a:schemeClr val="tx1"/>
              </a:solidFill>
              <a:highlight>
                <a:srgbClr val="FFFF00"/>
              </a:highlight>
              <a:latin typeface="+mn-lt"/>
            </a:rPr>
            <a:t>Title</a:t>
          </a:r>
        </a:p>
      </dsp:txBody>
      <dsp:txXfrm>
        <a:off x="5912581" y="2947711"/>
        <a:ext cx="2385077" cy="486638"/>
      </dsp:txXfrm>
    </dsp:sp>
    <dsp:sp modelId="{EE420F84-477D-4635-BEF8-66426E9A259D}">
      <dsp:nvSpPr>
        <dsp:cNvPr id="0" name=""/>
        <dsp:cNvSpPr/>
      </dsp:nvSpPr>
      <dsp:spPr>
        <a:xfrm>
          <a:off x="6248901" y="2536798"/>
          <a:ext cx="2385077" cy="602866"/>
        </a:xfrm>
        <a:prstGeom prst="rect">
          <a:avLst/>
        </a:prstGeom>
        <a:noFill/>
        <a:ln>
          <a:noFill/>
        </a:ln>
        <a:effectLst/>
      </dsp:spPr>
      <dsp:style>
        <a:lnRef idx="0">
          <a:scrgbClr r="0" g="0" b="0"/>
        </a:lnRef>
        <a:fillRef idx="0">
          <a:scrgbClr r="0" g="0" b="0"/>
        </a:fillRef>
        <a:effectRef idx="0">
          <a:scrgbClr r="0" g="0" b="0"/>
        </a:effectRef>
        <a:fontRef idx="minor"/>
      </dsp:style>
    </dsp:sp>
    <dsp:sp modelId="{04A8E640-7EB5-4EF2-8C83-19A3E5328324}">
      <dsp:nvSpPr>
        <dsp:cNvPr id="0" name=""/>
        <dsp:cNvSpPr/>
      </dsp:nvSpPr>
      <dsp:spPr>
        <a:xfrm>
          <a:off x="8766643" y="551972"/>
          <a:ext cx="2281886" cy="2281886"/>
        </a:xfrm>
        <a:prstGeom prst="rect">
          <a:avLst/>
        </a:prstGeom>
        <a:blipFill>
          <a:blip xmlns:r="http://schemas.openxmlformats.org/officeDocument/2006/relationships" r:embed="rId7">
            <a:extLst>
              <a:ext uri="{837473B0-CC2E-450A-ABE3-18F120FF3D39}">
                <a1611:picAttrSrcUrl xmlns:a1611="http://schemas.microsoft.com/office/drawing/2016/11/main" r:i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C5F495-3DD9-41C8-99AE-150A333447D0}">
      <dsp:nvSpPr>
        <dsp:cNvPr id="0" name=""/>
        <dsp:cNvSpPr/>
      </dsp:nvSpPr>
      <dsp:spPr>
        <a:xfrm>
          <a:off x="8715048" y="2947711"/>
          <a:ext cx="2385077" cy="486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b="1" spc="20">
              <a:latin typeface="+mj-lt"/>
            </a:defRPr>
          </a:pPr>
          <a:r>
            <a:rPr lang="en-US" sz="2000" b="1" kern="1200" dirty="0">
              <a:solidFill>
                <a:schemeClr val="accent3"/>
              </a:solidFill>
              <a:highlight>
                <a:srgbClr val="FFFF00"/>
              </a:highlight>
            </a:rPr>
            <a:t>Name</a:t>
          </a:r>
          <a:br>
            <a:rPr lang="en-US" sz="1600" kern="1200" dirty="0">
              <a:solidFill>
                <a:schemeClr val="tx1"/>
              </a:solidFill>
              <a:highlight>
                <a:srgbClr val="FFFF00"/>
              </a:highlight>
            </a:rPr>
          </a:br>
          <a:r>
            <a:rPr lang="en-US" sz="1600" b="0" kern="1200" dirty="0">
              <a:solidFill>
                <a:schemeClr val="tx1"/>
              </a:solidFill>
              <a:highlight>
                <a:srgbClr val="FFFF00"/>
              </a:highlight>
              <a:latin typeface="+mn-lt"/>
            </a:rPr>
            <a:t>Title</a:t>
          </a:r>
        </a:p>
      </dsp:txBody>
      <dsp:txXfrm>
        <a:off x="8715048" y="2947711"/>
        <a:ext cx="2385077" cy="486638"/>
      </dsp:txXfrm>
    </dsp:sp>
    <dsp:sp modelId="{5A7600AF-A34B-4D03-B3D6-B3C760AE8E06}">
      <dsp:nvSpPr>
        <dsp:cNvPr id="0" name=""/>
        <dsp:cNvSpPr/>
      </dsp:nvSpPr>
      <dsp:spPr>
        <a:xfrm>
          <a:off x="8758432" y="3369074"/>
          <a:ext cx="2385077" cy="602866"/>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9/1/layout/PeoplePortraitsList">
  <dgm:title val="People Portrait List"/>
  <dgm:desc val="People Portrait List"/>
  <dgm:catLst>
    <dgm:cat type="list"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dgm:constr type="w" for="ch" forName="compNode" refType="h" refFor="ch" refForName="compNode" fact="0.55"/>
      <dgm:constr type="w" for="ch" forName="sibTrans" refType="w" refFor="ch" refForName="compNode" fact="0.175"/>
      <dgm:constr type="primFontSz" for="des" forName="nameTx" val="18"/>
      <dgm:constr type="primFontSz" for="des" forName="desTx" refType="primFontSz" refFor="des" refForName="nameTx" op="lte" fact="0.75"/>
      <dgm:constr type="h" for="des" forName="topSpace" op="equ"/>
      <dgm:constr type="h" for="des" forName="compNode" op="equ"/>
      <dgm:constr type="h" for="des" forName="photoElip" op="equ"/>
      <dgm:constr type="w" for="des" forName="photoElip" op="equ"/>
      <dgm:constr type="l" for="des" forName="photoElip" op="equ"/>
      <dgm:constr type="h" for="des" forName="iconSpace" op="equ"/>
      <dgm:constr type="h" for="des" forName="nameTx" op="equ"/>
      <dgm:constr type="h" for="des" forName="txSpace" op="equ"/>
      <dgm:constr type="h" for="des" forName="desTx" op="equ"/>
      <dgm:constr type="h" for="des" forName="bottSpace"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topSpace" refType="w"/>
          <dgm:constr type="h" for="ch" forName="topSpace" refType="h" fact="0.187"/>
          <dgm:constr type="l" for="ch" forName="topSpace"/>
          <dgm:constr type="w" for="ch" forName="photoElip" refType="h" refFor="ch" refForName="photoElip"/>
          <dgm:constr type="h" for="ch" forName="photoElip" val="46.775"/>
          <dgm:constr type="t" for="ch" forName="photoElip" refType="b" refFor="ch" refForName="topSpace"/>
          <dgm:constr type="ctrX" for="ch" forName="photoElip" refType="w" fact="0.5"/>
          <dgm:constr type="w" for="ch" forName="iconSpace" refType="w"/>
          <dgm:constr type="h" for="ch" forName="iconSpace" refType="h" fact="0.075"/>
          <dgm:constr type="l" for="ch" forName="iconSpace"/>
          <dgm:constr type="t" for="ch" forName="iconSpace" refType="b" refFor="ch" refForName="photoElip"/>
          <dgm:constr type="w" for="ch" forName="nameTx" refType="w"/>
          <dgm:constr type="h" for="ch" forName="nameTx" refType="h" fact="0.112"/>
          <dgm:constr type="l" for="ch" forName="nameTx"/>
          <dgm:constr type="t" for="ch" forName="nameTx" refType="b" refFor="ch" refForName="iconSpace"/>
          <dgm:constr type="h" for="ch" forName="txSpace" refType="h" fact="0.015"/>
          <dgm:constr type="w" for="ch" forName="txSpace" refType="w"/>
          <dgm:constr type="l" for="ch" forName="txSpace"/>
          <dgm:constr type="t" for="ch" forName="txSpace" refType="b" refFor="ch" refForName="nameTx"/>
          <dgm:constr type="w" for="ch" forName="desTx" refType="w"/>
          <dgm:constr type="l" for="ch" forName="desTx"/>
          <dgm:constr type="h" for="ch" forName="desTx" refType="h" fact="0.13875"/>
          <dgm:constr type="t" for="ch" forName="desTx" refType="b" refFor="ch" refForName="txSpace"/>
          <dgm:constr type="w" for="ch" forName="bottSpace" refType="w"/>
          <dgm:constr type="h" for="ch" forName="bottSpace" refType="h" fact="0.067"/>
          <dgm:constr type="l" for="ch" forName="bottSpace"/>
          <dgm:constr type="t" for="ch" forName="bottSpace" refType="b" refFor="ch" refForName="desTx"/>
        </dgm:constrLst>
        <dgm:ruleLst>
          <dgm:rule type="h" val="INF" fact="NaN" max="NaN"/>
        </dgm:ruleLst>
        <dgm:layoutNode name="topSpace">
          <dgm:alg type="sp"/>
          <dgm:shape xmlns:r="http://schemas.openxmlformats.org/officeDocument/2006/relationships" r:blip="">
            <dgm:adjLst/>
          </dgm:shape>
          <dgm:presOf/>
          <dgm:constrLst/>
          <dgm:ruleLst/>
        </dgm:layoutNode>
        <dgm:layoutNode name="photoElip" styleLbl="node1">
          <dgm:alg type="sp"/>
          <dgm:shape xmlns:r="http://schemas.openxmlformats.org/officeDocument/2006/relationships" type="ellipse"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nameTx" styleLbl="revTx">
          <dgm:varLst>
            <dgm:chMax val="0"/>
            <dgm:chPref val="0"/>
          </dgm:varLst>
          <dgm:alg type="tx">
            <dgm:param type="txAnchorVert" val="t"/>
            <dgm:param type="txAnchorHorzCh" val="ct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HorzCh" val="ctr"/>
            <dgm:param type="txAnchorVert" val="t"/>
          </dgm:alg>
          <dgm:shape xmlns:r="http://schemas.openxmlformats.org/officeDocument/2006/relationships" type="rect" r:blip="">
            <dgm:adjLst/>
          </dgm:shape>
          <dgm:presOf axis="des" ptType="node"/>
          <dgm:constrLst>
            <dgm:constr type="primFontSz" val="13"/>
            <dgm:constr type="secFontSz" refType="primFontSz"/>
            <dgm:constr type="lMarg"/>
            <dgm:constr type="rMarg"/>
            <dgm:constr type="tMarg"/>
            <dgm:constr type="bMarg"/>
          </dgm:constrLst>
          <dgm:ruleLst>
            <dgm:rule type="primFontSz" val="13" fact="NaN" max="NaN"/>
            <dgm:rule type="h" val="INF" fact="NaN" max="NaN"/>
          </dgm:ruleLst>
        </dgm:layoutNode>
        <dgm:layoutNode name="bottSpace">
          <dgm:alg type="sp"/>
          <dgm:shape xmlns:r="http://schemas.openxmlformats.org/officeDocument/2006/relationships" r:blip="">
            <dgm:adjLst/>
          </dgm:shape>
          <dgm:presOf/>
          <dgm:constrLst/>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gn="ctr">
          <a:lnSpc>
            <a:spcPct val="100000"/>
          </a:lnSpc>
          <a:defRPr b="1" spc="20">
            <a:latin typeface="+mj-lt"/>
          </a:defRPr>
        </a:lvl1pPr>
        <a:lvl2pPr algn="ctr">
          <a:lnSpc>
            <a:spcPct val="100000"/>
          </a:lnSpc>
          <a:defRPr>
            <a:latin typeface="+mj-lt"/>
          </a:defRPr>
        </a:lvl2pPr>
        <a:lvl3pPr algn="ctr">
          <a:buNone/>
          <a:defRPr i="1">
            <a:latin typeface="+mj-lt"/>
          </a:defRPr>
        </a:lvl3pPr>
        <a:lvl4pPr algn="ctr">
          <a:buNone/>
          <a:defRPr i="1">
            <a:latin typeface="+mj-lt"/>
          </a:defRPr>
        </a:lvl4pPr>
        <a:lvl5pPr algn="ctr">
          <a:buNone/>
          <a:defRPr i="1">
            <a:latin typeface="+mj-lt"/>
          </a:defRPr>
        </a:lvl5pPr>
        <a:lvl6pPr algn="ctr">
          <a:buNone/>
          <a:defRPr i="1">
            <a:latin typeface="+mj-lt"/>
          </a:defRPr>
        </a:lvl6pPr>
        <a:lvl7pPr algn="ctr">
          <a:buNone/>
          <a:defRPr i="1">
            <a:latin typeface="+mj-lt"/>
          </a:defRPr>
        </a:lvl7pPr>
        <a:lvl8pPr algn="ctr">
          <a:buNone/>
          <a:defRPr i="1">
            <a:latin typeface="+mj-lt"/>
          </a:defRPr>
        </a:lvl8pPr>
        <a:lvl9pPr algn="ctr">
          <a:buNone/>
          <a:defRPr i="1">
            <a:latin typeface="+mj-lt"/>
          </a:defRPr>
        </a:lvl9pPr>
      </dgm1612:lstStyle>
    </a:ext>
  </dgm:extLst>
</dgm:layoutDef>
</file>

<file path=ppt/diagrams/layout2.xml><?xml version="1.0" encoding="utf-8"?>
<dgm:layoutDef xmlns:dgm="http://schemas.openxmlformats.org/drawingml/2006/diagram" xmlns:a="http://schemas.openxmlformats.org/drawingml/2006/main" uniqueId="urn:microsoft.com/office/officeart/2017/3/layout/HorizontalPathTimeline#2">
  <dgm:title val="Horizontal Path Timeline"/>
  <dgm:desc val="Use to show a list of events in chronological order. The rectangular shape contains the description while the date is shown near the circular dot. It’s the perfect SmartArt for displaying large amount of text with a short date format."/>
  <dgm:catLst>
    <dgm:cat type="timeline" pri="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dir/>
      <dgm:animLvl val="lvl"/>
    </dgm:varLst>
    <dgm:alg type="composite"/>
    <dgm:shape xmlns:r="http://schemas.openxmlformats.org/officeDocument/2006/relationships" r:blip="">
      <dgm:adjLst/>
    </dgm:shape>
    <dgm:constrLst>
      <dgm:constr type="w" for="ch" forName="divider" refType="w"/>
      <dgm:constr type="h" for="ch" forName="divider" refType="h" fact="0.04"/>
      <dgm:constr type="ctrY" for="ch" forName="divider" refType="h" fact="0.5"/>
      <dgm:constr type="l" for="ch" forName="divider"/>
      <dgm:constr type="w" for="ch" forName="nodes" refType="w"/>
      <dgm:constr type="h" for="ch" forName="nodes" refType="h"/>
    </dgm:constrLst>
    <dgm:layoutNode name="divider" styleLbl="asst0">
      <dgm:alg type="sp"/>
      <dgm:shape xmlns:r="http://schemas.openxmlformats.org/officeDocument/2006/relationships" type="rect" r:blip="">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6"/>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2TextContainer" refType="w" fact="0.88"/>
                <dgm:constr type="h" for="ch" forName="L2TextContainer" refType="h" fact="0.15"/>
                <dgm:constr type="h" for="ch" forName="L2TextContainer" refType="h" op="lte" fact="0.31"/>
                <dgm:constr type="b" for="ch" forName="L2TextContainer" refType="h" fact="0.31"/>
                <dgm:constr type="l" for="ch" forName="L2TextContainer" refType="w" fact="0.06"/>
                <dgm:constr type="w" for="ch" forName="ConnectLine"/>
                <dgm:constr type="l" for="ch" forName="ConnectLine" refType="w" fact="0.5"/>
                <dgm:constr type="h" for="ch" forName="ConnectLine" refType="h" fact="0.19"/>
                <dgm:constr type="t" for="ch" forName="ConnectLine" refType="h" fact="0.31"/>
                <dgm:constr type="w" for="ch" forName="FlexibleEmptyPlaceHolder" refType="w"/>
                <dgm:constr type="h" for="ch" forName="FlexibleEmptyPlaceHolder" refType="h" fact="0.16"/>
                <dgm:constr type="h" for="ch" forName="FlexibleEmptyPlaceHolder" refType="h" op="gte" fact="0.005"/>
                <dgm:constr type="t" for="ch" forName="FlexibleEmptyPlaceHolder" refType="h" fact="0"/>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L1TextContainer" refType="w" fact="0.8"/>
                <dgm:constr type="l" for="ch" forName="L1TextContainer" refType="w" fact="0.1"/>
                <dgm:constr type="t" for="ch" forName="L1TextContainer" refType="h" fact="0.537"/>
                <dgm:constr type="h" for="ch" forName="L1TextContainer" refType="h" fact="0.113"/>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EmptyPlaceHolder" refType="w"/>
                <dgm:constr type="h" for="ch" forName="EmptyPlaceHolder" refType="h" fact="0.35"/>
                <dgm:constr type="t" for="ch" forName="EmptyPlaceHolder" refType="h" fact="0"/>
                <dgm:constr type="w" for="ch" forName="FlexibleEmptyPlaceHolder" refType="w"/>
                <dgm:constr type="h" for="ch" forName="FlexibleEmptyPlaceHolder" refType="h" fact="0.16"/>
                <dgm:constr type="h" for="ch" forName="FlexibleEmptyPlaceHolder" refType="h" op="gte" fact="0.005"/>
                <dgm:constr type="b" for="ch" forName="FlexibleEmptyPlaceHolder" refType="h"/>
                <dgm:constr type="w" for="ch" forName="L1TextContainer" refType="w" fact="0.8"/>
                <dgm:constr type="l" for="ch" forName="L1TextContainer" refType="w" fact="0.1"/>
                <dgm:constr type="t" for="ch" forName="L1TextContainer" refType="h" fact="0.35"/>
                <dgm:constr type="h" for="ch" forName="L1TextContainer" refType="h" fact="0.113"/>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ConnectLine"/>
                <dgm:constr type="l" for="ch" forName="ConnectLine" refType="w" fact="0.5"/>
                <dgm:constr type="h" for="ch" forName="ConnectLine" refType="h" fact="0.19"/>
                <dgm:constr type="t" for="ch" forName="ConnectLine" refType="h" fact="0.5"/>
                <dgm:constr type="w" for="ch" forName="L2TextContainer" refType="w" fact="0.88"/>
                <dgm:constr type="h" for="ch" forName="L2TextContainer" refType="h" fact="0.15"/>
                <dgm:constr type="h" for="ch" forName="L2TextContainer" refType="h" op="lte" fact="0.31"/>
                <dgm:constr type="t" for="ch" forName="L2TextContainer" refType="h" fact="0.69"/>
                <dgm:constr type="l" for="ch" forName="L2TextContainer" refType="w" fact="0.06"/>
              </dgm:constrLst>
            </dgm:else>
          </dgm:choose>
          <dgm:layoutNode name="ConnectorPoint" styleLbl="fgAcc1" moveWith="L2TextContainer">
            <dgm:alg type="sp"/>
            <dgm:shape xmlns:r="http://schemas.openxmlformats.org/officeDocument/2006/relationships" type="ellipse" r:blip="" zOrderOff="10">
              <dgm:adjLst/>
            </dgm:shape>
            <dgm:presOf/>
            <dgm:constrLst/>
          </dgm:layoutNode>
          <dgm:layoutNode name="ConnectLine" styleLbl="alignNode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FlexibleEmptyPlaceHolder">
            <dgm:alg type="sp"/>
            <dgm:shape xmlns:r="http://schemas.openxmlformats.org/officeDocument/2006/relationships" r:blip="">
              <dgm:adjLst/>
            </dgm:shape>
            <dgm:presOf/>
            <dgm:constrLst/>
          </dgm:layoutNode>
          <dgm:layoutNode name="L2TextContainer" styleLbl="bgAcc1">
            <dgm:varLst>
              <dgm:chMax val="0"/>
              <dgm:chPref val="0"/>
              <dgm:bulletEnabled val="1"/>
            </dgm:varLst>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lMarg" refType="w" fact="0.14"/>
              <dgm:constr type="rMarg" refType="w" fact="0.14"/>
              <dgm:constr type="tMarg" refType="h" fact="0.17"/>
              <dgm:constr type="bMarg" refType="h" fact="0.17"/>
            </dgm:constrLst>
            <dgm:ruleLst>
              <dgm:rule type="h" val="INF" fact="NaN" max="NaN"/>
              <dgm:rule type="primFontSz" val="11" fact="NaN" max="NaN"/>
            </dgm:ruleLst>
          </dgm:layoutNod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RTLAlign" val="ctr"/>
                  <dgm:param type="parTxRTLAlign" val="ctr"/>
                </dgm:alg>
              </dgm:if>
              <dgm:else name="Name89">
                <dgm:alg type="tx">
                  <dgm:param type="txAnchorHorz" val="ctr"/>
                  <dgm:param type="txAnchorVert" val="b"/>
                  <dgm:param type="parTxRTL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19/1/layout/PeoplePortraitsList">
  <dgm:title val="People Portrait List"/>
  <dgm:desc val="People Portrait List"/>
  <dgm:catLst>
    <dgm:cat type="list"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dgm:constr type="w" for="ch" forName="compNode" refType="h" refFor="ch" refForName="compNode" fact="0.55"/>
      <dgm:constr type="w" for="ch" forName="sibTrans" refType="w" refFor="ch" refForName="compNode" fact="0.175"/>
      <dgm:constr type="primFontSz" for="des" forName="nameTx" val="18"/>
      <dgm:constr type="primFontSz" for="des" forName="desTx" refType="primFontSz" refFor="des" refForName="nameTx" op="lte" fact="0.75"/>
      <dgm:constr type="h" for="des" forName="topSpace" op="equ"/>
      <dgm:constr type="h" for="des" forName="compNode" op="equ"/>
      <dgm:constr type="h" for="des" forName="photoElip" op="equ"/>
      <dgm:constr type="w" for="des" forName="photoElip" op="equ"/>
      <dgm:constr type="l" for="des" forName="photoElip" op="equ"/>
      <dgm:constr type="h" for="des" forName="iconSpace" op="equ"/>
      <dgm:constr type="h" for="des" forName="nameTx" op="equ"/>
      <dgm:constr type="h" for="des" forName="txSpace" op="equ"/>
      <dgm:constr type="h" for="des" forName="desTx" op="equ"/>
      <dgm:constr type="h" for="des" forName="bottSpace"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topSpace" refType="w"/>
          <dgm:constr type="h" for="ch" forName="topSpace" refType="h" fact="0.187"/>
          <dgm:constr type="l" for="ch" forName="topSpace"/>
          <dgm:constr type="w" for="ch" forName="photoElip" refType="h" refFor="ch" refForName="photoElip"/>
          <dgm:constr type="h" for="ch" forName="photoElip" val="46.775"/>
          <dgm:constr type="t" for="ch" forName="photoElip" refType="b" refFor="ch" refForName="topSpace"/>
          <dgm:constr type="ctrX" for="ch" forName="photoElip" refType="w" fact="0.5"/>
          <dgm:constr type="w" for="ch" forName="iconSpace" refType="w"/>
          <dgm:constr type="h" for="ch" forName="iconSpace" refType="h" fact="0.075"/>
          <dgm:constr type="l" for="ch" forName="iconSpace"/>
          <dgm:constr type="t" for="ch" forName="iconSpace" refType="b" refFor="ch" refForName="photoElip"/>
          <dgm:constr type="w" for="ch" forName="nameTx" refType="w"/>
          <dgm:constr type="h" for="ch" forName="nameTx" refType="h" fact="0.112"/>
          <dgm:constr type="l" for="ch" forName="nameTx"/>
          <dgm:constr type="t" for="ch" forName="nameTx" refType="b" refFor="ch" refForName="iconSpace"/>
          <dgm:constr type="h" for="ch" forName="txSpace" refType="h" fact="0.015"/>
          <dgm:constr type="w" for="ch" forName="txSpace" refType="w"/>
          <dgm:constr type="l" for="ch" forName="txSpace"/>
          <dgm:constr type="t" for="ch" forName="txSpace" refType="b" refFor="ch" refForName="nameTx"/>
          <dgm:constr type="w" for="ch" forName="desTx" refType="w"/>
          <dgm:constr type="l" for="ch" forName="desTx"/>
          <dgm:constr type="h" for="ch" forName="desTx" refType="h" fact="0.13875"/>
          <dgm:constr type="t" for="ch" forName="desTx" refType="b" refFor="ch" refForName="txSpace"/>
          <dgm:constr type="w" for="ch" forName="bottSpace" refType="w"/>
          <dgm:constr type="h" for="ch" forName="bottSpace" refType="h" fact="0.067"/>
          <dgm:constr type="l" for="ch" forName="bottSpace"/>
          <dgm:constr type="t" for="ch" forName="bottSpace" refType="b" refFor="ch" refForName="desTx"/>
        </dgm:constrLst>
        <dgm:ruleLst>
          <dgm:rule type="h" val="INF" fact="NaN" max="NaN"/>
        </dgm:ruleLst>
        <dgm:layoutNode name="topSpace">
          <dgm:alg type="sp"/>
          <dgm:shape xmlns:r="http://schemas.openxmlformats.org/officeDocument/2006/relationships" r:blip="">
            <dgm:adjLst/>
          </dgm:shape>
          <dgm:presOf/>
          <dgm:constrLst/>
          <dgm:ruleLst/>
        </dgm:layoutNode>
        <dgm:layoutNode name="photoElip" styleLbl="node1">
          <dgm:alg type="sp"/>
          <dgm:shape xmlns:r="http://schemas.openxmlformats.org/officeDocument/2006/relationships" type="ellipse"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nameTx" styleLbl="revTx">
          <dgm:varLst>
            <dgm:chMax val="0"/>
            <dgm:chPref val="0"/>
          </dgm:varLst>
          <dgm:alg type="tx">
            <dgm:param type="txAnchorVert" val="t"/>
            <dgm:param type="txAnchorHorzCh" val="ct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HorzCh" val="ctr"/>
            <dgm:param type="txAnchorVert" val="t"/>
          </dgm:alg>
          <dgm:shape xmlns:r="http://schemas.openxmlformats.org/officeDocument/2006/relationships" type="rect" r:blip="">
            <dgm:adjLst/>
          </dgm:shape>
          <dgm:presOf axis="des" ptType="node"/>
          <dgm:constrLst>
            <dgm:constr type="primFontSz" val="13"/>
            <dgm:constr type="secFontSz" refType="primFontSz"/>
            <dgm:constr type="lMarg"/>
            <dgm:constr type="rMarg"/>
            <dgm:constr type="tMarg"/>
            <dgm:constr type="bMarg"/>
          </dgm:constrLst>
          <dgm:ruleLst>
            <dgm:rule type="primFontSz" val="13" fact="NaN" max="NaN"/>
            <dgm:rule type="h" val="INF" fact="NaN" max="NaN"/>
          </dgm:ruleLst>
        </dgm:layoutNode>
        <dgm:layoutNode name="bottSpace">
          <dgm:alg type="sp"/>
          <dgm:shape xmlns:r="http://schemas.openxmlformats.org/officeDocument/2006/relationships" r:blip="">
            <dgm:adjLst/>
          </dgm:shape>
          <dgm:presOf/>
          <dgm:constrLst/>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gn="ctr">
          <a:lnSpc>
            <a:spcPct val="100000"/>
          </a:lnSpc>
          <a:defRPr b="1" spc="20">
            <a:latin typeface="+mj-lt"/>
          </a:defRPr>
        </a:lvl1pPr>
        <a:lvl2pPr algn="ctr">
          <a:lnSpc>
            <a:spcPct val="100000"/>
          </a:lnSpc>
          <a:defRPr>
            <a:latin typeface="+mj-lt"/>
          </a:defRPr>
        </a:lvl2pPr>
        <a:lvl3pPr algn="ctr">
          <a:buNone/>
          <a:defRPr i="1">
            <a:latin typeface="+mj-lt"/>
          </a:defRPr>
        </a:lvl3pPr>
        <a:lvl4pPr algn="ctr">
          <a:buNone/>
          <a:defRPr i="1">
            <a:latin typeface="+mj-lt"/>
          </a:defRPr>
        </a:lvl4pPr>
        <a:lvl5pPr algn="ctr">
          <a:buNone/>
          <a:defRPr i="1">
            <a:latin typeface="+mj-lt"/>
          </a:defRPr>
        </a:lvl5pPr>
        <a:lvl6pPr algn="ctr">
          <a:buNone/>
          <a:defRPr i="1">
            <a:latin typeface="+mj-lt"/>
          </a:defRPr>
        </a:lvl6pPr>
        <a:lvl7pPr algn="ctr">
          <a:buNone/>
          <a:defRPr i="1">
            <a:latin typeface="+mj-lt"/>
          </a:defRPr>
        </a:lvl7pPr>
        <a:lvl8pPr algn="ctr">
          <a:buNone/>
          <a:defRPr i="1">
            <a:latin typeface="+mj-lt"/>
          </a:defRPr>
        </a:lvl8pPr>
        <a:lvl9pPr algn="ctr">
          <a:buNone/>
          <a:defRPr i="1">
            <a:latin typeface="+mj-lt"/>
          </a:defRPr>
        </a:lvl9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488C29-9E04-4B26-9F0D-4A69CE9FE1A5}" type="datetimeFigureOut">
              <a:rPr lang="en-US" smtClean="0"/>
              <a:t>1/19/2026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2E0407-935A-438B-AF66-28803EDE65A9}" type="slidenum">
              <a:rPr lang="en-US" smtClean="0"/>
              <a:t>‹#›</a:t>
            </a:fld>
            <a:endParaRPr lang="en-US" dirty="0"/>
          </a:p>
        </p:txBody>
      </p:sp>
    </p:spTree>
    <p:extLst>
      <p:ext uri="{BB962C8B-B14F-4D97-AF65-F5344CB8AC3E}">
        <p14:creationId xmlns:p14="http://schemas.microsoft.com/office/powerpoint/2010/main" val="190795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6450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7628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76287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2E2E0407-935A-438B-AF66-28803EDE65A9}" type="slidenum">
              <a:rPr lang="en-US" smtClean="0"/>
              <a:t>7</a:t>
            </a:fld>
            <a:endParaRPr lang="en-US" dirty="0"/>
          </a:p>
        </p:txBody>
      </p:sp>
    </p:spTree>
    <p:extLst>
      <p:ext uri="{BB962C8B-B14F-4D97-AF65-F5344CB8AC3E}">
        <p14:creationId xmlns:p14="http://schemas.microsoft.com/office/powerpoint/2010/main" val="39128745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3AC3AA-9C47-4E0B-BAC0-E8DEA4AD5A4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0437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2E2E0407-935A-438B-AF66-28803EDE65A9}" type="slidenum">
              <a:rPr lang="en-US" smtClean="0"/>
              <a:t>11</a:t>
            </a:fld>
            <a:endParaRPr lang="en-US" dirty="0"/>
          </a:p>
        </p:txBody>
      </p:sp>
    </p:spTree>
    <p:extLst>
      <p:ext uri="{BB962C8B-B14F-4D97-AF65-F5344CB8AC3E}">
        <p14:creationId xmlns:p14="http://schemas.microsoft.com/office/powerpoint/2010/main" val="19969965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209538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46088-F574-BF5A-355F-8000C55A06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ECBFAD-5B75-9E4D-7C8B-18ADF20167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E0CC01-8243-1014-ABC1-3635DC86B19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239B1F36-FEBE-D2B6-59D1-7D3CBDDAA9F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87170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3A947-5D1E-9580-B08B-44970B8CF8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4DFC62-801A-0B5C-9B45-036077932E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F46EDC-5DD4-95D3-4B3D-6558ACDC44B3}"/>
              </a:ext>
            </a:extLst>
          </p:cNvPr>
          <p:cNvSpPr>
            <a:spLocks noGrp="1"/>
          </p:cNvSpPr>
          <p:nvPr>
            <p:ph type="body" idx="1"/>
          </p:nvPr>
        </p:nvSpPr>
        <p:spPr/>
        <p:txBody>
          <a:bodyPr/>
          <a:lstStyle/>
          <a:p>
            <a:endParaRPr lang="en-AE" dirty="0"/>
          </a:p>
        </p:txBody>
      </p:sp>
      <p:sp>
        <p:nvSpPr>
          <p:cNvPr id="4" name="Slide Number Placeholder 3">
            <a:extLst>
              <a:ext uri="{FF2B5EF4-FFF2-40B4-BE49-F238E27FC236}">
                <a16:creationId xmlns:a16="http://schemas.microsoft.com/office/drawing/2014/main" id="{1889FB65-3CF9-8D41-EEFE-1B54C3362392}"/>
              </a:ext>
            </a:extLst>
          </p:cNvPr>
          <p:cNvSpPr>
            <a:spLocks noGrp="1"/>
          </p:cNvSpPr>
          <p:nvPr>
            <p:ph type="sldNum" sz="quarter" idx="5"/>
          </p:nvPr>
        </p:nvSpPr>
        <p:spPr/>
        <p:txBody>
          <a:bodyPr/>
          <a:lstStyle/>
          <a:p>
            <a:fld id="{2E2E0407-935A-438B-AF66-28803EDE65A9}" type="slidenum">
              <a:rPr lang="en-US" smtClean="0"/>
              <a:t>16</a:t>
            </a:fld>
            <a:endParaRPr lang="en-US" dirty="0"/>
          </a:p>
        </p:txBody>
      </p:sp>
    </p:spTree>
    <p:extLst>
      <p:ext uri="{BB962C8B-B14F-4D97-AF65-F5344CB8AC3E}">
        <p14:creationId xmlns:p14="http://schemas.microsoft.com/office/powerpoint/2010/main" val="27819182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2E2E0407-935A-438B-AF66-28803EDE65A9}" type="slidenum">
              <a:rPr lang="en-US" smtClean="0"/>
              <a:t>19</a:t>
            </a:fld>
            <a:endParaRPr lang="en-US" dirty="0"/>
          </a:p>
        </p:txBody>
      </p:sp>
    </p:spTree>
    <p:extLst>
      <p:ext uri="{BB962C8B-B14F-4D97-AF65-F5344CB8AC3E}">
        <p14:creationId xmlns:p14="http://schemas.microsoft.com/office/powerpoint/2010/main" val="17605103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B3C4E-AE2B-1CEA-2645-3BA07B0BEC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0F21EE-C75C-960C-7479-CD68AA2C3A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91E170-8D9D-3EE6-45E5-C95392C7D716}"/>
              </a:ext>
            </a:extLst>
          </p:cNvPr>
          <p:cNvSpPr>
            <a:spLocks noGrp="1"/>
          </p:cNvSpPr>
          <p:nvPr>
            <p:ph type="body" idx="1"/>
          </p:nvPr>
        </p:nvSpPr>
        <p:spPr/>
        <p:txBody>
          <a:bodyPr/>
          <a:lstStyle/>
          <a:p>
            <a:endParaRPr lang="en-AE" dirty="0"/>
          </a:p>
        </p:txBody>
      </p:sp>
      <p:sp>
        <p:nvSpPr>
          <p:cNvPr id="4" name="Slide Number Placeholder 3">
            <a:extLst>
              <a:ext uri="{FF2B5EF4-FFF2-40B4-BE49-F238E27FC236}">
                <a16:creationId xmlns:a16="http://schemas.microsoft.com/office/drawing/2014/main" id="{C61DC6C4-D212-EAB8-C8AC-4A1120CEE0C0}"/>
              </a:ext>
            </a:extLst>
          </p:cNvPr>
          <p:cNvSpPr>
            <a:spLocks noGrp="1"/>
          </p:cNvSpPr>
          <p:nvPr>
            <p:ph type="sldNum" sz="quarter" idx="5"/>
          </p:nvPr>
        </p:nvSpPr>
        <p:spPr/>
        <p:txBody>
          <a:bodyPr/>
          <a:lstStyle/>
          <a:p>
            <a:fld id="{2E2E0407-935A-438B-AF66-28803EDE65A9}" type="slidenum">
              <a:rPr lang="en-US" smtClean="0"/>
              <a:t>20</a:t>
            </a:fld>
            <a:endParaRPr lang="en-US" dirty="0"/>
          </a:p>
        </p:txBody>
      </p:sp>
    </p:spTree>
    <p:extLst>
      <p:ext uri="{BB962C8B-B14F-4D97-AF65-F5344CB8AC3E}">
        <p14:creationId xmlns:p14="http://schemas.microsoft.com/office/powerpoint/2010/main" val="7859741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F3192-9CE6-1412-BA64-AD37CC655E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91FA67-4CE3-4E8D-88E0-4C1E66C9C2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43594C-311F-D0AF-94B2-4091E3DAEEBC}"/>
              </a:ext>
            </a:extLst>
          </p:cNvPr>
          <p:cNvSpPr>
            <a:spLocks noGrp="1"/>
          </p:cNvSpPr>
          <p:nvPr>
            <p:ph type="body" idx="1"/>
          </p:nvPr>
        </p:nvSpPr>
        <p:spPr/>
        <p:txBody>
          <a:bodyPr/>
          <a:lstStyle/>
          <a:p>
            <a:endParaRPr lang="en-AE" dirty="0"/>
          </a:p>
        </p:txBody>
      </p:sp>
      <p:sp>
        <p:nvSpPr>
          <p:cNvPr id="4" name="Slide Number Placeholder 3">
            <a:extLst>
              <a:ext uri="{FF2B5EF4-FFF2-40B4-BE49-F238E27FC236}">
                <a16:creationId xmlns:a16="http://schemas.microsoft.com/office/drawing/2014/main" id="{7D68FEDC-4238-42D7-6FE5-F8405F43FC4D}"/>
              </a:ext>
            </a:extLst>
          </p:cNvPr>
          <p:cNvSpPr>
            <a:spLocks noGrp="1"/>
          </p:cNvSpPr>
          <p:nvPr>
            <p:ph type="sldNum" sz="quarter" idx="5"/>
          </p:nvPr>
        </p:nvSpPr>
        <p:spPr/>
        <p:txBody>
          <a:bodyPr/>
          <a:lstStyle/>
          <a:p>
            <a:fld id="{2E2E0407-935A-438B-AF66-28803EDE65A9}" type="slidenum">
              <a:rPr lang="en-US" smtClean="0"/>
              <a:t>22</a:t>
            </a:fld>
            <a:endParaRPr lang="en-US" dirty="0"/>
          </a:p>
        </p:txBody>
      </p:sp>
    </p:spTree>
    <p:extLst>
      <p:ext uri="{BB962C8B-B14F-4D97-AF65-F5344CB8AC3E}">
        <p14:creationId xmlns:p14="http://schemas.microsoft.com/office/powerpoint/2010/main" val="39269429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2">
            <a:alpha val="70000"/>
          </a:schemeClr>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F47124D-D927-400B-B59C-CEDBD507BE0C}"/>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rot="16200000">
            <a:off x="43976" y="-43974"/>
            <a:ext cx="1447800" cy="1535750"/>
          </a:xfrm>
          <a:prstGeom prst="rect">
            <a:avLst/>
          </a:prstGeom>
        </p:spPr>
      </p:pic>
      <p:sp>
        <p:nvSpPr>
          <p:cNvPr id="10" name="Title 1">
            <a:extLst>
              <a:ext uri="{FF2B5EF4-FFF2-40B4-BE49-F238E27FC236}">
                <a16:creationId xmlns:a16="http://schemas.microsoft.com/office/drawing/2014/main" id="{D6ADF6CE-9ECB-46C3-934F-B81BC2BE0449}"/>
              </a:ext>
            </a:extLst>
          </p:cNvPr>
          <p:cNvSpPr>
            <a:spLocks noGrp="1"/>
          </p:cNvSpPr>
          <p:nvPr>
            <p:ph type="ctrTitle"/>
          </p:nvPr>
        </p:nvSpPr>
        <p:spPr>
          <a:xfrm>
            <a:off x="1293876" y="304801"/>
            <a:ext cx="9601200" cy="1534297"/>
          </a:xfrm>
        </p:spPr>
        <p:txBody>
          <a:bodyPr anchor="b">
            <a:normAutofit/>
          </a:bodyPr>
          <a:lstStyle>
            <a:lvl1pPr algn="ctr">
              <a:defRPr>
                <a:solidFill>
                  <a:schemeClr val="tx2"/>
                </a:solidFill>
              </a:defRPr>
            </a:lvl1pPr>
          </a:lstStyle>
          <a:p>
            <a:pPr>
              <a:lnSpc>
                <a:spcPct val="100000"/>
              </a:lnSpc>
            </a:pPr>
            <a:r>
              <a:rPr lang="en-US" sz="4400" spc="120">
                <a:solidFill>
                  <a:schemeClr val="tx2"/>
                </a:solidFill>
                <a:cs typeface="Posterama" panose="020B0504020200020000" pitchFamily="34" charset="0"/>
              </a:rPr>
              <a:t>Click to edit Master title style</a:t>
            </a:r>
            <a:endParaRPr lang="en-US" sz="4400" spc="120" dirty="0">
              <a:solidFill>
                <a:schemeClr val="tx2"/>
              </a:solidFill>
              <a:cs typeface="Posterama" panose="020B0504020200020000" pitchFamily="34" charset="0"/>
            </a:endParaRPr>
          </a:p>
        </p:txBody>
      </p:sp>
      <p:sp>
        <p:nvSpPr>
          <p:cNvPr id="19" name="Picture Placeholder 18">
            <a:extLst>
              <a:ext uri="{FF2B5EF4-FFF2-40B4-BE49-F238E27FC236}">
                <a16:creationId xmlns:a16="http://schemas.microsoft.com/office/drawing/2014/main" id="{62DF7C0A-1B3B-401D-A625-E7F87B1DFE07}"/>
              </a:ext>
            </a:extLst>
          </p:cNvPr>
          <p:cNvSpPr>
            <a:spLocks noGrp="1"/>
          </p:cNvSpPr>
          <p:nvPr>
            <p:ph type="pic" sz="quarter" idx="13" hasCustomPrompt="1"/>
          </p:nvPr>
        </p:nvSpPr>
        <p:spPr>
          <a:xfrm>
            <a:off x="619840" y="3013206"/>
            <a:ext cx="11084189" cy="3854030"/>
          </a:xfrm>
          <a:custGeom>
            <a:avLst/>
            <a:gdLst>
              <a:gd name="connsiteX0" fmla="*/ 5542094 w 11084189"/>
              <a:gd name="connsiteY0" fmla="*/ 0 h 3854030"/>
              <a:gd name="connsiteX1" fmla="*/ 11061525 w 11084189"/>
              <a:gd name="connsiteY1" fmla="*/ 3748287 h 3854030"/>
              <a:gd name="connsiteX2" fmla="*/ 11084189 w 11084189"/>
              <a:gd name="connsiteY2" fmla="*/ 3854030 h 3854030"/>
              <a:gd name="connsiteX3" fmla="*/ 0 w 11084189"/>
              <a:gd name="connsiteY3" fmla="*/ 3854030 h 3854030"/>
              <a:gd name="connsiteX4" fmla="*/ 22663 w 11084189"/>
              <a:gd name="connsiteY4" fmla="*/ 3748287 h 3854030"/>
              <a:gd name="connsiteX5" fmla="*/ 5542094 w 11084189"/>
              <a:gd name="connsiteY5" fmla="*/ 0 h 3854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84189" h="3854030">
                <a:moveTo>
                  <a:pt x="5542094" y="0"/>
                </a:moveTo>
                <a:cubicBezTo>
                  <a:pt x="8264668" y="0"/>
                  <a:pt x="10536186" y="1609144"/>
                  <a:pt x="11061525" y="3748287"/>
                </a:cubicBezTo>
                <a:lnTo>
                  <a:pt x="11084189" y="3854030"/>
                </a:lnTo>
                <a:lnTo>
                  <a:pt x="0" y="3854030"/>
                </a:lnTo>
                <a:lnTo>
                  <a:pt x="22663" y="3748287"/>
                </a:lnTo>
                <a:cubicBezTo>
                  <a:pt x="548002" y="1609144"/>
                  <a:pt x="2819520" y="0"/>
                  <a:pt x="5542094" y="0"/>
                </a:cubicBezTo>
                <a:close/>
              </a:path>
            </a:pathLst>
          </a:custGeom>
        </p:spPr>
        <p:txBody>
          <a:bodyPr wrap="square" anchor="ctr">
            <a:noAutofit/>
          </a:bodyPr>
          <a:lstStyle>
            <a:lvl1pPr marL="0" indent="0" algn="ctr">
              <a:buNone/>
              <a:defRPr>
                <a:solidFill>
                  <a:schemeClr val="tx2"/>
                </a:solidFill>
              </a:defRPr>
            </a:lvl1pPr>
          </a:lstStyle>
          <a:p>
            <a:r>
              <a:rPr lang="en-US" dirty="0"/>
              <a:t>Click to add photo</a:t>
            </a:r>
          </a:p>
        </p:txBody>
      </p:sp>
      <p:sp>
        <p:nvSpPr>
          <p:cNvPr id="11" name="Subtitle 2">
            <a:extLst>
              <a:ext uri="{FF2B5EF4-FFF2-40B4-BE49-F238E27FC236}">
                <a16:creationId xmlns:a16="http://schemas.microsoft.com/office/drawing/2014/main" id="{ADA6D2C5-E6A9-4A27-AE58-9CEDCFCB4C92}"/>
              </a:ext>
            </a:extLst>
          </p:cNvPr>
          <p:cNvSpPr>
            <a:spLocks noGrp="1"/>
          </p:cNvSpPr>
          <p:nvPr>
            <p:ph type="subTitle" idx="1"/>
          </p:nvPr>
        </p:nvSpPr>
        <p:spPr>
          <a:xfrm>
            <a:off x="1712976" y="1905001"/>
            <a:ext cx="8763001" cy="962442"/>
          </a:xfrm>
        </p:spPr>
        <p:txBody>
          <a:bodyPr anchor="t"/>
          <a:lstStyle>
            <a:lvl1pPr marL="0" indent="0" algn="ctr">
              <a:buNone/>
              <a:defRPr>
                <a:solidFill>
                  <a:schemeClr val="tx2"/>
                </a:solidFill>
              </a:defRPr>
            </a:lvl1pPr>
          </a:lstStyle>
          <a:p>
            <a:pPr>
              <a:lnSpc>
                <a:spcPct val="110000"/>
              </a:lnSpc>
            </a:pPr>
            <a:r>
              <a:rPr lang="en-US" sz="2200">
                <a:solidFill>
                  <a:schemeClr val="tx2"/>
                </a:solidFill>
                <a:cs typeface="Segoe UI Semilight" panose="020B0402040204020203" pitchFamily="34" charset="0"/>
              </a:rPr>
              <a:t>Click to edit Master subtitle style</a:t>
            </a:r>
            <a:endParaRPr lang="en-US" sz="2200" dirty="0">
              <a:solidFill>
                <a:schemeClr val="tx2"/>
              </a:solidFill>
              <a:cs typeface="Segoe UI Semilight" panose="020B0402040204020203" pitchFamily="34" charset="0"/>
            </a:endParaRPr>
          </a:p>
        </p:txBody>
      </p:sp>
      <p:pic>
        <p:nvPicPr>
          <p:cNvPr id="12" name="Picture 11">
            <a:extLst>
              <a:ext uri="{FF2B5EF4-FFF2-40B4-BE49-F238E27FC236}">
                <a16:creationId xmlns:a16="http://schemas.microsoft.com/office/drawing/2014/main" id="{7B147A7F-B058-475D-BA3A-E1807E37B5D5}"/>
              </a:ext>
              <a:ext uri="{C183D7F6-B498-43B3-948B-1728B52AA6E4}">
                <adec:decorative xmlns:adec="http://schemas.microsoft.com/office/drawing/2017/decorative" val="1"/>
              </a:ext>
            </a:extLst>
          </p:cNvPr>
          <p:cNvPicPr>
            <a:picLocks noChangeAspect="1"/>
          </p:cNvPicPr>
          <p:nvPr userDrawn="1"/>
        </p:nvPicPr>
        <p:blipFill rotWithShape="1">
          <a:blip r:embed="rId3"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10820400" y="3144779"/>
            <a:ext cx="1371600" cy="2548349"/>
          </a:xfrm>
          <a:prstGeom prst="rect">
            <a:avLst/>
          </a:prstGeom>
        </p:spPr>
      </p:pic>
    </p:spTree>
    <p:extLst>
      <p:ext uri="{BB962C8B-B14F-4D97-AF65-F5344CB8AC3E}">
        <p14:creationId xmlns:p14="http://schemas.microsoft.com/office/powerpoint/2010/main" val="728819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887E59D-6BE5-4CB5-B3B3-BAF69EFA10C4}"/>
              </a:ext>
            </a:extLst>
          </p:cNvPr>
          <p:cNvSpPr>
            <a:spLocks noGrp="1"/>
          </p:cNvSpPr>
          <p:nvPr>
            <p:ph type="title"/>
          </p:nvPr>
        </p:nvSpPr>
        <p:spPr>
          <a:xfrm>
            <a:off x="838200" y="586992"/>
            <a:ext cx="4953000" cy="2688598"/>
          </a:xfrm>
        </p:spPr>
        <p:txBody>
          <a:bodyPr>
            <a:noAutofit/>
          </a:bodyPr>
          <a:lstStyle>
            <a:lvl1pPr>
              <a:defRPr>
                <a:solidFill>
                  <a:schemeClr val="tx2"/>
                </a:solidFill>
              </a:defRPr>
            </a:lvl1pPr>
          </a:lstStyle>
          <a:p>
            <a:pPr>
              <a:lnSpc>
                <a:spcPct val="100000"/>
              </a:lnSpc>
            </a:pPr>
            <a:r>
              <a:rPr lang="en-US" spc="120">
                <a:solidFill>
                  <a:schemeClr val="tx2"/>
                </a:solidFill>
                <a:cs typeface="Posterama" panose="020B0504020200020000" pitchFamily="34" charset="0"/>
              </a:rPr>
              <a:t>Click to edit Master title style</a:t>
            </a:r>
            <a:endParaRPr lang="en-US" spc="120" dirty="0">
              <a:solidFill>
                <a:schemeClr val="tx2"/>
              </a:solidFill>
              <a:cs typeface="Posterama" panose="020B0504020200020000" pitchFamily="34" charset="0"/>
            </a:endParaRPr>
          </a:p>
        </p:txBody>
      </p:sp>
      <p:sp>
        <p:nvSpPr>
          <p:cNvPr id="11" name="Rectangle 10">
            <a:extLst>
              <a:ext uri="{FF2B5EF4-FFF2-40B4-BE49-F238E27FC236}">
                <a16:creationId xmlns:a16="http://schemas.microsoft.com/office/drawing/2014/main" id="{1D13BFBD-7478-4683-BA2C-E7BFC660BBB1}"/>
              </a:ext>
              <a:ext uri="{C183D7F6-B498-43B3-948B-1728B52AA6E4}">
                <adec:decorative xmlns:adec="http://schemas.microsoft.com/office/drawing/2017/decorative" val="1"/>
              </a:ext>
            </a:extLst>
          </p:cNvPr>
          <p:cNvSpPr/>
          <p:nvPr userDrawn="1"/>
        </p:nvSpPr>
        <p:spPr>
          <a:xfrm>
            <a:off x="6248400" y="0"/>
            <a:ext cx="5943600" cy="6858000"/>
          </a:xfrm>
          <a:prstGeom prst="rect">
            <a:avLst/>
          </a:prstGeom>
          <a:solidFill>
            <a:schemeClr val="bg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2" name="Rectangle 11">
            <a:extLst>
              <a:ext uri="{FF2B5EF4-FFF2-40B4-BE49-F238E27FC236}">
                <a16:creationId xmlns:a16="http://schemas.microsoft.com/office/drawing/2014/main" id="{8B3FF916-2B4D-4DC1-AD98-AF8F2EFD4A8C}"/>
              </a:ext>
              <a:ext uri="{C183D7F6-B498-43B3-948B-1728B52AA6E4}">
                <adec:decorative xmlns:adec="http://schemas.microsoft.com/office/drawing/2017/decorative" val="1"/>
              </a:ext>
            </a:extLst>
          </p:cNvPr>
          <p:cNvSpPr/>
          <p:nvPr userDrawn="1"/>
        </p:nvSpPr>
        <p:spPr>
          <a:xfrm>
            <a:off x="6190666" y="0"/>
            <a:ext cx="6001333"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3" name="Rectangle 12">
            <a:extLst>
              <a:ext uri="{FF2B5EF4-FFF2-40B4-BE49-F238E27FC236}">
                <a16:creationId xmlns:a16="http://schemas.microsoft.com/office/drawing/2014/main" id="{5480B3D3-8262-4D62-8B77-51C5FF582408}"/>
              </a:ext>
              <a:ext uri="{C183D7F6-B498-43B3-948B-1728B52AA6E4}">
                <adec:decorative xmlns:adec="http://schemas.microsoft.com/office/drawing/2017/decorative" val="1"/>
              </a:ext>
            </a:extLst>
          </p:cNvPr>
          <p:cNvSpPr/>
          <p:nvPr userDrawn="1"/>
        </p:nvSpPr>
        <p:spPr>
          <a:xfrm rot="10800000">
            <a:off x="6196875" y="0"/>
            <a:ext cx="5992075"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9" name="Text Placeholder 27">
            <a:extLst>
              <a:ext uri="{FF2B5EF4-FFF2-40B4-BE49-F238E27FC236}">
                <a16:creationId xmlns:a16="http://schemas.microsoft.com/office/drawing/2014/main" id="{D44A1B8E-1071-45A0-8A94-0AA7F201EB43}"/>
              </a:ext>
            </a:extLst>
          </p:cNvPr>
          <p:cNvSpPr>
            <a:spLocks noGrp="1"/>
          </p:cNvSpPr>
          <p:nvPr>
            <p:ph type="body" sz="quarter" idx="16" hasCustomPrompt="1"/>
          </p:nvPr>
        </p:nvSpPr>
        <p:spPr>
          <a:xfrm>
            <a:off x="835149" y="3412114"/>
            <a:ext cx="4952681" cy="2750307"/>
          </a:xfrm>
        </p:spPr>
        <p:txBody>
          <a:bodyPr>
            <a:normAutofit/>
          </a:bodyPr>
          <a:lstStyle>
            <a:lvl1pPr marL="342900" indent="-342900">
              <a:buFont typeface="Arial" panose="020B0604020202020204" pitchFamily="34" charset="0"/>
              <a:buChar char="•"/>
              <a:defRPr sz="2000">
                <a:solidFill>
                  <a:schemeClr val="tx2"/>
                </a:solidFill>
              </a:defRPr>
            </a:lvl1pPr>
            <a:lvl2pPr marL="457200" indent="0">
              <a:buNone/>
              <a:defRPr sz="2400">
                <a:solidFill>
                  <a:schemeClr val="tx2"/>
                </a:solidFill>
              </a:defRPr>
            </a:lvl2pPr>
            <a:lvl3pPr marL="914400" indent="0">
              <a:buNone/>
              <a:defRPr sz="2400">
                <a:solidFill>
                  <a:schemeClr val="tx2"/>
                </a:solidFill>
              </a:defRPr>
            </a:lvl3pPr>
            <a:lvl4pPr marL="1371600" indent="0">
              <a:buNone/>
              <a:defRPr sz="2400">
                <a:solidFill>
                  <a:schemeClr val="tx2"/>
                </a:solidFill>
              </a:defRPr>
            </a:lvl4pPr>
            <a:lvl5pPr marL="1828800" indent="0">
              <a:buNone/>
              <a:defRPr sz="2400">
                <a:solidFill>
                  <a:schemeClr val="tx2"/>
                </a:solidFill>
              </a:defRPr>
            </a:lvl5pPr>
          </a:lstStyle>
          <a:p>
            <a:pPr lvl="0"/>
            <a:r>
              <a:rPr lang="en-US" dirty="0"/>
              <a:t>Click to add text</a:t>
            </a:r>
          </a:p>
        </p:txBody>
      </p:sp>
      <p:sp>
        <p:nvSpPr>
          <p:cNvPr id="17" name="Date Placeholder 5">
            <a:extLst>
              <a:ext uri="{FF2B5EF4-FFF2-40B4-BE49-F238E27FC236}">
                <a16:creationId xmlns:a16="http://schemas.microsoft.com/office/drawing/2014/main" id="{DF6FCAD9-068D-41D9-A5F4-E22F2D28717A}"/>
              </a:ext>
            </a:extLst>
          </p:cNvPr>
          <p:cNvSpPr>
            <a:spLocks noGrp="1"/>
          </p:cNvSpPr>
          <p:nvPr>
            <p:ph type="dt" sz="half" idx="10"/>
          </p:nvPr>
        </p:nvSpPr>
        <p:spPr>
          <a:xfrm>
            <a:off x="838200" y="6327648"/>
            <a:ext cx="2743200" cy="365125"/>
          </a:xfrm>
        </p:spPr>
        <p:txBody>
          <a:bodyPr/>
          <a:lstStyle>
            <a:lvl1pPr>
              <a:defRPr>
                <a:solidFill>
                  <a:schemeClr val="tx1">
                    <a:alpha val="60000"/>
                  </a:schemeClr>
                </a:solidFill>
              </a:defRPr>
            </a:lvl1pPr>
          </a:lstStyle>
          <a:p>
            <a:pPr>
              <a:defRPr/>
            </a:pPr>
            <a:r>
              <a:rPr lang="en-US" dirty="0"/>
              <a:t>20XX</a:t>
            </a:r>
          </a:p>
        </p:txBody>
      </p:sp>
      <p:sp>
        <p:nvSpPr>
          <p:cNvPr id="24" name="Picture Placeholder 20">
            <a:extLst>
              <a:ext uri="{FF2B5EF4-FFF2-40B4-BE49-F238E27FC236}">
                <a16:creationId xmlns:a16="http://schemas.microsoft.com/office/drawing/2014/main" id="{0402EFB4-17A2-4345-82DA-89EF34B5E919}"/>
              </a:ext>
            </a:extLst>
          </p:cNvPr>
          <p:cNvSpPr>
            <a:spLocks noGrp="1"/>
          </p:cNvSpPr>
          <p:nvPr>
            <p:ph type="pic" sz="quarter" idx="13" hasCustomPrompt="1"/>
          </p:nvPr>
        </p:nvSpPr>
        <p:spPr>
          <a:xfrm>
            <a:off x="6781801" y="380991"/>
            <a:ext cx="4856144" cy="1925415"/>
          </a:xfrm>
        </p:spPr>
        <p:txBody>
          <a:bodyPr/>
          <a:lstStyle>
            <a:lvl1pPr marL="0" indent="0" algn="ctr">
              <a:buNone/>
              <a:defRPr/>
            </a:lvl1pPr>
          </a:lstStyle>
          <a:p>
            <a:r>
              <a:rPr lang="en-US" dirty="0"/>
              <a:t>Click to add photo</a:t>
            </a:r>
          </a:p>
        </p:txBody>
      </p:sp>
      <p:sp>
        <p:nvSpPr>
          <p:cNvPr id="25" name="Picture Placeholder 20">
            <a:extLst>
              <a:ext uri="{FF2B5EF4-FFF2-40B4-BE49-F238E27FC236}">
                <a16:creationId xmlns:a16="http://schemas.microsoft.com/office/drawing/2014/main" id="{EC3DFC6E-6D3D-48C3-BD9E-33878CD86D58}"/>
              </a:ext>
            </a:extLst>
          </p:cNvPr>
          <p:cNvSpPr>
            <a:spLocks noGrp="1"/>
          </p:cNvSpPr>
          <p:nvPr>
            <p:ph type="pic" sz="quarter" idx="14" hasCustomPrompt="1"/>
          </p:nvPr>
        </p:nvSpPr>
        <p:spPr>
          <a:xfrm>
            <a:off x="6781800" y="2376797"/>
            <a:ext cx="4856144" cy="1925415"/>
          </a:xfrm>
        </p:spPr>
        <p:txBody>
          <a:bodyPr/>
          <a:lstStyle>
            <a:lvl1pPr marL="0" indent="0" algn="ctr">
              <a:buNone/>
              <a:defRPr/>
            </a:lvl1pPr>
          </a:lstStyle>
          <a:p>
            <a:r>
              <a:rPr lang="en-US" dirty="0"/>
              <a:t>Click to add photo</a:t>
            </a:r>
          </a:p>
        </p:txBody>
      </p:sp>
      <p:sp>
        <p:nvSpPr>
          <p:cNvPr id="26" name="Picture Placeholder 20">
            <a:extLst>
              <a:ext uri="{FF2B5EF4-FFF2-40B4-BE49-F238E27FC236}">
                <a16:creationId xmlns:a16="http://schemas.microsoft.com/office/drawing/2014/main" id="{7EC41F32-B997-4949-A553-260965B03F32}"/>
              </a:ext>
            </a:extLst>
          </p:cNvPr>
          <p:cNvSpPr>
            <a:spLocks noGrp="1"/>
          </p:cNvSpPr>
          <p:nvPr>
            <p:ph type="pic" sz="quarter" idx="15" hasCustomPrompt="1"/>
          </p:nvPr>
        </p:nvSpPr>
        <p:spPr>
          <a:xfrm>
            <a:off x="6781800" y="4379170"/>
            <a:ext cx="4856144" cy="1925415"/>
          </a:xfrm>
        </p:spPr>
        <p:txBody>
          <a:bodyPr/>
          <a:lstStyle>
            <a:lvl1pPr marL="0" indent="0" algn="ctr">
              <a:buNone/>
              <a:defRPr/>
            </a:lvl1pPr>
          </a:lstStyle>
          <a:p>
            <a:r>
              <a:rPr lang="en-US" dirty="0"/>
              <a:t>Click to add photo</a:t>
            </a:r>
          </a:p>
        </p:txBody>
      </p:sp>
      <p:sp>
        <p:nvSpPr>
          <p:cNvPr id="18" name="Footer Placeholder 6">
            <a:extLst>
              <a:ext uri="{FF2B5EF4-FFF2-40B4-BE49-F238E27FC236}">
                <a16:creationId xmlns:a16="http://schemas.microsoft.com/office/drawing/2014/main" id="{3E86EC02-7D1A-4CB3-B376-1044BEF4C616}"/>
              </a:ext>
            </a:extLst>
          </p:cNvPr>
          <p:cNvSpPr>
            <a:spLocks noGrp="1"/>
          </p:cNvSpPr>
          <p:nvPr>
            <p:ph type="ftr" sz="quarter" idx="11"/>
          </p:nvPr>
        </p:nvSpPr>
        <p:spPr>
          <a:xfrm>
            <a:off x="6858000" y="6327648"/>
            <a:ext cx="3810000" cy="365125"/>
          </a:xfrm>
        </p:spPr>
        <p:txBody>
          <a:bodyPr/>
          <a:lstStyle>
            <a:lvl1pPr algn="l">
              <a:defRPr baseline="0"/>
            </a:lvl1pPr>
          </a:lstStyle>
          <a:p>
            <a:r>
              <a:rPr lang="en-US" dirty="0">
                <a:solidFill>
                  <a:prstClr val="white">
                    <a:alpha val="60000"/>
                  </a:prstClr>
                </a:solidFill>
              </a:rPr>
              <a:t>Presentation title</a:t>
            </a:r>
          </a:p>
        </p:txBody>
      </p:sp>
      <p:sp>
        <p:nvSpPr>
          <p:cNvPr id="19" name="Slide Number Placeholder 7">
            <a:extLst>
              <a:ext uri="{FF2B5EF4-FFF2-40B4-BE49-F238E27FC236}">
                <a16:creationId xmlns:a16="http://schemas.microsoft.com/office/drawing/2014/main" id="{F1ABD226-6012-4821-BD32-E8E6EB95537B}"/>
              </a:ext>
            </a:extLst>
          </p:cNvPr>
          <p:cNvSpPr>
            <a:spLocks noGrp="1"/>
          </p:cNvSpPr>
          <p:nvPr>
            <p:ph type="sldNum" sz="quarter" idx="12"/>
          </p:nvPr>
        </p:nvSpPr>
        <p:spPr>
          <a:xfrm>
            <a:off x="10820400" y="6327648"/>
            <a:ext cx="5334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a:ln>
                  <a:noFill/>
                </a:ln>
                <a:solidFill>
                  <a:prstClr val="white">
                    <a:alpha val="60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endParaRPr>
          </a:p>
        </p:txBody>
      </p:sp>
    </p:spTree>
    <p:extLst>
      <p:ext uri="{BB962C8B-B14F-4D97-AF65-F5344CB8AC3E}">
        <p14:creationId xmlns:p14="http://schemas.microsoft.com/office/powerpoint/2010/main" val="393406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duction">
    <p:bg>
      <p:bgPr>
        <a:solidFill>
          <a:schemeClr val="bg2">
            <a:alpha val="70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C836EA2-D914-4028-95BF-1B97B17FE9E8}"/>
              </a:ext>
              <a:ext uri="{C183D7F6-B498-43B3-948B-1728B52AA6E4}">
                <adec:decorative xmlns:adec="http://schemas.microsoft.com/office/drawing/2017/decorative" val="1"/>
              </a:ext>
            </a:extLst>
          </p:cNvPr>
          <p:cNvSpPr/>
          <p:nvPr userDrawn="1"/>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1" name="Rectangle 10">
            <a:extLst>
              <a:ext uri="{FF2B5EF4-FFF2-40B4-BE49-F238E27FC236}">
                <a16:creationId xmlns:a16="http://schemas.microsoft.com/office/drawing/2014/main" id="{B5BDFAD1-E970-4A5F-98F7-D42CA9DFB788}"/>
              </a:ext>
              <a:ext uri="{C183D7F6-B498-43B3-948B-1728B52AA6E4}">
                <adec:decorative xmlns:adec="http://schemas.microsoft.com/office/drawing/2017/decorative" val="1"/>
              </a:ext>
            </a:extLst>
          </p:cNvPr>
          <p:cNvSpPr/>
          <p:nvPr userDrawn="1"/>
        </p:nvSpPr>
        <p:spPr>
          <a:xfrm rot="10800000">
            <a:off x="-3055" y="4596020"/>
            <a:ext cx="12191999" cy="2274195"/>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2" name="Title 1">
            <a:extLst>
              <a:ext uri="{FF2B5EF4-FFF2-40B4-BE49-F238E27FC236}">
                <a16:creationId xmlns:a16="http://schemas.microsoft.com/office/drawing/2014/main" id="{C53E32FB-4A5F-4D36-A227-CF26EBF0B713}"/>
              </a:ext>
            </a:extLst>
          </p:cNvPr>
          <p:cNvSpPr>
            <a:spLocks noGrp="1"/>
          </p:cNvSpPr>
          <p:nvPr>
            <p:ph type="title"/>
          </p:nvPr>
        </p:nvSpPr>
        <p:spPr>
          <a:xfrm>
            <a:off x="838200" y="4876800"/>
            <a:ext cx="10003218" cy="1219200"/>
          </a:xfrm>
        </p:spPr>
        <p:txBody>
          <a:bodyPr/>
          <a:lstStyle/>
          <a:p>
            <a:pPr>
              <a:lnSpc>
                <a:spcPct val="100000"/>
              </a:lnSpc>
            </a:pPr>
            <a:r>
              <a:rPr lang="en-US">
                <a:solidFill>
                  <a:schemeClr val="bg1"/>
                </a:solidFill>
                <a:cs typeface="Posterama" panose="020B0504020200020000" pitchFamily="34" charset="0"/>
              </a:rPr>
              <a:t>Click to edit Master title style</a:t>
            </a:r>
            <a:endParaRPr lang="en-US" dirty="0">
              <a:solidFill>
                <a:schemeClr val="bg1"/>
              </a:solidFill>
              <a:cs typeface="Posterama" panose="020B0504020200020000" pitchFamily="34" charset="0"/>
            </a:endParaRPr>
          </a:p>
        </p:txBody>
      </p:sp>
      <p:sp>
        <p:nvSpPr>
          <p:cNvPr id="19" name="Picture Placeholder 17">
            <a:extLst>
              <a:ext uri="{FF2B5EF4-FFF2-40B4-BE49-F238E27FC236}">
                <a16:creationId xmlns:a16="http://schemas.microsoft.com/office/drawing/2014/main" id="{9DA8CA5C-5748-45EE-B537-5A44A3BFC63E}"/>
              </a:ext>
            </a:extLst>
          </p:cNvPr>
          <p:cNvSpPr>
            <a:spLocks noGrp="1"/>
          </p:cNvSpPr>
          <p:nvPr>
            <p:ph type="pic" sz="quarter" idx="13" hasCustomPrompt="1"/>
          </p:nvPr>
        </p:nvSpPr>
        <p:spPr>
          <a:xfrm>
            <a:off x="-3175" y="0"/>
            <a:ext cx="6196013" cy="4602877"/>
          </a:xfrm>
        </p:spPr>
        <p:txBody>
          <a:bodyPr/>
          <a:lstStyle>
            <a:lvl1pPr marL="0" indent="0" algn="ctr">
              <a:buNone/>
              <a:defRPr>
                <a:solidFill>
                  <a:schemeClr val="tx2"/>
                </a:solidFill>
              </a:defRPr>
            </a:lvl1pPr>
          </a:lstStyle>
          <a:p>
            <a:r>
              <a:rPr lang="en-US" dirty="0"/>
              <a:t>Click to add photo</a:t>
            </a:r>
          </a:p>
        </p:txBody>
      </p:sp>
      <p:sp>
        <p:nvSpPr>
          <p:cNvPr id="23" name="Text Placeholder 21">
            <a:extLst>
              <a:ext uri="{FF2B5EF4-FFF2-40B4-BE49-F238E27FC236}">
                <a16:creationId xmlns:a16="http://schemas.microsoft.com/office/drawing/2014/main" id="{5015D873-DDCC-44AF-AE80-703ED88AEC7F}"/>
              </a:ext>
            </a:extLst>
          </p:cNvPr>
          <p:cNvSpPr>
            <a:spLocks noGrp="1"/>
          </p:cNvSpPr>
          <p:nvPr>
            <p:ph type="body" sz="quarter" idx="14" hasCustomPrompt="1"/>
          </p:nvPr>
        </p:nvSpPr>
        <p:spPr>
          <a:xfrm>
            <a:off x="6650718" y="327025"/>
            <a:ext cx="5073194" cy="3949987"/>
          </a:xfrm>
        </p:spPr>
        <p:txBody>
          <a:bodyPr anchor="ctr">
            <a:normAutofit/>
          </a:bodyPr>
          <a:lstStyle>
            <a:lvl1pPr marL="0" indent="0">
              <a:buNone/>
              <a:defRPr sz="1800">
                <a:solidFill>
                  <a:schemeClr val="tx2"/>
                </a:solidFill>
              </a:defRPr>
            </a:lvl1pPr>
          </a:lstStyle>
          <a:p>
            <a:pPr lvl="0"/>
            <a:r>
              <a:rPr lang="en-US" dirty="0"/>
              <a:t>Click to add text</a:t>
            </a:r>
          </a:p>
        </p:txBody>
      </p:sp>
      <p:sp>
        <p:nvSpPr>
          <p:cNvPr id="14" name="Date Placeholder 6">
            <a:extLst>
              <a:ext uri="{FF2B5EF4-FFF2-40B4-BE49-F238E27FC236}">
                <a16:creationId xmlns:a16="http://schemas.microsoft.com/office/drawing/2014/main" id="{16E99B66-5BC0-4B16-807E-B513E3272CB4}"/>
              </a:ext>
            </a:extLst>
          </p:cNvPr>
          <p:cNvSpPr>
            <a:spLocks noGrp="1"/>
          </p:cNvSpPr>
          <p:nvPr>
            <p:ph type="dt" sz="half" idx="10"/>
          </p:nvPr>
        </p:nvSpPr>
        <p:spPr>
          <a:xfrm>
            <a:off x="838200" y="6327648"/>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rPr>
              <a:t>20XX</a:t>
            </a:r>
          </a:p>
        </p:txBody>
      </p:sp>
      <p:sp>
        <p:nvSpPr>
          <p:cNvPr id="15" name="Footer Placeholder 7">
            <a:extLst>
              <a:ext uri="{FF2B5EF4-FFF2-40B4-BE49-F238E27FC236}">
                <a16:creationId xmlns:a16="http://schemas.microsoft.com/office/drawing/2014/main" id="{086E91BF-4612-41A6-9A9F-AA6236BF5AB6}"/>
              </a:ext>
            </a:extLst>
          </p:cNvPr>
          <p:cNvSpPr>
            <a:spLocks noGrp="1"/>
          </p:cNvSpPr>
          <p:nvPr>
            <p:ph type="ftr" sz="quarter" idx="11"/>
          </p:nvPr>
        </p:nvSpPr>
        <p:spPr>
          <a:xfrm>
            <a:off x="4109310" y="6327648"/>
            <a:ext cx="3976429" cy="365125"/>
          </a:xfrm>
        </p:spPr>
        <p:txBody>
          <a:bodyPr/>
          <a:lstStyle>
            <a:lvl1pPr>
              <a:defRPr/>
            </a:lvl1pPr>
          </a:lstStyle>
          <a:p>
            <a:r>
              <a:rPr lang="en-US" dirty="0">
                <a:solidFill>
                  <a:prstClr val="white">
                    <a:alpha val="60000"/>
                  </a:prstClr>
                </a:solidFill>
                <a:effectLst>
                  <a:outerShdw blurRad="38100" dist="38100" dir="2700000" algn="tl">
                    <a:srgbClr val="000000">
                      <a:alpha val="43137"/>
                    </a:srgbClr>
                  </a:outerShdw>
                </a:effectLst>
              </a:rPr>
              <a:t>Presentation title</a:t>
            </a:r>
          </a:p>
        </p:txBody>
      </p:sp>
      <p:sp>
        <p:nvSpPr>
          <p:cNvPr id="16" name="Slide Number Placeholder 8">
            <a:extLst>
              <a:ext uri="{FF2B5EF4-FFF2-40B4-BE49-F238E27FC236}">
                <a16:creationId xmlns:a16="http://schemas.microsoft.com/office/drawing/2014/main" id="{F65A627F-E36A-460F-AD3C-7B63B500442D}"/>
              </a:ext>
            </a:extLst>
          </p:cNvPr>
          <p:cNvSpPr>
            <a:spLocks noGrp="1"/>
          </p:cNvSpPr>
          <p:nvPr>
            <p:ph type="sldNum" sz="quarter" idx="12"/>
          </p:nvPr>
        </p:nvSpPr>
        <p:spPr>
          <a:xfrm>
            <a:off x="10186908" y="6327648"/>
            <a:ext cx="1166892"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smtClean="0">
                <a:ln>
                  <a:noFill/>
                </a:ln>
                <a:solidFill>
                  <a:prstClr val="white">
                    <a:alpha val="60000"/>
                  </a:prstClr>
                </a:solidFill>
                <a:effectLst>
                  <a:outerShdw blurRad="38100" dist="38100" dir="2700000" algn="tl">
                    <a:srgbClr val="000000">
                      <a:alpha val="43137"/>
                    </a:srgbClr>
                  </a:outerShdw>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outerShdw blurRad="38100" dist="38100" dir="2700000" algn="tl">
                  <a:srgbClr val="000000">
                    <a:alpha val="43137"/>
                  </a:srgbClr>
                </a:outerShdw>
              </a:effectLst>
              <a:uLnTx/>
              <a:uFillTx/>
              <a:latin typeface="Avenir Next LT Pro"/>
              <a:ea typeface="+mn-ea"/>
              <a:cs typeface="+mn-cs"/>
            </a:endParaRPr>
          </a:p>
        </p:txBody>
      </p:sp>
    </p:spTree>
    <p:extLst>
      <p:ext uri="{BB962C8B-B14F-4D97-AF65-F5344CB8AC3E}">
        <p14:creationId xmlns:p14="http://schemas.microsoft.com/office/powerpoint/2010/main" val="2564083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Break">
    <p:bg>
      <p:bgPr>
        <a:solidFill>
          <a:schemeClr val="bg2">
            <a:alpha val="70000"/>
          </a:schemeClr>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50B4F7D-E398-40AA-9F3C-F3D59A3F4E2B}"/>
              </a:ext>
            </a:extLst>
          </p:cNvPr>
          <p:cNvSpPr>
            <a:spLocks noGrp="1"/>
          </p:cNvSpPr>
          <p:nvPr>
            <p:ph type="title"/>
          </p:nvPr>
        </p:nvSpPr>
        <p:spPr>
          <a:xfrm>
            <a:off x="838200" y="559813"/>
            <a:ext cx="4633785" cy="2397324"/>
          </a:xfrm>
        </p:spPr>
        <p:txBody>
          <a:bodyPr>
            <a:noAutofit/>
          </a:bodyPr>
          <a:lstStyle>
            <a:lvl1pPr>
              <a:defRPr>
                <a:solidFill>
                  <a:schemeClr val="tx2"/>
                </a:solidFill>
              </a:defRPr>
            </a:lvl1pPr>
          </a:lstStyle>
          <a:p>
            <a:pPr>
              <a:lnSpc>
                <a:spcPct val="100000"/>
              </a:lnSpc>
            </a:pPr>
            <a:r>
              <a:rPr lang="en-US" spc="120">
                <a:solidFill>
                  <a:schemeClr val="tx2"/>
                </a:solidFill>
                <a:cs typeface="Posterama" panose="020B0504020200020000" pitchFamily="34" charset="0"/>
              </a:rPr>
              <a:t>Click to edit Master title style</a:t>
            </a:r>
            <a:endParaRPr lang="en-US" spc="120" dirty="0">
              <a:solidFill>
                <a:schemeClr val="tx2"/>
              </a:solidFill>
              <a:cs typeface="Posterama" panose="020B0504020200020000" pitchFamily="34" charset="0"/>
            </a:endParaRPr>
          </a:p>
        </p:txBody>
      </p:sp>
      <p:sp>
        <p:nvSpPr>
          <p:cNvPr id="12" name="Rectangle 11">
            <a:extLst>
              <a:ext uri="{FF2B5EF4-FFF2-40B4-BE49-F238E27FC236}">
                <a16:creationId xmlns:a16="http://schemas.microsoft.com/office/drawing/2014/main" id="{A0388EFA-705D-45DA-BB3E-901ED20AF023}"/>
              </a:ext>
              <a:ext uri="{C183D7F6-B498-43B3-948B-1728B52AA6E4}">
                <adec:decorative xmlns:adec="http://schemas.microsoft.com/office/drawing/2017/decorative" val="1"/>
              </a:ext>
            </a:extLst>
          </p:cNvPr>
          <p:cNvSpPr/>
          <p:nvPr userDrawn="1"/>
        </p:nvSpPr>
        <p:spPr>
          <a:xfrm>
            <a:off x="6019800" y="0"/>
            <a:ext cx="6172199"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3" name="Rectangle 12">
            <a:extLst>
              <a:ext uri="{FF2B5EF4-FFF2-40B4-BE49-F238E27FC236}">
                <a16:creationId xmlns:a16="http://schemas.microsoft.com/office/drawing/2014/main" id="{5B0C378B-9DA9-4513-BF84-7422A1AE6A24}"/>
              </a:ext>
              <a:ext uri="{C183D7F6-B498-43B3-948B-1728B52AA6E4}">
                <adec:decorative xmlns:adec="http://schemas.microsoft.com/office/drawing/2017/decorative" val="1"/>
              </a:ext>
            </a:extLst>
          </p:cNvPr>
          <p:cNvSpPr/>
          <p:nvPr userDrawn="1"/>
        </p:nvSpPr>
        <p:spPr>
          <a:xfrm rot="10800000">
            <a:off x="6019800" y="0"/>
            <a:ext cx="6172198"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0" name="Text Placeholder 18">
            <a:extLst>
              <a:ext uri="{FF2B5EF4-FFF2-40B4-BE49-F238E27FC236}">
                <a16:creationId xmlns:a16="http://schemas.microsoft.com/office/drawing/2014/main" id="{B924BE58-42FE-46C1-9582-9E08FAFE0FE9}"/>
              </a:ext>
            </a:extLst>
          </p:cNvPr>
          <p:cNvSpPr>
            <a:spLocks noGrp="1"/>
          </p:cNvSpPr>
          <p:nvPr>
            <p:ph type="body" sz="quarter" idx="10" hasCustomPrompt="1"/>
          </p:nvPr>
        </p:nvSpPr>
        <p:spPr>
          <a:xfrm>
            <a:off x="838200" y="3200400"/>
            <a:ext cx="4633913" cy="2913063"/>
          </a:xfrm>
        </p:spPr>
        <p:txBody>
          <a:bodyPr>
            <a:normAutofit/>
          </a:bodyPr>
          <a:lstStyle>
            <a:lvl1pPr marL="0" indent="0">
              <a:buNone/>
              <a:defRPr sz="2400">
                <a:solidFill>
                  <a:schemeClr val="tx2"/>
                </a:solidFill>
              </a:defRPr>
            </a:lvl1pPr>
          </a:lstStyle>
          <a:p>
            <a:pPr lvl="0"/>
            <a:r>
              <a:rPr lang="en-US" dirty="0"/>
              <a:t>Click to add text</a:t>
            </a:r>
          </a:p>
        </p:txBody>
      </p:sp>
      <p:sp>
        <p:nvSpPr>
          <p:cNvPr id="23" name="Picture Placeholder 22">
            <a:extLst>
              <a:ext uri="{FF2B5EF4-FFF2-40B4-BE49-F238E27FC236}">
                <a16:creationId xmlns:a16="http://schemas.microsoft.com/office/drawing/2014/main" id="{2A2724A1-1A21-49B5-9057-269BD5D6249D}"/>
              </a:ext>
            </a:extLst>
          </p:cNvPr>
          <p:cNvSpPr>
            <a:spLocks noGrp="1"/>
          </p:cNvSpPr>
          <p:nvPr>
            <p:ph type="pic" sz="quarter" idx="11" hasCustomPrompt="1"/>
          </p:nvPr>
        </p:nvSpPr>
        <p:spPr>
          <a:xfrm>
            <a:off x="6508749" y="862806"/>
            <a:ext cx="5132388" cy="5132388"/>
          </a:xfrm>
          <a:custGeom>
            <a:avLst/>
            <a:gdLst>
              <a:gd name="connsiteX0" fmla="*/ 2566194 w 5132388"/>
              <a:gd name="connsiteY0" fmla="*/ 0 h 5132388"/>
              <a:gd name="connsiteX1" fmla="*/ 5132388 w 5132388"/>
              <a:gd name="connsiteY1" fmla="*/ 2566194 h 5132388"/>
              <a:gd name="connsiteX2" fmla="*/ 2566194 w 5132388"/>
              <a:gd name="connsiteY2" fmla="*/ 5132388 h 5132388"/>
              <a:gd name="connsiteX3" fmla="*/ 0 w 5132388"/>
              <a:gd name="connsiteY3" fmla="*/ 2566194 h 5132388"/>
              <a:gd name="connsiteX4" fmla="*/ 2566194 w 5132388"/>
              <a:gd name="connsiteY4" fmla="*/ 0 h 513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p:spPr>
        <p:txBody>
          <a:bodyPr wrap="square" anchor="ctr">
            <a:noAutofit/>
          </a:bodyPr>
          <a:lstStyle>
            <a:lvl1pPr marL="0" indent="0" algn="ctr">
              <a:buNone/>
              <a:defRPr/>
            </a:lvl1pPr>
          </a:lstStyle>
          <a:p>
            <a:r>
              <a:rPr lang="en-US" dirty="0"/>
              <a:t>Click to add photo</a:t>
            </a:r>
          </a:p>
        </p:txBody>
      </p:sp>
    </p:spTree>
    <p:extLst>
      <p:ext uri="{BB962C8B-B14F-4D97-AF65-F5344CB8AC3E}">
        <p14:creationId xmlns:p14="http://schemas.microsoft.com/office/powerpoint/2010/main" val="2019947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hart and Table">
    <p:bg>
      <p:bgPr>
        <a:solidFill>
          <a:schemeClr val="bg2">
            <a:alpha val="70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34C7413-1C75-42B7-9BFD-E0E14118F406}"/>
              </a:ext>
              <a:ext uri="{C183D7F6-B498-43B3-948B-1728B52AA6E4}">
                <adec:decorative xmlns:adec="http://schemas.microsoft.com/office/drawing/2017/decorative" val="1"/>
              </a:ext>
            </a:extLst>
          </p:cNvPr>
          <p:cNvSpPr/>
          <p:nvPr userDrawn="1"/>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3" name="Rectangle 12">
            <a:extLst>
              <a:ext uri="{FF2B5EF4-FFF2-40B4-BE49-F238E27FC236}">
                <a16:creationId xmlns:a16="http://schemas.microsoft.com/office/drawing/2014/main" id="{1301FDE2-61AF-4DEB-BF43-3694E0083A83}"/>
              </a:ext>
              <a:ext uri="{C183D7F6-B498-43B3-948B-1728B52AA6E4}">
                <adec:decorative xmlns:adec="http://schemas.microsoft.com/office/drawing/2017/decorative" val="1"/>
              </a:ext>
            </a:extLst>
          </p:cNvPr>
          <p:cNvSpPr/>
          <p:nvPr userDrawn="1"/>
        </p:nvSpPr>
        <p:spPr>
          <a:xfrm>
            <a:off x="1524" y="0"/>
            <a:ext cx="12188952" cy="2225674"/>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4" name="Title 1">
            <a:extLst>
              <a:ext uri="{FF2B5EF4-FFF2-40B4-BE49-F238E27FC236}">
                <a16:creationId xmlns:a16="http://schemas.microsoft.com/office/drawing/2014/main" id="{88D0D73E-DE18-4A23-B6FB-5182A7846053}"/>
              </a:ext>
            </a:extLst>
          </p:cNvPr>
          <p:cNvSpPr>
            <a:spLocks noGrp="1"/>
          </p:cNvSpPr>
          <p:nvPr>
            <p:ph type="title"/>
          </p:nvPr>
        </p:nvSpPr>
        <p:spPr>
          <a:xfrm>
            <a:off x="1198182" y="381000"/>
            <a:ext cx="10003218" cy="1600124"/>
          </a:xfrm>
        </p:spPr>
        <p:txBody>
          <a:bodyPr/>
          <a:lstStyle/>
          <a:p>
            <a:pPr>
              <a:lnSpc>
                <a:spcPct val="100000"/>
              </a:lnSpc>
            </a:pPr>
            <a:r>
              <a:rPr lang="en-US" spc="120">
                <a:solidFill>
                  <a:schemeClr val="bg1"/>
                </a:solidFill>
                <a:cs typeface="Posterama" panose="020B0504020200020000" pitchFamily="34" charset="0"/>
              </a:rPr>
              <a:t>Click to edit Master title style</a:t>
            </a:r>
            <a:endParaRPr lang="en-US" spc="120" dirty="0">
              <a:solidFill>
                <a:schemeClr val="bg1"/>
              </a:solidFill>
              <a:cs typeface="Posterama" panose="020B0504020200020000" pitchFamily="34" charset="0"/>
            </a:endParaRPr>
          </a:p>
        </p:txBody>
      </p:sp>
      <p:sp>
        <p:nvSpPr>
          <p:cNvPr id="15" name="Date Placeholder 6">
            <a:extLst>
              <a:ext uri="{FF2B5EF4-FFF2-40B4-BE49-F238E27FC236}">
                <a16:creationId xmlns:a16="http://schemas.microsoft.com/office/drawing/2014/main" id="{BDED38F6-34C9-4DB4-9BBF-DEBC41240459}"/>
              </a:ext>
            </a:extLst>
          </p:cNvPr>
          <p:cNvSpPr>
            <a:spLocks noGrp="1"/>
          </p:cNvSpPr>
          <p:nvPr>
            <p:ph type="dt" sz="half" idx="10"/>
          </p:nvPr>
        </p:nvSpPr>
        <p:spPr>
          <a:xfrm>
            <a:off x="838200" y="6327648"/>
            <a:ext cx="2743200" cy="365125"/>
          </a:xfrm>
        </p:spPr>
        <p:txBody>
          <a:bodyPr/>
          <a:lstStyle>
            <a:lvl1pPr>
              <a:defRPr>
                <a:solidFill>
                  <a:schemeClr val="tx1">
                    <a:alpha val="60000"/>
                  </a:schemeClr>
                </a:solidFill>
              </a:defRPr>
            </a:lvl1pPr>
          </a:lstStyle>
          <a:p>
            <a:pPr>
              <a:defRPr/>
            </a:pPr>
            <a:r>
              <a:rPr lang="en-US" dirty="0"/>
              <a:t>20XX</a:t>
            </a:r>
          </a:p>
        </p:txBody>
      </p:sp>
      <p:sp>
        <p:nvSpPr>
          <p:cNvPr id="16" name="Footer Placeholder 7">
            <a:extLst>
              <a:ext uri="{FF2B5EF4-FFF2-40B4-BE49-F238E27FC236}">
                <a16:creationId xmlns:a16="http://schemas.microsoft.com/office/drawing/2014/main" id="{FBD13A29-DF90-4047-B6E5-DFA75D6A5BB9}"/>
              </a:ext>
            </a:extLst>
          </p:cNvPr>
          <p:cNvSpPr>
            <a:spLocks noGrp="1"/>
          </p:cNvSpPr>
          <p:nvPr>
            <p:ph type="ftr" sz="quarter" idx="11"/>
          </p:nvPr>
        </p:nvSpPr>
        <p:spPr>
          <a:xfrm>
            <a:off x="4109310" y="6327648"/>
            <a:ext cx="3976429" cy="365125"/>
          </a:xfrm>
        </p:spPr>
        <p:txBody>
          <a:bodyPr/>
          <a:lstStyle>
            <a:lvl1pPr>
              <a:defRPr>
                <a:solidFill>
                  <a:schemeClr val="tx1">
                    <a:alpha val="60000"/>
                  </a:schemeClr>
                </a:solidFill>
              </a:defRPr>
            </a:lvl1pPr>
          </a:lstStyle>
          <a:p>
            <a:r>
              <a:rPr lang="en-US" dirty="0"/>
              <a:t>Presentation title</a:t>
            </a:r>
          </a:p>
        </p:txBody>
      </p:sp>
      <p:sp>
        <p:nvSpPr>
          <p:cNvPr id="17" name="Slide Number Placeholder 8">
            <a:extLst>
              <a:ext uri="{FF2B5EF4-FFF2-40B4-BE49-F238E27FC236}">
                <a16:creationId xmlns:a16="http://schemas.microsoft.com/office/drawing/2014/main" id="{DD0AF7D0-41AD-41E1-84B0-436A90E26D65}"/>
              </a:ext>
            </a:extLst>
          </p:cNvPr>
          <p:cNvSpPr>
            <a:spLocks noGrp="1"/>
          </p:cNvSpPr>
          <p:nvPr>
            <p:ph type="sldNum" sz="quarter" idx="12"/>
          </p:nvPr>
        </p:nvSpPr>
        <p:spPr>
          <a:xfrm>
            <a:off x="10186908" y="6327648"/>
            <a:ext cx="1166892" cy="365125"/>
          </a:xfrm>
        </p:spPr>
        <p:txBody>
          <a:bodyPr/>
          <a:lstStyle>
            <a:lvl1pPr>
              <a:defRPr>
                <a:solidFill>
                  <a:schemeClr val="tx1">
                    <a:alpha val="60000"/>
                  </a:schemeClr>
                </a:solidFill>
              </a:defRPr>
            </a:lvl1pPr>
          </a:lstStyle>
          <a:p>
            <a:pPr>
              <a:defRPr/>
            </a:pPr>
            <a:fld id="{73B850FF-6169-4056-8077-06FFA93A5366}" type="slidenum">
              <a:rPr lang="en-US" smtClean="0"/>
              <a:pPr>
                <a:defRPr/>
              </a:pPr>
              <a:t>‹#›</a:t>
            </a:fld>
            <a:endParaRPr lang="en-US" dirty="0"/>
          </a:p>
        </p:txBody>
      </p:sp>
    </p:spTree>
    <p:extLst>
      <p:ext uri="{BB962C8B-B14F-4D97-AF65-F5344CB8AC3E}">
        <p14:creationId xmlns:p14="http://schemas.microsoft.com/office/powerpoint/2010/main" val="25245411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5" name="Picture Placeholder 23">
            <a:extLst>
              <a:ext uri="{FF2B5EF4-FFF2-40B4-BE49-F238E27FC236}">
                <a16:creationId xmlns:a16="http://schemas.microsoft.com/office/drawing/2014/main" id="{2580089F-49C9-440C-8318-24576EE00A42}"/>
              </a:ext>
            </a:extLst>
          </p:cNvPr>
          <p:cNvSpPr>
            <a:spLocks noGrp="1"/>
          </p:cNvSpPr>
          <p:nvPr>
            <p:ph type="pic" sz="quarter" idx="10" hasCustomPrompt="1"/>
          </p:nvPr>
        </p:nvSpPr>
        <p:spPr>
          <a:xfrm>
            <a:off x="0" y="0"/>
            <a:ext cx="12188825" cy="6858000"/>
          </a:xfrm>
        </p:spPr>
        <p:txBody>
          <a:bodyPr/>
          <a:lstStyle>
            <a:lvl1pPr marL="0" indent="0" algn="ctr">
              <a:buNone/>
              <a:defRPr/>
            </a:lvl1pPr>
          </a:lstStyle>
          <a:p>
            <a:r>
              <a:rPr lang="en-US" dirty="0"/>
              <a:t>Click to add photo</a:t>
            </a:r>
          </a:p>
        </p:txBody>
      </p:sp>
      <p:sp>
        <p:nvSpPr>
          <p:cNvPr id="17" name="Rectangle 16">
            <a:extLst>
              <a:ext uri="{FF2B5EF4-FFF2-40B4-BE49-F238E27FC236}">
                <a16:creationId xmlns:a16="http://schemas.microsoft.com/office/drawing/2014/main" id="{D0DEEF06-129C-4E9F-BB08-1F653A08D2A5}"/>
              </a:ext>
              <a:ext uri="{C183D7F6-B498-43B3-948B-1728B52AA6E4}">
                <adec:decorative xmlns:adec="http://schemas.microsoft.com/office/drawing/2017/decorative" val="1"/>
              </a:ext>
            </a:extLst>
          </p:cNvPr>
          <p:cNvSpPr/>
          <p:nvPr userDrawn="1"/>
        </p:nvSpPr>
        <p:spPr>
          <a:xfrm>
            <a:off x="1" y="681775"/>
            <a:ext cx="12191999" cy="5479852"/>
          </a:xfrm>
          <a:prstGeom prst="rect">
            <a:avLst/>
          </a:prstGeom>
          <a:gradFill flip="none" rotWithShape="1">
            <a:gsLst>
              <a:gs pos="50000">
                <a:schemeClr val="tx1">
                  <a:alpha val="30000"/>
                </a:schemeClr>
              </a:gs>
              <a:gs pos="80000">
                <a:schemeClr val="tx1">
                  <a:alpha val="15000"/>
                </a:schemeClr>
              </a:gs>
              <a:gs pos="0">
                <a:schemeClr val="tx1">
                  <a:alpha val="0"/>
                </a:schemeClr>
              </a:gs>
              <a:gs pos="20000">
                <a:schemeClr val="tx1">
                  <a:alpha val="15000"/>
                </a:schemeClr>
              </a:gs>
              <a:gs pos="10000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4AEFBDB-1B30-4054-9EAE-3085105D69E4}"/>
              </a:ext>
            </a:extLst>
          </p:cNvPr>
          <p:cNvSpPr>
            <a:spLocks noGrp="1"/>
          </p:cNvSpPr>
          <p:nvPr>
            <p:ph type="title" hasCustomPrompt="1"/>
          </p:nvPr>
        </p:nvSpPr>
        <p:spPr>
          <a:xfrm>
            <a:off x="996275" y="865762"/>
            <a:ext cx="10198776" cy="4056968"/>
          </a:xfrm>
        </p:spPr>
        <p:txBody>
          <a:bodyPr anchor="b"/>
          <a:lstStyle>
            <a:lvl1pPr algn="ctr">
              <a:lnSpc>
                <a:spcPct val="110000"/>
              </a:lnSpc>
              <a:spcBef>
                <a:spcPts val="1000"/>
              </a:spcBef>
              <a:defRPr>
                <a:effectLst>
                  <a:outerShdw blurRad="38100" dist="38100" dir="2700000" algn="tl">
                    <a:srgbClr val="000000">
                      <a:alpha val="43137"/>
                    </a:srgbClr>
                  </a:outerShdw>
                </a:effectLst>
              </a:defRPr>
            </a:lvl1pPr>
          </a:lstStyle>
          <a:p>
            <a:r>
              <a:rPr lang="en-US" dirty="0"/>
              <a:t>Click to add title</a:t>
            </a:r>
          </a:p>
        </p:txBody>
      </p:sp>
      <p:sp>
        <p:nvSpPr>
          <p:cNvPr id="19" name="Subtitle 2">
            <a:extLst>
              <a:ext uri="{FF2B5EF4-FFF2-40B4-BE49-F238E27FC236}">
                <a16:creationId xmlns:a16="http://schemas.microsoft.com/office/drawing/2014/main" id="{0F34EB02-AC27-416D-A53F-77F9841BFD7D}"/>
              </a:ext>
            </a:extLst>
          </p:cNvPr>
          <p:cNvSpPr>
            <a:spLocks noGrp="1"/>
          </p:cNvSpPr>
          <p:nvPr>
            <p:ph type="subTitle" idx="1"/>
          </p:nvPr>
        </p:nvSpPr>
        <p:spPr>
          <a:xfrm>
            <a:off x="1218708" y="5101548"/>
            <a:ext cx="9781327" cy="502958"/>
          </a:xfrm>
        </p:spPr>
        <p:txBody>
          <a:bodyPr anchor="t">
            <a:normAutofit/>
          </a:bodyPr>
          <a:lstStyle>
            <a:lvl1pPr marL="0" indent="0" algn="ctr">
              <a:buNone/>
              <a:defRPr sz="2800"/>
            </a:lvl1pPr>
          </a:lstStyle>
          <a:p>
            <a:pPr>
              <a:lnSpc>
                <a:spcPct val="110000"/>
              </a:lnSpc>
            </a:pPr>
            <a:r>
              <a:rPr lang="en-US" sz="2200">
                <a:solidFill>
                  <a:srgbClr val="FFFFFF"/>
                </a:solidFill>
                <a:effectLst>
                  <a:outerShdw blurRad="38100" dist="38100" dir="2700000" algn="tl">
                    <a:srgbClr val="000000">
                      <a:alpha val="43137"/>
                    </a:srgbClr>
                  </a:outerShdw>
                </a:effectLst>
                <a:cs typeface="Segoe UI Semilight" panose="020B0402040204020203" pitchFamily="34" charset="0"/>
              </a:rPr>
              <a:t>Click to edit Master subtitle style</a:t>
            </a:r>
            <a:endParaRPr lang="en-US" sz="2200" dirty="0">
              <a:solidFill>
                <a:srgbClr val="FFFFFF"/>
              </a:solidFill>
              <a:effectLst>
                <a:outerShdw blurRad="38100" dist="38100" dir="2700000" algn="tl">
                  <a:srgbClr val="000000">
                    <a:alpha val="43137"/>
                  </a:srgbClr>
                </a:outerShdw>
              </a:effectLst>
              <a:cs typeface="Segoe UI Semilight" panose="020B0402040204020203" pitchFamily="34" charset="0"/>
            </a:endParaRPr>
          </a:p>
        </p:txBody>
      </p:sp>
    </p:spTree>
    <p:extLst>
      <p:ext uri="{BB962C8B-B14F-4D97-AF65-F5344CB8AC3E}">
        <p14:creationId xmlns:p14="http://schemas.microsoft.com/office/powerpoint/2010/main" val="3197212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eam">
    <p:bg>
      <p:bgPr>
        <a:solidFill>
          <a:schemeClr val="bg2">
            <a:alpha val="70000"/>
          </a:schemeClr>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798F9B1-9C80-43D7-9EEB-62368C6E4700}"/>
              </a:ext>
              <a:ext uri="{C183D7F6-B498-43B3-948B-1728B52AA6E4}">
                <adec:decorative xmlns:adec="http://schemas.microsoft.com/office/drawing/2017/decorative" val="1"/>
              </a:ext>
            </a:extLst>
          </p:cNvPr>
          <p:cNvSpPr/>
          <p:nvPr userDrawn="1"/>
        </p:nvSpPr>
        <p:spPr>
          <a:xfrm>
            <a:off x="0" y="4563122"/>
            <a:ext cx="12188952" cy="2294878"/>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9" name="Rectangle 18">
            <a:extLst>
              <a:ext uri="{FF2B5EF4-FFF2-40B4-BE49-F238E27FC236}">
                <a16:creationId xmlns:a16="http://schemas.microsoft.com/office/drawing/2014/main" id="{B19F8183-B975-40ED-AF54-2E47480E8FDF}"/>
              </a:ext>
              <a:ext uri="{C183D7F6-B498-43B3-948B-1728B52AA6E4}">
                <adec:decorative xmlns:adec="http://schemas.microsoft.com/office/drawing/2017/decorative" val="1"/>
              </a:ext>
            </a:extLst>
          </p:cNvPr>
          <p:cNvSpPr/>
          <p:nvPr userDrawn="1"/>
        </p:nvSpPr>
        <p:spPr>
          <a:xfrm>
            <a:off x="0" y="4632326"/>
            <a:ext cx="12188952" cy="2225674"/>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0" name="Title 1">
            <a:extLst>
              <a:ext uri="{FF2B5EF4-FFF2-40B4-BE49-F238E27FC236}">
                <a16:creationId xmlns:a16="http://schemas.microsoft.com/office/drawing/2014/main" id="{5F15006B-9319-46AF-AE0D-7BBBA5A5FEED}"/>
              </a:ext>
            </a:extLst>
          </p:cNvPr>
          <p:cNvSpPr>
            <a:spLocks noGrp="1"/>
          </p:cNvSpPr>
          <p:nvPr>
            <p:ph type="title"/>
          </p:nvPr>
        </p:nvSpPr>
        <p:spPr>
          <a:xfrm>
            <a:off x="838200" y="4679001"/>
            <a:ext cx="10348147" cy="1388631"/>
          </a:xfrm>
        </p:spPr>
        <p:txBody>
          <a:bodyPr>
            <a:normAutofit/>
          </a:bodyPr>
          <a:lstStyle/>
          <a:p>
            <a:pPr>
              <a:lnSpc>
                <a:spcPct val="100000"/>
              </a:lnSpc>
            </a:pPr>
            <a:r>
              <a:rPr lang="en-US" spc="120">
                <a:solidFill>
                  <a:schemeClr val="bg1"/>
                </a:solidFill>
                <a:cs typeface="Posterama" panose="020B0504020200020000" pitchFamily="34" charset="0"/>
              </a:rPr>
              <a:t>Click to edit Master title style</a:t>
            </a:r>
            <a:endParaRPr lang="en-US" spc="120" dirty="0">
              <a:solidFill>
                <a:schemeClr val="bg1"/>
              </a:solidFill>
              <a:cs typeface="Posterama" panose="020B0504020200020000" pitchFamily="34" charset="0"/>
            </a:endParaRPr>
          </a:p>
        </p:txBody>
      </p:sp>
      <p:sp>
        <p:nvSpPr>
          <p:cNvPr id="21" name="Date Placeholder 5">
            <a:extLst>
              <a:ext uri="{FF2B5EF4-FFF2-40B4-BE49-F238E27FC236}">
                <a16:creationId xmlns:a16="http://schemas.microsoft.com/office/drawing/2014/main" id="{EF966BF4-C741-471C-BD3E-40536108BDFF}"/>
              </a:ext>
            </a:extLst>
          </p:cNvPr>
          <p:cNvSpPr>
            <a:spLocks noGrp="1"/>
          </p:cNvSpPr>
          <p:nvPr>
            <p:ph type="dt" sz="half" idx="10"/>
          </p:nvPr>
        </p:nvSpPr>
        <p:spPr>
          <a:xfrm>
            <a:off x="838200" y="6324600"/>
            <a:ext cx="2743200" cy="365125"/>
          </a:xfrm>
        </p:spPr>
        <p:txBody>
          <a:bodyPr/>
          <a:lstStyle>
            <a:lvl1pPr>
              <a:defRPr/>
            </a:lvl1pPr>
          </a:lstStyle>
          <a:p>
            <a:pPr>
              <a:defRPr/>
            </a:pPr>
            <a:r>
              <a:rPr lang="en-US" dirty="0">
                <a:solidFill>
                  <a:prstClr val="white">
                    <a:alpha val="60000"/>
                  </a:prstClr>
                </a:solidFill>
              </a:rPr>
              <a:t>20XX</a:t>
            </a:r>
          </a:p>
        </p:txBody>
      </p:sp>
      <p:sp>
        <p:nvSpPr>
          <p:cNvPr id="22" name="Footer Placeholder 6">
            <a:extLst>
              <a:ext uri="{FF2B5EF4-FFF2-40B4-BE49-F238E27FC236}">
                <a16:creationId xmlns:a16="http://schemas.microsoft.com/office/drawing/2014/main" id="{E4052D32-8B32-4C10-8FF9-3CC40E7F37A9}"/>
              </a:ext>
            </a:extLst>
          </p:cNvPr>
          <p:cNvSpPr>
            <a:spLocks noGrp="1"/>
          </p:cNvSpPr>
          <p:nvPr>
            <p:ph type="ftr" sz="quarter" idx="11"/>
          </p:nvPr>
        </p:nvSpPr>
        <p:spPr>
          <a:xfrm>
            <a:off x="4038600" y="632460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rPr>
              <a:t>Presentation title</a:t>
            </a:r>
          </a:p>
        </p:txBody>
      </p:sp>
      <p:sp>
        <p:nvSpPr>
          <p:cNvPr id="23" name="Slide Number Placeholder 7">
            <a:extLst>
              <a:ext uri="{FF2B5EF4-FFF2-40B4-BE49-F238E27FC236}">
                <a16:creationId xmlns:a16="http://schemas.microsoft.com/office/drawing/2014/main" id="{423F6085-8F80-41B9-9BA1-8719DDB0C313}"/>
              </a:ext>
            </a:extLst>
          </p:cNvPr>
          <p:cNvSpPr>
            <a:spLocks noGrp="1"/>
          </p:cNvSpPr>
          <p:nvPr>
            <p:ph type="sldNum" sz="quarter" idx="12"/>
          </p:nvPr>
        </p:nvSpPr>
        <p:spPr>
          <a:xfrm>
            <a:off x="8610600" y="632460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smtClean="0">
                <a:ln>
                  <a:noFill/>
                </a:ln>
                <a:solidFill>
                  <a:prstClr val="white">
                    <a:alpha val="60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endParaRPr>
          </a:p>
        </p:txBody>
      </p:sp>
      <p:sp>
        <p:nvSpPr>
          <p:cNvPr id="3" name="Content Placeholder 2">
            <a:extLst>
              <a:ext uri="{FF2B5EF4-FFF2-40B4-BE49-F238E27FC236}">
                <a16:creationId xmlns:a16="http://schemas.microsoft.com/office/drawing/2014/main" id="{A7452533-4333-455C-A755-FD0DB695115D}"/>
              </a:ext>
            </a:extLst>
          </p:cNvPr>
          <p:cNvSpPr>
            <a:spLocks noGrp="1"/>
          </p:cNvSpPr>
          <p:nvPr>
            <p:ph sz="quarter" idx="13" hasCustomPrompt="1"/>
          </p:nvPr>
        </p:nvSpPr>
        <p:spPr>
          <a:xfrm>
            <a:off x="392113" y="217488"/>
            <a:ext cx="11407775" cy="434498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add content</a:t>
            </a:r>
          </a:p>
        </p:txBody>
      </p:sp>
    </p:spTree>
    <p:extLst>
      <p:ext uri="{BB962C8B-B14F-4D97-AF65-F5344CB8AC3E}">
        <p14:creationId xmlns:p14="http://schemas.microsoft.com/office/powerpoint/2010/main" val="1726798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meline">
    <p:bg>
      <p:bgPr>
        <a:solidFill>
          <a:schemeClr val="bg2">
            <a:alpha val="70000"/>
          </a:schemeClr>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8EB1B99-4A44-424D-960B-E39E95E47FE1}"/>
              </a:ext>
              <a:ext uri="{C183D7F6-B498-43B3-948B-1728B52AA6E4}">
                <adec:decorative xmlns:adec="http://schemas.microsoft.com/office/drawing/2017/decorative" val="1"/>
              </a:ext>
            </a:extLst>
          </p:cNvPr>
          <p:cNvSpPr/>
          <p:nvPr userDrawn="1"/>
        </p:nvSpPr>
        <p:spPr>
          <a:xfrm>
            <a:off x="0" y="4563122"/>
            <a:ext cx="12188952" cy="2294878"/>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7" name="Rectangle 26">
            <a:extLst>
              <a:ext uri="{FF2B5EF4-FFF2-40B4-BE49-F238E27FC236}">
                <a16:creationId xmlns:a16="http://schemas.microsoft.com/office/drawing/2014/main" id="{1C4B9F2D-4BC8-49AA-AF37-3F0C8E5A2D87}"/>
              </a:ext>
              <a:ext uri="{C183D7F6-B498-43B3-948B-1728B52AA6E4}">
                <adec:decorative xmlns:adec="http://schemas.microsoft.com/office/drawing/2017/decorative" val="1"/>
              </a:ext>
            </a:extLst>
          </p:cNvPr>
          <p:cNvSpPr/>
          <p:nvPr userDrawn="1"/>
        </p:nvSpPr>
        <p:spPr>
          <a:xfrm>
            <a:off x="0" y="4632326"/>
            <a:ext cx="12188952" cy="2225674"/>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8" name="Title 1">
            <a:extLst>
              <a:ext uri="{FF2B5EF4-FFF2-40B4-BE49-F238E27FC236}">
                <a16:creationId xmlns:a16="http://schemas.microsoft.com/office/drawing/2014/main" id="{59607F4D-1EB7-4A8D-BDBE-3FBD59A56ECE}"/>
              </a:ext>
            </a:extLst>
          </p:cNvPr>
          <p:cNvSpPr>
            <a:spLocks noGrp="1"/>
          </p:cNvSpPr>
          <p:nvPr>
            <p:ph type="title"/>
          </p:nvPr>
        </p:nvSpPr>
        <p:spPr>
          <a:xfrm>
            <a:off x="838200" y="4581785"/>
            <a:ext cx="10348147" cy="1572606"/>
          </a:xfrm>
        </p:spPr>
        <p:txBody>
          <a:bodyPr>
            <a:normAutofit/>
          </a:bodyPr>
          <a:lstStyle/>
          <a:p>
            <a:pPr>
              <a:lnSpc>
                <a:spcPct val="100000"/>
              </a:lnSpc>
            </a:pPr>
            <a:r>
              <a:rPr lang="en-US" spc="120">
                <a:solidFill>
                  <a:schemeClr val="bg1"/>
                </a:solidFill>
                <a:cs typeface="Posterama" panose="020B0504020200020000" pitchFamily="34" charset="0"/>
              </a:rPr>
              <a:t>Click to edit Master title style</a:t>
            </a:r>
            <a:endParaRPr lang="en-US" spc="120" dirty="0">
              <a:solidFill>
                <a:schemeClr val="bg1"/>
              </a:solidFill>
              <a:cs typeface="Posterama" panose="020B0504020200020000" pitchFamily="34" charset="0"/>
            </a:endParaRPr>
          </a:p>
        </p:txBody>
      </p:sp>
      <p:sp>
        <p:nvSpPr>
          <p:cNvPr id="29" name="Date Placeholder 5">
            <a:extLst>
              <a:ext uri="{FF2B5EF4-FFF2-40B4-BE49-F238E27FC236}">
                <a16:creationId xmlns:a16="http://schemas.microsoft.com/office/drawing/2014/main" id="{D059A74B-DC70-4E6A-8B79-92049E91B19C}"/>
              </a:ext>
            </a:extLst>
          </p:cNvPr>
          <p:cNvSpPr>
            <a:spLocks noGrp="1"/>
          </p:cNvSpPr>
          <p:nvPr>
            <p:ph type="dt" sz="half" idx="10"/>
          </p:nvPr>
        </p:nvSpPr>
        <p:spPr>
          <a:xfrm>
            <a:off x="838200" y="6324600"/>
            <a:ext cx="2743200" cy="365125"/>
          </a:xfrm>
        </p:spPr>
        <p:txBody>
          <a:bodyPr/>
          <a:lstStyle>
            <a:lvl1pPr>
              <a:defRPr/>
            </a:lvl1pPr>
          </a:lstStyle>
          <a:p>
            <a:pPr>
              <a:defRPr/>
            </a:pPr>
            <a:r>
              <a:rPr lang="en-US" dirty="0">
                <a:solidFill>
                  <a:prstClr val="white">
                    <a:alpha val="60000"/>
                  </a:prstClr>
                </a:solidFill>
              </a:rPr>
              <a:t>20XX</a:t>
            </a:r>
          </a:p>
        </p:txBody>
      </p:sp>
      <p:sp>
        <p:nvSpPr>
          <p:cNvPr id="30" name="Footer Placeholder 6">
            <a:extLst>
              <a:ext uri="{FF2B5EF4-FFF2-40B4-BE49-F238E27FC236}">
                <a16:creationId xmlns:a16="http://schemas.microsoft.com/office/drawing/2014/main" id="{60A3B447-230B-4641-9E61-C6AFA8ADA113}"/>
              </a:ext>
            </a:extLst>
          </p:cNvPr>
          <p:cNvSpPr>
            <a:spLocks noGrp="1"/>
          </p:cNvSpPr>
          <p:nvPr>
            <p:ph type="ftr" sz="quarter" idx="11"/>
          </p:nvPr>
        </p:nvSpPr>
        <p:spPr>
          <a:xfrm>
            <a:off x="4038600" y="632460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rPr>
              <a:t>Presentation title</a:t>
            </a:r>
          </a:p>
        </p:txBody>
      </p:sp>
      <p:sp>
        <p:nvSpPr>
          <p:cNvPr id="31" name="Slide Number Placeholder 7">
            <a:extLst>
              <a:ext uri="{FF2B5EF4-FFF2-40B4-BE49-F238E27FC236}">
                <a16:creationId xmlns:a16="http://schemas.microsoft.com/office/drawing/2014/main" id="{D891FDCC-CEC5-46EA-83E5-AF2316413B93}"/>
              </a:ext>
            </a:extLst>
          </p:cNvPr>
          <p:cNvSpPr>
            <a:spLocks noGrp="1"/>
          </p:cNvSpPr>
          <p:nvPr>
            <p:ph type="sldNum" sz="quarter" idx="12"/>
          </p:nvPr>
        </p:nvSpPr>
        <p:spPr>
          <a:xfrm>
            <a:off x="8610600" y="632460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smtClean="0">
                <a:ln>
                  <a:noFill/>
                </a:ln>
                <a:solidFill>
                  <a:prstClr val="white">
                    <a:alpha val="60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endParaRPr>
          </a:p>
        </p:txBody>
      </p:sp>
      <p:sp>
        <p:nvSpPr>
          <p:cNvPr id="3" name="Content Placeholder 2">
            <a:extLst>
              <a:ext uri="{FF2B5EF4-FFF2-40B4-BE49-F238E27FC236}">
                <a16:creationId xmlns:a16="http://schemas.microsoft.com/office/drawing/2014/main" id="{77112BDF-BBAF-4198-8203-F269CA203EB7}"/>
              </a:ext>
            </a:extLst>
          </p:cNvPr>
          <p:cNvSpPr>
            <a:spLocks noGrp="1"/>
          </p:cNvSpPr>
          <p:nvPr>
            <p:ph sz="quarter" idx="13" hasCustomPrompt="1"/>
          </p:nvPr>
        </p:nvSpPr>
        <p:spPr>
          <a:xfrm>
            <a:off x="1089025" y="209550"/>
            <a:ext cx="10013950" cy="4143375"/>
          </a:xfrm>
        </p:spPr>
        <p:txBody>
          <a:bodyPr/>
          <a:lstStyle>
            <a:lvl1pPr>
              <a:defRPr>
                <a:solidFill>
                  <a:schemeClr val="tx1"/>
                </a:solidFill>
              </a:defRPr>
            </a:lvl1pPr>
          </a:lstStyle>
          <a:p>
            <a:pPr lvl="0"/>
            <a:r>
              <a:rPr lang="en-US" dirty="0"/>
              <a:t>Click to add content</a:t>
            </a:r>
          </a:p>
        </p:txBody>
      </p:sp>
    </p:spTree>
    <p:extLst>
      <p:ext uri="{BB962C8B-B14F-4D97-AF65-F5344CB8AC3E}">
        <p14:creationId xmlns:p14="http://schemas.microsoft.com/office/powerpoint/2010/main" val="656986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2 Column">
    <p:bg>
      <p:bgPr>
        <a:solidFill>
          <a:schemeClr val="bg2">
            <a:alpha val="70000"/>
          </a:schemeClr>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DFDE745-8E05-475F-BC08-E9B8B01E6267}"/>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10744200" y="0"/>
            <a:ext cx="1447800" cy="1535750"/>
          </a:xfrm>
          <a:prstGeom prst="rect">
            <a:avLst/>
          </a:prstGeom>
        </p:spPr>
      </p:pic>
      <p:sp>
        <p:nvSpPr>
          <p:cNvPr id="10" name="Title 1">
            <a:extLst>
              <a:ext uri="{FF2B5EF4-FFF2-40B4-BE49-F238E27FC236}">
                <a16:creationId xmlns:a16="http://schemas.microsoft.com/office/drawing/2014/main" id="{D4AB668B-5364-48F5-8E6A-67B8A330D922}"/>
              </a:ext>
            </a:extLst>
          </p:cNvPr>
          <p:cNvSpPr>
            <a:spLocks noGrp="1"/>
          </p:cNvSpPr>
          <p:nvPr>
            <p:ph type="title"/>
          </p:nvPr>
        </p:nvSpPr>
        <p:spPr>
          <a:xfrm>
            <a:off x="838201" y="559814"/>
            <a:ext cx="10348146" cy="753172"/>
          </a:xfrm>
        </p:spPr>
        <p:txBody>
          <a:bodyPr anchor="t">
            <a:normAutofit/>
          </a:bodyPr>
          <a:lstStyle>
            <a:lvl1pPr>
              <a:defRPr>
                <a:solidFill>
                  <a:schemeClr val="tx2"/>
                </a:solidFill>
              </a:defRPr>
            </a:lvl1pPr>
          </a:lstStyle>
          <a:p>
            <a:pPr>
              <a:lnSpc>
                <a:spcPct val="100000"/>
              </a:lnSpc>
            </a:pPr>
            <a:r>
              <a:rPr lang="en-US" spc="120">
                <a:solidFill>
                  <a:schemeClr val="tx2"/>
                </a:solidFill>
                <a:cs typeface="Posterama" panose="020B0504020200020000" pitchFamily="34" charset="0"/>
              </a:rPr>
              <a:t>Click to edit Master title style</a:t>
            </a:r>
            <a:endParaRPr lang="en-US" spc="120" dirty="0">
              <a:solidFill>
                <a:schemeClr val="tx2"/>
              </a:solidFill>
              <a:cs typeface="Posterama" panose="020B0504020200020000" pitchFamily="34" charset="0"/>
            </a:endParaRPr>
          </a:p>
        </p:txBody>
      </p:sp>
      <p:pic>
        <p:nvPicPr>
          <p:cNvPr id="11" name="Picture 10">
            <a:extLst>
              <a:ext uri="{FF2B5EF4-FFF2-40B4-BE49-F238E27FC236}">
                <a16:creationId xmlns:a16="http://schemas.microsoft.com/office/drawing/2014/main" id="{BDCD62CE-FD0C-47C1-94CE-C2F8B5AA8272}"/>
              </a:ext>
              <a:ext uri="{C183D7F6-B498-43B3-948B-1728B52AA6E4}">
                <adec:decorative xmlns:adec="http://schemas.microsoft.com/office/drawing/2017/decorative" val="1"/>
              </a:ext>
            </a:extLst>
          </p:cNvPr>
          <p:cNvPicPr>
            <a:picLocks noChangeAspect="1"/>
          </p:cNvPicPr>
          <p:nvPr userDrawn="1"/>
        </p:nvPicPr>
        <p:blipFill rotWithShape="1">
          <a:blip r:embed="rId3"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rot="10800000">
            <a:off x="-1" y="2719661"/>
            <a:ext cx="830249" cy="2548349"/>
          </a:xfrm>
          <a:prstGeom prst="rect">
            <a:avLst/>
          </a:prstGeom>
        </p:spPr>
      </p:pic>
      <p:sp>
        <p:nvSpPr>
          <p:cNvPr id="16" name="Text Placeholder 15">
            <a:extLst>
              <a:ext uri="{FF2B5EF4-FFF2-40B4-BE49-F238E27FC236}">
                <a16:creationId xmlns:a16="http://schemas.microsoft.com/office/drawing/2014/main" id="{400F5829-71BC-4CC0-A88E-2D9B5D18E8D6}"/>
              </a:ext>
            </a:extLst>
          </p:cNvPr>
          <p:cNvSpPr>
            <a:spLocks noGrp="1"/>
          </p:cNvSpPr>
          <p:nvPr>
            <p:ph type="body" sz="quarter" idx="13" hasCustomPrompt="1"/>
          </p:nvPr>
        </p:nvSpPr>
        <p:spPr>
          <a:xfrm>
            <a:off x="1612288" y="1719628"/>
            <a:ext cx="4307865"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19" name="Text Placeholder 18">
            <a:extLst>
              <a:ext uri="{FF2B5EF4-FFF2-40B4-BE49-F238E27FC236}">
                <a16:creationId xmlns:a16="http://schemas.microsoft.com/office/drawing/2014/main" id="{FD2F63FE-D5D7-44B0-B72C-D45AA6EE129B}"/>
              </a:ext>
            </a:extLst>
          </p:cNvPr>
          <p:cNvSpPr>
            <a:spLocks noGrp="1"/>
          </p:cNvSpPr>
          <p:nvPr>
            <p:ph type="body" sz="quarter" idx="15" hasCustomPrompt="1"/>
          </p:nvPr>
        </p:nvSpPr>
        <p:spPr>
          <a:xfrm>
            <a:off x="1612900" y="2332649"/>
            <a:ext cx="4306888"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
        <p:nvSpPr>
          <p:cNvPr id="17" name="Text Placeholder 15">
            <a:extLst>
              <a:ext uri="{FF2B5EF4-FFF2-40B4-BE49-F238E27FC236}">
                <a16:creationId xmlns:a16="http://schemas.microsoft.com/office/drawing/2014/main" id="{E0314D87-B4EE-460E-B18F-73BD13911150}"/>
              </a:ext>
            </a:extLst>
          </p:cNvPr>
          <p:cNvSpPr>
            <a:spLocks noGrp="1"/>
          </p:cNvSpPr>
          <p:nvPr>
            <p:ph type="body" sz="quarter" idx="14" hasCustomPrompt="1"/>
          </p:nvPr>
        </p:nvSpPr>
        <p:spPr>
          <a:xfrm>
            <a:off x="6266350" y="1719628"/>
            <a:ext cx="4307865"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20" name="Text Placeholder 18">
            <a:extLst>
              <a:ext uri="{FF2B5EF4-FFF2-40B4-BE49-F238E27FC236}">
                <a16:creationId xmlns:a16="http://schemas.microsoft.com/office/drawing/2014/main" id="{C6020A13-A1EE-4B0D-9E98-DEC8824C5969}"/>
              </a:ext>
            </a:extLst>
          </p:cNvPr>
          <p:cNvSpPr>
            <a:spLocks noGrp="1"/>
          </p:cNvSpPr>
          <p:nvPr>
            <p:ph type="body" sz="quarter" idx="16" hasCustomPrompt="1"/>
          </p:nvPr>
        </p:nvSpPr>
        <p:spPr>
          <a:xfrm>
            <a:off x="6266838" y="2332649"/>
            <a:ext cx="4306888"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
        <p:nvSpPr>
          <p:cNvPr id="12" name="Date Placeholder 5">
            <a:extLst>
              <a:ext uri="{FF2B5EF4-FFF2-40B4-BE49-F238E27FC236}">
                <a16:creationId xmlns:a16="http://schemas.microsoft.com/office/drawing/2014/main" id="{DB65338A-C6F0-4F28-B7EA-064B872F628B}"/>
              </a:ext>
            </a:extLst>
          </p:cNvPr>
          <p:cNvSpPr>
            <a:spLocks noGrp="1"/>
          </p:cNvSpPr>
          <p:nvPr>
            <p:ph type="dt" sz="half" idx="10"/>
          </p:nvPr>
        </p:nvSpPr>
        <p:spPr>
          <a:xfrm>
            <a:off x="838200" y="6324600"/>
            <a:ext cx="2743200" cy="365125"/>
          </a:xfrm>
        </p:spPr>
        <p:txBody>
          <a:bodyPr/>
          <a:lstStyle>
            <a:lvl1pPr>
              <a:defRPr>
                <a:solidFill>
                  <a:schemeClr val="tx1">
                    <a:alpha val="60000"/>
                  </a:schemeClr>
                </a:solidFill>
              </a:defRPr>
            </a:lvl1pPr>
          </a:lstStyle>
          <a:p>
            <a:pPr>
              <a:defRPr/>
            </a:pPr>
            <a:r>
              <a:rPr lang="en-US" dirty="0"/>
              <a:t>20XX</a:t>
            </a:r>
          </a:p>
        </p:txBody>
      </p:sp>
      <p:sp>
        <p:nvSpPr>
          <p:cNvPr id="13" name="Footer Placeholder 6">
            <a:extLst>
              <a:ext uri="{FF2B5EF4-FFF2-40B4-BE49-F238E27FC236}">
                <a16:creationId xmlns:a16="http://schemas.microsoft.com/office/drawing/2014/main" id="{5743896B-BFE2-4F6B-B431-CF4B29CD3815}"/>
              </a:ext>
            </a:extLst>
          </p:cNvPr>
          <p:cNvSpPr>
            <a:spLocks noGrp="1"/>
          </p:cNvSpPr>
          <p:nvPr>
            <p:ph type="ftr" sz="quarter" idx="11"/>
          </p:nvPr>
        </p:nvSpPr>
        <p:spPr>
          <a:xfrm>
            <a:off x="4038600" y="6324600"/>
            <a:ext cx="4114800" cy="365125"/>
          </a:xfrm>
        </p:spPr>
        <p:txBody>
          <a:bodyPr/>
          <a:lstStyle>
            <a:lvl1pPr>
              <a:defRPr>
                <a:solidFill>
                  <a:schemeClr val="tx1">
                    <a:alpha val="60000"/>
                  </a:schemeClr>
                </a:solidFill>
              </a:defRPr>
            </a:lvl1pPr>
          </a:lstStyle>
          <a:p>
            <a:r>
              <a:rPr lang="en-US" dirty="0"/>
              <a:t>Presentation title</a:t>
            </a:r>
          </a:p>
        </p:txBody>
      </p:sp>
      <p:sp>
        <p:nvSpPr>
          <p:cNvPr id="14" name="Slide Number Placeholder 7">
            <a:extLst>
              <a:ext uri="{FF2B5EF4-FFF2-40B4-BE49-F238E27FC236}">
                <a16:creationId xmlns:a16="http://schemas.microsoft.com/office/drawing/2014/main" id="{1F6558AB-F8E9-4605-A5ED-FE3F46A11262}"/>
              </a:ext>
            </a:extLst>
          </p:cNvPr>
          <p:cNvSpPr>
            <a:spLocks noGrp="1"/>
          </p:cNvSpPr>
          <p:nvPr>
            <p:ph type="sldNum" sz="quarter" idx="12"/>
          </p:nvPr>
        </p:nvSpPr>
        <p:spPr>
          <a:xfrm>
            <a:off x="8610600" y="6324600"/>
            <a:ext cx="2743200" cy="365125"/>
          </a:xfrm>
        </p:spPr>
        <p:txBody>
          <a:bodyPr/>
          <a:lstStyle>
            <a:lvl1pPr>
              <a:defRPr>
                <a:solidFill>
                  <a:schemeClr val="tx1">
                    <a:alpha val="60000"/>
                  </a:schemeClr>
                </a:solidFill>
              </a:defRPr>
            </a:lvl1pPr>
          </a:lstStyle>
          <a:p>
            <a:pPr>
              <a:defRPr/>
            </a:pPr>
            <a:fld id="{73B850FF-6169-4056-8077-06FFA93A5366}" type="slidenum">
              <a:rPr lang="en-US" smtClean="0"/>
              <a:pPr>
                <a:defRPr/>
              </a:pPr>
              <a:t>‹#›</a:t>
            </a:fld>
            <a:endParaRPr lang="en-US" dirty="0"/>
          </a:p>
        </p:txBody>
      </p:sp>
    </p:spTree>
    <p:extLst>
      <p:ext uri="{BB962C8B-B14F-4D97-AF65-F5344CB8AC3E}">
        <p14:creationId xmlns:p14="http://schemas.microsoft.com/office/powerpoint/2010/main" val="38728680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3 Column">
    <p:bg>
      <p:bgPr>
        <a:solidFill>
          <a:schemeClr val="bg2">
            <a:alpha val="70000"/>
          </a:schemeClr>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5EDB5FC-CA7C-4369-A121-67C4C93AB4B9}"/>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10744200" y="0"/>
            <a:ext cx="1447800" cy="1535750"/>
          </a:xfrm>
          <a:prstGeom prst="rect">
            <a:avLst/>
          </a:prstGeom>
        </p:spPr>
      </p:pic>
      <p:sp>
        <p:nvSpPr>
          <p:cNvPr id="10" name="Title 1">
            <a:extLst>
              <a:ext uri="{FF2B5EF4-FFF2-40B4-BE49-F238E27FC236}">
                <a16:creationId xmlns:a16="http://schemas.microsoft.com/office/drawing/2014/main" id="{79814F19-D3DA-42AB-AAD4-22D54FE3743B}"/>
              </a:ext>
            </a:extLst>
          </p:cNvPr>
          <p:cNvSpPr>
            <a:spLocks noGrp="1"/>
          </p:cNvSpPr>
          <p:nvPr>
            <p:ph type="title"/>
          </p:nvPr>
        </p:nvSpPr>
        <p:spPr>
          <a:xfrm>
            <a:off x="838201" y="559814"/>
            <a:ext cx="10348146" cy="753172"/>
          </a:xfrm>
        </p:spPr>
        <p:txBody>
          <a:bodyPr anchor="t">
            <a:normAutofit/>
          </a:bodyPr>
          <a:lstStyle>
            <a:lvl1pPr>
              <a:defRPr>
                <a:solidFill>
                  <a:schemeClr val="tx2"/>
                </a:solidFill>
              </a:defRPr>
            </a:lvl1pPr>
          </a:lstStyle>
          <a:p>
            <a:pPr>
              <a:lnSpc>
                <a:spcPct val="100000"/>
              </a:lnSpc>
            </a:pPr>
            <a:r>
              <a:rPr lang="en-US" spc="120">
                <a:solidFill>
                  <a:schemeClr val="tx2"/>
                </a:solidFill>
                <a:cs typeface="Posterama" panose="020B0504020200020000" pitchFamily="34" charset="0"/>
              </a:rPr>
              <a:t>Click to edit Master title style</a:t>
            </a:r>
            <a:endParaRPr lang="en-US" spc="120" dirty="0">
              <a:solidFill>
                <a:schemeClr val="tx2"/>
              </a:solidFill>
              <a:cs typeface="Posterama" panose="020B0504020200020000" pitchFamily="34" charset="0"/>
            </a:endParaRPr>
          </a:p>
        </p:txBody>
      </p:sp>
      <p:pic>
        <p:nvPicPr>
          <p:cNvPr id="11" name="Picture 10">
            <a:extLst>
              <a:ext uri="{FF2B5EF4-FFF2-40B4-BE49-F238E27FC236}">
                <a16:creationId xmlns:a16="http://schemas.microsoft.com/office/drawing/2014/main" id="{14126634-B312-428E-8F30-17C18904047D}"/>
              </a:ext>
              <a:ext uri="{C183D7F6-B498-43B3-948B-1728B52AA6E4}">
                <adec:decorative xmlns:adec="http://schemas.microsoft.com/office/drawing/2017/decorative" val="1"/>
              </a:ext>
            </a:extLst>
          </p:cNvPr>
          <p:cNvPicPr>
            <a:picLocks noChangeAspect="1"/>
          </p:cNvPicPr>
          <p:nvPr userDrawn="1"/>
        </p:nvPicPr>
        <p:blipFill rotWithShape="1">
          <a:blip r:embed="rId3"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rot="10800000">
            <a:off x="-1" y="2719661"/>
            <a:ext cx="830249" cy="2548349"/>
          </a:xfrm>
          <a:prstGeom prst="rect">
            <a:avLst/>
          </a:prstGeom>
        </p:spPr>
      </p:pic>
      <p:sp>
        <p:nvSpPr>
          <p:cNvPr id="12" name="Date Placeholder 5">
            <a:extLst>
              <a:ext uri="{FF2B5EF4-FFF2-40B4-BE49-F238E27FC236}">
                <a16:creationId xmlns:a16="http://schemas.microsoft.com/office/drawing/2014/main" id="{1AC832B9-3155-477F-89D0-A170836416F1}"/>
              </a:ext>
            </a:extLst>
          </p:cNvPr>
          <p:cNvSpPr>
            <a:spLocks noGrp="1"/>
          </p:cNvSpPr>
          <p:nvPr>
            <p:ph type="dt" sz="half" idx="10"/>
          </p:nvPr>
        </p:nvSpPr>
        <p:spPr>
          <a:xfrm>
            <a:off x="838200" y="6324600"/>
            <a:ext cx="2743200" cy="365125"/>
          </a:xfrm>
        </p:spPr>
        <p:txBody>
          <a:bodyPr/>
          <a:lstStyle>
            <a:lvl1pPr>
              <a:defRPr>
                <a:solidFill>
                  <a:schemeClr val="tx1">
                    <a:alpha val="60000"/>
                  </a:schemeClr>
                </a:solidFill>
              </a:defRPr>
            </a:lvl1pPr>
          </a:lstStyle>
          <a:p>
            <a:pPr>
              <a:defRPr/>
            </a:pPr>
            <a:r>
              <a:rPr lang="en-US" dirty="0"/>
              <a:t>20XX</a:t>
            </a:r>
          </a:p>
        </p:txBody>
      </p:sp>
      <p:sp>
        <p:nvSpPr>
          <p:cNvPr id="13" name="Footer Placeholder 6">
            <a:extLst>
              <a:ext uri="{FF2B5EF4-FFF2-40B4-BE49-F238E27FC236}">
                <a16:creationId xmlns:a16="http://schemas.microsoft.com/office/drawing/2014/main" id="{7801D982-FEE5-4484-AD95-86DEE2E5D214}"/>
              </a:ext>
            </a:extLst>
          </p:cNvPr>
          <p:cNvSpPr>
            <a:spLocks noGrp="1"/>
          </p:cNvSpPr>
          <p:nvPr>
            <p:ph type="ftr" sz="quarter" idx="11"/>
          </p:nvPr>
        </p:nvSpPr>
        <p:spPr>
          <a:xfrm>
            <a:off x="4038600" y="6324600"/>
            <a:ext cx="4114800" cy="365125"/>
          </a:xfrm>
        </p:spPr>
        <p:txBody>
          <a:bodyPr/>
          <a:lstStyle>
            <a:lvl1pPr>
              <a:defRPr>
                <a:solidFill>
                  <a:schemeClr val="tx1">
                    <a:alpha val="60000"/>
                  </a:schemeClr>
                </a:solidFill>
              </a:defRPr>
            </a:lvl1pPr>
          </a:lstStyle>
          <a:p>
            <a:r>
              <a:rPr lang="en-US" dirty="0"/>
              <a:t>Presentation title</a:t>
            </a:r>
          </a:p>
        </p:txBody>
      </p:sp>
      <p:sp>
        <p:nvSpPr>
          <p:cNvPr id="14" name="Slide Number Placeholder 7">
            <a:extLst>
              <a:ext uri="{FF2B5EF4-FFF2-40B4-BE49-F238E27FC236}">
                <a16:creationId xmlns:a16="http://schemas.microsoft.com/office/drawing/2014/main" id="{5F932331-BB94-49D3-9E40-67111663B4F6}"/>
              </a:ext>
            </a:extLst>
          </p:cNvPr>
          <p:cNvSpPr>
            <a:spLocks noGrp="1"/>
          </p:cNvSpPr>
          <p:nvPr>
            <p:ph type="sldNum" sz="quarter" idx="12"/>
          </p:nvPr>
        </p:nvSpPr>
        <p:spPr>
          <a:xfrm>
            <a:off x="8610600" y="6324600"/>
            <a:ext cx="2743200" cy="365125"/>
          </a:xfrm>
        </p:spPr>
        <p:txBody>
          <a:bodyPr/>
          <a:lstStyle>
            <a:lvl1pPr>
              <a:defRPr>
                <a:solidFill>
                  <a:schemeClr val="tx1">
                    <a:alpha val="60000"/>
                  </a:schemeClr>
                </a:solidFill>
              </a:defRPr>
            </a:lvl1pPr>
          </a:lstStyle>
          <a:p>
            <a:pPr>
              <a:defRPr/>
            </a:pPr>
            <a:fld id="{73B850FF-6169-4056-8077-06FFA93A5366}" type="slidenum">
              <a:rPr lang="en-US" smtClean="0"/>
              <a:pPr>
                <a:defRPr/>
              </a:pPr>
              <a:t>‹#›</a:t>
            </a:fld>
            <a:endParaRPr lang="en-US" dirty="0"/>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005653" y="1719628"/>
            <a:ext cx="3300183"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006265" y="2332649"/>
            <a:ext cx="3299434"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4529261" y="1719628"/>
            <a:ext cx="3300183"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4529873" y="2332649"/>
            <a:ext cx="3299434"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8053617" y="1719628"/>
            <a:ext cx="3300183"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8054229" y="2332649"/>
            <a:ext cx="3299434"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Tree>
    <p:extLst>
      <p:ext uri="{BB962C8B-B14F-4D97-AF65-F5344CB8AC3E}">
        <p14:creationId xmlns:p14="http://schemas.microsoft.com/office/powerpoint/2010/main" val="19207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Summary">
    <p:bg>
      <p:bgPr>
        <a:solidFill>
          <a:schemeClr val="bg2">
            <a:alpha val="70000"/>
          </a:schemeClr>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DDA21C8-9B4F-48CA-BBF3-273AA89D85D8}"/>
              </a:ext>
            </a:extLst>
          </p:cNvPr>
          <p:cNvSpPr>
            <a:spLocks noGrp="1"/>
          </p:cNvSpPr>
          <p:nvPr>
            <p:ph type="title"/>
          </p:nvPr>
        </p:nvSpPr>
        <p:spPr>
          <a:xfrm>
            <a:off x="7696200" y="461339"/>
            <a:ext cx="3949840" cy="2251716"/>
          </a:xfrm>
        </p:spPr>
        <p:txBody>
          <a:bodyPr>
            <a:normAutofit/>
          </a:bodyPr>
          <a:lstStyle>
            <a:lvl1pPr>
              <a:defRPr>
                <a:solidFill>
                  <a:schemeClr val="tx2"/>
                </a:solidFill>
              </a:defRPr>
            </a:lvl1pPr>
          </a:lstStyle>
          <a:p>
            <a:pPr>
              <a:lnSpc>
                <a:spcPct val="100000"/>
              </a:lnSpc>
            </a:pPr>
            <a:r>
              <a:rPr lang="en-US" sz="3600" spc="120">
                <a:solidFill>
                  <a:schemeClr val="tx2"/>
                </a:solidFill>
                <a:cs typeface="Posterama" panose="020B0504020200020000" pitchFamily="34" charset="0"/>
              </a:rPr>
              <a:t>Click to edit Master title style</a:t>
            </a:r>
            <a:endParaRPr lang="en-US" sz="3600" spc="120" dirty="0">
              <a:solidFill>
                <a:schemeClr val="tx2"/>
              </a:solidFill>
              <a:cs typeface="Posterama" panose="020B0504020200020000" pitchFamily="34" charset="0"/>
            </a:endParaRPr>
          </a:p>
        </p:txBody>
      </p:sp>
      <p:sp>
        <p:nvSpPr>
          <p:cNvPr id="11" name="Rectangle 10">
            <a:extLst>
              <a:ext uri="{FF2B5EF4-FFF2-40B4-BE49-F238E27FC236}">
                <a16:creationId xmlns:a16="http://schemas.microsoft.com/office/drawing/2014/main" id="{6FC60A49-3E5E-45D9-82CF-80174402BDE3}"/>
              </a:ext>
              <a:ext uri="{C183D7F6-B498-43B3-948B-1728B52AA6E4}">
                <adec:decorative xmlns:adec="http://schemas.microsoft.com/office/drawing/2017/decorative" val="1"/>
              </a:ext>
            </a:extLst>
          </p:cNvPr>
          <p:cNvSpPr/>
          <p:nvPr userDrawn="1"/>
        </p:nvSpPr>
        <p:spPr>
          <a:xfrm>
            <a:off x="-7942" y="0"/>
            <a:ext cx="7192629"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2" name="Rectangle 11">
            <a:extLst>
              <a:ext uri="{FF2B5EF4-FFF2-40B4-BE49-F238E27FC236}">
                <a16:creationId xmlns:a16="http://schemas.microsoft.com/office/drawing/2014/main" id="{493E687B-7CD1-42D6-B28F-7CF3EB7148AC}"/>
              </a:ext>
              <a:ext uri="{C183D7F6-B498-43B3-948B-1728B52AA6E4}">
                <adec:decorative xmlns:adec="http://schemas.microsoft.com/office/drawing/2017/decorative" val="1"/>
              </a:ext>
            </a:extLst>
          </p:cNvPr>
          <p:cNvSpPr/>
          <p:nvPr userDrawn="1"/>
        </p:nvSpPr>
        <p:spPr>
          <a:xfrm rot="10800000">
            <a:off x="-7942" y="0"/>
            <a:ext cx="719263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2" name="Picture Placeholder 19">
            <a:extLst>
              <a:ext uri="{FF2B5EF4-FFF2-40B4-BE49-F238E27FC236}">
                <a16:creationId xmlns:a16="http://schemas.microsoft.com/office/drawing/2014/main" id="{B458BE2E-5260-4DB2-86A2-2C93610844D0}"/>
              </a:ext>
            </a:extLst>
          </p:cNvPr>
          <p:cNvSpPr>
            <a:spLocks noGrp="1"/>
          </p:cNvSpPr>
          <p:nvPr>
            <p:ph type="pic" sz="quarter" idx="13" hasCustomPrompt="1"/>
          </p:nvPr>
        </p:nvSpPr>
        <p:spPr>
          <a:xfrm>
            <a:off x="838200" y="461339"/>
            <a:ext cx="5508288" cy="2831136"/>
          </a:xfrm>
        </p:spPr>
        <p:txBody>
          <a:bodyPr/>
          <a:lstStyle>
            <a:lvl1pPr marL="0" indent="0" algn="ctr">
              <a:buNone/>
              <a:defRPr/>
            </a:lvl1pPr>
          </a:lstStyle>
          <a:p>
            <a:r>
              <a:rPr lang="en-US" dirty="0"/>
              <a:t>Click to add photo</a:t>
            </a:r>
          </a:p>
        </p:txBody>
      </p:sp>
      <p:sp>
        <p:nvSpPr>
          <p:cNvPr id="23" name="Picture Placeholder 19">
            <a:extLst>
              <a:ext uri="{FF2B5EF4-FFF2-40B4-BE49-F238E27FC236}">
                <a16:creationId xmlns:a16="http://schemas.microsoft.com/office/drawing/2014/main" id="{73295B3D-C1CE-453D-B606-79917F4EFDDE}"/>
              </a:ext>
            </a:extLst>
          </p:cNvPr>
          <p:cNvSpPr>
            <a:spLocks noGrp="1"/>
          </p:cNvSpPr>
          <p:nvPr>
            <p:ph type="pic" sz="quarter" idx="14" hasCustomPrompt="1"/>
          </p:nvPr>
        </p:nvSpPr>
        <p:spPr>
          <a:xfrm>
            <a:off x="830826" y="3429000"/>
            <a:ext cx="5508288" cy="2831136"/>
          </a:xfrm>
        </p:spPr>
        <p:txBody>
          <a:bodyPr/>
          <a:lstStyle>
            <a:lvl1pPr marL="0" indent="0" algn="ctr">
              <a:buNone/>
              <a:defRPr/>
            </a:lvl1pPr>
          </a:lstStyle>
          <a:p>
            <a:r>
              <a:rPr lang="en-US" dirty="0"/>
              <a:t>Click to add photo</a:t>
            </a:r>
          </a:p>
        </p:txBody>
      </p:sp>
      <p:sp>
        <p:nvSpPr>
          <p:cNvPr id="15" name="Date Placeholder 6">
            <a:extLst>
              <a:ext uri="{FF2B5EF4-FFF2-40B4-BE49-F238E27FC236}">
                <a16:creationId xmlns:a16="http://schemas.microsoft.com/office/drawing/2014/main" id="{42C36F80-96FA-43AC-ACFF-C626ED2F6F0C}"/>
              </a:ext>
            </a:extLst>
          </p:cNvPr>
          <p:cNvSpPr>
            <a:spLocks noGrp="1"/>
          </p:cNvSpPr>
          <p:nvPr>
            <p:ph type="dt" sz="half" idx="10"/>
          </p:nvPr>
        </p:nvSpPr>
        <p:spPr>
          <a:xfrm>
            <a:off x="838200" y="6327648"/>
            <a:ext cx="2743200" cy="365125"/>
          </a:xfrm>
        </p:spPr>
        <p:txBody>
          <a:bodyPr/>
          <a:lstStyle>
            <a:lvl1pPr>
              <a:defRPr>
                <a:solidFill>
                  <a:schemeClr val="bg1">
                    <a:alpha val="60000"/>
                  </a:schemeClr>
                </a:solidFill>
              </a:defRPr>
            </a:lvl1pPr>
          </a:lstStyle>
          <a:p>
            <a:r>
              <a:rPr lang="en-US" dirty="0"/>
              <a:t>20XX</a:t>
            </a:r>
          </a:p>
        </p:txBody>
      </p:sp>
      <p:sp>
        <p:nvSpPr>
          <p:cNvPr id="27" name="Text Placeholder 25">
            <a:extLst>
              <a:ext uri="{FF2B5EF4-FFF2-40B4-BE49-F238E27FC236}">
                <a16:creationId xmlns:a16="http://schemas.microsoft.com/office/drawing/2014/main" id="{3A3DA98F-3AD9-4503-8525-7A30DD715BDF}"/>
              </a:ext>
            </a:extLst>
          </p:cNvPr>
          <p:cNvSpPr>
            <a:spLocks noGrp="1"/>
          </p:cNvSpPr>
          <p:nvPr>
            <p:ph type="body" sz="quarter" idx="15" hasCustomPrompt="1"/>
          </p:nvPr>
        </p:nvSpPr>
        <p:spPr>
          <a:xfrm>
            <a:off x="7690290" y="2867741"/>
            <a:ext cx="3949586" cy="3294680"/>
          </a:xfrm>
        </p:spPr>
        <p:txBody>
          <a:bodyPr>
            <a:normAutofit/>
          </a:bodyPr>
          <a:lstStyle>
            <a:lvl1pPr marL="0" indent="0">
              <a:buNone/>
              <a:defRPr sz="1800">
                <a:solidFill>
                  <a:schemeClr val="tx2"/>
                </a:solidFill>
              </a:defRPr>
            </a:lvl1pPr>
          </a:lstStyle>
          <a:p>
            <a:pPr lvl="0"/>
            <a:r>
              <a:rPr lang="en-US" dirty="0"/>
              <a:t>Click to add text</a:t>
            </a:r>
          </a:p>
        </p:txBody>
      </p:sp>
      <p:sp>
        <p:nvSpPr>
          <p:cNvPr id="16" name="Footer Placeholder 7">
            <a:extLst>
              <a:ext uri="{FF2B5EF4-FFF2-40B4-BE49-F238E27FC236}">
                <a16:creationId xmlns:a16="http://schemas.microsoft.com/office/drawing/2014/main" id="{29F436A2-3398-4A5A-AF46-81BC526412C9}"/>
              </a:ext>
            </a:extLst>
          </p:cNvPr>
          <p:cNvSpPr>
            <a:spLocks noGrp="1"/>
          </p:cNvSpPr>
          <p:nvPr>
            <p:ph type="ftr" sz="quarter" idx="11"/>
          </p:nvPr>
        </p:nvSpPr>
        <p:spPr>
          <a:xfrm>
            <a:off x="7696200" y="6327648"/>
            <a:ext cx="3045406" cy="365125"/>
          </a:xfrm>
        </p:spPr>
        <p:txBody>
          <a:bodyPr/>
          <a:lstStyle>
            <a:lvl1pPr algn="l">
              <a:defRPr>
                <a:solidFill>
                  <a:schemeClr val="tx1">
                    <a:alpha val="60000"/>
                  </a:schemeClr>
                </a:solidFill>
              </a:defRPr>
            </a:lvl1pPr>
          </a:lstStyle>
          <a:p>
            <a:r>
              <a:rPr lang="en-US" dirty="0"/>
              <a:t>Presentation title</a:t>
            </a:r>
          </a:p>
        </p:txBody>
      </p:sp>
      <p:sp>
        <p:nvSpPr>
          <p:cNvPr id="17" name="Slide Number Placeholder 8">
            <a:extLst>
              <a:ext uri="{FF2B5EF4-FFF2-40B4-BE49-F238E27FC236}">
                <a16:creationId xmlns:a16="http://schemas.microsoft.com/office/drawing/2014/main" id="{78BD5B31-7A42-46D8-A5A3-CD0DC4B99F63}"/>
              </a:ext>
            </a:extLst>
          </p:cNvPr>
          <p:cNvSpPr>
            <a:spLocks noGrp="1"/>
          </p:cNvSpPr>
          <p:nvPr>
            <p:ph type="sldNum" sz="quarter" idx="12"/>
          </p:nvPr>
        </p:nvSpPr>
        <p:spPr>
          <a:xfrm>
            <a:off x="10820400" y="6327648"/>
            <a:ext cx="533400" cy="365125"/>
          </a:xfrm>
        </p:spPr>
        <p:txBody>
          <a:bodyPr/>
          <a:lstStyle>
            <a:lvl1pPr>
              <a:defRPr>
                <a:solidFill>
                  <a:schemeClr val="tx1">
                    <a:alpha val="60000"/>
                  </a:schemeClr>
                </a:solidFill>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8995425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Closing">
    <p:bg>
      <p:bgPr>
        <a:solidFill>
          <a:schemeClr val="tx2">
            <a:lumMod val="90000"/>
            <a:lumOff val="10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0FB9ADE-90DA-4820-BE03-6440FAF8B83E}"/>
              </a:ext>
              <a:ext uri="{C183D7F6-B498-43B3-948B-1728B52AA6E4}">
                <adec:decorative xmlns:adec="http://schemas.microsoft.com/office/drawing/2017/decorative" val="1"/>
              </a:ext>
            </a:extLst>
          </p:cNvPr>
          <p:cNvSpPr/>
          <p:nvPr userDrawn="1"/>
        </p:nvSpPr>
        <p:spPr>
          <a:xfrm rot="10800000">
            <a:off x="0" y="1"/>
            <a:ext cx="12191999"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0" name="Rectangle 9">
            <a:extLst>
              <a:ext uri="{FF2B5EF4-FFF2-40B4-BE49-F238E27FC236}">
                <a16:creationId xmlns:a16="http://schemas.microsoft.com/office/drawing/2014/main" id="{9FF4039C-77F7-44AD-AEB2-A6079C9DA3C9}"/>
              </a:ext>
              <a:ext uri="{C183D7F6-B498-43B3-948B-1728B52AA6E4}">
                <adec:decorative xmlns:adec="http://schemas.microsoft.com/office/drawing/2017/decorative" val="1"/>
              </a:ext>
            </a:extLst>
          </p:cNvPr>
          <p:cNvSpPr/>
          <p:nvPr userDrawn="1"/>
        </p:nvSpPr>
        <p:spPr>
          <a:xfrm>
            <a:off x="713457" y="739600"/>
            <a:ext cx="10768226" cy="5390959"/>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1" name="Title 1">
            <a:extLst>
              <a:ext uri="{FF2B5EF4-FFF2-40B4-BE49-F238E27FC236}">
                <a16:creationId xmlns:a16="http://schemas.microsoft.com/office/drawing/2014/main" id="{36E930C2-F546-4C94-BF53-6C7C8A57E0B3}"/>
              </a:ext>
            </a:extLst>
          </p:cNvPr>
          <p:cNvSpPr>
            <a:spLocks noGrp="1"/>
          </p:cNvSpPr>
          <p:nvPr>
            <p:ph type="ctrTitle"/>
          </p:nvPr>
        </p:nvSpPr>
        <p:spPr>
          <a:xfrm>
            <a:off x="990600" y="1066800"/>
            <a:ext cx="4749276" cy="2592425"/>
          </a:xfrm>
        </p:spPr>
        <p:txBody>
          <a:bodyPr anchor="b">
            <a:normAutofit/>
          </a:bodyPr>
          <a:lstStyle>
            <a:lvl1pPr>
              <a:defRPr>
                <a:solidFill>
                  <a:schemeClr val="tx2"/>
                </a:solidFill>
              </a:defRPr>
            </a:lvl1pPr>
          </a:lstStyle>
          <a:p>
            <a:pPr algn="l">
              <a:lnSpc>
                <a:spcPct val="100000"/>
              </a:lnSpc>
            </a:pPr>
            <a:r>
              <a:rPr lang="en-US" sz="4400" spc="120">
                <a:solidFill>
                  <a:schemeClr val="tx2"/>
                </a:solidFill>
                <a:cs typeface="Posterama" panose="020B0504020200020000" pitchFamily="34" charset="0"/>
              </a:rPr>
              <a:t>Click to edit Master title style</a:t>
            </a:r>
            <a:endParaRPr lang="en-US" sz="4400" spc="120" dirty="0">
              <a:solidFill>
                <a:schemeClr val="tx2"/>
              </a:solidFill>
              <a:cs typeface="Posterama" panose="020B0504020200020000" pitchFamily="34" charset="0"/>
            </a:endParaRPr>
          </a:p>
        </p:txBody>
      </p:sp>
      <p:sp>
        <p:nvSpPr>
          <p:cNvPr id="12" name="Subtitle 2">
            <a:extLst>
              <a:ext uri="{FF2B5EF4-FFF2-40B4-BE49-F238E27FC236}">
                <a16:creationId xmlns:a16="http://schemas.microsoft.com/office/drawing/2014/main" id="{43F81DC1-1A78-495F-B862-27847D0EE012}"/>
              </a:ext>
            </a:extLst>
          </p:cNvPr>
          <p:cNvSpPr>
            <a:spLocks noGrp="1"/>
          </p:cNvSpPr>
          <p:nvPr>
            <p:ph type="subTitle" idx="1"/>
          </p:nvPr>
        </p:nvSpPr>
        <p:spPr>
          <a:xfrm>
            <a:off x="990599" y="3856314"/>
            <a:ext cx="4749275" cy="1858686"/>
          </a:xfrm>
        </p:spPr>
        <p:txBody>
          <a:bodyPr anchor="t"/>
          <a:lstStyle>
            <a:lvl1pPr marL="0" indent="0">
              <a:buNone/>
              <a:defRPr>
                <a:solidFill>
                  <a:schemeClr val="tx2"/>
                </a:solidFill>
              </a:defRPr>
            </a:lvl1pPr>
          </a:lstStyle>
          <a:p>
            <a:pPr algn="l">
              <a:lnSpc>
                <a:spcPct val="110000"/>
              </a:lnSpc>
            </a:pPr>
            <a:r>
              <a:rPr lang="en-US" sz="2200">
                <a:solidFill>
                  <a:schemeClr val="tx2"/>
                </a:solidFill>
                <a:cs typeface="Segoe UI Semilight" panose="020B0402040204020203" pitchFamily="34" charset="0"/>
              </a:rPr>
              <a:t>Click to edit Master subtitle style</a:t>
            </a:r>
            <a:endParaRPr lang="en-US" sz="2200" dirty="0">
              <a:solidFill>
                <a:schemeClr val="tx2"/>
              </a:solidFill>
              <a:cs typeface="Segoe UI Semilight" panose="020B0402040204020203" pitchFamily="34" charset="0"/>
            </a:endParaRPr>
          </a:p>
        </p:txBody>
      </p:sp>
      <p:sp>
        <p:nvSpPr>
          <p:cNvPr id="25" name="Picture Placeholder 20">
            <a:extLst>
              <a:ext uri="{FF2B5EF4-FFF2-40B4-BE49-F238E27FC236}">
                <a16:creationId xmlns:a16="http://schemas.microsoft.com/office/drawing/2014/main" id="{F44B6D46-2238-46D9-8D7F-730BDD0C144C}"/>
              </a:ext>
            </a:extLst>
          </p:cNvPr>
          <p:cNvSpPr>
            <a:spLocks noGrp="1"/>
          </p:cNvSpPr>
          <p:nvPr>
            <p:ph type="pic" sz="quarter" idx="13" hasCustomPrompt="1"/>
          </p:nvPr>
        </p:nvSpPr>
        <p:spPr>
          <a:xfrm>
            <a:off x="6077447" y="1066800"/>
            <a:ext cx="2405746" cy="2262033"/>
          </a:xfrm>
        </p:spPr>
        <p:txBody>
          <a:bodyPr/>
          <a:lstStyle>
            <a:lvl1pPr marL="0" indent="0" algn="ctr">
              <a:buNone/>
              <a:defRPr>
                <a:solidFill>
                  <a:schemeClr val="tx2"/>
                </a:solidFill>
              </a:defRPr>
            </a:lvl1pPr>
          </a:lstStyle>
          <a:p>
            <a:r>
              <a:rPr lang="en-US" dirty="0"/>
              <a:t>Click to add photo</a:t>
            </a:r>
          </a:p>
        </p:txBody>
      </p:sp>
      <p:sp>
        <p:nvSpPr>
          <p:cNvPr id="26" name="Picture Placeholder 20">
            <a:extLst>
              <a:ext uri="{FF2B5EF4-FFF2-40B4-BE49-F238E27FC236}">
                <a16:creationId xmlns:a16="http://schemas.microsoft.com/office/drawing/2014/main" id="{B600C62E-9610-468D-B50C-B5D55DB2D06E}"/>
              </a:ext>
            </a:extLst>
          </p:cNvPr>
          <p:cNvSpPr>
            <a:spLocks noGrp="1"/>
          </p:cNvSpPr>
          <p:nvPr>
            <p:ph type="pic" sz="quarter" idx="14" hasCustomPrompt="1"/>
          </p:nvPr>
        </p:nvSpPr>
        <p:spPr>
          <a:xfrm>
            <a:off x="8592404" y="1066800"/>
            <a:ext cx="2405746" cy="2262033"/>
          </a:xfrm>
        </p:spPr>
        <p:txBody>
          <a:bodyPr/>
          <a:lstStyle>
            <a:lvl1pPr marL="0" indent="0" algn="ctr">
              <a:buNone/>
              <a:defRPr>
                <a:solidFill>
                  <a:schemeClr val="tx2"/>
                </a:solidFill>
              </a:defRPr>
            </a:lvl1pPr>
          </a:lstStyle>
          <a:p>
            <a:r>
              <a:rPr lang="en-US" dirty="0"/>
              <a:t>Click to add photo</a:t>
            </a:r>
          </a:p>
        </p:txBody>
      </p:sp>
      <p:sp>
        <p:nvSpPr>
          <p:cNvPr id="27" name="Picture Placeholder 20">
            <a:extLst>
              <a:ext uri="{FF2B5EF4-FFF2-40B4-BE49-F238E27FC236}">
                <a16:creationId xmlns:a16="http://schemas.microsoft.com/office/drawing/2014/main" id="{03A822E7-844A-4C6F-9941-ACCF803F61F6}"/>
              </a:ext>
            </a:extLst>
          </p:cNvPr>
          <p:cNvSpPr>
            <a:spLocks noGrp="1"/>
          </p:cNvSpPr>
          <p:nvPr>
            <p:ph type="pic" sz="quarter" idx="15" hasCustomPrompt="1"/>
          </p:nvPr>
        </p:nvSpPr>
        <p:spPr>
          <a:xfrm>
            <a:off x="6077447" y="3443645"/>
            <a:ext cx="2405746" cy="2262033"/>
          </a:xfrm>
        </p:spPr>
        <p:txBody>
          <a:bodyPr/>
          <a:lstStyle>
            <a:lvl1pPr marL="0" indent="0" algn="ctr">
              <a:buNone/>
              <a:defRPr>
                <a:solidFill>
                  <a:schemeClr val="tx2"/>
                </a:solidFill>
              </a:defRPr>
            </a:lvl1pPr>
          </a:lstStyle>
          <a:p>
            <a:r>
              <a:rPr lang="en-US" dirty="0"/>
              <a:t>Click to add photo</a:t>
            </a:r>
          </a:p>
        </p:txBody>
      </p:sp>
      <p:sp>
        <p:nvSpPr>
          <p:cNvPr id="28" name="Picture Placeholder 20">
            <a:extLst>
              <a:ext uri="{FF2B5EF4-FFF2-40B4-BE49-F238E27FC236}">
                <a16:creationId xmlns:a16="http://schemas.microsoft.com/office/drawing/2014/main" id="{07DE9330-8C8A-4B8E-A4C6-F84147872A34}"/>
              </a:ext>
            </a:extLst>
          </p:cNvPr>
          <p:cNvSpPr>
            <a:spLocks noGrp="1"/>
          </p:cNvSpPr>
          <p:nvPr>
            <p:ph type="pic" sz="quarter" idx="16" hasCustomPrompt="1"/>
          </p:nvPr>
        </p:nvSpPr>
        <p:spPr>
          <a:xfrm>
            <a:off x="8592405" y="3443645"/>
            <a:ext cx="2405746" cy="2262033"/>
          </a:xfrm>
        </p:spPr>
        <p:txBody>
          <a:bodyPr/>
          <a:lstStyle>
            <a:lvl1pPr marL="0" indent="0" algn="ctr">
              <a:buNone/>
              <a:defRPr>
                <a:solidFill>
                  <a:schemeClr val="tx2"/>
                </a:solidFill>
              </a:defRPr>
            </a:lvl1pPr>
          </a:lstStyle>
          <a:p>
            <a:r>
              <a:rPr lang="en-US" dirty="0"/>
              <a:t>Click to add photo</a:t>
            </a:r>
          </a:p>
        </p:txBody>
      </p:sp>
      <p:sp>
        <p:nvSpPr>
          <p:cNvPr id="17" name="Date Placeholder 9">
            <a:extLst>
              <a:ext uri="{FF2B5EF4-FFF2-40B4-BE49-F238E27FC236}">
                <a16:creationId xmlns:a16="http://schemas.microsoft.com/office/drawing/2014/main" id="{693CD890-5369-4257-9426-7FA8B9FD3B25}"/>
              </a:ext>
            </a:extLst>
          </p:cNvPr>
          <p:cNvSpPr>
            <a:spLocks noGrp="1"/>
          </p:cNvSpPr>
          <p:nvPr>
            <p:ph type="dt" sz="half" idx="10"/>
          </p:nvPr>
        </p:nvSpPr>
        <p:spPr>
          <a:xfrm>
            <a:off x="838200" y="6327648"/>
            <a:ext cx="2743200" cy="365125"/>
          </a:xfrm>
        </p:spPr>
        <p:txBody>
          <a:bodyPr/>
          <a:lstStyle>
            <a:lvl1pPr>
              <a:defRPr/>
            </a:lvl1pPr>
          </a:lstStyle>
          <a:p>
            <a:pPr>
              <a:defRPr/>
            </a:pPr>
            <a:r>
              <a:rPr lang="en-US" dirty="0">
                <a:solidFill>
                  <a:prstClr val="white">
                    <a:alpha val="60000"/>
                  </a:prstClr>
                </a:solidFill>
              </a:rPr>
              <a:t>20XX</a:t>
            </a:r>
          </a:p>
        </p:txBody>
      </p:sp>
      <p:sp>
        <p:nvSpPr>
          <p:cNvPr id="18" name="Footer Placeholder 10">
            <a:extLst>
              <a:ext uri="{FF2B5EF4-FFF2-40B4-BE49-F238E27FC236}">
                <a16:creationId xmlns:a16="http://schemas.microsoft.com/office/drawing/2014/main" id="{3A86BCFE-67DF-4B63-AC7B-74E66919CD28}"/>
              </a:ext>
            </a:extLst>
          </p:cNvPr>
          <p:cNvSpPr>
            <a:spLocks noGrp="1"/>
          </p:cNvSpPr>
          <p:nvPr>
            <p:ph type="ftr" sz="quarter" idx="11"/>
          </p:nvPr>
        </p:nvSpPr>
        <p:spPr>
          <a:xfrm>
            <a:off x="4038600" y="6327648"/>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rPr>
              <a:t>Presentation title</a:t>
            </a:r>
          </a:p>
        </p:txBody>
      </p:sp>
      <p:sp>
        <p:nvSpPr>
          <p:cNvPr id="19" name="Slide Number Placeholder 11">
            <a:extLst>
              <a:ext uri="{FF2B5EF4-FFF2-40B4-BE49-F238E27FC236}">
                <a16:creationId xmlns:a16="http://schemas.microsoft.com/office/drawing/2014/main" id="{1301AADD-E25B-4AB6-A4E4-E95CFB9877B3}"/>
              </a:ext>
            </a:extLst>
          </p:cNvPr>
          <p:cNvSpPr>
            <a:spLocks noGrp="1"/>
          </p:cNvSpPr>
          <p:nvPr>
            <p:ph type="sldNum" sz="quarter" idx="12"/>
          </p:nvPr>
        </p:nvSpPr>
        <p:spPr>
          <a:xfrm>
            <a:off x="10058400" y="6327648"/>
            <a:ext cx="12954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a:ln>
                  <a:noFill/>
                </a:ln>
                <a:solidFill>
                  <a:prstClr val="white">
                    <a:alpha val="60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endParaRPr>
          </a:p>
        </p:txBody>
      </p:sp>
    </p:spTree>
    <p:extLst>
      <p:ext uri="{BB962C8B-B14F-4D97-AF65-F5344CB8AC3E}">
        <p14:creationId xmlns:p14="http://schemas.microsoft.com/office/powerpoint/2010/main" val="3782432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0" name="Picture 39">
            <a:extLst>
              <a:ext uri="{FF2B5EF4-FFF2-40B4-BE49-F238E27FC236}">
                <a16:creationId xmlns:a16="http://schemas.microsoft.com/office/drawing/2014/main" id="{1CB7E8AE-A3AC-4BB7-A5C6-F00EC697B265}"/>
              </a:ext>
            </a:extLst>
          </p:cNvPr>
          <p:cNvPicPr>
            <a:picLocks noChangeAspect="1"/>
          </p:cNvPicPr>
          <p:nvPr/>
        </p:nvPicPr>
        <p:blipFill>
          <a:blip r:embed="rId14">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838200" y="425450"/>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838200" y="1949450"/>
            <a:ext cx="10515600" cy="41957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838200" y="6324600"/>
            <a:ext cx="2743200" cy="365125"/>
          </a:xfrm>
          <a:prstGeom prst="rect">
            <a:avLst/>
          </a:prstGeom>
        </p:spPr>
        <p:txBody>
          <a:bodyPr vert="horz" lIns="91440" tIns="45720" rIns="91440" bIns="45720" rtlCol="0" anchor="ctr"/>
          <a:lstStyle>
            <a:lvl1pPr algn="l">
              <a:defRPr sz="900">
                <a:solidFill>
                  <a:schemeClr val="bg1">
                    <a:alpha val="60000"/>
                  </a:schemeClr>
                </a:solidFill>
                <a:latin typeface="+mn-lt"/>
              </a:defRPr>
            </a:lvl1pPr>
          </a:lstStyle>
          <a:p>
            <a:r>
              <a:rPr lang="en-US" dirty="0"/>
              <a:t>20XX</a:t>
            </a:r>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324600"/>
            <a:ext cx="4114800" cy="365125"/>
          </a:xfrm>
          <a:prstGeom prst="rect">
            <a:avLst/>
          </a:prstGeom>
        </p:spPr>
        <p:txBody>
          <a:bodyPr vert="horz" lIns="91440" tIns="45720" rIns="91440" bIns="45720" rtlCol="0" anchor="ctr"/>
          <a:lstStyle>
            <a:lvl1pPr algn="ctr">
              <a:defRPr sz="900">
                <a:solidFill>
                  <a:schemeClr val="bg1">
                    <a:alpha val="60000"/>
                  </a:schemeClr>
                </a:solidFill>
                <a:latin typeface="+mn-lt"/>
              </a:defRPr>
            </a:lvl1pPr>
          </a:lstStyle>
          <a:p>
            <a:r>
              <a:rPr lang="en-US" dirty="0"/>
              <a:t>Presentation title</a:t>
            </a:r>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610600" y="6324600"/>
            <a:ext cx="2743200" cy="365125"/>
          </a:xfrm>
          <a:prstGeom prst="rect">
            <a:avLst/>
          </a:prstGeom>
        </p:spPr>
        <p:txBody>
          <a:bodyPr vert="horz" lIns="91440" tIns="45720" rIns="91440" bIns="45720" rtlCol="0" anchor="ctr"/>
          <a:lstStyle>
            <a:lvl1pPr algn="r">
              <a:defRPr sz="900">
                <a:solidFill>
                  <a:schemeClr val="bg1">
                    <a:alpha val="60000"/>
                  </a:schemeClr>
                </a:solidFill>
                <a:latin typeface="+mn-lt"/>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137308740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9" r:id="rId6"/>
    <p:sldLayoutId id="2147483740" r:id="rId7"/>
    <p:sldLayoutId id="2147483741" r:id="rId8"/>
    <p:sldLayoutId id="2147483742" r:id="rId9"/>
    <p:sldLayoutId id="2147483743" r:id="rId10"/>
    <p:sldLayoutId id="2147483756" r:id="rId11"/>
    <p:sldLayoutId id="2147483769" r:id="rId12"/>
  </p:sldLayoutIdLst>
  <p:hf hdr="0"/>
  <p:txStyles>
    <p:titleStyle>
      <a:lvl1pPr algn="l" defTabSz="914400" rtl="0" eaLnBrk="1" latinLnBrk="0" hangingPunct="1">
        <a:lnSpc>
          <a:spcPct val="10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ixabay.com/en/tools-construct-craft-repair-864983/" TargetMode="External"/><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hyperlink" Target="https://music.apple.com/us/album/change-me-single/1768819213"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hyperlink" Target="https://pixabay.com/vectors/calendar-monthly-office-schedule-23684/"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allpapersden.com/abstract-wave-grey-duotone-wallpaper/840x1160/" TargetMode="External"/><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hyperlink" Target="https://wallpapersden.com/abstract-wave-grey-duotone-wallpaper/840x1160/"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hyperlink" Target="https://wallpapersden.com/abstract-wave-grey-duotone-wallpaper/840x1160/"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jasongoroncy.com/2012/05/" TargetMode="External"/><Relationship Id="rId2" Type="http://schemas.openxmlformats.org/officeDocument/2006/relationships/image" Target="../media/image20.jpg"/><Relationship Id="rId1" Type="http://schemas.openxmlformats.org/officeDocument/2006/relationships/slideLayout" Target="../slideLayouts/slideLayout11.xml"/><Relationship Id="rId5" Type="http://schemas.openxmlformats.org/officeDocument/2006/relationships/hyperlink" Target="https://creativecommons.org/licenses/by-nc-sa/3.0/" TargetMode="External"/><Relationship Id="rId4" Type="http://schemas.openxmlformats.org/officeDocument/2006/relationships/image" Target="../media/image21.jpeg"/></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mLvizyDFLQ4&amp;pp=ygUeaG93IHRvIG1ha2UgYSBmaXNoYm9uZSBkaWFncmFt" TargetMode="External"/><Relationship Id="rId2" Type="http://schemas.openxmlformats.org/officeDocument/2006/relationships/hyperlink" Target="https://www.learnleansigma.com/guides/fishbone-diagram/" TargetMode="External"/><Relationship Id="rId1" Type="http://schemas.openxmlformats.org/officeDocument/2006/relationships/slideLayout" Target="../slideLayouts/slideLayout1.xml"/><Relationship Id="rId5" Type="http://schemas.openxmlformats.org/officeDocument/2006/relationships/hyperlink" Target="https://creducation.net/resources/problem_solving_skills/fishbone.html" TargetMode="External"/><Relationship Id="rId4" Type="http://schemas.openxmlformats.org/officeDocument/2006/relationships/image" Target="../media/image22.jpg"/></Relationships>
</file>

<file path=ppt/slides/_rels/slide1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21.jpeg"/></Relationships>
</file>

<file path=ppt/slides/_rels/slide2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hyperlink" Target="https://wallpapersden.com/abstract-wave-grey-duotone-wallpaper/840x1160/"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12.xml"/><Relationship Id="rId5" Type="http://schemas.openxmlformats.org/officeDocument/2006/relationships/image" Target="../media/image27.jpeg"/><Relationship Id="rId4" Type="http://schemas.openxmlformats.org/officeDocument/2006/relationships/image" Target="../media/image26.jpeg"/></Relationships>
</file>

<file path=ppt/slides/_rels/slide2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hyperlink" Target="https://wallpapersden.com/abstract-wave-grey-duotone-wallpaper/840x116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B0B2BB2-146B-4714-8570-77C449ABC0E1}"/>
              </a:ext>
            </a:extLst>
          </p:cNvPr>
          <p:cNvSpPr>
            <a:spLocks noGrp="1"/>
          </p:cNvSpPr>
          <p:nvPr>
            <p:ph type="ctrTitle"/>
          </p:nvPr>
        </p:nvSpPr>
        <p:spPr>
          <a:xfrm>
            <a:off x="1293876" y="304801"/>
            <a:ext cx="9601200" cy="1534297"/>
          </a:xfrm>
        </p:spPr>
        <p:txBody>
          <a:bodyPr/>
          <a:lstStyle/>
          <a:p>
            <a:r>
              <a:rPr lang="en-US" dirty="0"/>
              <a:t>LO4 Fault Finding &amp; Fault Analysis</a:t>
            </a:r>
          </a:p>
        </p:txBody>
      </p:sp>
      <p:sp>
        <p:nvSpPr>
          <p:cNvPr id="7" name="Subtitle 6">
            <a:extLst>
              <a:ext uri="{FF2B5EF4-FFF2-40B4-BE49-F238E27FC236}">
                <a16:creationId xmlns:a16="http://schemas.microsoft.com/office/drawing/2014/main" id="{7DEE731E-C361-4204-9B35-43843B693B77}"/>
              </a:ext>
            </a:extLst>
          </p:cNvPr>
          <p:cNvSpPr>
            <a:spLocks noGrp="1"/>
          </p:cNvSpPr>
          <p:nvPr>
            <p:ph type="subTitle" idx="1"/>
          </p:nvPr>
        </p:nvSpPr>
        <p:spPr>
          <a:xfrm>
            <a:off x="1712976" y="1905001"/>
            <a:ext cx="8763001" cy="962442"/>
          </a:xfrm>
        </p:spPr>
        <p:txBody>
          <a:bodyPr/>
          <a:lstStyle/>
          <a:p>
            <a:r>
              <a:rPr lang="en-US" dirty="0"/>
              <a:t>Presenter name</a:t>
            </a:r>
          </a:p>
        </p:txBody>
      </p:sp>
      <p:pic>
        <p:nvPicPr>
          <p:cNvPr id="11" name="Picture Placeholder 10">
            <a:extLst>
              <a:ext uri="{FF2B5EF4-FFF2-40B4-BE49-F238E27FC236}">
                <a16:creationId xmlns:a16="http://schemas.microsoft.com/office/drawing/2014/main" id="{458CF8B8-D058-4FD3-9B2C-5511E2BCDE76}"/>
              </a:ext>
            </a:extLst>
          </p:cNvPr>
          <p:cNvPicPr>
            <a:picLocks noGrp="1" noChangeAspect="1"/>
          </p:cNvPicPr>
          <p:nvPr>
            <p:ph type="pic" sz="quarter" idx="13"/>
          </p:nvPr>
        </p:nvPicPr>
        <p:blipFill>
          <a:blip r:embed="rId2">
            <a:duotone>
              <a:prstClr val="black"/>
              <a:schemeClr val="accent6">
                <a:tint val="45000"/>
                <a:satMod val="400000"/>
              </a:schemeClr>
            </a:duotone>
            <a:extLst>
              <a:ext uri="{837473B0-CC2E-450A-ABE3-18F120FF3D39}">
                <a1611:picAttrSrcUrl xmlns:a1611="http://schemas.microsoft.com/office/drawing/2016/11/main" r:id="rId3"/>
              </a:ext>
            </a:extLst>
          </a:blip>
          <a:srcRect l="1301" t="9507" r="1946" b="40069"/>
          <a:stretch>
            <a:fillRect/>
          </a:stretch>
        </p:blipFill>
        <p:spPr>
          <a:xfrm>
            <a:off x="619840" y="3013206"/>
            <a:ext cx="11084189" cy="3854030"/>
          </a:xfrm>
        </p:spPr>
      </p:pic>
    </p:spTree>
    <p:extLst>
      <p:ext uri="{BB962C8B-B14F-4D97-AF65-F5344CB8AC3E}">
        <p14:creationId xmlns:p14="http://schemas.microsoft.com/office/powerpoint/2010/main" val="3106661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6E2FE00C-A4E7-4DD3-BED5-5746528E68F1}"/>
              </a:ext>
            </a:extLst>
          </p:cNvPr>
          <p:cNvSpPr>
            <a:spLocks noGrp="1"/>
          </p:cNvSpPr>
          <p:nvPr>
            <p:ph type="title"/>
          </p:nvPr>
        </p:nvSpPr>
        <p:spPr>
          <a:xfrm>
            <a:off x="838200" y="586992"/>
            <a:ext cx="4953000" cy="2688598"/>
          </a:xfrm>
        </p:spPr>
        <p:txBody>
          <a:bodyPr/>
          <a:lstStyle/>
          <a:p>
            <a:r>
              <a:rPr lang="en-US" dirty="0"/>
              <a:t>Agenda</a:t>
            </a:r>
          </a:p>
        </p:txBody>
      </p:sp>
      <p:sp>
        <p:nvSpPr>
          <p:cNvPr id="34" name="Text Placeholder 33">
            <a:extLst>
              <a:ext uri="{FF2B5EF4-FFF2-40B4-BE49-F238E27FC236}">
                <a16:creationId xmlns:a16="http://schemas.microsoft.com/office/drawing/2014/main" id="{7B69611F-97FC-426E-8387-26F473573E81}"/>
              </a:ext>
            </a:extLst>
          </p:cNvPr>
          <p:cNvSpPr>
            <a:spLocks noGrp="1"/>
          </p:cNvSpPr>
          <p:nvPr>
            <p:ph type="body" sz="quarter" idx="16"/>
          </p:nvPr>
        </p:nvSpPr>
        <p:spPr>
          <a:xfrm>
            <a:off x="835149" y="3412114"/>
            <a:ext cx="4952681" cy="2750307"/>
          </a:xfrm>
        </p:spPr>
        <p:txBody>
          <a:bodyPr/>
          <a:lstStyle/>
          <a:p>
            <a:r>
              <a:rPr lang="en-GB" dirty="0">
                <a:highlight>
                  <a:srgbClr val="FFFF00"/>
                </a:highlight>
              </a:rPr>
              <a:t>- This is a *template* for your evidence and analysis</a:t>
            </a:r>
          </a:p>
          <a:p>
            <a:r>
              <a:rPr lang="en-GB" dirty="0">
                <a:highlight>
                  <a:srgbClr val="FFFF00"/>
                </a:highlight>
              </a:rPr>
              <a:t>- Leave no slide blank: write something (even if brief)</a:t>
            </a:r>
          </a:p>
          <a:p>
            <a:r>
              <a:rPr lang="en-GB" dirty="0">
                <a:highlight>
                  <a:srgbClr val="FFFF00"/>
                </a:highlight>
              </a:rPr>
              <a:t>- Keep claims measurable: voltages, currents, timings, logs, screenshots</a:t>
            </a:r>
            <a:endParaRPr lang="en-US" dirty="0">
              <a:highlight>
                <a:srgbClr val="FFFF00"/>
              </a:highlight>
            </a:endParaRPr>
          </a:p>
        </p:txBody>
      </p:sp>
      <p:sp>
        <p:nvSpPr>
          <p:cNvPr id="57" name="Date Placeholder 56">
            <a:extLst>
              <a:ext uri="{FF2B5EF4-FFF2-40B4-BE49-F238E27FC236}">
                <a16:creationId xmlns:a16="http://schemas.microsoft.com/office/drawing/2014/main" id="{8870D893-2423-4900-AACF-892913F92B61}"/>
              </a:ext>
            </a:extLst>
          </p:cNvPr>
          <p:cNvSpPr>
            <a:spLocks noGrp="1"/>
          </p:cNvSpPr>
          <p:nvPr>
            <p:ph type="dt" sz="half" idx="10"/>
          </p:nvPr>
        </p:nvSpPr>
        <p:spPr>
          <a:xfrm>
            <a:off x="838200" y="6327648"/>
            <a:ext cx="2743200" cy="365125"/>
          </a:xfrm>
        </p:spPr>
        <p:txBody>
          <a:bodyPr/>
          <a:lstStyle/>
          <a:p>
            <a:pPr lvl="0"/>
            <a:r>
              <a:rPr lang="en-US" noProof="0" dirty="0"/>
              <a:t>20XX</a:t>
            </a:r>
          </a:p>
        </p:txBody>
      </p:sp>
      <p:pic>
        <p:nvPicPr>
          <p:cNvPr id="13" name="Picture Placeholder 12">
            <a:extLst>
              <a:ext uri="{FF2B5EF4-FFF2-40B4-BE49-F238E27FC236}">
                <a16:creationId xmlns:a16="http://schemas.microsoft.com/office/drawing/2014/main" id="{8F8654F3-37D9-4BF3-A6D7-D300F8837D00}"/>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b="73883"/>
          <a:stretch>
            <a:fillRect/>
          </a:stretch>
        </p:blipFill>
        <p:spPr>
          <a:xfrm>
            <a:off x="6781801" y="380991"/>
            <a:ext cx="4856144" cy="1925415"/>
          </a:xfrm>
        </p:spPr>
      </p:pic>
      <p:pic>
        <p:nvPicPr>
          <p:cNvPr id="23" name="Picture Placeholder 22">
            <a:extLst>
              <a:ext uri="{FF2B5EF4-FFF2-40B4-BE49-F238E27FC236}">
                <a16:creationId xmlns:a16="http://schemas.microsoft.com/office/drawing/2014/main" id="{2D222395-31E3-4ED7-A23E-C243F9E34C7C}"/>
              </a:ext>
            </a:extLst>
          </p:cNvPr>
          <p:cNvPicPr>
            <a:picLocks noGrp="1" noChangeAspect="1"/>
          </p:cNvPicPr>
          <p:nvPr>
            <p:ph type="pic" sz="quarter" idx="14"/>
          </p:nvPr>
        </p:nvPicPr>
        <p:blipFill rotWithShape="1">
          <a:blip r:embed="rId5"/>
          <a:srcRect/>
          <a:stretch/>
        </p:blipFill>
        <p:spPr>
          <a:xfrm>
            <a:off x="6781800" y="2376797"/>
            <a:ext cx="4856144" cy="1925415"/>
          </a:xfrm>
        </p:spPr>
      </p:pic>
      <p:pic>
        <p:nvPicPr>
          <p:cNvPr id="28" name="Picture Placeholder 27">
            <a:extLst>
              <a:ext uri="{FF2B5EF4-FFF2-40B4-BE49-F238E27FC236}">
                <a16:creationId xmlns:a16="http://schemas.microsoft.com/office/drawing/2014/main" id="{F59B4BFC-AD66-446F-8E77-27414D9D0BDF}"/>
              </a:ext>
            </a:extLst>
          </p:cNvPr>
          <p:cNvPicPr>
            <a:picLocks noGrp="1" noChangeAspect="1"/>
          </p:cNvPicPr>
          <p:nvPr>
            <p:ph type="pic" sz="quarter" idx="15"/>
          </p:nvPr>
        </p:nvPicPr>
        <p:blipFill rotWithShape="1">
          <a:blip r:embed="rId5"/>
          <a:srcRect/>
          <a:stretch/>
        </p:blipFill>
        <p:spPr>
          <a:xfrm>
            <a:off x="6781800" y="4379170"/>
            <a:ext cx="4856144" cy="1925415"/>
          </a:xfrm>
        </p:spPr>
      </p:pic>
      <p:sp>
        <p:nvSpPr>
          <p:cNvPr id="58" name="Footer Placeholder 57">
            <a:extLst>
              <a:ext uri="{FF2B5EF4-FFF2-40B4-BE49-F238E27FC236}">
                <a16:creationId xmlns:a16="http://schemas.microsoft.com/office/drawing/2014/main" id="{3F5D567B-B4E7-46C3-99A9-F2F32FA23175}"/>
              </a:ext>
            </a:extLst>
          </p:cNvPr>
          <p:cNvSpPr>
            <a:spLocks noGrp="1"/>
          </p:cNvSpPr>
          <p:nvPr>
            <p:ph type="ftr" sz="quarter" idx="11"/>
          </p:nvPr>
        </p:nvSpPr>
        <p:spPr>
          <a:xfrm>
            <a:off x="6858000" y="6327648"/>
            <a:ext cx="3810000" cy="365125"/>
          </a:xfrm>
        </p:spPr>
        <p:txBody>
          <a:bodyPr/>
          <a:lstStyle/>
          <a:p>
            <a:r>
              <a:rPr lang="en-US" dirty="0"/>
              <a:t>Presentation title</a:t>
            </a:r>
          </a:p>
        </p:txBody>
      </p:sp>
      <p:sp>
        <p:nvSpPr>
          <p:cNvPr id="59" name="Slide Number Placeholder 58">
            <a:extLst>
              <a:ext uri="{FF2B5EF4-FFF2-40B4-BE49-F238E27FC236}">
                <a16:creationId xmlns:a16="http://schemas.microsoft.com/office/drawing/2014/main" id="{51CFCC1B-86D5-4E89-A5FA-944094DBD4AF}"/>
              </a:ext>
            </a:extLst>
          </p:cNvPr>
          <p:cNvSpPr>
            <a:spLocks noGrp="1"/>
          </p:cNvSpPr>
          <p:nvPr>
            <p:ph type="sldNum" sz="quarter" idx="12"/>
          </p:nvPr>
        </p:nvSpPr>
        <p:spPr>
          <a:xfrm>
            <a:off x="10820400" y="6327648"/>
            <a:ext cx="533400" cy="365125"/>
          </a:xfrm>
        </p:spPr>
        <p:txBody>
          <a:bodyPr/>
          <a:lstStyle/>
          <a:p>
            <a:pPr lvl="0"/>
            <a:fld id="{73B850FF-6169-4056-8077-06FFA93A5366}" type="slidenum">
              <a:rPr lang="en-US" noProof="0" smtClean="0"/>
              <a:pPr lvl="0"/>
              <a:t>2</a:t>
            </a:fld>
            <a:endParaRPr lang="en-US" noProof="0" dirty="0"/>
          </a:p>
        </p:txBody>
      </p:sp>
    </p:spTree>
    <p:extLst>
      <p:ext uri="{BB962C8B-B14F-4D97-AF65-F5344CB8AC3E}">
        <p14:creationId xmlns:p14="http://schemas.microsoft.com/office/powerpoint/2010/main" val="254120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B6134E62-0FEA-4101-A0C8-1395344EA7AC}"/>
              </a:ext>
            </a:extLst>
          </p:cNvPr>
          <p:cNvSpPr>
            <a:spLocks noGrp="1"/>
          </p:cNvSpPr>
          <p:nvPr>
            <p:ph type="title"/>
          </p:nvPr>
        </p:nvSpPr>
        <p:spPr>
          <a:xfrm>
            <a:off x="838200" y="4876800"/>
            <a:ext cx="10003218" cy="1219200"/>
          </a:xfrm>
        </p:spPr>
        <p:txBody>
          <a:bodyPr/>
          <a:lstStyle/>
          <a:p>
            <a:r>
              <a:rPr lang="en-GB" dirty="0"/>
              <a:t>System Overview</a:t>
            </a:r>
            <a:endParaRPr lang="en-GB" b="0" dirty="0"/>
          </a:p>
        </p:txBody>
      </p:sp>
      <p:pic>
        <p:nvPicPr>
          <p:cNvPr id="11" name="Picture Placeholder 10">
            <a:extLst>
              <a:ext uri="{FF2B5EF4-FFF2-40B4-BE49-F238E27FC236}">
                <a16:creationId xmlns:a16="http://schemas.microsoft.com/office/drawing/2014/main" id="{FE5067FA-41D2-404F-9E22-8AE2507577BE}"/>
              </a:ext>
            </a:extLst>
          </p:cNvPr>
          <p:cNvPicPr>
            <a:picLocks noGrp="1" noChangeAspect="1"/>
          </p:cNvPicPr>
          <p:nvPr>
            <p:ph type="pic" sz="quarter" idx="13"/>
          </p:nvPr>
        </p:nvPicPr>
        <p:blipFill>
          <a:blip r:embed="rId3">
            <a:duotone>
              <a:prstClr val="black"/>
              <a:schemeClr val="accent6">
                <a:tint val="45000"/>
                <a:satMod val="400000"/>
              </a:schemeClr>
            </a:duotone>
            <a:extLst>
              <a:ext uri="{837473B0-CC2E-450A-ABE3-18F120FF3D39}">
                <a1611:picAttrSrcUrl xmlns:a1611="http://schemas.microsoft.com/office/drawing/2016/11/main" r:id="rId4"/>
              </a:ext>
            </a:extLst>
          </a:blip>
          <a:srcRect/>
          <a:stretch/>
        </p:blipFill>
        <p:spPr>
          <a:xfrm>
            <a:off x="-3175" y="0"/>
            <a:ext cx="6196013" cy="4602877"/>
          </a:xfrm>
        </p:spPr>
      </p:pic>
      <p:sp>
        <p:nvSpPr>
          <p:cNvPr id="15" name="Content Placeholder 14">
            <a:extLst>
              <a:ext uri="{FF2B5EF4-FFF2-40B4-BE49-F238E27FC236}">
                <a16:creationId xmlns:a16="http://schemas.microsoft.com/office/drawing/2014/main" id="{F95CA429-F668-43CB-B1F6-A9C08F07F983}"/>
              </a:ext>
            </a:extLst>
          </p:cNvPr>
          <p:cNvSpPr>
            <a:spLocks noGrp="1"/>
          </p:cNvSpPr>
          <p:nvPr>
            <p:ph type="body" sz="quarter" idx="14"/>
          </p:nvPr>
        </p:nvSpPr>
        <p:spPr>
          <a:xfrm>
            <a:off x="6650718" y="327025"/>
            <a:ext cx="5073194" cy="3949987"/>
          </a:xfrm>
        </p:spPr>
        <p:txBody>
          <a:bodyPr>
            <a:normAutofit/>
          </a:bodyPr>
          <a:lstStyle/>
          <a:p>
            <a:r>
              <a:rPr lang="en-GB" dirty="0">
                <a:highlight>
                  <a:srgbClr val="FFFF00"/>
                </a:highlight>
              </a:rPr>
              <a:t>- System purpose: [What job does it do?]</a:t>
            </a:r>
          </a:p>
          <a:p>
            <a:r>
              <a:rPr lang="en-GB" dirty="0">
                <a:highlight>
                  <a:srgbClr val="FFFF00"/>
                </a:highlight>
              </a:rPr>
              <a:t>- Main subsystems: [Power] / [Control] / [Sensors] / [Actuators] / [Mechanical]</a:t>
            </a:r>
          </a:p>
          <a:p>
            <a:r>
              <a:rPr lang="en-GB" dirty="0">
                <a:highlight>
                  <a:srgbClr val="FFFF00"/>
                </a:highlight>
              </a:rPr>
              <a:t>- Users/stakeholders: [Operator/technician/student]</a:t>
            </a:r>
          </a:p>
          <a:p>
            <a:pPr marL="285750" indent="-285750">
              <a:buFontTx/>
              <a:buChar char="-"/>
            </a:pPr>
            <a:r>
              <a:rPr lang="en-GB" dirty="0">
                <a:highlight>
                  <a:srgbClr val="FFFF00"/>
                </a:highlight>
              </a:rPr>
              <a:t>Constraints: [Tools available, time, access limits]</a:t>
            </a:r>
          </a:p>
          <a:p>
            <a:pPr marL="285750" indent="-285750">
              <a:buFontTx/>
              <a:buChar char="-"/>
            </a:pPr>
            <a:endParaRPr lang="en-GB" dirty="0">
              <a:highlight>
                <a:srgbClr val="FFFF00"/>
              </a:highlight>
            </a:endParaRPr>
          </a:p>
          <a:p>
            <a:pPr marL="285750" indent="-285750">
              <a:buFontTx/>
              <a:buChar char="-"/>
            </a:pPr>
            <a:r>
              <a:rPr lang="en-GB" dirty="0">
                <a:highlight>
                  <a:srgbClr val="FFFF00"/>
                </a:highlight>
              </a:rPr>
              <a:t>THE ROBOTIC ARM</a:t>
            </a:r>
          </a:p>
        </p:txBody>
      </p:sp>
      <p:sp>
        <p:nvSpPr>
          <p:cNvPr id="18" name="Date Placeholder 17">
            <a:extLst>
              <a:ext uri="{FF2B5EF4-FFF2-40B4-BE49-F238E27FC236}">
                <a16:creationId xmlns:a16="http://schemas.microsoft.com/office/drawing/2014/main" id="{D453A211-65B5-48E3-96AC-ADE300F4D687}"/>
              </a:ext>
            </a:extLst>
          </p:cNvPr>
          <p:cNvSpPr>
            <a:spLocks noGrp="1"/>
          </p:cNvSpPr>
          <p:nvPr>
            <p:ph type="dt" sz="half" idx="10"/>
          </p:nvPr>
        </p:nvSpPr>
        <p:spPr>
          <a:xfrm>
            <a:off x="838200" y="6327648"/>
            <a:ext cx="2743200" cy="365125"/>
          </a:xfrm>
        </p:spPr>
        <p:txBody>
          <a:bodyPr/>
          <a:lstStyle/>
          <a:p>
            <a:pPr lvl="0"/>
            <a:r>
              <a:rPr lang="en-US" noProof="0" dirty="0"/>
              <a:t>20XX</a:t>
            </a:r>
          </a:p>
        </p:txBody>
      </p:sp>
      <p:sp>
        <p:nvSpPr>
          <p:cNvPr id="19" name="Footer Placeholder 18">
            <a:extLst>
              <a:ext uri="{FF2B5EF4-FFF2-40B4-BE49-F238E27FC236}">
                <a16:creationId xmlns:a16="http://schemas.microsoft.com/office/drawing/2014/main" id="{DC007DDA-7459-4DC5-ADDC-B34A3D0DD697}"/>
              </a:ext>
            </a:extLst>
          </p:cNvPr>
          <p:cNvSpPr>
            <a:spLocks noGrp="1"/>
          </p:cNvSpPr>
          <p:nvPr>
            <p:ph type="ftr" sz="quarter" idx="11"/>
          </p:nvPr>
        </p:nvSpPr>
        <p:spPr>
          <a:xfrm>
            <a:off x="4109310" y="6327648"/>
            <a:ext cx="3976429" cy="365125"/>
          </a:xfrm>
        </p:spPr>
        <p:txBody>
          <a:bodyPr/>
          <a:lstStyle/>
          <a:p>
            <a:r>
              <a:rPr lang="en-US" dirty="0"/>
              <a:t>Presentation title</a:t>
            </a:r>
          </a:p>
        </p:txBody>
      </p:sp>
      <p:sp>
        <p:nvSpPr>
          <p:cNvPr id="20" name="Slide Number Placeholder 19">
            <a:extLst>
              <a:ext uri="{FF2B5EF4-FFF2-40B4-BE49-F238E27FC236}">
                <a16:creationId xmlns:a16="http://schemas.microsoft.com/office/drawing/2014/main" id="{8830570A-9F6D-4948-8AE0-762EE7BF813D}"/>
              </a:ext>
            </a:extLst>
          </p:cNvPr>
          <p:cNvSpPr>
            <a:spLocks noGrp="1"/>
          </p:cNvSpPr>
          <p:nvPr>
            <p:ph type="sldNum" sz="quarter" idx="12"/>
          </p:nvPr>
        </p:nvSpPr>
        <p:spPr>
          <a:xfrm>
            <a:off x="10186908" y="6327648"/>
            <a:ext cx="1166892" cy="365125"/>
          </a:xfrm>
        </p:spPr>
        <p:txBody>
          <a:bodyPr/>
          <a:lstStyle/>
          <a:p>
            <a:pPr lvl="0"/>
            <a:fld id="{73B850FF-6169-4056-8077-06FFA93A5366}" type="slidenum">
              <a:rPr lang="en-US" noProof="0" smtClean="0"/>
              <a:pPr lvl="0"/>
              <a:t>3</a:t>
            </a:fld>
            <a:endParaRPr lang="en-US" noProof="0" dirty="0"/>
          </a:p>
        </p:txBody>
      </p:sp>
    </p:spTree>
    <p:extLst>
      <p:ext uri="{BB962C8B-B14F-4D97-AF65-F5344CB8AC3E}">
        <p14:creationId xmlns:p14="http://schemas.microsoft.com/office/powerpoint/2010/main" val="780098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2E04E8F-2D23-4DA1-95F8-B758F6D3C8F9}"/>
              </a:ext>
            </a:extLst>
          </p:cNvPr>
          <p:cNvSpPr>
            <a:spLocks noGrp="1"/>
          </p:cNvSpPr>
          <p:nvPr>
            <p:ph type="title"/>
          </p:nvPr>
        </p:nvSpPr>
        <p:spPr>
          <a:xfrm>
            <a:off x="838200" y="559813"/>
            <a:ext cx="4633785" cy="2397324"/>
          </a:xfrm>
        </p:spPr>
        <p:txBody>
          <a:bodyPr/>
          <a:lstStyle/>
          <a:p>
            <a:r>
              <a:rPr lang="en-GB" dirty="0"/>
              <a:t>Normal Operation</a:t>
            </a:r>
            <a:endParaRPr lang="en-US" dirty="0"/>
          </a:p>
        </p:txBody>
      </p:sp>
      <p:sp>
        <p:nvSpPr>
          <p:cNvPr id="6" name="Text Placeholder 5">
            <a:extLst>
              <a:ext uri="{FF2B5EF4-FFF2-40B4-BE49-F238E27FC236}">
                <a16:creationId xmlns:a16="http://schemas.microsoft.com/office/drawing/2014/main" id="{FA7D6E7D-019F-4C81-AB67-977ED710707D}"/>
              </a:ext>
            </a:extLst>
          </p:cNvPr>
          <p:cNvSpPr>
            <a:spLocks noGrp="1"/>
          </p:cNvSpPr>
          <p:nvPr>
            <p:ph type="body" sz="quarter" idx="10"/>
          </p:nvPr>
        </p:nvSpPr>
        <p:spPr>
          <a:xfrm>
            <a:off x="838200" y="3200400"/>
            <a:ext cx="4633913" cy="2913063"/>
          </a:xfrm>
        </p:spPr>
        <p:txBody>
          <a:bodyPr>
            <a:normAutofit fontScale="70000" lnSpcReduction="20000"/>
          </a:bodyPr>
          <a:lstStyle/>
          <a:p>
            <a:r>
              <a:rPr lang="en-GB" dirty="0">
                <a:highlight>
                  <a:srgbClr val="FFFF00"/>
                </a:highlight>
              </a:rPr>
              <a:t>- Start-up sequence: [Step-by-step, 3–6 steps]</a:t>
            </a:r>
          </a:p>
          <a:p>
            <a:r>
              <a:rPr lang="en-GB" dirty="0">
                <a:highlight>
                  <a:srgbClr val="FFFF00"/>
                </a:highlight>
              </a:rPr>
              <a:t>- Normal behaviour: [Key states/modes]</a:t>
            </a:r>
          </a:p>
          <a:p>
            <a:r>
              <a:rPr lang="en-GB" dirty="0">
                <a:highlight>
                  <a:srgbClr val="FFFF00"/>
                </a:highlight>
              </a:rPr>
              <a:t>- Shutdown behaviour: [How it stops safely]</a:t>
            </a:r>
          </a:p>
          <a:p>
            <a:endParaRPr lang="en-GB" dirty="0">
              <a:highlight>
                <a:srgbClr val="FFFF00"/>
              </a:highlight>
            </a:endParaRPr>
          </a:p>
          <a:p>
            <a:r>
              <a:rPr lang="en-GB" dirty="0">
                <a:highlight>
                  <a:srgbClr val="FFFF00"/>
                </a:highlight>
              </a:rPr>
              <a:t>[HINT]</a:t>
            </a:r>
          </a:p>
          <a:p>
            <a:r>
              <a:rPr lang="en-GB" dirty="0">
                <a:highlight>
                  <a:srgbClr val="FFFF00"/>
                </a:highlight>
              </a:rPr>
              <a:t>- Include at least one *measurable* expected value (e.g., "5 V rail within 4.85–5.15 V" / "servo reaches 90° ±5°")</a:t>
            </a:r>
            <a:endParaRPr lang="en-US" dirty="0">
              <a:highlight>
                <a:srgbClr val="FFFF00"/>
              </a:highlight>
            </a:endParaRPr>
          </a:p>
        </p:txBody>
      </p:sp>
      <p:pic>
        <p:nvPicPr>
          <p:cNvPr id="7" name="Picture Placeholder 6">
            <a:extLst>
              <a:ext uri="{FF2B5EF4-FFF2-40B4-BE49-F238E27FC236}">
                <a16:creationId xmlns:a16="http://schemas.microsoft.com/office/drawing/2014/main" id="{64A76F6C-9A3B-492F-AA50-1D92693A1CD7}"/>
              </a:ext>
            </a:extLst>
          </p:cNvPr>
          <p:cNvPicPr>
            <a:picLocks noGrp="1" noChangeAspect="1"/>
          </p:cNvPicPr>
          <p:nvPr>
            <p:ph type="pic" sz="quarter" idx="11"/>
          </p:nvPr>
        </p:nvPicPr>
        <p:blipFill>
          <a:blip r:embed="rId2">
            <a:duotone>
              <a:prstClr val="black"/>
              <a:schemeClr val="accent6">
                <a:tint val="45000"/>
                <a:satMod val="400000"/>
              </a:schemeClr>
            </a:duotone>
            <a:extLst>
              <a:ext uri="{837473B0-CC2E-450A-ABE3-18F120FF3D39}">
                <a1611:picAttrSrcUrl xmlns:a1611="http://schemas.microsoft.com/office/drawing/2016/11/main" r:id="rId3"/>
              </a:ext>
            </a:extLst>
          </a:blip>
          <a:srcRect l="21973" r="21973"/>
          <a:stretch/>
        </p:blipFill>
        <p:spPr>
          <a:xfrm>
            <a:off x="6508749" y="862806"/>
            <a:ext cx="5132388" cy="5132388"/>
          </a:xfrm>
        </p:spPr>
      </p:pic>
    </p:spTree>
    <p:extLst>
      <p:ext uri="{BB962C8B-B14F-4D97-AF65-F5344CB8AC3E}">
        <p14:creationId xmlns:p14="http://schemas.microsoft.com/office/powerpoint/2010/main" val="2129010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5D4720F-D621-45A7-806A-D71ED5889E6C}"/>
              </a:ext>
            </a:extLst>
          </p:cNvPr>
          <p:cNvSpPr>
            <a:spLocks noGrp="1"/>
          </p:cNvSpPr>
          <p:nvPr>
            <p:ph type="title"/>
          </p:nvPr>
        </p:nvSpPr>
        <p:spPr>
          <a:xfrm>
            <a:off x="1198182" y="381000"/>
            <a:ext cx="10003218" cy="1600124"/>
          </a:xfrm>
        </p:spPr>
        <p:txBody>
          <a:bodyPr/>
          <a:lstStyle/>
          <a:p>
            <a:r>
              <a:rPr lang="en-US" dirty="0">
                <a:solidFill>
                  <a:schemeClr val="tx1"/>
                </a:solidFill>
                <a:highlight>
                  <a:srgbClr val="FFFF00"/>
                </a:highlight>
              </a:rPr>
              <a:t>Chart if needed</a:t>
            </a:r>
          </a:p>
        </p:txBody>
      </p:sp>
      <p:sp>
        <p:nvSpPr>
          <p:cNvPr id="14" name="Date Placeholder 13">
            <a:extLst>
              <a:ext uri="{FF2B5EF4-FFF2-40B4-BE49-F238E27FC236}">
                <a16:creationId xmlns:a16="http://schemas.microsoft.com/office/drawing/2014/main" id="{388A9195-E86D-4E1B-B4FA-2986201F253B}"/>
              </a:ext>
            </a:extLst>
          </p:cNvPr>
          <p:cNvSpPr>
            <a:spLocks noGrp="1"/>
          </p:cNvSpPr>
          <p:nvPr>
            <p:ph type="dt" sz="half" idx="10"/>
          </p:nvPr>
        </p:nvSpPr>
        <p:spPr>
          <a:xfrm>
            <a:off x="838200" y="6327648"/>
            <a:ext cx="2743200" cy="365125"/>
          </a:xfrm>
        </p:spPr>
        <p:txBody>
          <a:bodyPr/>
          <a:lstStyle/>
          <a:p>
            <a:pPr lvl="0"/>
            <a:r>
              <a:rPr lang="en-US" noProof="0" dirty="0"/>
              <a:t>20XX</a:t>
            </a:r>
          </a:p>
        </p:txBody>
      </p:sp>
      <p:sp>
        <p:nvSpPr>
          <p:cNvPr id="15" name="Footer Placeholder 14">
            <a:extLst>
              <a:ext uri="{FF2B5EF4-FFF2-40B4-BE49-F238E27FC236}">
                <a16:creationId xmlns:a16="http://schemas.microsoft.com/office/drawing/2014/main" id="{52F2BB9A-E98D-4938-ACF5-82920092307E}"/>
              </a:ext>
            </a:extLst>
          </p:cNvPr>
          <p:cNvSpPr>
            <a:spLocks noGrp="1"/>
          </p:cNvSpPr>
          <p:nvPr>
            <p:ph type="ftr" sz="quarter" idx="11"/>
          </p:nvPr>
        </p:nvSpPr>
        <p:spPr>
          <a:xfrm>
            <a:off x="4109310" y="6327648"/>
            <a:ext cx="3976429" cy="365125"/>
          </a:xfrm>
        </p:spPr>
        <p:txBody>
          <a:bodyPr/>
          <a:lstStyle/>
          <a:p>
            <a:r>
              <a:rPr lang="en-US" dirty="0"/>
              <a:t>Presentation title</a:t>
            </a:r>
          </a:p>
        </p:txBody>
      </p:sp>
      <p:sp>
        <p:nvSpPr>
          <p:cNvPr id="16" name="Slide Number Placeholder 15">
            <a:extLst>
              <a:ext uri="{FF2B5EF4-FFF2-40B4-BE49-F238E27FC236}">
                <a16:creationId xmlns:a16="http://schemas.microsoft.com/office/drawing/2014/main" id="{BA486A46-0CD4-48E6-AC5A-BF3B69F9B43A}"/>
              </a:ext>
            </a:extLst>
          </p:cNvPr>
          <p:cNvSpPr>
            <a:spLocks noGrp="1"/>
          </p:cNvSpPr>
          <p:nvPr>
            <p:ph type="sldNum" sz="quarter" idx="12"/>
          </p:nvPr>
        </p:nvSpPr>
        <p:spPr>
          <a:xfrm>
            <a:off x="10186908" y="6327648"/>
            <a:ext cx="1166892" cy="365125"/>
          </a:xfrm>
        </p:spPr>
        <p:txBody>
          <a:bodyPr/>
          <a:lstStyle/>
          <a:p>
            <a:pPr lvl="0"/>
            <a:fld id="{73B850FF-6169-4056-8077-06FFA93A5366}" type="slidenum">
              <a:rPr lang="en-US" noProof="0" smtClean="0"/>
              <a:pPr lvl="0"/>
              <a:t>5</a:t>
            </a:fld>
            <a:endParaRPr lang="en-US" noProof="0" dirty="0"/>
          </a:p>
        </p:txBody>
      </p:sp>
      <p:graphicFrame>
        <p:nvGraphicFramePr>
          <p:cNvPr id="18" name="Chart 17">
            <a:extLst>
              <a:ext uri="{FF2B5EF4-FFF2-40B4-BE49-F238E27FC236}">
                <a16:creationId xmlns:a16="http://schemas.microsoft.com/office/drawing/2014/main" id="{7855B1B3-10CE-4A39-8BF5-340A12728158}"/>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2947053969"/>
              </p:ext>
            </p:extLst>
          </p:nvPr>
        </p:nvGraphicFramePr>
        <p:xfrm>
          <a:off x="745413" y="2543692"/>
          <a:ext cx="10701174" cy="356887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12362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0F5A61-1D24-4EDB-9923-7F46ECB49CDF}"/>
              </a:ext>
            </a:extLst>
          </p:cNvPr>
          <p:cNvSpPr>
            <a:spLocks noGrp="1"/>
          </p:cNvSpPr>
          <p:nvPr>
            <p:ph type="title"/>
          </p:nvPr>
        </p:nvSpPr>
        <p:spPr/>
        <p:txBody>
          <a:bodyPr/>
          <a:lstStyle/>
          <a:p>
            <a:r>
              <a:rPr lang="en-US" dirty="0">
                <a:solidFill>
                  <a:schemeClr val="tx1"/>
                </a:solidFill>
                <a:highlight>
                  <a:srgbClr val="FFFF00"/>
                </a:highlight>
              </a:rPr>
              <a:t>Table if Needed</a:t>
            </a:r>
          </a:p>
        </p:txBody>
      </p:sp>
      <p:sp>
        <p:nvSpPr>
          <p:cNvPr id="4" name="Date Placeholder 3">
            <a:extLst>
              <a:ext uri="{FF2B5EF4-FFF2-40B4-BE49-F238E27FC236}">
                <a16:creationId xmlns:a16="http://schemas.microsoft.com/office/drawing/2014/main" id="{651294C7-33F6-4B93-AF71-E4D25AD415AF}"/>
              </a:ext>
            </a:extLst>
          </p:cNvPr>
          <p:cNvSpPr>
            <a:spLocks noGrp="1"/>
          </p:cNvSpPr>
          <p:nvPr>
            <p:ph type="dt" sz="half" idx="10"/>
          </p:nvPr>
        </p:nvSpPr>
        <p:spPr/>
        <p:txBody>
          <a:bodyPr/>
          <a:lstStyle/>
          <a:p>
            <a:pPr lvl="0"/>
            <a:r>
              <a:rPr lang="en-US" noProof="0" dirty="0"/>
              <a:t>20XX</a:t>
            </a:r>
          </a:p>
        </p:txBody>
      </p:sp>
      <p:sp>
        <p:nvSpPr>
          <p:cNvPr id="5" name="Footer Placeholder 4">
            <a:extLst>
              <a:ext uri="{FF2B5EF4-FFF2-40B4-BE49-F238E27FC236}">
                <a16:creationId xmlns:a16="http://schemas.microsoft.com/office/drawing/2014/main" id="{5FCF6C37-DA62-4D45-B486-D70537E82B2A}"/>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94C4641-CC77-403F-8882-BCCBDA89C334}"/>
              </a:ext>
            </a:extLst>
          </p:cNvPr>
          <p:cNvSpPr>
            <a:spLocks noGrp="1"/>
          </p:cNvSpPr>
          <p:nvPr>
            <p:ph type="sldNum" sz="quarter" idx="12"/>
          </p:nvPr>
        </p:nvSpPr>
        <p:spPr/>
        <p:txBody>
          <a:bodyPr/>
          <a:lstStyle/>
          <a:p>
            <a:pPr lvl="0"/>
            <a:fld id="{73B850FF-6169-4056-8077-06FFA93A5366}" type="slidenum">
              <a:rPr lang="en-US" noProof="0" smtClean="0"/>
              <a:pPr lvl="0"/>
              <a:t>6</a:t>
            </a:fld>
            <a:endParaRPr lang="en-US" noProof="0" dirty="0"/>
          </a:p>
        </p:txBody>
      </p:sp>
      <p:graphicFrame>
        <p:nvGraphicFramePr>
          <p:cNvPr id="8" name="Table 7">
            <a:extLst>
              <a:ext uri="{FF2B5EF4-FFF2-40B4-BE49-F238E27FC236}">
                <a16:creationId xmlns:a16="http://schemas.microsoft.com/office/drawing/2014/main" id="{1A2341A1-F60D-4BC7-B48A-099CA3AAFF42}"/>
              </a:ext>
            </a:extLst>
          </p:cNvPr>
          <p:cNvGraphicFramePr>
            <a:graphicFrameLocks noGrp="1"/>
          </p:cNvGraphicFramePr>
          <p:nvPr>
            <p:extLst>
              <p:ext uri="{D42A27DB-BD31-4B8C-83A1-F6EECF244321}">
                <p14:modId xmlns:p14="http://schemas.microsoft.com/office/powerpoint/2010/main" val="3537608436"/>
              </p:ext>
            </p:extLst>
          </p:nvPr>
        </p:nvGraphicFramePr>
        <p:xfrm>
          <a:off x="1148365" y="2719163"/>
          <a:ext cx="9895270" cy="3310890"/>
        </p:xfrm>
        <a:graphic>
          <a:graphicData uri="http://schemas.openxmlformats.org/drawingml/2006/table">
            <a:tbl>
              <a:tblPr firstRow="1" bandRow="1">
                <a:tableStyleId>{5A111915-BE36-4E01-A7E5-04B1672EAD32}</a:tableStyleId>
              </a:tblPr>
              <a:tblGrid>
                <a:gridCol w="1979054">
                  <a:extLst>
                    <a:ext uri="{9D8B030D-6E8A-4147-A177-3AD203B41FA5}">
                      <a16:colId xmlns:a16="http://schemas.microsoft.com/office/drawing/2014/main" val="1517755082"/>
                    </a:ext>
                  </a:extLst>
                </a:gridCol>
                <a:gridCol w="1979054">
                  <a:extLst>
                    <a:ext uri="{9D8B030D-6E8A-4147-A177-3AD203B41FA5}">
                      <a16:colId xmlns:a16="http://schemas.microsoft.com/office/drawing/2014/main" val="2446386500"/>
                    </a:ext>
                  </a:extLst>
                </a:gridCol>
                <a:gridCol w="1979054">
                  <a:extLst>
                    <a:ext uri="{9D8B030D-6E8A-4147-A177-3AD203B41FA5}">
                      <a16:colId xmlns:a16="http://schemas.microsoft.com/office/drawing/2014/main" val="3308918160"/>
                    </a:ext>
                  </a:extLst>
                </a:gridCol>
                <a:gridCol w="1979054">
                  <a:extLst>
                    <a:ext uri="{9D8B030D-6E8A-4147-A177-3AD203B41FA5}">
                      <a16:colId xmlns:a16="http://schemas.microsoft.com/office/drawing/2014/main" val="1854486728"/>
                    </a:ext>
                  </a:extLst>
                </a:gridCol>
                <a:gridCol w="1979054">
                  <a:extLst>
                    <a:ext uri="{9D8B030D-6E8A-4147-A177-3AD203B41FA5}">
                      <a16:colId xmlns:a16="http://schemas.microsoft.com/office/drawing/2014/main" val="1808496511"/>
                    </a:ext>
                  </a:extLst>
                </a:gridCol>
              </a:tblGrid>
              <a:tr h="662178">
                <a:tc>
                  <a:txBody>
                    <a:bodyPr/>
                    <a:lstStyle/>
                    <a:p>
                      <a:pPr algn="ctr"/>
                      <a:endParaRPr lang="en-US" sz="2000" dirty="0"/>
                    </a:p>
                  </a:txBody>
                  <a:tcPr anchor="ctr"/>
                </a:tc>
                <a:tc>
                  <a:txBody>
                    <a:bodyPr/>
                    <a:lstStyle/>
                    <a:p>
                      <a:pPr algn="l"/>
                      <a:r>
                        <a:rPr lang="en-US" sz="1800" b="1" dirty="0">
                          <a:solidFill>
                            <a:schemeClr val="bg1"/>
                          </a:solidFill>
                        </a:rPr>
                        <a:t>Category 1</a:t>
                      </a:r>
                      <a:endParaRPr lang="en-US" sz="1800" b="1" dirty="0">
                        <a:solidFill>
                          <a:schemeClr val="bg1"/>
                        </a:solidFill>
                        <a:latin typeface="+mj-lt"/>
                      </a:endParaRPr>
                    </a:p>
                  </a:txBody>
                  <a:tcPr anchor="ctr"/>
                </a:tc>
                <a:tc>
                  <a:txBody>
                    <a:bodyPr/>
                    <a:lstStyle/>
                    <a:p>
                      <a:pPr algn="l"/>
                      <a:r>
                        <a:rPr lang="en-US" sz="1800" b="1" dirty="0">
                          <a:solidFill>
                            <a:schemeClr val="bg1"/>
                          </a:solidFill>
                        </a:rPr>
                        <a:t>Category 2</a:t>
                      </a:r>
                      <a:endParaRPr lang="en-US" sz="1800" b="1" dirty="0">
                        <a:solidFill>
                          <a:schemeClr val="bg1"/>
                        </a:solidFill>
                        <a:latin typeface="+mj-lt"/>
                      </a:endParaRPr>
                    </a:p>
                  </a:txBody>
                  <a:tcPr anchor="ctr"/>
                </a:tc>
                <a:tc>
                  <a:txBody>
                    <a:bodyPr/>
                    <a:lstStyle/>
                    <a:p>
                      <a:pPr algn="l"/>
                      <a:r>
                        <a:rPr lang="en-US" sz="1800" b="1" dirty="0">
                          <a:solidFill>
                            <a:schemeClr val="bg1"/>
                          </a:solidFill>
                        </a:rPr>
                        <a:t>Category 3</a:t>
                      </a:r>
                      <a:endParaRPr lang="en-US" sz="1800" b="1" dirty="0">
                        <a:solidFill>
                          <a:schemeClr val="bg1"/>
                        </a:solidFill>
                        <a:latin typeface="+mj-lt"/>
                      </a:endParaRPr>
                    </a:p>
                  </a:txBody>
                  <a:tcPr anchor="ctr"/>
                </a:tc>
                <a:tc>
                  <a:txBody>
                    <a:bodyPr/>
                    <a:lstStyle/>
                    <a:p>
                      <a:pPr algn="l"/>
                      <a:r>
                        <a:rPr lang="en-US" sz="1800" b="1" dirty="0">
                          <a:solidFill>
                            <a:schemeClr val="bg1"/>
                          </a:solidFill>
                        </a:rPr>
                        <a:t>Category 4</a:t>
                      </a:r>
                      <a:endParaRPr lang="en-US" sz="1800" b="1" dirty="0">
                        <a:solidFill>
                          <a:schemeClr val="bg1"/>
                        </a:solidFill>
                        <a:latin typeface="+mj-lt"/>
                      </a:endParaRPr>
                    </a:p>
                  </a:txBody>
                  <a:tcPr anchor="ctr"/>
                </a:tc>
                <a:extLst>
                  <a:ext uri="{0D108BD9-81ED-4DB2-BD59-A6C34878D82A}">
                    <a16:rowId xmlns:a16="http://schemas.microsoft.com/office/drawing/2014/main" val="3100351803"/>
                  </a:ext>
                </a:extLst>
              </a:tr>
              <a:tr h="662178">
                <a:tc>
                  <a:txBody>
                    <a:bodyPr/>
                    <a:lstStyle/>
                    <a:p>
                      <a:r>
                        <a:rPr lang="en-US" sz="1800" dirty="0"/>
                        <a:t>Item 1</a:t>
                      </a:r>
                    </a:p>
                  </a:txBody>
                  <a:tcPr anchor="ctr"/>
                </a:tc>
                <a:tc>
                  <a:txBody>
                    <a:bodyPr/>
                    <a:lstStyle/>
                    <a:p>
                      <a:r>
                        <a:rPr lang="en-US" sz="1800" dirty="0"/>
                        <a:t>4.5</a:t>
                      </a:r>
                    </a:p>
                  </a:txBody>
                  <a:tcPr anchor="ctr"/>
                </a:tc>
                <a:tc>
                  <a:txBody>
                    <a:bodyPr/>
                    <a:lstStyle/>
                    <a:p>
                      <a:r>
                        <a:rPr lang="en-US" sz="1800" dirty="0"/>
                        <a:t>2.3</a:t>
                      </a:r>
                    </a:p>
                  </a:txBody>
                  <a:tcPr anchor="ctr"/>
                </a:tc>
                <a:tc>
                  <a:txBody>
                    <a:bodyPr/>
                    <a:lstStyle/>
                    <a:p>
                      <a:r>
                        <a:rPr lang="en-US" sz="1800" dirty="0"/>
                        <a:t>1.7</a:t>
                      </a:r>
                    </a:p>
                  </a:txBody>
                  <a:tcPr anchor="ctr"/>
                </a:tc>
                <a:tc>
                  <a:txBody>
                    <a:bodyPr/>
                    <a:lstStyle/>
                    <a:p>
                      <a:r>
                        <a:rPr lang="en-US" sz="1800" dirty="0"/>
                        <a:t>5.0</a:t>
                      </a:r>
                    </a:p>
                  </a:txBody>
                  <a:tcPr anchor="ctr"/>
                </a:tc>
                <a:extLst>
                  <a:ext uri="{0D108BD9-81ED-4DB2-BD59-A6C34878D82A}">
                    <a16:rowId xmlns:a16="http://schemas.microsoft.com/office/drawing/2014/main" val="2801628125"/>
                  </a:ext>
                </a:extLst>
              </a:tr>
              <a:tr h="662178">
                <a:tc>
                  <a:txBody>
                    <a:bodyPr/>
                    <a:lstStyle/>
                    <a:p>
                      <a:r>
                        <a:rPr lang="en-US" sz="1800" dirty="0"/>
                        <a:t>Item 2</a:t>
                      </a:r>
                    </a:p>
                  </a:txBody>
                  <a:tcPr anchor="ctr"/>
                </a:tc>
                <a:tc>
                  <a:txBody>
                    <a:bodyPr/>
                    <a:lstStyle/>
                    <a:p>
                      <a:r>
                        <a:rPr lang="en-US" sz="1800" dirty="0"/>
                        <a:t>3.2</a:t>
                      </a:r>
                    </a:p>
                  </a:txBody>
                  <a:tcPr anchor="ctr"/>
                </a:tc>
                <a:tc>
                  <a:txBody>
                    <a:bodyPr/>
                    <a:lstStyle/>
                    <a:p>
                      <a:r>
                        <a:rPr lang="en-US" sz="1800" dirty="0"/>
                        <a:t>5.1</a:t>
                      </a:r>
                    </a:p>
                  </a:txBody>
                  <a:tcPr anchor="ctr"/>
                </a:tc>
                <a:tc>
                  <a:txBody>
                    <a:bodyPr/>
                    <a:lstStyle/>
                    <a:p>
                      <a:r>
                        <a:rPr lang="en-US" sz="1800" dirty="0"/>
                        <a:t>4.4</a:t>
                      </a:r>
                    </a:p>
                  </a:txBody>
                  <a:tcPr anchor="ctr"/>
                </a:tc>
                <a:tc>
                  <a:txBody>
                    <a:bodyPr/>
                    <a:lstStyle/>
                    <a:p>
                      <a:r>
                        <a:rPr lang="en-US" sz="1800" dirty="0"/>
                        <a:t>3.0</a:t>
                      </a:r>
                    </a:p>
                  </a:txBody>
                  <a:tcPr anchor="ctr"/>
                </a:tc>
                <a:extLst>
                  <a:ext uri="{0D108BD9-81ED-4DB2-BD59-A6C34878D82A}">
                    <a16:rowId xmlns:a16="http://schemas.microsoft.com/office/drawing/2014/main" val="522315634"/>
                  </a:ext>
                </a:extLst>
              </a:tr>
              <a:tr h="662178">
                <a:tc>
                  <a:txBody>
                    <a:bodyPr/>
                    <a:lstStyle/>
                    <a:p>
                      <a:r>
                        <a:rPr lang="en-US" sz="1800" dirty="0"/>
                        <a:t>Item 3</a:t>
                      </a:r>
                    </a:p>
                  </a:txBody>
                  <a:tcPr anchor="ctr"/>
                </a:tc>
                <a:tc>
                  <a:txBody>
                    <a:bodyPr/>
                    <a:lstStyle/>
                    <a:p>
                      <a:r>
                        <a:rPr lang="en-US" sz="1800" dirty="0"/>
                        <a:t>2.1</a:t>
                      </a:r>
                    </a:p>
                  </a:txBody>
                  <a:tcPr anchor="ctr"/>
                </a:tc>
                <a:tc>
                  <a:txBody>
                    <a:bodyPr/>
                    <a:lstStyle/>
                    <a:p>
                      <a:r>
                        <a:rPr lang="en-US" sz="1800" dirty="0"/>
                        <a:t>1.7</a:t>
                      </a:r>
                    </a:p>
                  </a:txBody>
                  <a:tcPr anchor="ctr"/>
                </a:tc>
                <a:tc>
                  <a:txBody>
                    <a:bodyPr/>
                    <a:lstStyle/>
                    <a:p>
                      <a:r>
                        <a:rPr lang="en-US" sz="1800" dirty="0"/>
                        <a:t>2.5</a:t>
                      </a:r>
                    </a:p>
                  </a:txBody>
                  <a:tcPr anchor="ctr"/>
                </a:tc>
                <a:tc>
                  <a:txBody>
                    <a:bodyPr/>
                    <a:lstStyle/>
                    <a:p>
                      <a:r>
                        <a:rPr lang="en-US" sz="1800" dirty="0"/>
                        <a:t>2.8</a:t>
                      </a:r>
                    </a:p>
                  </a:txBody>
                  <a:tcPr anchor="ctr"/>
                </a:tc>
                <a:extLst>
                  <a:ext uri="{0D108BD9-81ED-4DB2-BD59-A6C34878D82A}">
                    <a16:rowId xmlns:a16="http://schemas.microsoft.com/office/drawing/2014/main" val="3923311043"/>
                  </a:ext>
                </a:extLst>
              </a:tr>
              <a:tr h="662178">
                <a:tc>
                  <a:txBody>
                    <a:bodyPr/>
                    <a:lstStyle/>
                    <a:p>
                      <a:r>
                        <a:rPr lang="en-US" sz="1800" dirty="0"/>
                        <a:t>Item 4</a:t>
                      </a:r>
                    </a:p>
                  </a:txBody>
                  <a:tcPr anchor="ctr"/>
                </a:tc>
                <a:tc>
                  <a:txBody>
                    <a:bodyPr/>
                    <a:lstStyle/>
                    <a:p>
                      <a:r>
                        <a:rPr lang="en-US" sz="1800" dirty="0"/>
                        <a:t>4.5</a:t>
                      </a:r>
                    </a:p>
                  </a:txBody>
                  <a:tcPr anchor="ctr"/>
                </a:tc>
                <a:tc>
                  <a:txBody>
                    <a:bodyPr/>
                    <a:lstStyle/>
                    <a:p>
                      <a:r>
                        <a:rPr lang="en-US" sz="1800" dirty="0"/>
                        <a:t>2.2</a:t>
                      </a:r>
                    </a:p>
                  </a:txBody>
                  <a:tcPr anchor="ctr"/>
                </a:tc>
                <a:tc>
                  <a:txBody>
                    <a:bodyPr/>
                    <a:lstStyle/>
                    <a:p>
                      <a:r>
                        <a:rPr lang="en-US" sz="1800" dirty="0"/>
                        <a:t>1.7</a:t>
                      </a:r>
                    </a:p>
                  </a:txBody>
                  <a:tcPr anchor="ctr"/>
                </a:tc>
                <a:tc>
                  <a:txBody>
                    <a:bodyPr/>
                    <a:lstStyle/>
                    <a:p>
                      <a:r>
                        <a:rPr lang="en-US" sz="1800" dirty="0"/>
                        <a:t>7.0</a:t>
                      </a:r>
                    </a:p>
                  </a:txBody>
                  <a:tcPr anchor="ctr"/>
                </a:tc>
                <a:extLst>
                  <a:ext uri="{0D108BD9-81ED-4DB2-BD59-A6C34878D82A}">
                    <a16:rowId xmlns:a16="http://schemas.microsoft.com/office/drawing/2014/main" val="2046739586"/>
                  </a:ext>
                </a:extLst>
              </a:tr>
            </a:tbl>
          </a:graphicData>
        </a:graphic>
      </p:graphicFrame>
    </p:spTree>
    <p:extLst>
      <p:ext uri="{BB962C8B-B14F-4D97-AF65-F5344CB8AC3E}">
        <p14:creationId xmlns:p14="http://schemas.microsoft.com/office/powerpoint/2010/main" val="1137310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431D1-9F1C-A22B-D9CC-ACC76D3F970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C914223-1FCE-2690-E0B3-6C8D94156C76}"/>
              </a:ext>
            </a:extLst>
          </p:cNvPr>
          <p:cNvSpPr>
            <a:spLocks noGrp="1"/>
          </p:cNvSpPr>
          <p:nvPr>
            <p:ph type="title"/>
          </p:nvPr>
        </p:nvSpPr>
        <p:spPr>
          <a:xfrm>
            <a:off x="838200" y="559813"/>
            <a:ext cx="4633785" cy="2397324"/>
          </a:xfrm>
        </p:spPr>
        <p:txBody>
          <a:bodyPr/>
          <a:lstStyle/>
          <a:p>
            <a:r>
              <a:rPr lang="en-GB" dirty="0"/>
              <a:t>Acceptance Criteria</a:t>
            </a:r>
            <a:endParaRPr lang="en-US" dirty="0"/>
          </a:p>
        </p:txBody>
      </p:sp>
      <p:sp>
        <p:nvSpPr>
          <p:cNvPr id="6" name="Text Placeholder 5">
            <a:extLst>
              <a:ext uri="{FF2B5EF4-FFF2-40B4-BE49-F238E27FC236}">
                <a16:creationId xmlns:a16="http://schemas.microsoft.com/office/drawing/2014/main" id="{BF347388-19F2-1ADA-8610-295AE8287FE1}"/>
              </a:ext>
            </a:extLst>
          </p:cNvPr>
          <p:cNvSpPr>
            <a:spLocks noGrp="1"/>
          </p:cNvSpPr>
          <p:nvPr>
            <p:ph type="body" sz="quarter" idx="10"/>
          </p:nvPr>
        </p:nvSpPr>
        <p:spPr>
          <a:xfrm>
            <a:off x="838072" y="2663031"/>
            <a:ext cx="4633913" cy="3332163"/>
          </a:xfrm>
        </p:spPr>
        <p:txBody>
          <a:bodyPr>
            <a:normAutofit fontScale="70000" lnSpcReduction="20000"/>
          </a:bodyPr>
          <a:lstStyle/>
          <a:p>
            <a:r>
              <a:rPr lang="en-GB" dirty="0">
                <a:highlight>
                  <a:srgbClr val="FFFF00"/>
                </a:highlight>
              </a:rPr>
              <a:t>- Performance criteria: [speed/position/temperature/pressure/etc.]</a:t>
            </a:r>
          </a:p>
          <a:p>
            <a:r>
              <a:rPr lang="en-GB" dirty="0">
                <a:highlight>
                  <a:srgbClr val="FFFF00"/>
                </a:highlight>
              </a:rPr>
              <a:t>- Electrical criteria: [rails, current draw, noise, brownouts]</a:t>
            </a:r>
          </a:p>
          <a:p>
            <a:r>
              <a:rPr lang="en-GB" dirty="0">
                <a:highlight>
                  <a:srgbClr val="FFFF00"/>
                </a:highlight>
              </a:rPr>
              <a:t>- Software/logic criteria: [state transitions, alarms, error handling]</a:t>
            </a:r>
          </a:p>
          <a:p>
            <a:r>
              <a:rPr lang="en-GB" dirty="0">
                <a:highlight>
                  <a:srgbClr val="FFFF00"/>
                </a:highlight>
              </a:rPr>
              <a:t>- Safety criteria: [E-stop, interlocks, limits]</a:t>
            </a:r>
          </a:p>
          <a:p>
            <a:endParaRPr lang="en-GB" dirty="0">
              <a:highlight>
                <a:srgbClr val="FFFF00"/>
              </a:highlight>
            </a:endParaRPr>
          </a:p>
          <a:p>
            <a:r>
              <a:rPr lang="en-GB" dirty="0">
                <a:highlight>
                  <a:srgbClr val="FFFF00"/>
                </a:highlight>
              </a:rPr>
              <a:t>[PLACEHOLDER: list 4–8 pass/fail checks you will use later]</a:t>
            </a:r>
            <a:endParaRPr lang="en-US" dirty="0">
              <a:highlight>
                <a:srgbClr val="FFFF00"/>
              </a:highlight>
            </a:endParaRPr>
          </a:p>
        </p:txBody>
      </p:sp>
      <p:pic>
        <p:nvPicPr>
          <p:cNvPr id="7" name="Picture Placeholder 6">
            <a:extLst>
              <a:ext uri="{FF2B5EF4-FFF2-40B4-BE49-F238E27FC236}">
                <a16:creationId xmlns:a16="http://schemas.microsoft.com/office/drawing/2014/main" id="{E0201DBB-D910-6A4E-86C5-4F33887B761C}"/>
              </a:ext>
            </a:extLst>
          </p:cNvPr>
          <p:cNvPicPr>
            <a:picLocks noGrp="1" noChangeAspect="1"/>
          </p:cNvPicPr>
          <p:nvPr>
            <p:ph type="pic" sz="quarter" idx="11"/>
          </p:nvPr>
        </p:nvPicPr>
        <p:blipFill>
          <a:blip r:embed="rId3">
            <a:duotone>
              <a:schemeClr val="accent3">
                <a:shade val="45000"/>
                <a:satMod val="135000"/>
              </a:schemeClr>
              <a:prstClr val="white"/>
            </a:duotone>
            <a:extLst>
              <a:ext uri="{837473B0-CC2E-450A-ABE3-18F120FF3D39}">
                <a1611:picAttrSrcUrl xmlns:a1611="http://schemas.microsoft.com/office/drawing/2016/11/main" r:id="rId4"/>
              </a:ext>
            </a:extLst>
          </a:blip>
          <a:srcRect l="21973" r="21973"/>
          <a:stretch/>
        </p:blipFill>
        <p:spPr>
          <a:xfrm>
            <a:off x="6508749" y="862806"/>
            <a:ext cx="5132388" cy="5132388"/>
          </a:xfrm>
        </p:spPr>
      </p:pic>
    </p:spTree>
    <p:extLst>
      <p:ext uri="{BB962C8B-B14F-4D97-AF65-F5344CB8AC3E}">
        <p14:creationId xmlns:p14="http://schemas.microsoft.com/office/powerpoint/2010/main" val="1752096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C5233-C6F5-E9E3-5968-7BF7D616A3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0204846-48C9-92D5-45CE-3191597B0251}"/>
              </a:ext>
            </a:extLst>
          </p:cNvPr>
          <p:cNvSpPr>
            <a:spLocks noGrp="1"/>
          </p:cNvSpPr>
          <p:nvPr>
            <p:ph type="title"/>
          </p:nvPr>
        </p:nvSpPr>
        <p:spPr/>
        <p:txBody>
          <a:bodyPr/>
          <a:lstStyle/>
          <a:p>
            <a:r>
              <a:rPr lang="en-US" dirty="0">
                <a:solidFill>
                  <a:schemeClr val="tx1"/>
                </a:solidFill>
                <a:highlight>
                  <a:srgbClr val="FFFF00"/>
                </a:highlight>
              </a:rPr>
              <a:t>Table if Needed</a:t>
            </a:r>
          </a:p>
        </p:txBody>
      </p:sp>
      <p:sp>
        <p:nvSpPr>
          <p:cNvPr id="4" name="Date Placeholder 3">
            <a:extLst>
              <a:ext uri="{FF2B5EF4-FFF2-40B4-BE49-F238E27FC236}">
                <a16:creationId xmlns:a16="http://schemas.microsoft.com/office/drawing/2014/main" id="{A93912B8-3068-29B5-85C0-5CD4FC574BD4}"/>
              </a:ext>
            </a:extLst>
          </p:cNvPr>
          <p:cNvSpPr>
            <a:spLocks noGrp="1"/>
          </p:cNvSpPr>
          <p:nvPr>
            <p:ph type="dt" sz="half" idx="10"/>
          </p:nvPr>
        </p:nvSpPr>
        <p:spPr/>
        <p:txBody>
          <a:bodyPr/>
          <a:lstStyle/>
          <a:p>
            <a:pPr lvl="0"/>
            <a:r>
              <a:rPr lang="en-US" noProof="0" dirty="0"/>
              <a:t>20XX</a:t>
            </a:r>
          </a:p>
        </p:txBody>
      </p:sp>
      <p:sp>
        <p:nvSpPr>
          <p:cNvPr id="5" name="Footer Placeholder 4">
            <a:extLst>
              <a:ext uri="{FF2B5EF4-FFF2-40B4-BE49-F238E27FC236}">
                <a16:creationId xmlns:a16="http://schemas.microsoft.com/office/drawing/2014/main" id="{5C940A68-8013-066E-A4B5-5EB2E712CB1C}"/>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D2775F8-2BF6-F111-D691-D5B6EBE93496}"/>
              </a:ext>
            </a:extLst>
          </p:cNvPr>
          <p:cNvSpPr>
            <a:spLocks noGrp="1"/>
          </p:cNvSpPr>
          <p:nvPr>
            <p:ph type="sldNum" sz="quarter" idx="12"/>
          </p:nvPr>
        </p:nvSpPr>
        <p:spPr/>
        <p:txBody>
          <a:bodyPr/>
          <a:lstStyle/>
          <a:p>
            <a:pPr lvl="0"/>
            <a:fld id="{73B850FF-6169-4056-8077-06FFA93A5366}" type="slidenum">
              <a:rPr lang="en-US" noProof="0" smtClean="0"/>
              <a:pPr lvl="0"/>
              <a:t>8</a:t>
            </a:fld>
            <a:endParaRPr lang="en-US" noProof="0" dirty="0"/>
          </a:p>
        </p:txBody>
      </p:sp>
      <p:graphicFrame>
        <p:nvGraphicFramePr>
          <p:cNvPr id="8" name="Table 7">
            <a:extLst>
              <a:ext uri="{FF2B5EF4-FFF2-40B4-BE49-F238E27FC236}">
                <a16:creationId xmlns:a16="http://schemas.microsoft.com/office/drawing/2014/main" id="{69039117-8855-51E9-E4C4-84530A81D16E}"/>
              </a:ext>
            </a:extLst>
          </p:cNvPr>
          <p:cNvGraphicFramePr>
            <a:graphicFrameLocks noGrp="1"/>
          </p:cNvGraphicFramePr>
          <p:nvPr/>
        </p:nvGraphicFramePr>
        <p:xfrm>
          <a:off x="1148365" y="2719163"/>
          <a:ext cx="9895270" cy="3310890"/>
        </p:xfrm>
        <a:graphic>
          <a:graphicData uri="http://schemas.openxmlformats.org/drawingml/2006/table">
            <a:tbl>
              <a:tblPr firstRow="1" bandRow="1">
                <a:tableStyleId>{5A111915-BE36-4E01-A7E5-04B1672EAD32}</a:tableStyleId>
              </a:tblPr>
              <a:tblGrid>
                <a:gridCol w="1979054">
                  <a:extLst>
                    <a:ext uri="{9D8B030D-6E8A-4147-A177-3AD203B41FA5}">
                      <a16:colId xmlns:a16="http://schemas.microsoft.com/office/drawing/2014/main" val="1517755082"/>
                    </a:ext>
                  </a:extLst>
                </a:gridCol>
                <a:gridCol w="1979054">
                  <a:extLst>
                    <a:ext uri="{9D8B030D-6E8A-4147-A177-3AD203B41FA5}">
                      <a16:colId xmlns:a16="http://schemas.microsoft.com/office/drawing/2014/main" val="2446386500"/>
                    </a:ext>
                  </a:extLst>
                </a:gridCol>
                <a:gridCol w="1979054">
                  <a:extLst>
                    <a:ext uri="{9D8B030D-6E8A-4147-A177-3AD203B41FA5}">
                      <a16:colId xmlns:a16="http://schemas.microsoft.com/office/drawing/2014/main" val="3308918160"/>
                    </a:ext>
                  </a:extLst>
                </a:gridCol>
                <a:gridCol w="1979054">
                  <a:extLst>
                    <a:ext uri="{9D8B030D-6E8A-4147-A177-3AD203B41FA5}">
                      <a16:colId xmlns:a16="http://schemas.microsoft.com/office/drawing/2014/main" val="1854486728"/>
                    </a:ext>
                  </a:extLst>
                </a:gridCol>
                <a:gridCol w="1979054">
                  <a:extLst>
                    <a:ext uri="{9D8B030D-6E8A-4147-A177-3AD203B41FA5}">
                      <a16:colId xmlns:a16="http://schemas.microsoft.com/office/drawing/2014/main" val="1808496511"/>
                    </a:ext>
                  </a:extLst>
                </a:gridCol>
              </a:tblGrid>
              <a:tr h="662178">
                <a:tc>
                  <a:txBody>
                    <a:bodyPr/>
                    <a:lstStyle/>
                    <a:p>
                      <a:pPr algn="ctr"/>
                      <a:endParaRPr lang="en-US" sz="2000" dirty="0"/>
                    </a:p>
                  </a:txBody>
                  <a:tcPr anchor="ctr"/>
                </a:tc>
                <a:tc>
                  <a:txBody>
                    <a:bodyPr/>
                    <a:lstStyle/>
                    <a:p>
                      <a:pPr algn="l"/>
                      <a:r>
                        <a:rPr lang="en-US" sz="1800" b="1" dirty="0">
                          <a:solidFill>
                            <a:schemeClr val="bg1"/>
                          </a:solidFill>
                        </a:rPr>
                        <a:t>Category 1</a:t>
                      </a:r>
                      <a:endParaRPr lang="en-US" sz="1800" b="1" dirty="0">
                        <a:solidFill>
                          <a:schemeClr val="bg1"/>
                        </a:solidFill>
                        <a:latin typeface="+mj-lt"/>
                      </a:endParaRPr>
                    </a:p>
                  </a:txBody>
                  <a:tcPr anchor="ctr"/>
                </a:tc>
                <a:tc>
                  <a:txBody>
                    <a:bodyPr/>
                    <a:lstStyle/>
                    <a:p>
                      <a:pPr algn="l"/>
                      <a:r>
                        <a:rPr lang="en-US" sz="1800" b="1" dirty="0">
                          <a:solidFill>
                            <a:schemeClr val="bg1"/>
                          </a:solidFill>
                        </a:rPr>
                        <a:t>Category 2</a:t>
                      </a:r>
                      <a:endParaRPr lang="en-US" sz="1800" b="1" dirty="0">
                        <a:solidFill>
                          <a:schemeClr val="bg1"/>
                        </a:solidFill>
                        <a:latin typeface="+mj-lt"/>
                      </a:endParaRPr>
                    </a:p>
                  </a:txBody>
                  <a:tcPr anchor="ctr"/>
                </a:tc>
                <a:tc>
                  <a:txBody>
                    <a:bodyPr/>
                    <a:lstStyle/>
                    <a:p>
                      <a:pPr algn="l"/>
                      <a:r>
                        <a:rPr lang="en-US" sz="1800" b="1" dirty="0">
                          <a:solidFill>
                            <a:schemeClr val="bg1"/>
                          </a:solidFill>
                        </a:rPr>
                        <a:t>Category 3</a:t>
                      </a:r>
                      <a:endParaRPr lang="en-US" sz="1800" b="1" dirty="0">
                        <a:solidFill>
                          <a:schemeClr val="bg1"/>
                        </a:solidFill>
                        <a:latin typeface="+mj-lt"/>
                      </a:endParaRPr>
                    </a:p>
                  </a:txBody>
                  <a:tcPr anchor="ctr"/>
                </a:tc>
                <a:tc>
                  <a:txBody>
                    <a:bodyPr/>
                    <a:lstStyle/>
                    <a:p>
                      <a:pPr algn="l"/>
                      <a:r>
                        <a:rPr lang="en-US" sz="1800" b="1" dirty="0">
                          <a:solidFill>
                            <a:schemeClr val="bg1"/>
                          </a:solidFill>
                        </a:rPr>
                        <a:t>Category 4</a:t>
                      </a:r>
                      <a:endParaRPr lang="en-US" sz="1800" b="1" dirty="0">
                        <a:solidFill>
                          <a:schemeClr val="bg1"/>
                        </a:solidFill>
                        <a:latin typeface="+mj-lt"/>
                      </a:endParaRPr>
                    </a:p>
                  </a:txBody>
                  <a:tcPr anchor="ctr"/>
                </a:tc>
                <a:extLst>
                  <a:ext uri="{0D108BD9-81ED-4DB2-BD59-A6C34878D82A}">
                    <a16:rowId xmlns:a16="http://schemas.microsoft.com/office/drawing/2014/main" val="3100351803"/>
                  </a:ext>
                </a:extLst>
              </a:tr>
              <a:tr h="662178">
                <a:tc>
                  <a:txBody>
                    <a:bodyPr/>
                    <a:lstStyle/>
                    <a:p>
                      <a:r>
                        <a:rPr lang="en-US" sz="1800" dirty="0"/>
                        <a:t>Item 1</a:t>
                      </a:r>
                    </a:p>
                  </a:txBody>
                  <a:tcPr anchor="ctr"/>
                </a:tc>
                <a:tc>
                  <a:txBody>
                    <a:bodyPr/>
                    <a:lstStyle/>
                    <a:p>
                      <a:r>
                        <a:rPr lang="en-US" sz="1800" dirty="0"/>
                        <a:t>4.5</a:t>
                      </a:r>
                    </a:p>
                  </a:txBody>
                  <a:tcPr anchor="ctr"/>
                </a:tc>
                <a:tc>
                  <a:txBody>
                    <a:bodyPr/>
                    <a:lstStyle/>
                    <a:p>
                      <a:r>
                        <a:rPr lang="en-US" sz="1800" dirty="0"/>
                        <a:t>2.3</a:t>
                      </a:r>
                    </a:p>
                  </a:txBody>
                  <a:tcPr anchor="ctr"/>
                </a:tc>
                <a:tc>
                  <a:txBody>
                    <a:bodyPr/>
                    <a:lstStyle/>
                    <a:p>
                      <a:r>
                        <a:rPr lang="en-US" sz="1800" dirty="0"/>
                        <a:t>1.7</a:t>
                      </a:r>
                    </a:p>
                  </a:txBody>
                  <a:tcPr anchor="ctr"/>
                </a:tc>
                <a:tc>
                  <a:txBody>
                    <a:bodyPr/>
                    <a:lstStyle/>
                    <a:p>
                      <a:r>
                        <a:rPr lang="en-US" sz="1800" dirty="0"/>
                        <a:t>5.0</a:t>
                      </a:r>
                    </a:p>
                  </a:txBody>
                  <a:tcPr anchor="ctr"/>
                </a:tc>
                <a:extLst>
                  <a:ext uri="{0D108BD9-81ED-4DB2-BD59-A6C34878D82A}">
                    <a16:rowId xmlns:a16="http://schemas.microsoft.com/office/drawing/2014/main" val="2801628125"/>
                  </a:ext>
                </a:extLst>
              </a:tr>
              <a:tr h="662178">
                <a:tc>
                  <a:txBody>
                    <a:bodyPr/>
                    <a:lstStyle/>
                    <a:p>
                      <a:r>
                        <a:rPr lang="en-US" sz="1800" dirty="0"/>
                        <a:t>Item 2</a:t>
                      </a:r>
                    </a:p>
                  </a:txBody>
                  <a:tcPr anchor="ctr"/>
                </a:tc>
                <a:tc>
                  <a:txBody>
                    <a:bodyPr/>
                    <a:lstStyle/>
                    <a:p>
                      <a:r>
                        <a:rPr lang="en-US" sz="1800" dirty="0"/>
                        <a:t>3.2</a:t>
                      </a:r>
                    </a:p>
                  </a:txBody>
                  <a:tcPr anchor="ctr"/>
                </a:tc>
                <a:tc>
                  <a:txBody>
                    <a:bodyPr/>
                    <a:lstStyle/>
                    <a:p>
                      <a:r>
                        <a:rPr lang="en-US" sz="1800" dirty="0"/>
                        <a:t>5.1</a:t>
                      </a:r>
                    </a:p>
                  </a:txBody>
                  <a:tcPr anchor="ctr"/>
                </a:tc>
                <a:tc>
                  <a:txBody>
                    <a:bodyPr/>
                    <a:lstStyle/>
                    <a:p>
                      <a:r>
                        <a:rPr lang="en-US" sz="1800" dirty="0"/>
                        <a:t>4.4</a:t>
                      </a:r>
                    </a:p>
                  </a:txBody>
                  <a:tcPr anchor="ctr"/>
                </a:tc>
                <a:tc>
                  <a:txBody>
                    <a:bodyPr/>
                    <a:lstStyle/>
                    <a:p>
                      <a:r>
                        <a:rPr lang="en-US" sz="1800" dirty="0"/>
                        <a:t>3.0</a:t>
                      </a:r>
                    </a:p>
                  </a:txBody>
                  <a:tcPr anchor="ctr"/>
                </a:tc>
                <a:extLst>
                  <a:ext uri="{0D108BD9-81ED-4DB2-BD59-A6C34878D82A}">
                    <a16:rowId xmlns:a16="http://schemas.microsoft.com/office/drawing/2014/main" val="522315634"/>
                  </a:ext>
                </a:extLst>
              </a:tr>
              <a:tr h="662178">
                <a:tc>
                  <a:txBody>
                    <a:bodyPr/>
                    <a:lstStyle/>
                    <a:p>
                      <a:r>
                        <a:rPr lang="en-US" sz="1800" dirty="0"/>
                        <a:t>Item 3</a:t>
                      </a:r>
                    </a:p>
                  </a:txBody>
                  <a:tcPr anchor="ctr"/>
                </a:tc>
                <a:tc>
                  <a:txBody>
                    <a:bodyPr/>
                    <a:lstStyle/>
                    <a:p>
                      <a:r>
                        <a:rPr lang="en-US" sz="1800" dirty="0"/>
                        <a:t>2.1</a:t>
                      </a:r>
                    </a:p>
                  </a:txBody>
                  <a:tcPr anchor="ctr"/>
                </a:tc>
                <a:tc>
                  <a:txBody>
                    <a:bodyPr/>
                    <a:lstStyle/>
                    <a:p>
                      <a:r>
                        <a:rPr lang="en-US" sz="1800" dirty="0"/>
                        <a:t>1.7</a:t>
                      </a:r>
                    </a:p>
                  </a:txBody>
                  <a:tcPr anchor="ctr"/>
                </a:tc>
                <a:tc>
                  <a:txBody>
                    <a:bodyPr/>
                    <a:lstStyle/>
                    <a:p>
                      <a:r>
                        <a:rPr lang="en-US" sz="1800" dirty="0"/>
                        <a:t>2.5</a:t>
                      </a:r>
                    </a:p>
                  </a:txBody>
                  <a:tcPr anchor="ctr"/>
                </a:tc>
                <a:tc>
                  <a:txBody>
                    <a:bodyPr/>
                    <a:lstStyle/>
                    <a:p>
                      <a:r>
                        <a:rPr lang="en-US" sz="1800" dirty="0"/>
                        <a:t>2.8</a:t>
                      </a:r>
                    </a:p>
                  </a:txBody>
                  <a:tcPr anchor="ctr"/>
                </a:tc>
                <a:extLst>
                  <a:ext uri="{0D108BD9-81ED-4DB2-BD59-A6C34878D82A}">
                    <a16:rowId xmlns:a16="http://schemas.microsoft.com/office/drawing/2014/main" val="3923311043"/>
                  </a:ext>
                </a:extLst>
              </a:tr>
              <a:tr h="662178">
                <a:tc>
                  <a:txBody>
                    <a:bodyPr/>
                    <a:lstStyle/>
                    <a:p>
                      <a:r>
                        <a:rPr lang="en-US" sz="1800" dirty="0"/>
                        <a:t>Item 4</a:t>
                      </a:r>
                    </a:p>
                  </a:txBody>
                  <a:tcPr anchor="ctr"/>
                </a:tc>
                <a:tc>
                  <a:txBody>
                    <a:bodyPr/>
                    <a:lstStyle/>
                    <a:p>
                      <a:r>
                        <a:rPr lang="en-US" sz="1800" dirty="0"/>
                        <a:t>4.5</a:t>
                      </a:r>
                    </a:p>
                  </a:txBody>
                  <a:tcPr anchor="ctr"/>
                </a:tc>
                <a:tc>
                  <a:txBody>
                    <a:bodyPr/>
                    <a:lstStyle/>
                    <a:p>
                      <a:r>
                        <a:rPr lang="en-US" sz="1800" dirty="0"/>
                        <a:t>2.2</a:t>
                      </a:r>
                    </a:p>
                  </a:txBody>
                  <a:tcPr anchor="ctr"/>
                </a:tc>
                <a:tc>
                  <a:txBody>
                    <a:bodyPr/>
                    <a:lstStyle/>
                    <a:p>
                      <a:r>
                        <a:rPr lang="en-US" sz="1800" dirty="0"/>
                        <a:t>1.7</a:t>
                      </a:r>
                    </a:p>
                  </a:txBody>
                  <a:tcPr anchor="ctr"/>
                </a:tc>
                <a:tc>
                  <a:txBody>
                    <a:bodyPr/>
                    <a:lstStyle/>
                    <a:p>
                      <a:r>
                        <a:rPr lang="en-US" sz="1800" dirty="0"/>
                        <a:t>7.0</a:t>
                      </a:r>
                    </a:p>
                  </a:txBody>
                  <a:tcPr anchor="ctr"/>
                </a:tc>
                <a:extLst>
                  <a:ext uri="{0D108BD9-81ED-4DB2-BD59-A6C34878D82A}">
                    <a16:rowId xmlns:a16="http://schemas.microsoft.com/office/drawing/2014/main" val="2046739586"/>
                  </a:ext>
                </a:extLst>
              </a:tr>
            </a:tbl>
          </a:graphicData>
        </a:graphic>
      </p:graphicFrame>
    </p:spTree>
    <p:extLst>
      <p:ext uri="{BB962C8B-B14F-4D97-AF65-F5344CB8AC3E}">
        <p14:creationId xmlns:p14="http://schemas.microsoft.com/office/powerpoint/2010/main" val="3407326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 name="Picture Placeholder 8" descr="A picture containing hands in a circle">
            <a:extLst>
              <a:ext uri="{FF2B5EF4-FFF2-40B4-BE49-F238E27FC236}">
                <a16:creationId xmlns:a16="http://schemas.microsoft.com/office/drawing/2014/main" id="{5B772296-B776-40B5-95DF-60BFE7CD98D2}"/>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val="0"/>
              </a:ext>
            </a:extLst>
          </a:blip>
          <a:srcRect/>
          <a:stretch/>
        </p:blipFill>
        <p:spPr>
          <a:xfrm>
            <a:off x="0" y="0"/>
            <a:ext cx="12188825" cy="6858000"/>
          </a:xfrm>
        </p:spPr>
      </p:pic>
      <p:sp>
        <p:nvSpPr>
          <p:cNvPr id="26" name="Title 25">
            <a:extLst>
              <a:ext uri="{FF2B5EF4-FFF2-40B4-BE49-F238E27FC236}">
                <a16:creationId xmlns:a16="http://schemas.microsoft.com/office/drawing/2014/main" id="{D85D0586-45E7-469A-A379-62E46DDBFC5B}"/>
              </a:ext>
            </a:extLst>
          </p:cNvPr>
          <p:cNvSpPr>
            <a:spLocks noGrp="1"/>
          </p:cNvSpPr>
          <p:nvPr>
            <p:ph type="title"/>
          </p:nvPr>
        </p:nvSpPr>
        <p:spPr>
          <a:xfrm>
            <a:off x="996275" y="865762"/>
            <a:ext cx="10198776" cy="4056968"/>
          </a:xfrm>
        </p:spPr>
        <p:txBody>
          <a:bodyPr/>
          <a:lstStyle/>
          <a:p>
            <a:pPr lvl="0"/>
            <a:r>
              <a:rPr lang="en-US" noProof="0" dirty="0">
                <a:solidFill>
                  <a:schemeClr val="tx1"/>
                </a:solidFill>
                <a:highlight>
                  <a:srgbClr val="FFFF00"/>
                </a:highlight>
              </a:rPr>
              <a:t>Quote Holder</a:t>
            </a:r>
            <a:br>
              <a:rPr lang="en-US" noProof="0" dirty="0">
                <a:solidFill>
                  <a:schemeClr val="tx1"/>
                </a:solidFill>
                <a:highlight>
                  <a:srgbClr val="FFFF00"/>
                </a:highlight>
              </a:rPr>
            </a:br>
            <a:br>
              <a:rPr lang="en-US" noProof="0" dirty="0">
                <a:solidFill>
                  <a:schemeClr val="tx1"/>
                </a:solidFill>
                <a:highlight>
                  <a:srgbClr val="FFFF00"/>
                </a:highlight>
              </a:rPr>
            </a:br>
            <a:r>
              <a:rPr lang="en-US" noProof="0" dirty="0">
                <a:solidFill>
                  <a:schemeClr val="tx1"/>
                </a:solidFill>
                <a:highlight>
                  <a:srgbClr val="FFFF00"/>
                </a:highlight>
              </a:rPr>
              <a:t>-HIDDEN SLIDE-</a:t>
            </a:r>
            <a:br>
              <a:rPr lang="en-US" noProof="0" dirty="0">
                <a:solidFill>
                  <a:schemeClr val="tx1"/>
                </a:solidFill>
                <a:highlight>
                  <a:srgbClr val="FFFF00"/>
                </a:highlight>
              </a:rPr>
            </a:br>
            <a:endParaRPr lang="en-US" dirty="0">
              <a:solidFill>
                <a:schemeClr val="tx1"/>
              </a:solidFill>
              <a:highlight>
                <a:srgbClr val="FFFF00"/>
              </a:highlight>
            </a:endParaRPr>
          </a:p>
        </p:txBody>
      </p:sp>
      <p:sp>
        <p:nvSpPr>
          <p:cNvPr id="5" name="Subtitle 4">
            <a:extLst>
              <a:ext uri="{FF2B5EF4-FFF2-40B4-BE49-F238E27FC236}">
                <a16:creationId xmlns:a16="http://schemas.microsoft.com/office/drawing/2014/main" id="{2E48E894-8343-4D22-9011-9F2725E9557B}"/>
              </a:ext>
            </a:extLst>
          </p:cNvPr>
          <p:cNvSpPr>
            <a:spLocks noGrp="1"/>
          </p:cNvSpPr>
          <p:nvPr>
            <p:ph type="subTitle" idx="1"/>
          </p:nvPr>
        </p:nvSpPr>
        <p:spPr>
          <a:xfrm>
            <a:off x="1218708" y="5101548"/>
            <a:ext cx="9781327" cy="502958"/>
          </a:xfrm>
        </p:spPr>
        <p:txBody>
          <a:bodyPr>
            <a:normAutofit fontScale="92500"/>
          </a:bodyPr>
          <a:lstStyle/>
          <a:p>
            <a:r>
              <a:rPr lang="en-US" dirty="0">
                <a:solidFill>
                  <a:schemeClr val="tx1"/>
                </a:solidFill>
                <a:highlight>
                  <a:srgbClr val="FFFF00"/>
                </a:highlight>
              </a:rPr>
              <a:t>Author Holder</a:t>
            </a:r>
          </a:p>
        </p:txBody>
      </p:sp>
    </p:spTree>
    <p:extLst>
      <p:ext uri="{BB962C8B-B14F-4D97-AF65-F5344CB8AC3E}">
        <p14:creationId xmlns:p14="http://schemas.microsoft.com/office/powerpoint/2010/main" val="253448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C5DFB2A-8393-4E61-90D3-501013B531D0}"/>
              </a:ext>
            </a:extLst>
          </p:cNvPr>
          <p:cNvSpPr>
            <a:spLocks noGrp="1"/>
          </p:cNvSpPr>
          <p:nvPr>
            <p:ph type="title"/>
          </p:nvPr>
        </p:nvSpPr>
        <p:spPr>
          <a:xfrm>
            <a:off x="838200" y="4679001"/>
            <a:ext cx="10348147" cy="1388631"/>
          </a:xfrm>
        </p:spPr>
        <p:txBody>
          <a:bodyPr/>
          <a:lstStyle/>
          <a:p>
            <a:r>
              <a:rPr lang="en-US" dirty="0">
                <a:solidFill>
                  <a:schemeClr val="tx1"/>
                </a:solidFill>
                <a:highlight>
                  <a:srgbClr val="FFFF00"/>
                </a:highlight>
              </a:rPr>
              <a:t>List Images Caption</a:t>
            </a:r>
          </a:p>
        </p:txBody>
      </p:sp>
      <p:sp>
        <p:nvSpPr>
          <p:cNvPr id="6" name="Date Placeholder 5">
            <a:extLst>
              <a:ext uri="{FF2B5EF4-FFF2-40B4-BE49-F238E27FC236}">
                <a16:creationId xmlns:a16="http://schemas.microsoft.com/office/drawing/2014/main" id="{093827A5-C467-455F-9EE3-859E6534A846}"/>
              </a:ext>
            </a:extLst>
          </p:cNvPr>
          <p:cNvSpPr>
            <a:spLocks noGrp="1"/>
          </p:cNvSpPr>
          <p:nvPr>
            <p:ph type="dt" sz="half" idx="10"/>
          </p:nvPr>
        </p:nvSpPr>
        <p:spPr>
          <a:xfrm>
            <a:off x="838200" y="6324600"/>
            <a:ext cx="2743200" cy="365125"/>
          </a:xfrm>
        </p:spPr>
        <p:txBody>
          <a:bodyPr/>
          <a:lstStyle/>
          <a:p>
            <a:pPr lvl="0"/>
            <a:r>
              <a:rPr lang="en-US" noProof="0" dirty="0"/>
              <a:t>20XX</a:t>
            </a:r>
          </a:p>
        </p:txBody>
      </p:sp>
      <p:sp>
        <p:nvSpPr>
          <p:cNvPr id="7" name="Footer Placeholder 6">
            <a:extLst>
              <a:ext uri="{FF2B5EF4-FFF2-40B4-BE49-F238E27FC236}">
                <a16:creationId xmlns:a16="http://schemas.microsoft.com/office/drawing/2014/main" id="{404AA1D4-FC66-4698-97B1-F64C973FF1AA}"/>
              </a:ext>
            </a:extLst>
          </p:cNvPr>
          <p:cNvSpPr>
            <a:spLocks noGrp="1"/>
          </p:cNvSpPr>
          <p:nvPr>
            <p:ph type="ftr" sz="quarter" idx="11"/>
          </p:nvPr>
        </p:nvSpPr>
        <p:spPr>
          <a:xfrm>
            <a:off x="4038600" y="6324600"/>
            <a:ext cx="4114800" cy="365125"/>
          </a:xfrm>
        </p:spPr>
        <p:txBody>
          <a:bodyPr/>
          <a:lstStyle/>
          <a:p>
            <a:r>
              <a:rPr lang="en-US" dirty="0"/>
              <a:t>Presentation title</a:t>
            </a:r>
          </a:p>
        </p:txBody>
      </p:sp>
      <p:sp>
        <p:nvSpPr>
          <p:cNvPr id="8" name="Slide Number Placeholder 7">
            <a:extLst>
              <a:ext uri="{FF2B5EF4-FFF2-40B4-BE49-F238E27FC236}">
                <a16:creationId xmlns:a16="http://schemas.microsoft.com/office/drawing/2014/main" id="{786BC6D8-6A4F-4AC3-B834-BEF2A20A7F50}"/>
              </a:ext>
            </a:extLst>
          </p:cNvPr>
          <p:cNvSpPr>
            <a:spLocks noGrp="1"/>
          </p:cNvSpPr>
          <p:nvPr>
            <p:ph type="sldNum" sz="quarter" idx="12"/>
          </p:nvPr>
        </p:nvSpPr>
        <p:spPr>
          <a:xfrm>
            <a:off x="8610600" y="6324600"/>
            <a:ext cx="2743200" cy="365125"/>
          </a:xfrm>
        </p:spPr>
        <p:txBody>
          <a:bodyPr/>
          <a:lstStyle/>
          <a:p>
            <a:pPr lvl="0"/>
            <a:fld id="{73B850FF-6169-4056-8077-06FFA93A5366}" type="slidenum">
              <a:rPr lang="en-US" noProof="0" smtClean="0"/>
              <a:pPr lvl="0"/>
              <a:t>10</a:t>
            </a:fld>
            <a:endParaRPr lang="en-US" noProof="0" dirty="0"/>
          </a:p>
        </p:txBody>
      </p:sp>
      <p:graphicFrame>
        <p:nvGraphicFramePr>
          <p:cNvPr id="24" name="Content Placeholder 2">
            <a:extLst>
              <a:ext uri="{FF2B5EF4-FFF2-40B4-BE49-F238E27FC236}">
                <a16:creationId xmlns:a16="http://schemas.microsoft.com/office/drawing/2014/main" id="{23FF1510-7581-42E9-9BC2-7A1C16AA2770}"/>
              </a:ext>
              <a:ext uri="{C183D7F6-B498-43B3-948B-1728B52AA6E4}">
                <adec:decorative xmlns:adec="http://schemas.microsoft.com/office/drawing/2017/decorative" val="1"/>
              </a:ext>
            </a:extLst>
          </p:cNvPr>
          <p:cNvGraphicFramePr>
            <a:graphicFrameLocks noGrp="1"/>
          </p:cNvGraphicFramePr>
          <p:nvPr>
            <p:ph sz="quarter" idx="13"/>
            <p:extLst>
              <p:ext uri="{D42A27DB-BD31-4B8C-83A1-F6EECF244321}">
                <p14:modId xmlns:p14="http://schemas.microsoft.com/office/powerpoint/2010/main" val="1774322041"/>
              </p:ext>
            </p:extLst>
          </p:nvPr>
        </p:nvGraphicFramePr>
        <p:xfrm>
          <a:off x="392113" y="217488"/>
          <a:ext cx="11407775" cy="43449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04337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FB677E5-E523-4E86-B284-DC459250C5E3}"/>
              </a:ext>
            </a:extLst>
          </p:cNvPr>
          <p:cNvSpPr>
            <a:spLocks noGrp="1"/>
          </p:cNvSpPr>
          <p:nvPr>
            <p:ph type="title"/>
          </p:nvPr>
        </p:nvSpPr>
        <p:spPr>
          <a:xfrm>
            <a:off x="838200" y="4581785"/>
            <a:ext cx="10348147" cy="1572606"/>
          </a:xfrm>
        </p:spPr>
        <p:txBody>
          <a:bodyPr/>
          <a:lstStyle/>
          <a:p>
            <a:r>
              <a:rPr lang="en-US" dirty="0">
                <a:solidFill>
                  <a:schemeClr val="tx1"/>
                </a:solidFill>
                <a:highlight>
                  <a:srgbClr val="FFFF00"/>
                </a:highlight>
              </a:rPr>
              <a:t>Process</a:t>
            </a:r>
          </a:p>
        </p:txBody>
      </p:sp>
      <p:sp>
        <p:nvSpPr>
          <p:cNvPr id="4" name="Date Placeholder 3">
            <a:extLst>
              <a:ext uri="{FF2B5EF4-FFF2-40B4-BE49-F238E27FC236}">
                <a16:creationId xmlns:a16="http://schemas.microsoft.com/office/drawing/2014/main" id="{4326DDDC-1700-4DB4-B2E0-E08EB2C98887}"/>
              </a:ext>
            </a:extLst>
          </p:cNvPr>
          <p:cNvSpPr>
            <a:spLocks noGrp="1"/>
          </p:cNvSpPr>
          <p:nvPr>
            <p:ph type="dt" sz="half" idx="10"/>
          </p:nvPr>
        </p:nvSpPr>
        <p:spPr>
          <a:xfrm>
            <a:off x="838200" y="6324600"/>
            <a:ext cx="2743200" cy="365125"/>
          </a:xfrm>
        </p:spPr>
        <p:txBody>
          <a:bodyPr/>
          <a:lstStyle/>
          <a:p>
            <a:pPr lvl="0"/>
            <a:r>
              <a:rPr lang="en-US" noProof="0" dirty="0"/>
              <a:t>20XX</a:t>
            </a:r>
          </a:p>
        </p:txBody>
      </p:sp>
      <p:sp>
        <p:nvSpPr>
          <p:cNvPr id="5" name="Footer Placeholder 4">
            <a:extLst>
              <a:ext uri="{FF2B5EF4-FFF2-40B4-BE49-F238E27FC236}">
                <a16:creationId xmlns:a16="http://schemas.microsoft.com/office/drawing/2014/main" id="{D4C678EA-E23B-452E-83DE-0015EC310280}"/>
              </a:ext>
            </a:extLst>
          </p:cNvPr>
          <p:cNvSpPr>
            <a:spLocks noGrp="1"/>
          </p:cNvSpPr>
          <p:nvPr>
            <p:ph type="ftr" sz="quarter" idx="11"/>
          </p:nvPr>
        </p:nvSpPr>
        <p:spPr>
          <a:xfrm>
            <a:off x="4038600" y="6324600"/>
            <a:ext cx="4114800" cy="365125"/>
          </a:xfrm>
        </p:spPr>
        <p:txBody>
          <a:bodyPr/>
          <a:lstStyle/>
          <a:p>
            <a:r>
              <a:rPr lang="en-US" dirty="0"/>
              <a:t>Presentation title</a:t>
            </a:r>
          </a:p>
        </p:txBody>
      </p:sp>
      <p:sp>
        <p:nvSpPr>
          <p:cNvPr id="6" name="Slide Number Placeholder 5">
            <a:extLst>
              <a:ext uri="{FF2B5EF4-FFF2-40B4-BE49-F238E27FC236}">
                <a16:creationId xmlns:a16="http://schemas.microsoft.com/office/drawing/2014/main" id="{9E0E1D25-417C-4739-ADA5-9B48906D5CE4}"/>
              </a:ext>
            </a:extLst>
          </p:cNvPr>
          <p:cNvSpPr>
            <a:spLocks noGrp="1"/>
          </p:cNvSpPr>
          <p:nvPr>
            <p:ph type="sldNum" sz="quarter" idx="12"/>
          </p:nvPr>
        </p:nvSpPr>
        <p:spPr>
          <a:xfrm>
            <a:off x="8610600" y="6324600"/>
            <a:ext cx="2743200" cy="365125"/>
          </a:xfrm>
        </p:spPr>
        <p:txBody>
          <a:bodyPr/>
          <a:lstStyle/>
          <a:p>
            <a:pPr lvl="0"/>
            <a:fld id="{73B850FF-6169-4056-8077-06FFA93A5366}" type="slidenum">
              <a:rPr lang="en-US" noProof="0" smtClean="0"/>
              <a:pPr lvl="0"/>
              <a:t>11</a:t>
            </a:fld>
            <a:endParaRPr lang="en-US" noProof="0" dirty="0"/>
          </a:p>
        </p:txBody>
      </p:sp>
      <p:graphicFrame>
        <p:nvGraphicFramePr>
          <p:cNvPr id="48" name="Content Placeholder 3">
            <a:extLst>
              <a:ext uri="{FF2B5EF4-FFF2-40B4-BE49-F238E27FC236}">
                <a16:creationId xmlns:a16="http://schemas.microsoft.com/office/drawing/2014/main" id="{4D2A3CE4-FB20-4385-A3CA-A58FA355C368}"/>
              </a:ext>
              <a:ext uri="{C183D7F6-B498-43B3-948B-1728B52AA6E4}">
                <adec:decorative xmlns:adec="http://schemas.microsoft.com/office/drawing/2017/decorative" val="1"/>
              </a:ext>
            </a:extLst>
          </p:cNvPr>
          <p:cNvGraphicFramePr>
            <a:graphicFrameLocks noGrp="1"/>
          </p:cNvGraphicFramePr>
          <p:nvPr>
            <p:ph sz="quarter" idx="13"/>
            <p:extLst>
              <p:ext uri="{D42A27DB-BD31-4B8C-83A1-F6EECF244321}">
                <p14:modId xmlns:p14="http://schemas.microsoft.com/office/powerpoint/2010/main" val="4014288756"/>
              </p:ext>
            </p:extLst>
          </p:nvPr>
        </p:nvGraphicFramePr>
        <p:xfrm>
          <a:off x="1089025" y="209550"/>
          <a:ext cx="10013950" cy="41433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51534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7BDCFE24-4073-46C8-8929-7FA131F92480}"/>
              </a:ext>
            </a:extLst>
          </p:cNvPr>
          <p:cNvSpPr>
            <a:spLocks noGrp="1"/>
          </p:cNvSpPr>
          <p:nvPr>
            <p:ph type="title"/>
          </p:nvPr>
        </p:nvSpPr>
        <p:spPr>
          <a:xfrm>
            <a:off x="838201" y="559814"/>
            <a:ext cx="10348146" cy="753172"/>
          </a:xfrm>
        </p:spPr>
        <p:txBody>
          <a:bodyPr>
            <a:normAutofit fontScale="90000"/>
          </a:bodyPr>
          <a:lstStyle/>
          <a:p>
            <a:r>
              <a:rPr lang="en-US" dirty="0"/>
              <a:t>Safety &amp; Risk Controls</a:t>
            </a:r>
          </a:p>
        </p:txBody>
      </p:sp>
      <p:sp>
        <p:nvSpPr>
          <p:cNvPr id="14" name="Text Placeholder 13">
            <a:extLst>
              <a:ext uri="{FF2B5EF4-FFF2-40B4-BE49-F238E27FC236}">
                <a16:creationId xmlns:a16="http://schemas.microsoft.com/office/drawing/2014/main" id="{26AC250E-B97F-49DA-B8EC-0916B661EF53}"/>
              </a:ext>
            </a:extLst>
          </p:cNvPr>
          <p:cNvSpPr>
            <a:spLocks noGrp="1"/>
          </p:cNvSpPr>
          <p:nvPr>
            <p:ph type="body" sz="quarter" idx="13"/>
          </p:nvPr>
        </p:nvSpPr>
        <p:spPr>
          <a:xfrm>
            <a:off x="1612288" y="1719628"/>
            <a:ext cx="4307865" cy="554038"/>
          </a:xfrm>
        </p:spPr>
        <p:txBody>
          <a:bodyPr/>
          <a:lstStyle/>
          <a:p>
            <a:r>
              <a:rPr lang="en-US" dirty="0"/>
              <a:t>Subtitle</a:t>
            </a:r>
          </a:p>
        </p:txBody>
      </p:sp>
      <p:sp>
        <p:nvSpPr>
          <p:cNvPr id="16" name="Text Placeholder 15">
            <a:extLst>
              <a:ext uri="{FF2B5EF4-FFF2-40B4-BE49-F238E27FC236}">
                <a16:creationId xmlns:a16="http://schemas.microsoft.com/office/drawing/2014/main" id="{68F70A53-C627-4476-8714-26F92C96C9F6}"/>
              </a:ext>
            </a:extLst>
          </p:cNvPr>
          <p:cNvSpPr>
            <a:spLocks noGrp="1"/>
          </p:cNvSpPr>
          <p:nvPr>
            <p:ph type="body" sz="quarter" idx="15"/>
          </p:nvPr>
        </p:nvSpPr>
        <p:spPr>
          <a:xfrm>
            <a:off x="1612900" y="2332649"/>
            <a:ext cx="4306888" cy="3529013"/>
          </a:xfrm>
        </p:spPr>
        <p:txBody>
          <a:bodyPr>
            <a:normAutofit fontScale="92500" lnSpcReduction="10000"/>
          </a:bodyPr>
          <a:lstStyle/>
          <a:p>
            <a:r>
              <a:rPr lang="en-GB" dirty="0">
                <a:highlight>
                  <a:srgbClr val="FFFF00"/>
                </a:highlight>
              </a:rPr>
              <a:t>- Key hazards: [moving parts / pinch points / stored energy / hot surfaces / electrical]</a:t>
            </a:r>
          </a:p>
          <a:p>
            <a:r>
              <a:rPr lang="en-GB" dirty="0">
                <a:highlight>
                  <a:srgbClr val="FFFF00"/>
                </a:highlight>
              </a:rPr>
              <a:t>- Controls used: [isolation, PPE, guarding, safe workspace, one-hand rule, etc.]</a:t>
            </a:r>
          </a:p>
          <a:p>
            <a:r>
              <a:rPr lang="en-GB" dirty="0">
                <a:highlight>
                  <a:srgbClr val="FFFF00"/>
                </a:highlight>
              </a:rPr>
              <a:t>- What you did </a:t>
            </a:r>
            <a:r>
              <a:rPr lang="en-GB" i="1" dirty="0">
                <a:highlight>
                  <a:srgbClr val="FFFF00"/>
                </a:highlight>
              </a:rPr>
              <a:t>*before measuring*</a:t>
            </a:r>
            <a:r>
              <a:rPr lang="en-GB" dirty="0">
                <a:highlight>
                  <a:srgbClr val="FFFF00"/>
                </a:highlight>
              </a:rPr>
              <a:t>: [inspection, power-down, discharge, permissions]</a:t>
            </a:r>
          </a:p>
          <a:p>
            <a:br>
              <a:rPr lang="en-GB" dirty="0">
                <a:highlight>
                  <a:srgbClr val="FFFF00"/>
                </a:highlight>
              </a:rPr>
            </a:br>
            <a:endParaRPr lang="en-GB" dirty="0">
              <a:highlight>
                <a:srgbClr val="FFFF00"/>
              </a:highlight>
            </a:endParaRPr>
          </a:p>
        </p:txBody>
      </p:sp>
      <p:sp>
        <p:nvSpPr>
          <p:cNvPr id="15" name="Text Placeholder 14">
            <a:extLst>
              <a:ext uri="{FF2B5EF4-FFF2-40B4-BE49-F238E27FC236}">
                <a16:creationId xmlns:a16="http://schemas.microsoft.com/office/drawing/2014/main" id="{FBB84385-B5A4-4ABA-AFEB-5D9C3C2447E0}"/>
              </a:ext>
            </a:extLst>
          </p:cNvPr>
          <p:cNvSpPr>
            <a:spLocks noGrp="1"/>
          </p:cNvSpPr>
          <p:nvPr>
            <p:ph type="body" sz="quarter" idx="14"/>
          </p:nvPr>
        </p:nvSpPr>
        <p:spPr>
          <a:xfrm>
            <a:off x="6266350" y="1719628"/>
            <a:ext cx="4307865" cy="554038"/>
          </a:xfrm>
        </p:spPr>
        <p:txBody>
          <a:bodyPr/>
          <a:lstStyle/>
          <a:p>
            <a:r>
              <a:rPr lang="en-US" dirty="0"/>
              <a:t>Subtitle</a:t>
            </a:r>
          </a:p>
        </p:txBody>
      </p:sp>
      <p:sp>
        <p:nvSpPr>
          <p:cNvPr id="17" name="Text Placeholder 16">
            <a:extLst>
              <a:ext uri="{FF2B5EF4-FFF2-40B4-BE49-F238E27FC236}">
                <a16:creationId xmlns:a16="http://schemas.microsoft.com/office/drawing/2014/main" id="{A5A8E42B-B016-4F98-8BAF-BD690B1B23AF}"/>
              </a:ext>
            </a:extLst>
          </p:cNvPr>
          <p:cNvSpPr>
            <a:spLocks noGrp="1"/>
          </p:cNvSpPr>
          <p:nvPr>
            <p:ph type="body" sz="quarter" idx="16"/>
          </p:nvPr>
        </p:nvSpPr>
        <p:spPr>
          <a:xfrm>
            <a:off x="6266838" y="2332649"/>
            <a:ext cx="4306888" cy="3529013"/>
          </a:xfrm>
        </p:spPr>
        <p:txBody>
          <a:bodyPr/>
          <a:lstStyle/>
          <a:p>
            <a:r>
              <a:rPr lang="en-GB" dirty="0">
                <a:highlight>
                  <a:srgbClr val="FFFF00"/>
                </a:highlight>
              </a:rPr>
              <a:t>[PLACEHOLDER: short risk table in PowerPoint later]</a:t>
            </a:r>
          </a:p>
        </p:txBody>
      </p:sp>
      <p:sp>
        <p:nvSpPr>
          <p:cNvPr id="37" name="Date Placeholder 5">
            <a:extLst>
              <a:ext uri="{FF2B5EF4-FFF2-40B4-BE49-F238E27FC236}">
                <a16:creationId xmlns:a16="http://schemas.microsoft.com/office/drawing/2014/main" id="{9E3BCEA2-51FD-4B45-8A14-E848E9A56339}"/>
              </a:ext>
            </a:extLst>
          </p:cNvPr>
          <p:cNvSpPr>
            <a:spLocks noGrp="1"/>
          </p:cNvSpPr>
          <p:nvPr>
            <p:ph type="dt" sz="half" idx="10"/>
          </p:nvPr>
        </p:nvSpPr>
        <p:spPr>
          <a:xfrm>
            <a:off x="838200" y="6324600"/>
            <a:ext cx="2743200" cy="365125"/>
          </a:xfrm>
        </p:spPr>
        <p:txBody>
          <a:bodyPr/>
          <a:lstStyle/>
          <a:p>
            <a:pPr lvl="0"/>
            <a:r>
              <a:rPr lang="en-US" noProof="0" dirty="0"/>
              <a:t>20XX</a:t>
            </a:r>
          </a:p>
        </p:txBody>
      </p:sp>
      <p:sp>
        <p:nvSpPr>
          <p:cNvPr id="38" name="Footer Placeholder 6">
            <a:extLst>
              <a:ext uri="{FF2B5EF4-FFF2-40B4-BE49-F238E27FC236}">
                <a16:creationId xmlns:a16="http://schemas.microsoft.com/office/drawing/2014/main" id="{234B3968-2B8A-4B13-B3DE-DDD4BFBBDEA0}"/>
              </a:ext>
            </a:extLst>
          </p:cNvPr>
          <p:cNvSpPr>
            <a:spLocks noGrp="1"/>
          </p:cNvSpPr>
          <p:nvPr>
            <p:ph type="ftr" sz="quarter" idx="11"/>
          </p:nvPr>
        </p:nvSpPr>
        <p:spPr>
          <a:xfrm>
            <a:off x="4038600" y="6324600"/>
            <a:ext cx="4114800" cy="365125"/>
          </a:xfrm>
        </p:spPr>
        <p:txBody>
          <a:bodyPr/>
          <a:lstStyle>
            <a:lvl1pPr>
              <a:defRPr/>
            </a:lvl1pPr>
          </a:lstStyle>
          <a:p>
            <a:r>
              <a:rPr lang="en-US" dirty="0"/>
              <a:t>Presentation title</a:t>
            </a:r>
          </a:p>
        </p:txBody>
      </p:sp>
      <p:sp>
        <p:nvSpPr>
          <p:cNvPr id="39" name="Slide Number Placeholder 7">
            <a:extLst>
              <a:ext uri="{FF2B5EF4-FFF2-40B4-BE49-F238E27FC236}">
                <a16:creationId xmlns:a16="http://schemas.microsoft.com/office/drawing/2014/main" id="{DCC26F06-B960-4707-9ED1-8EFB4425583D}"/>
              </a:ext>
            </a:extLst>
          </p:cNvPr>
          <p:cNvSpPr>
            <a:spLocks noGrp="1"/>
          </p:cNvSpPr>
          <p:nvPr>
            <p:ph type="sldNum" sz="quarter" idx="12"/>
          </p:nvPr>
        </p:nvSpPr>
        <p:spPr>
          <a:xfrm>
            <a:off x="8610600" y="6324600"/>
            <a:ext cx="2743200" cy="365125"/>
          </a:xfrm>
        </p:spPr>
        <p:txBody>
          <a:bodyPr/>
          <a:lstStyle/>
          <a:p>
            <a:pPr lvl="0"/>
            <a:fld id="{73B850FF-6169-4056-8077-06FFA93A5366}" type="slidenum">
              <a:rPr lang="en-US" noProof="0" smtClean="0"/>
              <a:pPr lvl="0"/>
              <a:t>12</a:t>
            </a:fld>
            <a:endParaRPr lang="en-US" noProof="0" dirty="0"/>
          </a:p>
        </p:txBody>
      </p:sp>
    </p:spTree>
    <p:extLst>
      <p:ext uri="{BB962C8B-B14F-4D97-AF65-F5344CB8AC3E}">
        <p14:creationId xmlns:p14="http://schemas.microsoft.com/office/powerpoint/2010/main" val="28329892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8208F77-A55A-4B32-A3B6-A4E5287B22AD}"/>
              </a:ext>
            </a:extLst>
          </p:cNvPr>
          <p:cNvSpPr>
            <a:spLocks noGrp="1"/>
          </p:cNvSpPr>
          <p:nvPr>
            <p:ph type="title"/>
          </p:nvPr>
        </p:nvSpPr>
        <p:spPr>
          <a:xfrm>
            <a:off x="838201" y="559814"/>
            <a:ext cx="10348146" cy="753172"/>
          </a:xfrm>
        </p:spPr>
        <p:txBody>
          <a:bodyPr>
            <a:normAutofit fontScale="90000"/>
          </a:bodyPr>
          <a:lstStyle/>
          <a:p>
            <a:r>
              <a:rPr lang="en-US" dirty="0">
                <a:highlight>
                  <a:srgbClr val="FFFF00"/>
                </a:highlight>
              </a:rPr>
              <a:t>Fault 1: Symptom Description</a:t>
            </a:r>
          </a:p>
        </p:txBody>
      </p:sp>
      <p:sp>
        <p:nvSpPr>
          <p:cNvPr id="8" name="Text Placeholder 7">
            <a:extLst>
              <a:ext uri="{FF2B5EF4-FFF2-40B4-BE49-F238E27FC236}">
                <a16:creationId xmlns:a16="http://schemas.microsoft.com/office/drawing/2014/main" id="{2E1FC77F-A906-47E6-8FEE-F2660C93CAB2}"/>
              </a:ext>
            </a:extLst>
          </p:cNvPr>
          <p:cNvSpPr>
            <a:spLocks noGrp="1"/>
          </p:cNvSpPr>
          <p:nvPr>
            <p:ph type="body" sz="quarter" idx="13"/>
          </p:nvPr>
        </p:nvSpPr>
        <p:spPr>
          <a:xfrm>
            <a:off x="1005653" y="1719628"/>
            <a:ext cx="3300183" cy="554038"/>
          </a:xfrm>
        </p:spPr>
        <p:txBody>
          <a:bodyPr/>
          <a:lstStyle/>
          <a:p>
            <a:r>
              <a:rPr lang="en-US" dirty="0">
                <a:highlight>
                  <a:srgbClr val="FFFF00"/>
                </a:highlight>
              </a:rPr>
              <a:t>Fault label</a:t>
            </a:r>
          </a:p>
        </p:txBody>
      </p:sp>
      <p:sp>
        <p:nvSpPr>
          <p:cNvPr id="9" name="Text Placeholder 8">
            <a:extLst>
              <a:ext uri="{FF2B5EF4-FFF2-40B4-BE49-F238E27FC236}">
                <a16:creationId xmlns:a16="http://schemas.microsoft.com/office/drawing/2014/main" id="{254989AE-2F43-40A0-A83E-0C9A654542E7}"/>
              </a:ext>
            </a:extLst>
          </p:cNvPr>
          <p:cNvSpPr>
            <a:spLocks noGrp="1"/>
          </p:cNvSpPr>
          <p:nvPr>
            <p:ph type="body" sz="quarter" idx="15"/>
          </p:nvPr>
        </p:nvSpPr>
        <p:spPr>
          <a:xfrm>
            <a:off x="1006265" y="2332649"/>
            <a:ext cx="3299434" cy="3529013"/>
          </a:xfrm>
        </p:spPr>
        <p:txBody>
          <a:bodyPr/>
          <a:lstStyle/>
          <a:p>
            <a:pPr lvl="0"/>
            <a:r>
              <a:rPr lang="en-US" dirty="0">
                <a:highlight>
                  <a:srgbClr val="FFFF00"/>
                </a:highlight>
              </a:rPr>
              <a:t>Add text, images, art, and videos. </a:t>
            </a:r>
          </a:p>
          <a:p>
            <a:pPr lvl="0"/>
            <a:r>
              <a:rPr lang="en-US" dirty="0">
                <a:highlight>
                  <a:srgbClr val="FFFF00"/>
                </a:highlight>
              </a:rPr>
              <a:t>Add transitions, animations, and motion. </a:t>
            </a:r>
          </a:p>
          <a:p>
            <a:pPr lvl="0"/>
            <a:r>
              <a:rPr lang="en-US" dirty="0">
                <a:highlight>
                  <a:srgbClr val="FFFF00"/>
                </a:highlight>
              </a:rPr>
              <a:t>Save to OneDrive, to get to your presentations from your computer, tablet, or phone.</a:t>
            </a:r>
          </a:p>
        </p:txBody>
      </p:sp>
      <p:sp>
        <p:nvSpPr>
          <p:cNvPr id="10" name="Text Placeholder 9">
            <a:extLst>
              <a:ext uri="{FF2B5EF4-FFF2-40B4-BE49-F238E27FC236}">
                <a16:creationId xmlns:a16="http://schemas.microsoft.com/office/drawing/2014/main" id="{EAC31FAC-047A-4A04-8E05-FADE2E5AB122}"/>
              </a:ext>
            </a:extLst>
          </p:cNvPr>
          <p:cNvSpPr>
            <a:spLocks noGrp="1"/>
          </p:cNvSpPr>
          <p:nvPr>
            <p:ph type="body" sz="quarter" idx="16"/>
          </p:nvPr>
        </p:nvSpPr>
        <p:spPr>
          <a:xfrm>
            <a:off x="4529261" y="1719628"/>
            <a:ext cx="3300183" cy="554038"/>
          </a:xfrm>
        </p:spPr>
        <p:txBody>
          <a:bodyPr>
            <a:normAutofit fontScale="92500"/>
          </a:bodyPr>
          <a:lstStyle/>
          <a:p>
            <a:r>
              <a:rPr lang="en-US" dirty="0">
                <a:highlight>
                  <a:srgbClr val="FFFF00"/>
                </a:highlight>
              </a:rPr>
              <a:t>Observable symptoms</a:t>
            </a:r>
          </a:p>
        </p:txBody>
      </p:sp>
      <p:sp>
        <p:nvSpPr>
          <p:cNvPr id="11" name="Text Placeholder 10">
            <a:extLst>
              <a:ext uri="{FF2B5EF4-FFF2-40B4-BE49-F238E27FC236}">
                <a16:creationId xmlns:a16="http://schemas.microsoft.com/office/drawing/2014/main" id="{94ACD746-D20C-4EAB-8816-514B0F560B77}"/>
              </a:ext>
            </a:extLst>
          </p:cNvPr>
          <p:cNvSpPr>
            <a:spLocks noGrp="1"/>
          </p:cNvSpPr>
          <p:nvPr>
            <p:ph type="body" sz="quarter" idx="17"/>
          </p:nvPr>
        </p:nvSpPr>
        <p:spPr>
          <a:xfrm>
            <a:off x="4529873" y="2332649"/>
            <a:ext cx="3299434" cy="3529013"/>
          </a:xfrm>
        </p:spPr>
        <p:txBody>
          <a:bodyPr/>
          <a:lstStyle/>
          <a:p>
            <a:r>
              <a:rPr lang="en-US" dirty="0">
                <a:highlight>
                  <a:srgbClr val="FFFF00"/>
                </a:highlight>
              </a:rPr>
              <a:t>Open the Design Ideas pane for instant slide makeovers. </a:t>
            </a:r>
          </a:p>
          <a:p>
            <a:r>
              <a:rPr lang="en-US" dirty="0">
                <a:highlight>
                  <a:srgbClr val="FFFF00"/>
                </a:highlight>
              </a:rPr>
              <a:t>When we have design ideas, we’ll show them to you right there. </a:t>
            </a:r>
          </a:p>
        </p:txBody>
      </p:sp>
      <p:sp>
        <p:nvSpPr>
          <p:cNvPr id="12" name="Text Placeholder 11">
            <a:extLst>
              <a:ext uri="{FF2B5EF4-FFF2-40B4-BE49-F238E27FC236}">
                <a16:creationId xmlns:a16="http://schemas.microsoft.com/office/drawing/2014/main" id="{277DD16F-F9F8-4078-B3DF-99CCF26D707A}"/>
              </a:ext>
            </a:extLst>
          </p:cNvPr>
          <p:cNvSpPr>
            <a:spLocks noGrp="1"/>
          </p:cNvSpPr>
          <p:nvPr>
            <p:ph type="body" sz="quarter" idx="18"/>
          </p:nvPr>
        </p:nvSpPr>
        <p:spPr>
          <a:xfrm>
            <a:off x="8053617" y="1719628"/>
            <a:ext cx="3300183" cy="554038"/>
          </a:xfrm>
        </p:spPr>
        <p:txBody>
          <a:bodyPr/>
          <a:lstStyle/>
          <a:p>
            <a:r>
              <a:rPr lang="en-US" dirty="0">
                <a:highlight>
                  <a:srgbClr val="FFFF00"/>
                </a:highlight>
              </a:rPr>
              <a:t>When it happens</a:t>
            </a:r>
          </a:p>
        </p:txBody>
      </p:sp>
      <p:sp>
        <p:nvSpPr>
          <p:cNvPr id="13" name="Text Placeholder 12">
            <a:extLst>
              <a:ext uri="{FF2B5EF4-FFF2-40B4-BE49-F238E27FC236}">
                <a16:creationId xmlns:a16="http://schemas.microsoft.com/office/drawing/2014/main" id="{820C3A29-BA90-4151-BE9F-4FBCED1812FF}"/>
              </a:ext>
            </a:extLst>
          </p:cNvPr>
          <p:cNvSpPr>
            <a:spLocks noGrp="1"/>
          </p:cNvSpPr>
          <p:nvPr>
            <p:ph type="body" sz="quarter" idx="19"/>
          </p:nvPr>
        </p:nvSpPr>
        <p:spPr>
          <a:xfrm>
            <a:off x="8054229" y="2332649"/>
            <a:ext cx="3299434" cy="3529013"/>
          </a:xfrm>
        </p:spPr>
        <p:txBody>
          <a:bodyPr/>
          <a:lstStyle/>
          <a:p>
            <a:r>
              <a:rPr lang="en-US" dirty="0">
                <a:highlight>
                  <a:srgbClr val="FFFF00"/>
                </a:highlight>
              </a:rPr>
              <a:t>This PowerPoint theme uses its own unique set of colors, fonts, and effects to create the overall look and feel of these slides. </a:t>
            </a:r>
          </a:p>
          <a:p>
            <a:r>
              <a:rPr lang="en-US" dirty="0">
                <a:highlight>
                  <a:srgbClr val="FFFF00"/>
                </a:highlight>
              </a:rPr>
              <a:t>PowerPoint has tons of themes to give your presentation just the right personality. </a:t>
            </a:r>
          </a:p>
        </p:txBody>
      </p:sp>
      <p:sp>
        <p:nvSpPr>
          <p:cNvPr id="27" name="Date Placeholder 5">
            <a:extLst>
              <a:ext uri="{FF2B5EF4-FFF2-40B4-BE49-F238E27FC236}">
                <a16:creationId xmlns:a16="http://schemas.microsoft.com/office/drawing/2014/main" id="{CACEAF03-7AD6-47E8-AD82-BD8508B1070C}"/>
              </a:ext>
            </a:extLst>
          </p:cNvPr>
          <p:cNvSpPr>
            <a:spLocks noGrp="1"/>
          </p:cNvSpPr>
          <p:nvPr>
            <p:ph type="dt" sz="half" idx="10"/>
          </p:nvPr>
        </p:nvSpPr>
        <p:spPr>
          <a:xfrm>
            <a:off x="838200" y="6324600"/>
            <a:ext cx="2743200" cy="365125"/>
          </a:xfrm>
        </p:spPr>
        <p:txBody>
          <a:bodyPr/>
          <a:lstStyle/>
          <a:p>
            <a:pPr lvl="0"/>
            <a:r>
              <a:rPr lang="en-US" noProof="0" dirty="0">
                <a:highlight>
                  <a:srgbClr val="FFFF00"/>
                </a:highlight>
              </a:rPr>
              <a:t>20XX</a:t>
            </a:r>
          </a:p>
        </p:txBody>
      </p:sp>
      <p:sp>
        <p:nvSpPr>
          <p:cNvPr id="28" name="Footer Placeholder 6">
            <a:extLst>
              <a:ext uri="{FF2B5EF4-FFF2-40B4-BE49-F238E27FC236}">
                <a16:creationId xmlns:a16="http://schemas.microsoft.com/office/drawing/2014/main" id="{9A9B7F5F-1164-4166-A976-1FAA0D3F7512}"/>
              </a:ext>
            </a:extLst>
          </p:cNvPr>
          <p:cNvSpPr>
            <a:spLocks noGrp="1"/>
          </p:cNvSpPr>
          <p:nvPr>
            <p:ph type="ftr" sz="quarter" idx="11"/>
          </p:nvPr>
        </p:nvSpPr>
        <p:spPr>
          <a:xfrm>
            <a:off x="4038600" y="6324600"/>
            <a:ext cx="4114800" cy="365125"/>
          </a:xfrm>
        </p:spPr>
        <p:txBody>
          <a:bodyPr/>
          <a:lstStyle>
            <a:lvl1pPr>
              <a:defRPr/>
            </a:lvl1pPr>
          </a:lstStyle>
          <a:p>
            <a:r>
              <a:rPr lang="en-US" dirty="0">
                <a:highlight>
                  <a:srgbClr val="FFFF00"/>
                </a:highlight>
              </a:rPr>
              <a:t>Presentation title</a:t>
            </a:r>
          </a:p>
        </p:txBody>
      </p:sp>
      <p:sp>
        <p:nvSpPr>
          <p:cNvPr id="29" name="Slide Number Placeholder 7">
            <a:extLst>
              <a:ext uri="{FF2B5EF4-FFF2-40B4-BE49-F238E27FC236}">
                <a16:creationId xmlns:a16="http://schemas.microsoft.com/office/drawing/2014/main" id="{F2638129-EB98-47AD-A8CF-7F25F7D2E711}"/>
              </a:ext>
            </a:extLst>
          </p:cNvPr>
          <p:cNvSpPr>
            <a:spLocks noGrp="1"/>
          </p:cNvSpPr>
          <p:nvPr>
            <p:ph type="sldNum" sz="quarter" idx="12"/>
          </p:nvPr>
        </p:nvSpPr>
        <p:spPr>
          <a:xfrm>
            <a:off x="8610600" y="6324600"/>
            <a:ext cx="2743200" cy="365125"/>
          </a:xfrm>
        </p:spPr>
        <p:txBody>
          <a:bodyPr/>
          <a:lstStyle/>
          <a:p>
            <a:pPr lvl="0"/>
            <a:fld id="{73B850FF-6169-4056-8077-06FFA93A5366}" type="slidenum">
              <a:rPr lang="en-US" noProof="0" smtClean="0">
                <a:highlight>
                  <a:srgbClr val="FFFF00"/>
                </a:highlight>
              </a:rPr>
              <a:pPr lvl="0"/>
              <a:t>13</a:t>
            </a:fld>
            <a:endParaRPr lang="en-US" noProof="0" dirty="0">
              <a:highlight>
                <a:srgbClr val="FFFF00"/>
              </a:highlight>
            </a:endParaRPr>
          </a:p>
        </p:txBody>
      </p:sp>
    </p:spTree>
    <p:extLst>
      <p:ext uri="{BB962C8B-B14F-4D97-AF65-F5344CB8AC3E}">
        <p14:creationId xmlns:p14="http://schemas.microsoft.com/office/powerpoint/2010/main" val="20806360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D50BE-0C13-1512-0C30-8AA5BE2C0EEB}"/>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DA4E4266-EF2A-E53A-8AE2-72A119B52BBE}"/>
              </a:ext>
            </a:extLst>
          </p:cNvPr>
          <p:cNvSpPr>
            <a:spLocks noGrp="1"/>
          </p:cNvSpPr>
          <p:nvPr>
            <p:ph type="title"/>
          </p:nvPr>
        </p:nvSpPr>
        <p:spPr>
          <a:xfrm>
            <a:off x="838201" y="559814"/>
            <a:ext cx="10348146" cy="753172"/>
          </a:xfrm>
        </p:spPr>
        <p:txBody>
          <a:bodyPr>
            <a:normAutofit fontScale="90000"/>
          </a:bodyPr>
          <a:lstStyle/>
          <a:p>
            <a:r>
              <a:rPr lang="en-US" dirty="0"/>
              <a:t>Fault 1: Fault-Finding Plan</a:t>
            </a:r>
          </a:p>
        </p:txBody>
      </p:sp>
      <p:sp>
        <p:nvSpPr>
          <p:cNvPr id="14" name="Text Placeholder 13">
            <a:extLst>
              <a:ext uri="{FF2B5EF4-FFF2-40B4-BE49-F238E27FC236}">
                <a16:creationId xmlns:a16="http://schemas.microsoft.com/office/drawing/2014/main" id="{DC9BB3B9-D8CB-0110-08F4-19F75B1B837B}"/>
              </a:ext>
            </a:extLst>
          </p:cNvPr>
          <p:cNvSpPr>
            <a:spLocks noGrp="1"/>
          </p:cNvSpPr>
          <p:nvPr>
            <p:ph type="body" sz="quarter" idx="13"/>
          </p:nvPr>
        </p:nvSpPr>
        <p:spPr>
          <a:xfrm>
            <a:off x="1612288" y="1719628"/>
            <a:ext cx="4307865" cy="554038"/>
          </a:xfrm>
        </p:spPr>
        <p:txBody>
          <a:bodyPr/>
          <a:lstStyle/>
          <a:p>
            <a:r>
              <a:rPr lang="en-US" dirty="0"/>
              <a:t>Hypothesis list</a:t>
            </a:r>
          </a:p>
        </p:txBody>
      </p:sp>
      <p:sp>
        <p:nvSpPr>
          <p:cNvPr id="16" name="Text Placeholder 15">
            <a:extLst>
              <a:ext uri="{FF2B5EF4-FFF2-40B4-BE49-F238E27FC236}">
                <a16:creationId xmlns:a16="http://schemas.microsoft.com/office/drawing/2014/main" id="{2CF1BF93-8313-6E72-E454-00D80A4272C5}"/>
              </a:ext>
            </a:extLst>
          </p:cNvPr>
          <p:cNvSpPr>
            <a:spLocks noGrp="1"/>
          </p:cNvSpPr>
          <p:nvPr>
            <p:ph type="body" sz="quarter" idx="15"/>
          </p:nvPr>
        </p:nvSpPr>
        <p:spPr>
          <a:xfrm>
            <a:off x="1612900" y="2332649"/>
            <a:ext cx="4306888" cy="3529013"/>
          </a:xfrm>
        </p:spPr>
        <p:txBody>
          <a:bodyPr>
            <a:normAutofit/>
          </a:bodyPr>
          <a:lstStyle/>
          <a:p>
            <a:r>
              <a:rPr lang="en-GB" dirty="0">
                <a:highlight>
                  <a:srgbClr val="FFFF00"/>
                </a:highlight>
              </a:rPr>
              <a:t> - H1: [power issue]</a:t>
            </a:r>
          </a:p>
          <a:p>
            <a:r>
              <a:rPr lang="en-GB" dirty="0">
                <a:highlight>
                  <a:srgbClr val="FFFF00"/>
                </a:highlight>
              </a:rPr>
              <a:t>  - H2: [sensor issue]</a:t>
            </a:r>
          </a:p>
          <a:p>
            <a:r>
              <a:rPr lang="en-GB" dirty="0">
                <a:highlight>
                  <a:srgbClr val="FFFF00"/>
                </a:highlight>
              </a:rPr>
              <a:t>  - H3: [actuator/mechanics issue]</a:t>
            </a:r>
          </a:p>
          <a:p>
            <a:r>
              <a:rPr lang="en-GB" dirty="0">
                <a:highlight>
                  <a:srgbClr val="FFFF00"/>
                </a:highlight>
              </a:rPr>
              <a:t>  - H4: [software/logic issue]</a:t>
            </a:r>
          </a:p>
        </p:txBody>
      </p:sp>
      <p:sp>
        <p:nvSpPr>
          <p:cNvPr id="15" name="Text Placeholder 14">
            <a:extLst>
              <a:ext uri="{FF2B5EF4-FFF2-40B4-BE49-F238E27FC236}">
                <a16:creationId xmlns:a16="http://schemas.microsoft.com/office/drawing/2014/main" id="{37615970-F681-9E65-2AD7-288149DA2A27}"/>
              </a:ext>
            </a:extLst>
          </p:cNvPr>
          <p:cNvSpPr>
            <a:spLocks noGrp="1"/>
          </p:cNvSpPr>
          <p:nvPr>
            <p:ph type="body" sz="quarter" idx="14"/>
          </p:nvPr>
        </p:nvSpPr>
        <p:spPr>
          <a:xfrm>
            <a:off x="6266350" y="1719628"/>
            <a:ext cx="4307865" cy="554038"/>
          </a:xfrm>
        </p:spPr>
        <p:txBody>
          <a:bodyPr/>
          <a:lstStyle/>
          <a:p>
            <a:r>
              <a:rPr lang="en-US" dirty="0"/>
              <a:t>Planned test order</a:t>
            </a:r>
          </a:p>
        </p:txBody>
      </p:sp>
      <p:sp>
        <p:nvSpPr>
          <p:cNvPr id="17" name="Text Placeholder 16">
            <a:extLst>
              <a:ext uri="{FF2B5EF4-FFF2-40B4-BE49-F238E27FC236}">
                <a16:creationId xmlns:a16="http://schemas.microsoft.com/office/drawing/2014/main" id="{B6A3030F-2432-FCAE-65D0-2BCF3FD8E6C1}"/>
              </a:ext>
            </a:extLst>
          </p:cNvPr>
          <p:cNvSpPr>
            <a:spLocks noGrp="1"/>
          </p:cNvSpPr>
          <p:nvPr>
            <p:ph type="body" sz="quarter" idx="16"/>
          </p:nvPr>
        </p:nvSpPr>
        <p:spPr>
          <a:xfrm>
            <a:off x="6266838" y="2332649"/>
            <a:ext cx="4306888" cy="3529013"/>
          </a:xfrm>
        </p:spPr>
        <p:txBody>
          <a:bodyPr/>
          <a:lstStyle/>
          <a:p>
            <a:r>
              <a:rPr lang="en-GB" dirty="0">
                <a:highlight>
                  <a:srgbClr val="FFFF00"/>
                </a:highlight>
              </a:rPr>
              <a:t>  1. [quick non-invasive checks]</a:t>
            </a:r>
          </a:p>
          <a:p>
            <a:r>
              <a:rPr lang="en-GB" dirty="0">
                <a:highlight>
                  <a:srgbClr val="FFFF00"/>
                </a:highlight>
              </a:rPr>
              <a:t>  2. [power checks]</a:t>
            </a:r>
          </a:p>
          <a:p>
            <a:r>
              <a:rPr lang="en-GB" dirty="0">
                <a:highlight>
                  <a:srgbClr val="FFFF00"/>
                </a:highlight>
              </a:rPr>
              <a:t>  3. [I/O checks]</a:t>
            </a:r>
          </a:p>
          <a:p>
            <a:r>
              <a:rPr lang="en-GB" dirty="0">
                <a:highlight>
                  <a:srgbClr val="FFFF00"/>
                </a:highlight>
              </a:rPr>
              <a:t>  4. [component swap / substitution if allowed]</a:t>
            </a:r>
          </a:p>
        </p:txBody>
      </p:sp>
      <p:sp>
        <p:nvSpPr>
          <p:cNvPr id="37" name="Date Placeholder 5">
            <a:extLst>
              <a:ext uri="{FF2B5EF4-FFF2-40B4-BE49-F238E27FC236}">
                <a16:creationId xmlns:a16="http://schemas.microsoft.com/office/drawing/2014/main" id="{57894B29-E868-E588-F372-24FE73208AD2}"/>
              </a:ext>
            </a:extLst>
          </p:cNvPr>
          <p:cNvSpPr>
            <a:spLocks noGrp="1"/>
          </p:cNvSpPr>
          <p:nvPr>
            <p:ph type="dt" sz="half" idx="10"/>
          </p:nvPr>
        </p:nvSpPr>
        <p:spPr>
          <a:xfrm>
            <a:off x="838200" y="6324600"/>
            <a:ext cx="2743200" cy="365125"/>
          </a:xfrm>
        </p:spPr>
        <p:txBody>
          <a:bodyPr/>
          <a:lstStyle/>
          <a:p>
            <a:pPr lvl="0"/>
            <a:r>
              <a:rPr lang="en-US" noProof="0" dirty="0"/>
              <a:t>20XX</a:t>
            </a:r>
          </a:p>
        </p:txBody>
      </p:sp>
      <p:sp>
        <p:nvSpPr>
          <p:cNvPr id="38" name="Footer Placeholder 6">
            <a:extLst>
              <a:ext uri="{FF2B5EF4-FFF2-40B4-BE49-F238E27FC236}">
                <a16:creationId xmlns:a16="http://schemas.microsoft.com/office/drawing/2014/main" id="{A031033B-A4F3-79F1-3C3A-81C5E4203A29}"/>
              </a:ext>
            </a:extLst>
          </p:cNvPr>
          <p:cNvSpPr>
            <a:spLocks noGrp="1"/>
          </p:cNvSpPr>
          <p:nvPr>
            <p:ph type="ftr" sz="quarter" idx="11"/>
          </p:nvPr>
        </p:nvSpPr>
        <p:spPr>
          <a:xfrm>
            <a:off x="4038600" y="6324600"/>
            <a:ext cx="4114800" cy="365125"/>
          </a:xfrm>
        </p:spPr>
        <p:txBody>
          <a:bodyPr/>
          <a:lstStyle>
            <a:lvl1pPr>
              <a:defRPr/>
            </a:lvl1pPr>
          </a:lstStyle>
          <a:p>
            <a:r>
              <a:rPr lang="en-US" dirty="0"/>
              <a:t>Presentation title</a:t>
            </a:r>
          </a:p>
        </p:txBody>
      </p:sp>
      <p:sp>
        <p:nvSpPr>
          <p:cNvPr id="39" name="Slide Number Placeholder 7">
            <a:extLst>
              <a:ext uri="{FF2B5EF4-FFF2-40B4-BE49-F238E27FC236}">
                <a16:creationId xmlns:a16="http://schemas.microsoft.com/office/drawing/2014/main" id="{FBEF146E-60DA-D8E7-FC15-88477F0D0EF7}"/>
              </a:ext>
            </a:extLst>
          </p:cNvPr>
          <p:cNvSpPr>
            <a:spLocks noGrp="1"/>
          </p:cNvSpPr>
          <p:nvPr>
            <p:ph type="sldNum" sz="quarter" idx="12"/>
          </p:nvPr>
        </p:nvSpPr>
        <p:spPr>
          <a:xfrm>
            <a:off x="8610600" y="6324600"/>
            <a:ext cx="2743200" cy="365125"/>
          </a:xfrm>
        </p:spPr>
        <p:txBody>
          <a:bodyPr/>
          <a:lstStyle/>
          <a:p>
            <a:pPr lvl="0"/>
            <a:fld id="{73B850FF-6169-4056-8077-06FFA93A5366}" type="slidenum">
              <a:rPr lang="en-US" noProof="0" smtClean="0"/>
              <a:pPr lvl="0"/>
              <a:t>14</a:t>
            </a:fld>
            <a:endParaRPr lang="en-US" noProof="0" dirty="0"/>
          </a:p>
        </p:txBody>
      </p:sp>
    </p:spTree>
    <p:extLst>
      <p:ext uri="{BB962C8B-B14F-4D97-AF65-F5344CB8AC3E}">
        <p14:creationId xmlns:p14="http://schemas.microsoft.com/office/powerpoint/2010/main" val="38712135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10C60-6A0F-53D1-A6BF-AED0E96F968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ED978DA-007E-70AE-854F-20E6A3707D09}"/>
              </a:ext>
            </a:extLst>
          </p:cNvPr>
          <p:cNvSpPr>
            <a:spLocks noGrp="1"/>
          </p:cNvSpPr>
          <p:nvPr>
            <p:ph type="title"/>
          </p:nvPr>
        </p:nvSpPr>
        <p:spPr>
          <a:xfrm>
            <a:off x="838200" y="4679001"/>
            <a:ext cx="10348147" cy="1388631"/>
          </a:xfrm>
        </p:spPr>
        <p:txBody>
          <a:bodyPr/>
          <a:lstStyle/>
          <a:p>
            <a:r>
              <a:rPr lang="en-US" dirty="0">
                <a:solidFill>
                  <a:schemeClr val="tx1"/>
                </a:solidFill>
                <a:highlight>
                  <a:srgbClr val="FFFF00"/>
                </a:highlight>
              </a:rPr>
              <a:t>Fault 1: Test Equipment</a:t>
            </a:r>
          </a:p>
        </p:txBody>
      </p:sp>
      <p:sp>
        <p:nvSpPr>
          <p:cNvPr id="6" name="Date Placeholder 5">
            <a:extLst>
              <a:ext uri="{FF2B5EF4-FFF2-40B4-BE49-F238E27FC236}">
                <a16:creationId xmlns:a16="http://schemas.microsoft.com/office/drawing/2014/main" id="{A3471980-6017-235B-15F6-BB859E8E9B59}"/>
              </a:ext>
            </a:extLst>
          </p:cNvPr>
          <p:cNvSpPr>
            <a:spLocks noGrp="1"/>
          </p:cNvSpPr>
          <p:nvPr>
            <p:ph type="dt" sz="half" idx="10"/>
          </p:nvPr>
        </p:nvSpPr>
        <p:spPr>
          <a:xfrm>
            <a:off x="838200" y="6324600"/>
            <a:ext cx="2743200" cy="365125"/>
          </a:xfrm>
        </p:spPr>
        <p:txBody>
          <a:bodyPr/>
          <a:lstStyle/>
          <a:p>
            <a:pPr lvl="0"/>
            <a:r>
              <a:rPr lang="en-US" noProof="0" dirty="0"/>
              <a:t>20XX</a:t>
            </a:r>
          </a:p>
        </p:txBody>
      </p:sp>
      <p:sp>
        <p:nvSpPr>
          <p:cNvPr id="7" name="Footer Placeholder 6">
            <a:extLst>
              <a:ext uri="{FF2B5EF4-FFF2-40B4-BE49-F238E27FC236}">
                <a16:creationId xmlns:a16="http://schemas.microsoft.com/office/drawing/2014/main" id="{79157204-573D-D65E-0CD2-3B6B6D6B02DD}"/>
              </a:ext>
            </a:extLst>
          </p:cNvPr>
          <p:cNvSpPr>
            <a:spLocks noGrp="1"/>
          </p:cNvSpPr>
          <p:nvPr>
            <p:ph type="ftr" sz="quarter" idx="11"/>
          </p:nvPr>
        </p:nvSpPr>
        <p:spPr>
          <a:xfrm>
            <a:off x="4038600" y="6324600"/>
            <a:ext cx="4114800" cy="365125"/>
          </a:xfrm>
        </p:spPr>
        <p:txBody>
          <a:bodyPr/>
          <a:lstStyle/>
          <a:p>
            <a:r>
              <a:rPr lang="en-US" dirty="0"/>
              <a:t>Presentation title</a:t>
            </a:r>
          </a:p>
        </p:txBody>
      </p:sp>
      <p:sp>
        <p:nvSpPr>
          <p:cNvPr id="8" name="Slide Number Placeholder 7">
            <a:extLst>
              <a:ext uri="{FF2B5EF4-FFF2-40B4-BE49-F238E27FC236}">
                <a16:creationId xmlns:a16="http://schemas.microsoft.com/office/drawing/2014/main" id="{E15024BE-B1B5-B162-0EDF-41B502AD30B9}"/>
              </a:ext>
            </a:extLst>
          </p:cNvPr>
          <p:cNvSpPr>
            <a:spLocks noGrp="1"/>
          </p:cNvSpPr>
          <p:nvPr>
            <p:ph type="sldNum" sz="quarter" idx="12"/>
          </p:nvPr>
        </p:nvSpPr>
        <p:spPr>
          <a:xfrm>
            <a:off x="8610600" y="6324600"/>
            <a:ext cx="2743200" cy="365125"/>
          </a:xfrm>
        </p:spPr>
        <p:txBody>
          <a:bodyPr/>
          <a:lstStyle/>
          <a:p>
            <a:pPr lvl="0"/>
            <a:fld id="{73B850FF-6169-4056-8077-06FFA93A5366}" type="slidenum">
              <a:rPr lang="en-US" noProof="0" smtClean="0"/>
              <a:pPr lvl="0"/>
              <a:t>15</a:t>
            </a:fld>
            <a:endParaRPr lang="en-US" noProof="0" dirty="0"/>
          </a:p>
        </p:txBody>
      </p:sp>
      <p:graphicFrame>
        <p:nvGraphicFramePr>
          <p:cNvPr id="24" name="Content Placeholder 2">
            <a:extLst>
              <a:ext uri="{FF2B5EF4-FFF2-40B4-BE49-F238E27FC236}">
                <a16:creationId xmlns:a16="http://schemas.microsoft.com/office/drawing/2014/main" id="{54AC0D43-923D-19B3-ED61-82728121562E}"/>
              </a:ext>
              <a:ext uri="{C183D7F6-B498-43B3-948B-1728B52AA6E4}">
                <adec:decorative xmlns:adec="http://schemas.microsoft.com/office/drawing/2017/decorative" val="1"/>
              </a:ext>
            </a:extLst>
          </p:cNvPr>
          <p:cNvGraphicFramePr>
            <a:graphicFrameLocks noGrp="1"/>
          </p:cNvGraphicFramePr>
          <p:nvPr>
            <p:ph sz="quarter" idx="13"/>
            <p:extLst>
              <p:ext uri="{D42A27DB-BD31-4B8C-83A1-F6EECF244321}">
                <p14:modId xmlns:p14="http://schemas.microsoft.com/office/powerpoint/2010/main" val="2838221784"/>
              </p:ext>
            </p:extLst>
          </p:nvPr>
        </p:nvGraphicFramePr>
        <p:xfrm>
          <a:off x="392113" y="217488"/>
          <a:ext cx="11407775" cy="43449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37356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640CE-44D6-49C5-3D78-EB31C45E390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E2EAB42-2AD6-9BAF-358D-1CCE80A3BE52}"/>
              </a:ext>
            </a:extLst>
          </p:cNvPr>
          <p:cNvSpPr>
            <a:spLocks noGrp="1"/>
          </p:cNvSpPr>
          <p:nvPr>
            <p:ph type="title"/>
          </p:nvPr>
        </p:nvSpPr>
        <p:spPr>
          <a:xfrm>
            <a:off x="838200" y="559813"/>
            <a:ext cx="4633785" cy="2397324"/>
          </a:xfrm>
        </p:spPr>
        <p:txBody>
          <a:bodyPr/>
          <a:lstStyle/>
          <a:p>
            <a:r>
              <a:rPr lang="en-GB" dirty="0"/>
              <a:t>Fault 1: Test Equipment</a:t>
            </a:r>
            <a:endParaRPr lang="en-US" dirty="0"/>
          </a:p>
        </p:txBody>
      </p:sp>
      <p:sp>
        <p:nvSpPr>
          <p:cNvPr id="6" name="Text Placeholder 5">
            <a:extLst>
              <a:ext uri="{FF2B5EF4-FFF2-40B4-BE49-F238E27FC236}">
                <a16:creationId xmlns:a16="http://schemas.microsoft.com/office/drawing/2014/main" id="{7BC35F2C-3128-B813-AEE2-E5DF75D982C5}"/>
              </a:ext>
            </a:extLst>
          </p:cNvPr>
          <p:cNvSpPr>
            <a:spLocks noGrp="1"/>
          </p:cNvSpPr>
          <p:nvPr>
            <p:ph type="body" sz="quarter" idx="10"/>
          </p:nvPr>
        </p:nvSpPr>
        <p:spPr>
          <a:xfrm>
            <a:off x="838072" y="2663031"/>
            <a:ext cx="4633913" cy="3718719"/>
          </a:xfrm>
        </p:spPr>
        <p:txBody>
          <a:bodyPr>
            <a:normAutofit fontScale="77500" lnSpcReduction="20000"/>
          </a:bodyPr>
          <a:lstStyle/>
          <a:p>
            <a:r>
              <a:rPr lang="en-GB" dirty="0">
                <a:highlight>
                  <a:srgbClr val="FFFF00"/>
                </a:highlight>
              </a:rPr>
              <a:t>For each item you used, fill:</a:t>
            </a:r>
          </a:p>
          <a:p>
            <a:r>
              <a:rPr lang="en-GB" dirty="0">
                <a:highlight>
                  <a:srgbClr val="FFFF00"/>
                </a:highlight>
              </a:rPr>
              <a:t>- Instrument: [multimeter / scope / power supply / laptop logs / pressure gauge]</a:t>
            </a:r>
          </a:p>
          <a:p>
            <a:r>
              <a:rPr lang="en-GB" dirty="0">
                <a:highlight>
                  <a:srgbClr val="FFFF00"/>
                </a:highlight>
              </a:rPr>
              <a:t>- Why used: [what question it answers]</a:t>
            </a:r>
          </a:p>
          <a:p>
            <a:r>
              <a:rPr lang="en-GB" dirty="0">
                <a:highlight>
                  <a:srgbClr val="FFFF00"/>
                </a:highlight>
              </a:rPr>
              <a:t>- Settings/range: [VDC range, continuity mode, sampling, etc.]</a:t>
            </a:r>
          </a:p>
          <a:p>
            <a:r>
              <a:rPr lang="en-GB" dirty="0">
                <a:highlight>
                  <a:srgbClr val="FFFF00"/>
                </a:highlight>
              </a:rPr>
              <a:t>- Safety notes: [probe placement, isolation, current limits]</a:t>
            </a:r>
          </a:p>
          <a:p>
            <a:r>
              <a:rPr lang="en-GB" dirty="0">
                <a:highlight>
                  <a:srgbClr val="FFFF00"/>
                </a:highlight>
              </a:rPr>
              <a:t>- Limitations: [accuracy, loading, bandwidth, user error risks]</a:t>
            </a:r>
          </a:p>
        </p:txBody>
      </p:sp>
      <p:pic>
        <p:nvPicPr>
          <p:cNvPr id="7" name="Picture Placeholder 6">
            <a:extLst>
              <a:ext uri="{FF2B5EF4-FFF2-40B4-BE49-F238E27FC236}">
                <a16:creationId xmlns:a16="http://schemas.microsoft.com/office/drawing/2014/main" id="{8B130CEF-CF03-252A-2CCF-BE7913B65AD9}"/>
              </a:ext>
            </a:extLst>
          </p:cNvPr>
          <p:cNvPicPr>
            <a:picLocks noGrp="1" noChangeAspect="1"/>
          </p:cNvPicPr>
          <p:nvPr>
            <p:ph type="pic" sz="quarter" idx="11"/>
          </p:nvPr>
        </p:nvPicPr>
        <p:blipFill>
          <a:blip r:embed="rId3">
            <a:duotone>
              <a:prstClr val="black"/>
              <a:srgbClr val="D9C3A5">
                <a:tint val="50000"/>
                <a:satMod val="180000"/>
              </a:srgbClr>
            </a:duotone>
            <a:extLst>
              <a:ext uri="{837473B0-CC2E-450A-ABE3-18F120FF3D39}">
                <a1611:picAttrSrcUrl xmlns:a1611="http://schemas.microsoft.com/office/drawing/2016/11/main" r:id="rId4"/>
              </a:ext>
            </a:extLst>
          </a:blip>
          <a:srcRect l="21973" r="21973"/>
          <a:stretch/>
        </p:blipFill>
        <p:spPr>
          <a:xfrm>
            <a:off x="6508749" y="862806"/>
            <a:ext cx="5132388" cy="5132388"/>
          </a:xfrm>
        </p:spPr>
      </p:pic>
    </p:spTree>
    <p:extLst>
      <p:ext uri="{BB962C8B-B14F-4D97-AF65-F5344CB8AC3E}">
        <p14:creationId xmlns:p14="http://schemas.microsoft.com/office/powerpoint/2010/main" val="924348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76200-9D8E-BF2E-71A0-D2E6CB06EAE0}"/>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D280B97E-0A0C-C414-3D3A-40919316F3DE}"/>
              </a:ext>
            </a:extLst>
          </p:cNvPr>
          <p:cNvSpPr>
            <a:spLocks noGrp="1"/>
          </p:cNvSpPr>
          <p:nvPr>
            <p:ph type="title"/>
          </p:nvPr>
        </p:nvSpPr>
        <p:spPr>
          <a:xfrm>
            <a:off x="7696200" y="461339"/>
            <a:ext cx="3949840" cy="2251716"/>
          </a:xfrm>
        </p:spPr>
        <p:txBody>
          <a:bodyPr/>
          <a:lstStyle/>
          <a:p>
            <a:r>
              <a:rPr lang="fr-FR" dirty="0" err="1"/>
              <a:t>Fault</a:t>
            </a:r>
            <a:r>
              <a:rPr lang="fr-FR" dirty="0"/>
              <a:t> 1: Root Cause + Rectification</a:t>
            </a:r>
            <a:endParaRPr lang="fr-FR" b="0" dirty="0"/>
          </a:p>
        </p:txBody>
      </p:sp>
      <p:pic>
        <p:nvPicPr>
          <p:cNvPr id="17" name="Picture Placeholder 16">
            <a:extLst>
              <a:ext uri="{FF2B5EF4-FFF2-40B4-BE49-F238E27FC236}">
                <a16:creationId xmlns:a16="http://schemas.microsoft.com/office/drawing/2014/main" id="{5DBB50CC-92AA-8483-BEAC-120E67CC6AEA}"/>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t="53424"/>
          <a:stretch>
            <a:fillRect/>
          </a:stretch>
        </p:blipFill>
        <p:spPr>
          <a:xfrm>
            <a:off x="838200" y="461339"/>
            <a:ext cx="5508288" cy="2831136"/>
          </a:xfrm>
        </p:spPr>
      </p:pic>
      <p:pic>
        <p:nvPicPr>
          <p:cNvPr id="12" name="Picture Placeholder 11" descr="A cactus in a desert">
            <a:extLst>
              <a:ext uri="{FF2B5EF4-FFF2-40B4-BE49-F238E27FC236}">
                <a16:creationId xmlns:a16="http://schemas.microsoft.com/office/drawing/2014/main" id="{7CBFA9C9-FC72-A70F-DEFD-C093E07F59E1}"/>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val="0"/>
              </a:ext>
            </a:extLst>
          </a:blip>
          <a:srcRect/>
          <a:stretch/>
        </p:blipFill>
        <p:spPr>
          <a:xfrm>
            <a:off x="830826" y="3429000"/>
            <a:ext cx="5508288" cy="2831136"/>
          </a:xfrm>
        </p:spPr>
      </p:pic>
      <p:sp>
        <p:nvSpPr>
          <p:cNvPr id="3" name="Date Placeholder 2">
            <a:extLst>
              <a:ext uri="{FF2B5EF4-FFF2-40B4-BE49-F238E27FC236}">
                <a16:creationId xmlns:a16="http://schemas.microsoft.com/office/drawing/2014/main" id="{296D04E0-88B4-71AB-0C1A-A4873F2D556C}"/>
              </a:ext>
            </a:extLst>
          </p:cNvPr>
          <p:cNvSpPr>
            <a:spLocks noGrp="1"/>
          </p:cNvSpPr>
          <p:nvPr>
            <p:ph type="dt" sz="half" idx="10"/>
          </p:nvPr>
        </p:nvSpPr>
        <p:spPr>
          <a:xfrm>
            <a:off x="838200" y="6327648"/>
            <a:ext cx="2743200" cy="365125"/>
          </a:xfrm>
        </p:spPr>
        <p:txBody>
          <a:bodyPr/>
          <a:lstStyle/>
          <a:p>
            <a:pPr lvl="0"/>
            <a:r>
              <a:rPr lang="en-US" noProof="0" dirty="0"/>
              <a:t>20XX</a:t>
            </a:r>
          </a:p>
        </p:txBody>
      </p:sp>
      <p:sp>
        <p:nvSpPr>
          <p:cNvPr id="22" name="Text Placeholder 21">
            <a:extLst>
              <a:ext uri="{FF2B5EF4-FFF2-40B4-BE49-F238E27FC236}">
                <a16:creationId xmlns:a16="http://schemas.microsoft.com/office/drawing/2014/main" id="{6DC3AF65-C394-C729-603E-5DE091E888E5}"/>
              </a:ext>
            </a:extLst>
          </p:cNvPr>
          <p:cNvSpPr>
            <a:spLocks noGrp="1"/>
          </p:cNvSpPr>
          <p:nvPr>
            <p:ph type="body" sz="quarter" idx="15"/>
          </p:nvPr>
        </p:nvSpPr>
        <p:spPr>
          <a:xfrm>
            <a:off x="7690290" y="2867741"/>
            <a:ext cx="3949586" cy="3294680"/>
          </a:xfrm>
        </p:spPr>
        <p:txBody>
          <a:bodyPr>
            <a:normAutofit fontScale="92500" lnSpcReduction="20000"/>
          </a:bodyPr>
          <a:lstStyle/>
          <a:p>
            <a:r>
              <a:rPr lang="en-GB" dirty="0"/>
              <a:t>- Confirmed fault location: [component/connection/code section]</a:t>
            </a:r>
          </a:p>
          <a:p>
            <a:r>
              <a:rPr lang="en-GB" dirty="0"/>
              <a:t>- Root cause mechanism: [why it failed, not just what failed]</a:t>
            </a:r>
          </a:p>
          <a:p>
            <a:r>
              <a:rPr lang="en-GB" dirty="0"/>
              <a:t>- Fix applied: [repair/replace/reseat/reprogram]</a:t>
            </a:r>
          </a:p>
          <a:p>
            <a:r>
              <a:rPr lang="en-GB" dirty="0"/>
              <a:t>- Verification (retest vs acceptance criteria): [pass/fail + evidence]</a:t>
            </a:r>
          </a:p>
          <a:p>
            <a:r>
              <a:rPr lang="en-GB" dirty="0"/>
              <a:t>- Return-to-service checks: [final safety checks]</a:t>
            </a:r>
            <a:endParaRPr lang="en-US" dirty="0"/>
          </a:p>
        </p:txBody>
      </p:sp>
      <p:sp>
        <p:nvSpPr>
          <p:cNvPr id="4" name="Footer Placeholder 3">
            <a:extLst>
              <a:ext uri="{FF2B5EF4-FFF2-40B4-BE49-F238E27FC236}">
                <a16:creationId xmlns:a16="http://schemas.microsoft.com/office/drawing/2014/main" id="{D724730C-DC39-C517-9B99-5BE32CA5E7D0}"/>
              </a:ext>
            </a:extLst>
          </p:cNvPr>
          <p:cNvSpPr>
            <a:spLocks noGrp="1"/>
          </p:cNvSpPr>
          <p:nvPr>
            <p:ph type="ftr" sz="quarter" idx="11"/>
          </p:nvPr>
        </p:nvSpPr>
        <p:spPr>
          <a:xfrm>
            <a:off x="7696200" y="6327648"/>
            <a:ext cx="3045406" cy="365125"/>
          </a:xfrm>
        </p:spPr>
        <p:txBody>
          <a:bodyPr/>
          <a:lstStyle/>
          <a:p>
            <a:r>
              <a:rPr lang="en-US" dirty="0"/>
              <a:t>Presentation title</a:t>
            </a:r>
          </a:p>
        </p:txBody>
      </p:sp>
      <p:sp>
        <p:nvSpPr>
          <p:cNvPr id="5" name="Slide Number Placeholder 4">
            <a:extLst>
              <a:ext uri="{FF2B5EF4-FFF2-40B4-BE49-F238E27FC236}">
                <a16:creationId xmlns:a16="http://schemas.microsoft.com/office/drawing/2014/main" id="{8BC8B0D2-91AA-D8E7-169F-6E449D42F486}"/>
              </a:ext>
            </a:extLst>
          </p:cNvPr>
          <p:cNvSpPr>
            <a:spLocks noGrp="1"/>
          </p:cNvSpPr>
          <p:nvPr>
            <p:ph type="sldNum" sz="quarter" idx="12"/>
          </p:nvPr>
        </p:nvSpPr>
        <p:spPr>
          <a:xfrm>
            <a:off x="10820400" y="6327648"/>
            <a:ext cx="533400" cy="365125"/>
          </a:xfrm>
        </p:spPr>
        <p:txBody>
          <a:bodyPr/>
          <a:lstStyle/>
          <a:p>
            <a:pPr lvl="0"/>
            <a:fld id="{73B850FF-6169-4056-8077-06FFA93A5366}" type="slidenum">
              <a:rPr lang="en-US" noProof="0" smtClean="0"/>
              <a:pPr lvl="0"/>
              <a:t>17</a:t>
            </a:fld>
            <a:endParaRPr lang="en-US" noProof="0" dirty="0"/>
          </a:p>
        </p:txBody>
      </p:sp>
      <p:sp>
        <p:nvSpPr>
          <p:cNvPr id="2" name="TextBox 1">
            <a:extLst>
              <a:ext uri="{FF2B5EF4-FFF2-40B4-BE49-F238E27FC236}">
                <a16:creationId xmlns:a16="http://schemas.microsoft.com/office/drawing/2014/main" id="{76675D14-118D-902D-3DBA-79DD96781C31}"/>
              </a:ext>
            </a:extLst>
          </p:cNvPr>
          <p:cNvSpPr txBox="1"/>
          <p:nvPr/>
        </p:nvSpPr>
        <p:spPr>
          <a:xfrm>
            <a:off x="838200" y="3292475"/>
            <a:ext cx="5508288" cy="230832"/>
          </a:xfrm>
          <a:prstGeom prst="rect">
            <a:avLst/>
          </a:prstGeom>
          <a:noFill/>
        </p:spPr>
        <p:txBody>
          <a:bodyPr wrap="square" rtlCol="0">
            <a:spAutoFit/>
          </a:bodyPr>
          <a:lstStyle/>
          <a:p>
            <a:r>
              <a:rPr lang="en-AE" sz="900">
                <a:hlinkClick r:id="rId3" tooltip="https://jasongoroncy.com/2012/05/"/>
              </a:rPr>
              <a:t>This Photo</a:t>
            </a:r>
            <a:r>
              <a:rPr lang="en-AE" sz="900"/>
              <a:t> by Unknown Author is licensed under </a:t>
            </a:r>
            <a:r>
              <a:rPr lang="en-AE" sz="900">
                <a:hlinkClick r:id="rId5" tooltip="https://creativecommons.org/licenses/by-nc-sa/3.0/"/>
              </a:rPr>
              <a:t>CC BY-SA-NC</a:t>
            </a:r>
            <a:endParaRPr lang="en-AE" sz="900"/>
          </a:p>
        </p:txBody>
      </p:sp>
    </p:spTree>
    <p:extLst>
      <p:ext uri="{BB962C8B-B14F-4D97-AF65-F5344CB8AC3E}">
        <p14:creationId xmlns:p14="http://schemas.microsoft.com/office/powerpoint/2010/main" val="7742669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7A1C6-A60F-6187-B34E-8A69CC22FEE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2F96D2-7EA7-A678-E4FE-9E4CB1EC1E10}"/>
              </a:ext>
            </a:extLst>
          </p:cNvPr>
          <p:cNvSpPr>
            <a:spLocks noGrp="1"/>
          </p:cNvSpPr>
          <p:nvPr>
            <p:ph type="ctrTitle"/>
          </p:nvPr>
        </p:nvSpPr>
        <p:spPr>
          <a:xfrm>
            <a:off x="1293876" y="304801"/>
            <a:ext cx="9601200" cy="1534297"/>
          </a:xfrm>
        </p:spPr>
        <p:txBody>
          <a:bodyPr/>
          <a:lstStyle/>
          <a:p>
            <a:r>
              <a:rPr lang="en-US" dirty="0">
                <a:highlight>
                  <a:srgbClr val="FFFF00"/>
                </a:highlight>
              </a:rPr>
              <a:t>Fishbone Diagram (Optional)</a:t>
            </a:r>
          </a:p>
        </p:txBody>
      </p:sp>
      <p:sp>
        <p:nvSpPr>
          <p:cNvPr id="7" name="Subtitle 6">
            <a:extLst>
              <a:ext uri="{FF2B5EF4-FFF2-40B4-BE49-F238E27FC236}">
                <a16:creationId xmlns:a16="http://schemas.microsoft.com/office/drawing/2014/main" id="{3BECDE30-D497-6AE9-927C-7D326509E77D}"/>
              </a:ext>
            </a:extLst>
          </p:cNvPr>
          <p:cNvSpPr>
            <a:spLocks noGrp="1"/>
          </p:cNvSpPr>
          <p:nvPr>
            <p:ph type="subTitle" idx="1"/>
          </p:nvPr>
        </p:nvSpPr>
        <p:spPr>
          <a:xfrm>
            <a:off x="1712976" y="1905001"/>
            <a:ext cx="8763001" cy="962442"/>
          </a:xfrm>
        </p:spPr>
        <p:txBody>
          <a:bodyPr>
            <a:normAutofit fontScale="85000" lnSpcReduction="20000"/>
          </a:bodyPr>
          <a:lstStyle/>
          <a:p>
            <a:r>
              <a:rPr lang="en-US" sz="2000" dirty="0">
                <a:hlinkClick r:id="rId2"/>
              </a:rPr>
              <a:t>https://www.learnleansigma.com/guides/fishbone-diagram/</a:t>
            </a:r>
            <a:endParaRPr lang="en-US" sz="2000" dirty="0"/>
          </a:p>
          <a:p>
            <a:r>
              <a:rPr lang="en-US" sz="2000" dirty="0">
                <a:hlinkClick r:id="rId3"/>
              </a:rPr>
              <a:t>https://www.youtube.com/watch?v=mLvizyDFLQ4&amp;pp=ygUeaG93IHRvIG1ha2UgYSBmaXNoYm9uZSBkaWFncmFt</a:t>
            </a:r>
            <a:endParaRPr lang="en-US" sz="2000" dirty="0"/>
          </a:p>
          <a:p>
            <a:endParaRPr lang="en-US" sz="2000" dirty="0"/>
          </a:p>
        </p:txBody>
      </p:sp>
      <p:pic>
        <p:nvPicPr>
          <p:cNvPr id="10" name="Picture 9">
            <a:extLst>
              <a:ext uri="{FF2B5EF4-FFF2-40B4-BE49-F238E27FC236}">
                <a16:creationId xmlns:a16="http://schemas.microsoft.com/office/drawing/2014/main" id="{1644E7EE-8990-151B-F800-8F991DA5A493}"/>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377166" y="2975419"/>
            <a:ext cx="10098811" cy="3663505"/>
          </a:xfrm>
          <a:prstGeom prst="rect">
            <a:avLst/>
          </a:prstGeom>
        </p:spPr>
      </p:pic>
    </p:spTree>
    <p:extLst>
      <p:ext uri="{BB962C8B-B14F-4D97-AF65-F5344CB8AC3E}">
        <p14:creationId xmlns:p14="http://schemas.microsoft.com/office/powerpoint/2010/main" val="2291542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55BD94F1-CB6D-4F76-AD08-DAA3805D80A7}"/>
              </a:ext>
            </a:extLst>
          </p:cNvPr>
          <p:cNvSpPr>
            <a:spLocks noGrp="1"/>
          </p:cNvSpPr>
          <p:nvPr>
            <p:ph type="title"/>
          </p:nvPr>
        </p:nvSpPr>
        <p:spPr>
          <a:xfrm>
            <a:off x="7472038" y="165227"/>
            <a:ext cx="4167838" cy="2251716"/>
          </a:xfrm>
        </p:spPr>
        <p:txBody>
          <a:bodyPr/>
          <a:lstStyle/>
          <a:p>
            <a:r>
              <a:rPr lang="en-US" dirty="0">
                <a:highlight>
                  <a:srgbClr val="FFFF00"/>
                </a:highlight>
              </a:rPr>
              <a:t>Reliability Improvements</a:t>
            </a:r>
          </a:p>
        </p:txBody>
      </p:sp>
      <p:pic>
        <p:nvPicPr>
          <p:cNvPr id="17" name="Picture Placeholder 16" descr="A picture containing outdoor, grass, field, dry">
            <a:extLst>
              <a:ext uri="{FF2B5EF4-FFF2-40B4-BE49-F238E27FC236}">
                <a16:creationId xmlns:a16="http://schemas.microsoft.com/office/drawing/2014/main" id="{FFDE910A-6270-4C28-99D5-655D2B203CBE}"/>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838200" y="461339"/>
            <a:ext cx="5508288" cy="2831136"/>
          </a:xfrm>
        </p:spPr>
      </p:pic>
      <p:pic>
        <p:nvPicPr>
          <p:cNvPr id="12" name="Picture Placeholder 11" descr="A cactus in a desert">
            <a:extLst>
              <a:ext uri="{FF2B5EF4-FFF2-40B4-BE49-F238E27FC236}">
                <a16:creationId xmlns:a16="http://schemas.microsoft.com/office/drawing/2014/main" id="{1F1921EA-537F-4FA5-A954-EDFEE1B8F719}"/>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val="0"/>
              </a:ext>
            </a:extLst>
          </a:blip>
          <a:srcRect/>
          <a:stretch/>
        </p:blipFill>
        <p:spPr>
          <a:xfrm>
            <a:off x="830826" y="3429000"/>
            <a:ext cx="5508288" cy="2831136"/>
          </a:xfrm>
        </p:spPr>
      </p:pic>
      <p:sp>
        <p:nvSpPr>
          <p:cNvPr id="3" name="Date Placeholder 2">
            <a:extLst>
              <a:ext uri="{FF2B5EF4-FFF2-40B4-BE49-F238E27FC236}">
                <a16:creationId xmlns:a16="http://schemas.microsoft.com/office/drawing/2014/main" id="{BD1D38F2-75F7-490A-B96E-F422A588F860}"/>
              </a:ext>
            </a:extLst>
          </p:cNvPr>
          <p:cNvSpPr>
            <a:spLocks noGrp="1"/>
          </p:cNvSpPr>
          <p:nvPr>
            <p:ph type="dt" sz="half" idx="10"/>
          </p:nvPr>
        </p:nvSpPr>
        <p:spPr>
          <a:xfrm>
            <a:off x="838200" y="6327648"/>
            <a:ext cx="2743200" cy="365125"/>
          </a:xfrm>
        </p:spPr>
        <p:txBody>
          <a:bodyPr/>
          <a:lstStyle/>
          <a:p>
            <a:pPr lvl="0"/>
            <a:r>
              <a:rPr lang="en-US" noProof="0" dirty="0"/>
              <a:t>20XX</a:t>
            </a:r>
          </a:p>
        </p:txBody>
      </p:sp>
      <p:sp>
        <p:nvSpPr>
          <p:cNvPr id="22" name="Text Placeholder 21">
            <a:extLst>
              <a:ext uri="{FF2B5EF4-FFF2-40B4-BE49-F238E27FC236}">
                <a16:creationId xmlns:a16="http://schemas.microsoft.com/office/drawing/2014/main" id="{E2B0863C-D98E-4E93-94EE-6E8EB78DBD28}"/>
              </a:ext>
            </a:extLst>
          </p:cNvPr>
          <p:cNvSpPr>
            <a:spLocks noGrp="1"/>
          </p:cNvSpPr>
          <p:nvPr>
            <p:ph type="body" sz="quarter" idx="15"/>
          </p:nvPr>
        </p:nvSpPr>
        <p:spPr>
          <a:xfrm>
            <a:off x="7472038" y="2333708"/>
            <a:ext cx="4167838" cy="3828713"/>
          </a:xfrm>
        </p:spPr>
        <p:txBody>
          <a:bodyPr>
            <a:normAutofit fontScale="92500" lnSpcReduction="20000"/>
          </a:bodyPr>
          <a:lstStyle/>
          <a:p>
            <a:r>
              <a:rPr lang="en-GB" dirty="0">
                <a:highlight>
                  <a:srgbClr val="FFFF00"/>
                </a:highlight>
              </a:rPr>
              <a:t>- What made the fault likely? [design choice, environment, tolerance, user steps]</a:t>
            </a:r>
          </a:p>
          <a:p>
            <a:r>
              <a:rPr lang="en-GB" dirty="0">
                <a:highlight>
                  <a:srgbClr val="FFFF00"/>
                </a:highlight>
              </a:rPr>
              <a:t>- Proposed amendments (choose 2–5):</a:t>
            </a:r>
          </a:p>
          <a:p>
            <a:r>
              <a:rPr lang="en-GB" dirty="0">
                <a:highlight>
                  <a:srgbClr val="FFFF00"/>
                </a:highlight>
              </a:rPr>
              <a:t>  - Hardware: [fuse, strain relief, connectors, filtering, shielding]</a:t>
            </a:r>
          </a:p>
          <a:p>
            <a:r>
              <a:rPr lang="en-GB" dirty="0">
                <a:highlight>
                  <a:srgbClr val="FFFF00"/>
                </a:highlight>
              </a:rPr>
              <a:t>  - Software: [timeouts, debouncing, sanity checks, logging]</a:t>
            </a:r>
          </a:p>
          <a:p>
            <a:r>
              <a:rPr lang="en-GB" dirty="0">
                <a:highlight>
                  <a:srgbClr val="FFFF00"/>
                </a:highlight>
              </a:rPr>
              <a:t>  - Process: [checklists, calibration schedule, inspection points]</a:t>
            </a:r>
          </a:p>
          <a:p>
            <a:r>
              <a:rPr lang="en-GB" dirty="0">
                <a:highlight>
                  <a:srgbClr val="FFFF00"/>
                </a:highlight>
              </a:rPr>
              <a:t>- Trade-offs: [cost, complexity, performance impact]</a:t>
            </a:r>
            <a:endParaRPr lang="en-US" dirty="0">
              <a:highlight>
                <a:srgbClr val="FFFF00"/>
              </a:highlight>
            </a:endParaRPr>
          </a:p>
        </p:txBody>
      </p:sp>
      <p:sp>
        <p:nvSpPr>
          <p:cNvPr id="4" name="Footer Placeholder 3">
            <a:extLst>
              <a:ext uri="{FF2B5EF4-FFF2-40B4-BE49-F238E27FC236}">
                <a16:creationId xmlns:a16="http://schemas.microsoft.com/office/drawing/2014/main" id="{6ED6C98D-D407-408E-BC0E-172039736F8B}"/>
              </a:ext>
            </a:extLst>
          </p:cNvPr>
          <p:cNvSpPr>
            <a:spLocks noGrp="1"/>
          </p:cNvSpPr>
          <p:nvPr>
            <p:ph type="ftr" sz="quarter" idx="11"/>
          </p:nvPr>
        </p:nvSpPr>
        <p:spPr>
          <a:xfrm>
            <a:off x="7696200" y="6327648"/>
            <a:ext cx="3045406" cy="365125"/>
          </a:xfrm>
        </p:spPr>
        <p:txBody>
          <a:bodyPr/>
          <a:lstStyle/>
          <a:p>
            <a:r>
              <a:rPr lang="en-US" dirty="0"/>
              <a:t>Presentation title</a:t>
            </a:r>
          </a:p>
        </p:txBody>
      </p:sp>
      <p:sp>
        <p:nvSpPr>
          <p:cNvPr id="5" name="Slide Number Placeholder 4">
            <a:extLst>
              <a:ext uri="{FF2B5EF4-FFF2-40B4-BE49-F238E27FC236}">
                <a16:creationId xmlns:a16="http://schemas.microsoft.com/office/drawing/2014/main" id="{950EE9E9-0CC2-4D6E-A3BC-45FEDC0C81C9}"/>
              </a:ext>
            </a:extLst>
          </p:cNvPr>
          <p:cNvSpPr>
            <a:spLocks noGrp="1"/>
          </p:cNvSpPr>
          <p:nvPr>
            <p:ph type="sldNum" sz="quarter" idx="12"/>
          </p:nvPr>
        </p:nvSpPr>
        <p:spPr>
          <a:xfrm>
            <a:off x="10820400" y="6327648"/>
            <a:ext cx="533400" cy="365125"/>
          </a:xfrm>
        </p:spPr>
        <p:txBody>
          <a:bodyPr/>
          <a:lstStyle/>
          <a:p>
            <a:pPr lvl="0"/>
            <a:fld id="{73B850FF-6169-4056-8077-06FFA93A5366}" type="slidenum">
              <a:rPr lang="en-US" noProof="0" smtClean="0"/>
              <a:pPr lvl="0"/>
              <a:t>19</a:t>
            </a:fld>
            <a:endParaRPr lang="en-US" noProof="0" dirty="0"/>
          </a:p>
        </p:txBody>
      </p:sp>
    </p:spTree>
    <p:extLst>
      <p:ext uri="{BB962C8B-B14F-4D97-AF65-F5344CB8AC3E}">
        <p14:creationId xmlns:p14="http://schemas.microsoft.com/office/powerpoint/2010/main" val="28874173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56CAC-4B76-0C33-276F-CC74C830769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F7F6EF4-552C-7AC4-EF6B-DEE638C22F8A}"/>
              </a:ext>
            </a:extLst>
          </p:cNvPr>
          <p:cNvSpPr>
            <a:spLocks noGrp="1"/>
          </p:cNvSpPr>
          <p:nvPr>
            <p:ph type="title"/>
          </p:nvPr>
        </p:nvSpPr>
        <p:spPr>
          <a:xfrm>
            <a:off x="838200" y="559813"/>
            <a:ext cx="4633785" cy="2397324"/>
          </a:xfrm>
        </p:spPr>
        <p:txBody>
          <a:bodyPr/>
          <a:lstStyle/>
          <a:p>
            <a:r>
              <a:rPr lang="en-GB" dirty="0"/>
              <a:t>Fault 1: Test Equipment</a:t>
            </a:r>
            <a:endParaRPr lang="en-US" dirty="0"/>
          </a:p>
        </p:txBody>
      </p:sp>
      <p:sp>
        <p:nvSpPr>
          <p:cNvPr id="6" name="Text Placeholder 5">
            <a:extLst>
              <a:ext uri="{FF2B5EF4-FFF2-40B4-BE49-F238E27FC236}">
                <a16:creationId xmlns:a16="http://schemas.microsoft.com/office/drawing/2014/main" id="{5CEE8E9C-6E2C-457F-CD78-BDCEC8AA7490}"/>
              </a:ext>
            </a:extLst>
          </p:cNvPr>
          <p:cNvSpPr>
            <a:spLocks noGrp="1"/>
          </p:cNvSpPr>
          <p:nvPr>
            <p:ph type="body" sz="quarter" idx="10"/>
          </p:nvPr>
        </p:nvSpPr>
        <p:spPr>
          <a:xfrm>
            <a:off x="838072" y="2663031"/>
            <a:ext cx="4633913" cy="3718719"/>
          </a:xfrm>
        </p:spPr>
        <p:txBody>
          <a:bodyPr>
            <a:normAutofit fontScale="77500" lnSpcReduction="20000"/>
          </a:bodyPr>
          <a:lstStyle/>
          <a:p>
            <a:r>
              <a:rPr lang="en-GB" dirty="0">
                <a:highlight>
                  <a:srgbClr val="FFFF00"/>
                </a:highlight>
              </a:rPr>
              <a:t>For each item you used, fill:</a:t>
            </a:r>
          </a:p>
          <a:p>
            <a:r>
              <a:rPr lang="en-GB" dirty="0">
                <a:highlight>
                  <a:srgbClr val="FFFF00"/>
                </a:highlight>
              </a:rPr>
              <a:t>- Instrument: [multimeter / scope / power supply / laptop logs / pressure gauge]</a:t>
            </a:r>
          </a:p>
          <a:p>
            <a:r>
              <a:rPr lang="en-GB" dirty="0">
                <a:highlight>
                  <a:srgbClr val="FFFF00"/>
                </a:highlight>
              </a:rPr>
              <a:t>- Why used: [what question it answers]</a:t>
            </a:r>
          </a:p>
          <a:p>
            <a:r>
              <a:rPr lang="en-GB" dirty="0">
                <a:highlight>
                  <a:srgbClr val="FFFF00"/>
                </a:highlight>
              </a:rPr>
              <a:t>- Settings/range: [VDC range, continuity mode, sampling, etc.]</a:t>
            </a:r>
          </a:p>
          <a:p>
            <a:r>
              <a:rPr lang="en-GB" dirty="0">
                <a:highlight>
                  <a:srgbClr val="FFFF00"/>
                </a:highlight>
              </a:rPr>
              <a:t>- Safety notes: [probe placement, isolation, current limits]</a:t>
            </a:r>
          </a:p>
          <a:p>
            <a:r>
              <a:rPr lang="en-GB" dirty="0">
                <a:highlight>
                  <a:srgbClr val="FFFF00"/>
                </a:highlight>
              </a:rPr>
              <a:t>- Limitations: [accuracy, loading, bandwidth, user error risks]</a:t>
            </a:r>
          </a:p>
        </p:txBody>
      </p:sp>
      <p:pic>
        <p:nvPicPr>
          <p:cNvPr id="7" name="Picture Placeholder 6">
            <a:extLst>
              <a:ext uri="{FF2B5EF4-FFF2-40B4-BE49-F238E27FC236}">
                <a16:creationId xmlns:a16="http://schemas.microsoft.com/office/drawing/2014/main" id="{3E34BDF0-AC04-98CA-B6FC-BD1BD0FB3815}"/>
              </a:ext>
            </a:extLst>
          </p:cNvPr>
          <p:cNvPicPr>
            <a:picLocks noGrp="1" noChangeAspect="1"/>
          </p:cNvPicPr>
          <p:nvPr>
            <p:ph type="pic" sz="quarter" idx="11"/>
          </p:nvPr>
        </p:nvPicPr>
        <p:blipFill>
          <a:blip r:embed="rId3">
            <a:duotone>
              <a:prstClr val="black"/>
              <a:srgbClr val="D9C3A5">
                <a:tint val="50000"/>
                <a:satMod val="180000"/>
              </a:srgbClr>
            </a:duotone>
            <a:extLst>
              <a:ext uri="{837473B0-CC2E-450A-ABE3-18F120FF3D39}">
                <a1611:picAttrSrcUrl xmlns:a1611="http://schemas.microsoft.com/office/drawing/2016/11/main" r:id="rId4"/>
              </a:ext>
            </a:extLst>
          </a:blip>
          <a:srcRect l="21973" r="21973"/>
          <a:stretch/>
        </p:blipFill>
        <p:spPr>
          <a:xfrm>
            <a:off x="6508749" y="862806"/>
            <a:ext cx="5132388" cy="5132388"/>
          </a:xfrm>
        </p:spPr>
      </p:pic>
    </p:spTree>
    <p:extLst>
      <p:ext uri="{BB962C8B-B14F-4D97-AF65-F5344CB8AC3E}">
        <p14:creationId xmlns:p14="http://schemas.microsoft.com/office/powerpoint/2010/main" val="2301048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0C4FDB-0CD0-4A24-86DA-1A1D1D16A241}"/>
              </a:ext>
            </a:extLst>
          </p:cNvPr>
          <p:cNvSpPr>
            <a:spLocks noGrp="1"/>
          </p:cNvSpPr>
          <p:nvPr>
            <p:ph type="ctrTitle"/>
          </p:nvPr>
        </p:nvSpPr>
        <p:spPr>
          <a:xfrm>
            <a:off x="990600" y="1066800"/>
            <a:ext cx="4749276" cy="2592425"/>
          </a:xfrm>
        </p:spPr>
        <p:txBody>
          <a:bodyPr/>
          <a:lstStyle/>
          <a:p>
            <a:r>
              <a:rPr lang="en-US" dirty="0"/>
              <a:t>Conclusion</a:t>
            </a:r>
          </a:p>
        </p:txBody>
      </p:sp>
      <p:sp>
        <p:nvSpPr>
          <p:cNvPr id="7" name="Subtitle 6">
            <a:extLst>
              <a:ext uri="{FF2B5EF4-FFF2-40B4-BE49-F238E27FC236}">
                <a16:creationId xmlns:a16="http://schemas.microsoft.com/office/drawing/2014/main" id="{DA8E3932-CA6C-420E-9ABA-34B69620C426}"/>
              </a:ext>
            </a:extLst>
          </p:cNvPr>
          <p:cNvSpPr>
            <a:spLocks noGrp="1"/>
          </p:cNvSpPr>
          <p:nvPr>
            <p:ph type="subTitle" idx="1"/>
          </p:nvPr>
        </p:nvSpPr>
        <p:spPr>
          <a:xfrm>
            <a:off x="990599" y="3856314"/>
            <a:ext cx="4749275" cy="1858686"/>
          </a:xfrm>
        </p:spPr>
        <p:txBody>
          <a:bodyPr>
            <a:normAutofit fontScale="62500" lnSpcReduction="20000"/>
          </a:bodyPr>
          <a:lstStyle/>
          <a:p>
            <a:r>
              <a:rPr lang="en-GB" dirty="0"/>
              <a:t>What fault(s) were found and fixed? [1–3 bullets]</a:t>
            </a:r>
          </a:p>
          <a:p>
            <a:r>
              <a:rPr lang="en-GB" dirty="0"/>
              <a:t>- What evidence proves the fix? [tests tied to acceptance criteria]</a:t>
            </a:r>
          </a:p>
          <a:p>
            <a:r>
              <a:rPr lang="en-GB" dirty="0"/>
              <a:t>- What would you do next with more time? [further tests, redesign, monitoring]</a:t>
            </a:r>
            <a:endParaRPr lang="en-US" dirty="0"/>
          </a:p>
        </p:txBody>
      </p:sp>
      <p:pic>
        <p:nvPicPr>
          <p:cNvPr id="19" name="Picture Placeholder 18" descr="A picture containing agave">
            <a:extLst>
              <a:ext uri="{FF2B5EF4-FFF2-40B4-BE49-F238E27FC236}">
                <a16:creationId xmlns:a16="http://schemas.microsoft.com/office/drawing/2014/main" id="{E15DD46D-2D7C-463F-A18B-CF4C30E08A84}"/>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6077447" y="1066800"/>
            <a:ext cx="2405746" cy="2262033"/>
          </a:xfrm>
        </p:spPr>
      </p:pic>
      <p:pic>
        <p:nvPicPr>
          <p:cNvPr id="9" name="Picture Placeholder 8" descr="A picture containing mountain, outdoor, sky, rocks, tent">
            <a:extLst>
              <a:ext uri="{FF2B5EF4-FFF2-40B4-BE49-F238E27FC236}">
                <a16:creationId xmlns:a16="http://schemas.microsoft.com/office/drawing/2014/main" id="{028D98CD-8146-4256-BD0A-D7B4C7C770A5}"/>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8592404" y="1066800"/>
            <a:ext cx="2405746" cy="2262033"/>
          </a:xfrm>
        </p:spPr>
      </p:pic>
      <p:pic>
        <p:nvPicPr>
          <p:cNvPr id="23" name="Picture Placeholder 22" descr="A picture containing valley, nature, canyon, mountain">
            <a:extLst>
              <a:ext uri="{FF2B5EF4-FFF2-40B4-BE49-F238E27FC236}">
                <a16:creationId xmlns:a16="http://schemas.microsoft.com/office/drawing/2014/main" id="{349394C9-EF9F-4C84-8978-9CF03DD05E56}"/>
              </a:ext>
            </a:extLst>
          </p:cNvPr>
          <p:cNvPicPr>
            <a:picLocks noGrp="1" noChangeAspect="1"/>
          </p:cNvPicPr>
          <p:nvPr>
            <p:ph type="pic" sz="quarter" idx="15"/>
          </p:nvPr>
        </p:nvPicPr>
        <p:blipFill rotWithShape="1">
          <a:blip r:embed="rId4" cstate="screen">
            <a:extLst>
              <a:ext uri="{28A0092B-C50C-407E-A947-70E740481C1C}">
                <a14:useLocalDpi xmlns:a14="http://schemas.microsoft.com/office/drawing/2010/main" val="0"/>
              </a:ext>
            </a:extLst>
          </a:blip>
          <a:srcRect/>
          <a:stretch/>
        </p:blipFill>
        <p:spPr>
          <a:xfrm>
            <a:off x="6077447" y="3443645"/>
            <a:ext cx="2405746" cy="2262033"/>
          </a:xfrm>
        </p:spPr>
      </p:pic>
      <p:pic>
        <p:nvPicPr>
          <p:cNvPr id="11" name="Picture Placeholder 10" descr="A close-up of an aloe leaf">
            <a:extLst>
              <a:ext uri="{FF2B5EF4-FFF2-40B4-BE49-F238E27FC236}">
                <a16:creationId xmlns:a16="http://schemas.microsoft.com/office/drawing/2014/main" id="{F5EBEBC0-CDA5-4DF4-A64C-698FF0B3401F}"/>
              </a:ext>
            </a:extLst>
          </p:cNvPr>
          <p:cNvPicPr>
            <a:picLocks noGrp="1" noChangeAspect="1"/>
          </p:cNvPicPr>
          <p:nvPr>
            <p:ph type="pic" sz="quarter" idx="16"/>
          </p:nvPr>
        </p:nvPicPr>
        <p:blipFill rotWithShape="1">
          <a:blip r:embed="rId5" cstate="screen">
            <a:extLst>
              <a:ext uri="{28A0092B-C50C-407E-A947-70E740481C1C}">
                <a14:useLocalDpi xmlns:a14="http://schemas.microsoft.com/office/drawing/2010/main" val="0"/>
              </a:ext>
            </a:extLst>
          </a:blip>
          <a:srcRect/>
          <a:stretch/>
        </p:blipFill>
        <p:spPr>
          <a:xfrm>
            <a:off x="8592405" y="3443645"/>
            <a:ext cx="2405746" cy="2262033"/>
          </a:xfrm>
        </p:spPr>
      </p:pic>
      <p:sp>
        <p:nvSpPr>
          <p:cNvPr id="26" name="Date Placeholder 25">
            <a:extLst>
              <a:ext uri="{FF2B5EF4-FFF2-40B4-BE49-F238E27FC236}">
                <a16:creationId xmlns:a16="http://schemas.microsoft.com/office/drawing/2014/main" id="{E6DC388C-72CE-4D2C-AA32-E1FF83F535A6}"/>
              </a:ext>
            </a:extLst>
          </p:cNvPr>
          <p:cNvSpPr>
            <a:spLocks noGrp="1"/>
          </p:cNvSpPr>
          <p:nvPr>
            <p:ph type="dt" sz="half" idx="10"/>
          </p:nvPr>
        </p:nvSpPr>
        <p:spPr>
          <a:xfrm>
            <a:off x="838200" y="6327648"/>
            <a:ext cx="2743200" cy="365125"/>
          </a:xfrm>
        </p:spPr>
        <p:txBody>
          <a:bodyPr/>
          <a:lstStyle/>
          <a:p>
            <a:pPr lvl="0"/>
            <a:r>
              <a:rPr lang="en-US" noProof="0" dirty="0"/>
              <a:t>20XX</a:t>
            </a:r>
          </a:p>
        </p:txBody>
      </p:sp>
      <p:sp>
        <p:nvSpPr>
          <p:cNvPr id="27" name="Footer Placeholder 26">
            <a:extLst>
              <a:ext uri="{FF2B5EF4-FFF2-40B4-BE49-F238E27FC236}">
                <a16:creationId xmlns:a16="http://schemas.microsoft.com/office/drawing/2014/main" id="{FD50BB59-A665-4D1E-BAE0-8D164269AA8E}"/>
              </a:ext>
            </a:extLst>
          </p:cNvPr>
          <p:cNvSpPr>
            <a:spLocks noGrp="1"/>
          </p:cNvSpPr>
          <p:nvPr>
            <p:ph type="ftr" sz="quarter" idx="11"/>
          </p:nvPr>
        </p:nvSpPr>
        <p:spPr>
          <a:xfrm>
            <a:off x="4038600" y="6327648"/>
            <a:ext cx="4114800" cy="365125"/>
          </a:xfrm>
        </p:spPr>
        <p:txBody>
          <a:bodyPr/>
          <a:lstStyle/>
          <a:p>
            <a:pPr lvl="0"/>
            <a:r>
              <a:rPr lang="en-US" noProof="0" dirty="0"/>
              <a:t>Presentation title</a:t>
            </a:r>
          </a:p>
        </p:txBody>
      </p:sp>
      <p:sp>
        <p:nvSpPr>
          <p:cNvPr id="28" name="Slide Number Placeholder 27">
            <a:extLst>
              <a:ext uri="{FF2B5EF4-FFF2-40B4-BE49-F238E27FC236}">
                <a16:creationId xmlns:a16="http://schemas.microsoft.com/office/drawing/2014/main" id="{96E5A4EB-E183-4EF0-8266-412826ACBCF0}"/>
              </a:ext>
            </a:extLst>
          </p:cNvPr>
          <p:cNvSpPr>
            <a:spLocks noGrp="1"/>
          </p:cNvSpPr>
          <p:nvPr>
            <p:ph type="sldNum" sz="quarter" idx="12"/>
          </p:nvPr>
        </p:nvSpPr>
        <p:spPr>
          <a:xfrm>
            <a:off x="10058400" y="6327648"/>
            <a:ext cx="1295400" cy="365125"/>
          </a:xfrm>
        </p:spPr>
        <p:txBody>
          <a:bodyPr/>
          <a:lstStyle/>
          <a:p>
            <a:pPr lvl="0"/>
            <a:fld id="{73B850FF-6169-4056-8077-06FFA93A5366}" type="slidenum">
              <a:rPr lang="en-US" noProof="0" smtClean="0"/>
              <a:pPr lvl="0"/>
              <a:t>21</a:t>
            </a:fld>
            <a:endParaRPr lang="en-US" noProof="0" dirty="0"/>
          </a:p>
        </p:txBody>
      </p:sp>
    </p:spTree>
    <p:extLst>
      <p:ext uri="{BB962C8B-B14F-4D97-AF65-F5344CB8AC3E}">
        <p14:creationId xmlns:p14="http://schemas.microsoft.com/office/powerpoint/2010/main" val="13042801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7B442-B360-E604-DFDD-240DA24D2A6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86CEB5B-B58E-6C23-ADD0-63EDCCC84725}"/>
              </a:ext>
            </a:extLst>
          </p:cNvPr>
          <p:cNvSpPr>
            <a:spLocks noGrp="1"/>
          </p:cNvSpPr>
          <p:nvPr>
            <p:ph type="title"/>
          </p:nvPr>
        </p:nvSpPr>
        <p:spPr>
          <a:xfrm>
            <a:off x="838200" y="559813"/>
            <a:ext cx="4633785" cy="2397324"/>
          </a:xfrm>
        </p:spPr>
        <p:txBody>
          <a:bodyPr/>
          <a:lstStyle/>
          <a:p>
            <a:r>
              <a:rPr lang="en-GB" dirty="0"/>
              <a:t>References</a:t>
            </a:r>
            <a:endParaRPr lang="en-US" dirty="0"/>
          </a:p>
        </p:txBody>
      </p:sp>
      <p:sp>
        <p:nvSpPr>
          <p:cNvPr id="6" name="Text Placeholder 5">
            <a:extLst>
              <a:ext uri="{FF2B5EF4-FFF2-40B4-BE49-F238E27FC236}">
                <a16:creationId xmlns:a16="http://schemas.microsoft.com/office/drawing/2014/main" id="{7D9557F3-C1B0-84A9-93A4-9984D11478ED}"/>
              </a:ext>
            </a:extLst>
          </p:cNvPr>
          <p:cNvSpPr>
            <a:spLocks noGrp="1"/>
          </p:cNvSpPr>
          <p:nvPr>
            <p:ph type="body" sz="quarter" idx="10"/>
          </p:nvPr>
        </p:nvSpPr>
        <p:spPr>
          <a:xfrm>
            <a:off x="838072" y="2663031"/>
            <a:ext cx="4633913" cy="3718719"/>
          </a:xfrm>
        </p:spPr>
        <p:txBody>
          <a:bodyPr>
            <a:normAutofit/>
          </a:bodyPr>
          <a:lstStyle/>
          <a:p>
            <a:r>
              <a:rPr lang="en-GB">
                <a:highlight>
                  <a:srgbClr val="FFFF00"/>
                </a:highlight>
              </a:rPr>
              <a:t>Harvard Format</a:t>
            </a:r>
            <a:endParaRPr lang="en-GB" dirty="0">
              <a:highlight>
                <a:srgbClr val="FFFF00"/>
              </a:highlight>
            </a:endParaRPr>
          </a:p>
        </p:txBody>
      </p:sp>
      <p:pic>
        <p:nvPicPr>
          <p:cNvPr id="7" name="Picture Placeholder 6">
            <a:extLst>
              <a:ext uri="{FF2B5EF4-FFF2-40B4-BE49-F238E27FC236}">
                <a16:creationId xmlns:a16="http://schemas.microsoft.com/office/drawing/2014/main" id="{CDF9D635-E1B4-0A17-02DB-5D8ED848E638}"/>
              </a:ext>
            </a:extLst>
          </p:cNvPr>
          <p:cNvPicPr>
            <a:picLocks noGrp="1" noChangeAspect="1"/>
          </p:cNvPicPr>
          <p:nvPr>
            <p:ph type="pic" sz="quarter" idx="11"/>
          </p:nvPr>
        </p:nvPicPr>
        <p:blipFill>
          <a:blip r:embed="rId3">
            <a:duotone>
              <a:prstClr val="black"/>
              <a:srgbClr val="D9C3A5">
                <a:tint val="50000"/>
                <a:satMod val="180000"/>
              </a:srgbClr>
            </a:duotone>
            <a:extLst>
              <a:ext uri="{837473B0-CC2E-450A-ABE3-18F120FF3D39}">
                <a1611:picAttrSrcUrl xmlns:a1611="http://schemas.microsoft.com/office/drawing/2016/11/main" r:id="rId4"/>
              </a:ext>
            </a:extLst>
          </a:blip>
          <a:srcRect l="21973" r="21973"/>
          <a:stretch/>
        </p:blipFill>
        <p:spPr>
          <a:xfrm>
            <a:off x="6508749" y="862806"/>
            <a:ext cx="5132388" cy="5132388"/>
          </a:xfrm>
        </p:spPr>
      </p:pic>
    </p:spTree>
    <p:extLst>
      <p:ext uri="{BB962C8B-B14F-4D97-AF65-F5344CB8AC3E}">
        <p14:creationId xmlns:p14="http://schemas.microsoft.com/office/powerpoint/2010/main" val="3513139014"/>
      </p:ext>
    </p:extLst>
  </p:cSld>
  <p:clrMapOvr>
    <a:masterClrMapping/>
  </p:clrMapOvr>
</p:sld>
</file>

<file path=ppt/theme/theme1.xml><?xml version="1.0" encoding="utf-8"?>
<a:theme xmlns:a="http://schemas.openxmlformats.org/drawingml/2006/main" name="BlockprintVTI">
  <a:themeElements>
    <a:clrScheme name="Custom 69">
      <a:dk1>
        <a:sysClr val="windowText" lastClr="000000"/>
      </a:dk1>
      <a:lt1>
        <a:sysClr val="window" lastClr="FFFFFF"/>
      </a:lt1>
      <a:dk2>
        <a:srgbClr val="44131A"/>
      </a:dk2>
      <a:lt2>
        <a:srgbClr val="F2ECEA"/>
      </a:lt2>
      <a:accent1>
        <a:srgbClr val="A62C52"/>
      </a:accent1>
      <a:accent2>
        <a:srgbClr val="A7928D"/>
      </a:accent2>
      <a:accent3>
        <a:srgbClr val="307C71"/>
      </a:accent3>
      <a:accent4>
        <a:srgbClr val="41575D"/>
      </a:accent4>
      <a:accent5>
        <a:srgbClr val="8FA3A3"/>
      </a:accent5>
      <a:accent6>
        <a:srgbClr val="CA8370"/>
      </a:accent6>
      <a:hlink>
        <a:srgbClr val="D13D6E"/>
      </a:hlink>
      <a:folHlink>
        <a:srgbClr val="6C9D92"/>
      </a:folHlink>
    </a:clrScheme>
    <a:fontScheme name="Custom 56">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print_Win32_JC_SL_v2.potx" id="{3AE72815-1858-46F4-811F-A326AF0F1EC5}" vid="{2AFCD58D-8B70-4D6F-B6A4-85E45CC6505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578DBA-2233-4100-A154-9B2EE99CB7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D0DF15B-6C3C-4D75-B10D-16EE1DCCB689}">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566CE74E-0E49-4DCF-8160-81B293B5DD14}">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Blockprint design</Template>
  <TotalTime>226</TotalTime>
  <Words>1226</Words>
  <Application>Microsoft Office PowerPoint</Application>
  <PresentationFormat>Widescreen</PresentationFormat>
  <Paragraphs>222</Paragraphs>
  <Slides>22</Slides>
  <Notes>12</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Avenir Next LT Pro</vt:lpstr>
      <vt:lpstr>AvenirNext LT Pro Medium</vt:lpstr>
      <vt:lpstr>Calibri</vt:lpstr>
      <vt:lpstr>Posterama</vt:lpstr>
      <vt:lpstr>Segoe UI Semilight</vt:lpstr>
      <vt:lpstr>BlockprintVTI</vt:lpstr>
      <vt:lpstr>LO4 Fault Finding &amp; Fault Analysis</vt:lpstr>
      <vt:lpstr>Agenda</vt:lpstr>
      <vt:lpstr>System Overview</vt:lpstr>
      <vt:lpstr>Normal Operation</vt:lpstr>
      <vt:lpstr>Chart if needed</vt:lpstr>
      <vt:lpstr>Table if Needed</vt:lpstr>
      <vt:lpstr>Acceptance Criteria</vt:lpstr>
      <vt:lpstr>Table if Needed</vt:lpstr>
      <vt:lpstr>Quote Holder  -HIDDEN SLIDE- </vt:lpstr>
      <vt:lpstr>List Images Caption</vt:lpstr>
      <vt:lpstr>Process</vt:lpstr>
      <vt:lpstr>Safety &amp; Risk Controls</vt:lpstr>
      <vt:lpstr>Fault 1: Symptom Description</vt:lpstr>
      <vt:lpstr>Fault 1: Fault-Finding Plan</vt:lpstr>
      <vt:lpstr>Fault 1: Test Equipment</vt:lpstr>
      <vt:lpstr>Fault 1: Test Equipment</vt:lpstr>
      <vt:lpstr>Fault 1: Root Cause + Rectification</vt:lpstr>
      <vt:lpstr>Fishbone Diagram (Optional)</vt:lpstr>
      <vt:lpstr>Reliability Improvements</vt:lpstr>
      <vt:lpstr>Fault 1: Test Equipment</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Akbar Qamar</dc:creator>
  <cp:lastModifiedBy>Akbar Qamar</cp:lastModifiedBy>
  <cp:revision>7</cp:revision>
  <dcterms:created xsi:type="dcterms:W3CDTF">2026-01-19T06:51:16Z</dcterms:created>
  <dcterms:modified xsi:type="dcterms:W3CDTF">2026-01-19T10:38:01Z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